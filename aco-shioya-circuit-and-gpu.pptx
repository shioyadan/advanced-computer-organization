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9" r:id="rId1"/>
  </p:sldMasterIdLst>
  <p:notesMasterIdLst>
    <p:notesMasterId r:id="rId154"/>
  </p:notesMasterIdLst>
  <p:sldIdLst>
    <p:sldId id="440" r:id="rId2"/>
    <p:sldId id="740" r:id="rId3"/>
    <p:sldId id="816" r:id="rId4"/>
    <p:sldId id="823" r:id="rId5"/>
    <p:sldId id="824" r:id="rId6"/>
    <p:sldId id="851" r:id="rId7"/>
    <p:sldId id="852" r:id="rId8"/>
    <p:sldId id="720" r:id="rId9"/>
    <p:sldId id="742" r:id="rId10"/>
    <p:sldId id="741" r:id="rId11"/>
    <p:sldId id="744" r:id="rId12"/>
    <p:sldId id="721" r:id="rId13"/>
    <p:sldId id="462" r:id="rId14"/>
    <p:sldId id="467" r:id="rId15"/>
    <p:sldId id="746" r:id="rId16"/>
    <p:sldId id="745" r:id="rId17"/>
    <p:sldId id="747" r:id="rId18"/>
    <p:sldId id="748" r:id="rId19"/>
    <p:sldId id="749" r:id="rId20"/>
    <p:sldId id="780" r:id="rId21"/>
    <p:sldId id="825" r:id="rId22"/>
    <p:sldId id="785" r:id="rId23"/>
    <p:sldId id="797" r:id="rId24"/>
    <p:sldId id="359" r:id="rId25"/>
    <p:sldId id="375" r:id="rId26"/>
    <p:sldId id="377" r:id="rId27"/>
    <p:sldId id="787" r:id="rId28"/>
    <p:sldId id="789" r:id="rId29"/>
    <p:sldId id="792" r:id="rId30"/>
    <p:sldId id="793" r:id="rId31"/>
    <p:sldId id="794" r:id="rId32"/>
    <p:sldId id="795" r:id="rId33"/>
    <p:sldId id="790" r:id="rId34"/>
    <p:sldId id="796" r:id="rId35"/>
    <p:sldId id="798" r:id="rId36"/>
    <p:sldId id="274" r:id="rId37"/>
    <p:sldId id="804" r:id="rId38"/>
    <p:sldId id="800" r:id="rId39"/>
    <p:sldId id="801" r:id="rId40"/>
    <p:sldId id="803" r:id="rId41"/>
    <p:sldId id="454" r:id="rId42"/>
    <p:sldId id="805" r:id="rId43"/>
    <p:sldId id="483" r:id="rId44"/>
    <p:sldId id="484" r:id="rId45"/>
    <p:sldId id="453" r:id="rId46"/>
    <p:sldId id="460" r:id="rId47"/>
    <p:sldId id="459" r:id="rId48"/>
    <p:sldId id="632" r:id="rId49"/>
    <p:sldId id="806" r:id="rId50"/>
    <p:sldId id="743" r:id="rId51"/>
    <p:sldId id="809" r:id="rId52"/>
    <p:sldId id="279" r:id="rId53"/>
    <p:sldId id="281" r:id="rId54"/>
    <p:sldId id="282" r:id="rId55"/>
    <p:sldId id="291" r:id="rId56"/>
    <p:sldId id="284" r:id="rId57"/>
    <p:sldId id="285" r:id="rId58"/>
    <p:sldId id="287" r:id="rId59"/>
    <p:sldId id="288" r:id="rId60"/>
    <p:sldId id="289" r:id="rId61"/>
    <p:sldId id="290" r:id="rId62"/>
    <p:sldId id="808" r:id="rId63"/>
    <p:sldId id="456" r:id="rId64"/>
    <p:sldId id="810" r:id="rId65"/>
    <p:sldId id="457" r:id="rId66"/>
    <p:sldId id="811" r:id="rId67"/>
    <p:sldId id="496" r:id="rId68"/>
    <p:sldId id="580" r:id="rId69"/>
    <p:sldId id="812" r:id="rId70"/>
    <p:sldId id="814" r:id="rId71"/>
    <p:sldId id="815" r:id="rId72"/>
    <p:sldId id="813" r:id="rId73"/>
    <p:sldId id="807" r:id="rId74"/>
    <p:sldId id="690" r:id="rId75"/>
    <p:sldId id="689" r:id="rId76"/>
    <p:sldId id="826" r:id="rId77"/>
    <p:sldId id="817" r:id="rId78"/>
    <p:sldId id="818" r:id="rId79"/>
    <p:sldId id="819" r:id="rId80"/>
    <p:sldId id="692" r:id="rId81"/>
    <p:sldId id="691" r:id="rId82"/>
    <p:sldId id="670" r:id="rId83"/>
    <p:sldId id="681" r:id="rId84"/>
    <p:sldId id="671" r:id="rId85"/>
    <p:sldId id="674" r:id="rId86"/>
    <p:sldId id="673" r:id="rId87"/>
    <p:sldId id="675" r:id="rId88"/>
    <p:sldId id="676" r:id="rId89"/>
    <p:sldId id="677" r:id="rId90"/>
    <p:sldId id="678" r:id="rId91"/>
    <p:sldId id="679" r:id="rId92"/>
    <p:sldId id="672" r:id="rId93"/>
    <p:sldId id="682" r:id="rId94"/>
    <p:sldId id="680" r:id="rId95"/>
    <p:sldId id="827" r:id="rId96"/>
    <p:sldId id="687" r:id="rId97"/>
    <p:sldId id="685" r:id="rId98"/>
    <p:sldId id="684" r:id="rId99"/>
    <p:sldId id="688" r:id="rId100"/>
    <p:sldId id="683" r:id="rId101"/>
    <p:sldId id="820" r:id="rId102"/>
    <p:sldId id="686" r:id="rId103"/>
    <p:sldId id="828" r:id="rId104"/>
    <p:sldId id="829" r:id="rId105"/>
    <p:sldId id="669" r:id="rId106"/>
    <p:sldId id="693" r:id="rId107"/>
    <p:sldId id="695" r:id="rId108"/>
    <p:sldId id="694" r:id="rId109"/>
    <p:sldId id="696" r:id="rId110"/>
    <p:sldId id="697" r:id="rId111"/>
    <p:sldId id="698" r:id="rId112"/>
    <p:sldId id="699" r:id="rId113"/>
    <p:sldId id="701" r:id="rId114"/>
    <p:sldId id="700" r:id="rId115"/>
    <p:sldId id="702" r:id="rId116"/>
    <p:sldId id="821" r:id="rId117"/>
    <p:sldId id="703" r:id="rId118"/>
    <p:sldId id="704" r:id="rId119"/>
    <p:sldId id="706" r:id="rId120"/>
    <p:sldId id="707" r:id="rId121"/>
    <p:sldId id="822" r:id="rId122"/>
    <p:sldId id="709" r:id="rId123"/>
    <p:sldId id="705" r:id="rId124"/>
    <p:sldId id="830" r:id="rId125"/>
    <p:sldId id="710" r:id="rId126"/>
    <p:sldId id="711" r:id="rId127"/>
    <p:sldId id="831" r:id="rId128"/>
    <p:sldId id="714" r:id="rId129"/>
    <p:sldId id="832" r:id="rId130"/>
    <p:sldId id="713" r:id="rId131"/>
    <p:sldId id="645" r:id="rId132"/>
    <p:sldId id="833" r:id="rId133"/>
    <p:sldId id="647" r:id="rId134"/>
    <p:sldId id="657" r:id="rId135"/>
    <p:sldId id="834" r:id="rId136"/>
    <p:sldId id="835" r:id="rId137"/>
    <p:sldId id="836" r:id="rId138"/>
    <p:sldId id="838" r:id="rId139"/>
    <p:sldId id="839" r:id="rId140"/>
    <p:sldId id="840" r:id="rId141"/>
    <p:sldId id="646" r:id="rId142"/>
    <p:sldId id="837" r:id="rId143"/>
    <p:sldId id="841" r:id="rId144"/>
    <p:sldId id="842" r:id="rId145"/>
    <p:sldId id="854" r:id="rId146"/>
    <p:sldId id="844" r:id="rId147"/>
    <p:sldId id="843" r:id="rId148"/>
    <p:sldId id="855" r:id="rId149"/>
    <p:sldId id="847" r:id="rId150"/>
    <p:sldId id="848" r:id="rId151"/>
    <p:sldId id="845" r:id="rId152"/>
    <p:sldId id="846" r:id="rId153"/>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D99694"/>
    <a:srgbClr val="4F6228"/>
    <a:srgbClr val="632523"/>
    <a:srgbClr val="FAF2F2"/>
    <a:srgbClr val="E8F5F8"/>
    <a:srgbClr val="9933FF"/>
    <a:srgbClr val="FF9900"/>
    <a:srgbClr val="009999"/>
    <a:srgbClr val="4E4EF6"/>
    <a:srgbClr val="0066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F8046D2-2EFF-4A2F-AD57-0DA68E3708AB}" v="212" dt="2025-09-11T12:46:21.912"/>
  </p1510:revLst>
</p1510:revInfo>
</file>

<file path=ppt/tableStyles.xml><?xml version="1.0" encoding="utf-8"?>
<a:tblStyleLst xmlns:a="http://schemas.openxmlformats.org/drawingml/2006/main" def="{5C22544A-7EE6-4342-B048-85BDC9FD1C3A}">
  <a:tblStyle styleId="{3B4B98B0-60AC-42C2-AFA5-B58CD77FA1E5}" styleName="淡色スタイル 1 - アクセント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35758FB7-9AC5-4552-8A53-C91805E547FA}" styleName="テーマ スタイル 1 - アクセント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FABFCF23-3B69-468F-B69F-88F6DE6A72F2}" styleName="中間スタイル 1 - アクセント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4406" autoAdjust="0"/>
    <p:restoredTop sz="96862" autoAdjust="0"/>
  </p:normalViewPr>
  <p:slideViewPr>
    <p:cSldViewPr>
      <p:cViewPr varScale="1">
        <p:scale>
          <a:sx n="152" d="100"/>
          <a:sy n="152" d="100"/>
        </p:scale>
        <p:origin x="108" y="296"/>
      </p:cViewPr>
      <p:guideLst>
        <p:guide orient="horz" pos="2160"/>
        <p:guide pos="3840"/>
      </p:guideLst>
    </p:cSldViewPr>
  </p:slideViewPr>
  <p:outlineViewPr>
    <p:cViewPr>
      <p:scale>
        <a:sx n="33" d="100"/>
        <a:sy n="33" d="100"/>
      </p:scale>
      <p:origin x="0" y="-22210"/>
    </p:cViewPr>
  </p:outlineViewPr>
  <p:notesTextViewPr>
    <p:cViewPr>
      <p:scale>
        <a:sx n="100" d="100"/>
        <a:sy n="100" d="100"/>
      </p:scale>
      <p:origin x="0" y="0"/>
    </p:cViewPr>
  </p:notesTextViewPr>
  <p:notesViewPr>
    <p:cSldViewPr>
      <p:cViewPr varScale="1">
        <p:scale>
          <a:sx n="65" d="100"/>
          <a:sy n="65" d="100"/>
        </p:scale>
        <p:origin x="2386" y="62"/>
      </p:cViewPr>
      <p:guideLst/>
    </p:cSldViewPr>
  </p:notesViewPr>
  <p:gridSpacing cx="90001" cy="90001"/>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microsoft.com/office/2015/10/relationships/revisionInfo" Target="revisionInfo.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slide" Target="slides/slide149.xml"/><Relationship Id="rId155" Type="http://schemas.openxmlformats.org/officeDocument/2006/relationships/presProps" Target="presProps.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viewProps" Target="viewProp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theme" Target="theme/theme1.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notesMaster" Target="notesMasters/notesMaster1.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ABE53D4-1A7B-4FFE-8A95-4265B045F058}" type="datetimeFigureOut">
              <a:rPr kumimoji="1" lang="ja-JP" altLang="en-US" smtClean="0"/>
              <a:t>2026/2/19</a:t>
            </a:fld>
            <a:endParaRPr kumimoji="1" lang="ja-JP" altLang="en-US"/>
          </a:p>
        </p:txBody>
      </p:sp>
      <p:sp>
        <p:nvSpPr>
          <p:cNvPr id="4" name="スライド イメージ プレースホルダー 3"/>
          <p:cNvSpPr>
            <a:spLocks noGrp="1" noRot="1" noChangeAspect="1"/>
          </p:cNvSpPr>
          <p:nvPr>
            <p:ph type="sldImg" idx="2"/>
          </p:nvPr>
        </p:nvSpPr>
        <p:spPr>
          <a:xfrm>
            <a:off x="-50800" y="161925"/>
            <a:ext cx="6959600" cy="3914775"/>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8A5F4D4-1F28-49A5-8AEE-E46B08553EC4}" type="slidenum">
              <a:rPr kumimoji="1" lang="ja-JP" altLang="en-US" smtClean="0"/>
              <a:t>‹#›</a:t>
            </a:fld>
            <a:endParaRPr kumimoji="1" lang="ja-JP" altLang="en-US"/>
          </a:p>
        </p:txBody>
      </p:sp>
    </p:spTree>
    <p:extLst>
      <p:ext uri="{BB962C8B-B14F-4D97-AF65-F5344CB8AC3E}">
        <p14:creationId xmlns:p14="http://schemas.microsoft.com/office/powerpoint/2010/main" val="1692123300"/>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50800" y="161925"/>
            <a:ext cx="6959600" cy="3914775"/>
          </a:xfrm>
        </p:spPr>
      </p:sp>
      <p:sp>
        <p:nvSpPr>
          <p:cNvPr id="3" name="ノート プレースホルダー 2"/>
          <p:cNvSpPr>
            <a:spLocks noGrp="1"/>
          </p:cNvSpPr>
          <p:nvPr>
            <p:ph type="body" idx="1"/>
          </p:nvPr>
        </p:nvSpPr>
        <p:spPr/>
        <p:txBody>
          <a:bodyPr/>
          <a:lstStyle/>
          <a:p>
            <a:endParaRPr kumimoji="1" lang="en-US" altLang="ja-JP" dirty="0"/>
          </a:p>
        </p:txBody>
      </p:sp>
      <p:sp>
        <p:nvSpPr>
          <p:cNvPr id="4" name="スライド番号プレースホルダー 3"/>
          <p:cNvSpPr>
            <a:spLocks noGrp="1"/>
          </p:cNvSpPr>
          <p:nvPr>
            <p:ph type="sldNum" sz="quarter" idx="10"/>
          </p:nvPr>
        </p:nvSpPr>
        <p:spPr/>
        <p:txBody>
          <a:bodyPr/>
          <a:lstStyle/>
          <a:p>
            <a:fld id="{78A5F4D4-1F28-49A5-8AEE-E46B08553EC4}" type="slidenum">
              <a:rPr kumimoji="1" lang="ja-JP" altLang="en-US" smtClean="0"/>
              <a:t>1</a:t>
            </a:fld>
            <a:endParaRPr kumimoji="1" lang="ja-JP" altLang="en-US"/>
          </a:p>
        </p:txBody>
      </p:sp>
    </p:spTree>
    <p:extLst>
      <p:ext uri="{BB962C8B-B14F-4D97-AF65-F5344CB8AC3E}">
        <p14:creationId xmlns:p14="http://schemas.microsoft.com/office/powerpoint/2010/main" val="35483280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 1"/>
          <p:cNvSpPr>
            <a:spLocks noGrp="1" noRot="1" noChangeAspect="1"/>
          </p:cNvSpPr>
          <p:nvPr>
            <p:ph type="sldImg"/>
          </p:nvPr>
        </p:nvSpPr>
        <p:spPr>
          <a:xfrm>
            <a:off x="-50800" y="161925"/>
            <a:ext cx="6959600" cy="3914775"/>
          </a:xfrm>
        </p:spPr>
      </p:sp>
      <p:sp>
        <p:nvSpPr>
          <p:cNvPr id="3" name="ノート プレースホルダ 2"/>
          <p:cNvSpPr>
            <a:spLocks noGrp="1"/>
          </p:cNvSpPr>
          <p:nvPr>
            <p:ph type="body" idx="1"/>
          </p:nvPr>
        </p:nvSpPr>
        <p:spPr/>
        <p:txBody>
          <a:bodyPr>
            <a:normAutofit/>
          </a:bodyPr>
          <a:lstStyle/>
          <a:p>
            <a:endParaRPr kumimoji="1" lang="ja-JP" altLang="en-US"/>
          </a:p>
        </p:txBody>
      </p:sp>
      <p:sp>
        <p:nvSpPr>
          <p:cNvPr id="4" name="スライド番号プレースホルダ 3"/>
          <p:cNvSpPr>
            <a:spLocks noGrp="1"/>
          </p:cNvSpPr>
          <p:nvPr>
            <p:ph type="sldNum" sz="quarter" idx="10"/>
          </p:nvPr>
        </p:nvSpPr>
        <p:spPr/>
        <p:txBody>
          <a:bodyPr/>
          <a:lstStyle/>
          <a:p>
            <a:fld id="{4AA20E6A-E9E2-4DAF-80E2-EC8AB3F425B3}" type="slidenum">
              <a:rPr lang="en-US" altLang="ja-JP" smtClean="0"/>
              <a:pPr/>
              <a:t>12</a:t>
            </a:fld>
            <a:endParaRPr lang="en-US" altLang="ja-JP"/>
          </a:p>
        </p:txBody>
      </p:sp>
    </p:spTree>
    <p:extLst>
      <p:ext uri="{BB962C8B-B14F-4D97-AF65-F5344CB8AC3E}">
        <p14:creationId xmlns:p14="http://schemas.microsoft.com/office/powerpoint/2010/main" val="4706776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 1"/>
          <p:cNvSpPr>
            <a:spLocks noGrp="1" noRot="1" noChangeAspect="1"/>
          </p:cNvSpPr>
          <p:nvPr>
            <p:ph type="sldImg"/>
          </p:nvPr>
        </p:nvSpPr>
        <p:spPr>
          <a:xfrm>
            <a:off x="-50800" y="161925"/>
            <a:ext cx="6959600" cy="3914775"/>
          </a:xfrm>
        </p:spPr>
      </p:sp>
      <p:sp>
        <p:nvSpPr>
          <p:cNvPr id="3" name="ノート プレースホルダ 2"/>
          <p:cNvSpPr>
            <a:spLocks noGrp="1"/>
          </p:cNvSpPr>
          <p:nvPr>
            <p:ph type="body" idx="1"/>
          </p:nvPr>
        </p:nvSpPr>
        <p:spPr/>
        <p:txBody>
          <a:bodyPr>
            <a:normAutofit/>
          </a:bodyPr>
          <a:lstStyle/>
          <a:p>
            <a:endParaRPr kumimoji="1" lang="ja-JP" altLang="en-US"/>
          </a:p>
        </p:txBody>
      </p:sp>
      <p:sp>
        <p:nvSpPr>
          <p:cNvPr id="4" name="スライド番号プレースホルダ 3"/>
          <p:cNvSpPr>
            <a:spLocks noGrp="1"/>
          </p:cNvSpPr>
          <p:nvPr>
            <p:ph type="sldNum" sz="quarter" idx="10"/>
          </p:nvPr>
        </p:nvSpPr>
        <p:spPr/>
        <p:txBody>
          <a:bodyPr/>
          <a:lstStyle/>
          <a:p>
            <a:fld id="{4AA20E6A-E9E2-4DAF-80E2-EC8AB3F425B3}" type="slidenum">
              <a:rPr lang="en-US" altLang="ja-JP" smtClean="0"/>
              <a:pPr/>
              <a:t>13</a:t>
            </a:fld>
            <a:endParaRPr lang="en-US" altLang="ja-JP"/>
          </a:p>
        </p:txBody>
      </p:sp>
    </p:spTree>
    <p:extLst>
      <p:ext uri="{BB962C8B-B14F-4D97-AF65-F5344CB8AC3E}">
        <p14:creationId xmlns:p14="http://schemas.microsoft.com/office/powerpoint/2010/main" val="34181804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 1"/>
          <p:cNvSpPr>
            <a:spLocks noGrp="1" noRot="1" noChangeAspect="1"/>
          </p:cNvSpPr>
          <p:nvPr>
            <p:ph type="sldImg"/>
          </p:nvPr>
        </p:nvSpPr>
        <p:spPr>
          <a:xfrm>
            <a:off x="-50800" y="161925"/>
            <a:ext cx="6959600" cy="3914775"/>
          </a:xfrm>
        </p:spPr>
      </p:sp>
      <p:sp>
        <p:nvSpPr>
          <p:cNvPr id="3" name="ノート プレースホルダ 2"/>
          <p:cNvSpPr>
            <a:spLocks noGrp="1"/>
          </p:cNvSpPr>
          <p:nvPr>
            <p:ph type="body" idx="1"/>
          </p:nvPr>
        </p:nvSpPr>
        <p:spPr/>
        <p:txBody>
          <a:bodyPr>
            <a:normAutofit/>
          </a:bodyPr>
          <a:lstStyle/>
          <a:p>
            <a:endParaRPr kumimoji="1" lang="ja-JP" altLang="en-US"/>
          </a:p>
        </p:txBody>
      </p:sp>
      <p:sp>
        <p:nvSpPr>
          <p:cNvPr id="4" name="スライド番号プレースホルダ 3"/>
          <p:cNvSpPr>
            <a:spLocks noGrp="1"/>
          </p:cNvSpPr>
          <p:nvPr>
            <p:ph type="sldNum" sz="quarter" idx="10"/>
          </p:nvPr>
        </p:nvSpPr>
        <p:spPr/>
        <p:txBody>
          <a:bodyPr/>
          <a:lstStyle/>
          <a:p>
            <a:fld id="{4AA20E6A-E9E2-4DAF-80E2-EC8AB3F425B3}" type="slidenum">
              <a:rPr lang="en-US" altLang="ja-JP" smtClean="0"/>
              <a:pPr/>
              <a:t>14</a:t>
            </a:fld>
            <a:endParaRPr lang="en-US" altLang="ja-JP"/>
          </a:p>
        </p:txBody>
      </p:sp>
    </p:spTree>
    <p:extLst>
      <p:ext uri="{BB962C8B-B14F-4D97-AF65-F5344CB8AC3E}">
        <p14:creationId xmlns:p14="http://schemas.microsoft.com/office/powerpoint/2010/main" val="5134065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4604EF3-5C7D-4D85-9999-033EF01FAD76}" type="slidenum">
              <a:rPr lang="en-US" altLang="ja-JP"/>
              <a:pPr/>
              <a:t>24</a:t>
            </a:fld>
            <a:endParaRPr lang="en-US" altLang="ja-JP"/>
          </a:p>
        </p:txBody>
      </p:sp>
      <p:sp>
        <p:nvSpPr>
          <p:cNvPr id="476162" name="Rectangle 2"/>
          <p:cNvSpPr>
            <a:spLocks noGrp="1" noRot="1" noChangeAspect="1" noChangeArrowheads="1" noTextEdit="1"/>
          </p:cNvSpPr>
          <p:nvPr>
            <p:ph type="sldImg"/>
          </p:nvPr>
        </p:nvSpPr>
        <p:spPr>
          <a:xfrm>
            <a:off x="-50800" y="161925"/>
            <a:ext cx="6959600" cy="3914775"/>
          </a:xfrm>
          <a:ln/>
        </p:spPr>
      </p:sp>
      <p:sp>
        <p:nvSpPr>
          <p:cNvPr id="476163" name="Rectangle 3"/>
          <p:cNvSpPr>
            <a:spLocks noGrp="1" noChangeArrowheads="1"/>
          </p:cNvSpPr>
          <p:nvPr>
            <p:ph type="body" idx="1"/>
          </p:nvPr>
        </p:nvSpPr>
        <p:spPr/>
        <p:txBody>
          <a:bodyPr/>
          <a:lstStyle/>
          <a:p>
            <a:endParaRPr lang="ja-JP" altLang="ja-JP"/>
          </a:p>
        </p:txBody>
      </p:sp>
    </p:spTree>
    <p:extLst>
      <p:ext uri="{BB962C8B-B14F-4D97-AF65-F5344CB8AC3E}">
        <p14:creationId xmlns:p14="http://schemas.microsoft.com/office/powerpoint/2010/main" val="15185087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B9F8529-20B8-43FB-AD95-7A84D5179899}" type="slidenum">
              <a:rPr lang="en-US" altLang="ja-JP"/>
              <a:pPr/>
              <a:t>25</a:t>
            </a:fld>
            <a:endParaRPr lang="en-US" altLang="ja-JP"/>
          </a:p>
        </p:txBody>
      </p:sp>
      <p:sp>
        <p:nvSpPr>
          <p:cNvPr id="477186" name="Rectangle 2"/>
          <p:cNvSpPr>
            <a:spLocks noGrp="1" noRot="1" noChangeAspect="1" noChangeArrowheads="1" noTextEdit="1"/>
          </p:cNvSpPr>
          <p:nvPr>
            <p:ph type="sldImg"/>
          </p:nvPr>
        </p:nvSpPr>
        <p:spPr>
          <a:xfrm>
            <a:off x="-50800" y="161925"/>
            <a:ext cx="6959600" cy="3914775"/>
          </a:xfrm>
          <a:ln/>
        </p:spPr>
      </p:sp>
      <p:sp>
        <p:nvSpPr>
          <p:cNvPr id="477187" name="Rectangle 3"/>
          <p:cNvSpPr>
            <a:spLocks noGrp="1" noChangeArrowheads="1"/>
          </p:cNvSpPr>
          <p:nvPr>
            <p:ph type="body" idx="1"/>
          </p:nvPr>
        </p:nvSpPr>
        <p:spPr/>
        <p:txBody>
          <a:bodyPr/>
          <a:lstStyle/>
          <a:p>
            <a:endParaRPr lang="ja-JP" altLang="ja-JP"/>
          </a:p>
        </p:txBody>
      </p:sp>
    </p:spTree>
    <p:extLst>
      <p:ext uri="{BB962C8B-B14F-4D97-AF65-F5344CB8AC3E}">
        <p14:creationId xmlns:p14="http://schemas.microsoft.com/office/powerpoint/2010/main" val="1639996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B9F8529-20B8-43FB-AD95-7A84D5179899}" type="slidenum">
              <a:rPr lang="en-US" altLang="ja-JP"/>
              <a:pPr/>
              <a:t>26</a:t>
            </a:fld>
            <a:endParaRPr lang="en-US" altLang="ja-JP"/>
          </a:p>
        </p:txBody>
      </p:sp>
      <p:sp>
        <p:nvSpPr>
          <p:cNvPr id="477186" name="Rectangle 2"/>
          <p:cNvSpPr>
            <a:spLocks noGrp="1" noRot="1" noChangeAspect="1" noChangeArrowheads="1" noTextEdit="1"/>
          </p:cNvSpPr>
          <p:nvPr>
            <p:ph type="sldImg"/>
          </p:nvPr>
        </p:nvSpPr>
        <p:spPr>
          <a:xfrm>
            <a:off x="-50800" y="161925"/>
            <a:ext cx="6959600" cy="3914775"/>
          </a:xfrm>
          <a:ln/>
        </p:spPr>
      </p:sp>
      <p:sp>
        <p:nvSpPr>
          <p:cNvPr id="477187" name="Rectangle 3"/>
          <p:cNvSpPr>
            <a:spLocks noGrp="1" noChangeArrowheads="1"/>
          </p:cNvSpPr>
          <p:nvPr>
            <p:ph type="body" idx="1"/>
          </p:nvPr>
        </p:nvSpPr>
        <p:spPr/>
        <p:txBody>
          <a:bodyPr/>
          <a:lstStyle/>
          <a:p>
            <a:endParaRPr lang="ja-JP" altLang="ja-JP"/>
          </a:p>
        </p:txBody>
      </p:sp>
    </p:spTree>
    <p:extLst>
      <p:ext uri="{BB962C8B-B14F-4D97-AF65-F5344CB8AC3E}">
        <p14:creationId xmlns:p14="http://schemas.microsoft.com/office/powerpoint/2010/main" val="361229976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50800" y="161925"/>
            <a:ext cx="6959600" cy="3914775"/>
          </a:xfrm>
        </p:spPr>
      </p:sp>
      <p:sp>
        <p:nvSpPr>
          <p:cNvPr id="3" name="ノート プレースホルダー 2"/>
          <p:cNvSpPr>
            <a:spLocks noGrp="1"/>
          </p:cNvSpPr>
          <p:nvPr>
            <p:ph type="body" idx="1"/>
          </p:nvPr>
        </p:nvSpPr>
        <p:spPr/>
        <p:txBody>
          <a:bodyPr/>
          <a:lstStyle/>
          <a:p>
            <a:r>
              <a:rPr kumimoji="1" lang="ja-JP" altLang="en-US" dirty="0"/>
              <a:t>現在の </a:t>
            </a:r>
            <a:r>
              <a:rPr kumimoji="1" lang="en-US" altLang="ja-JP" dirty="0"/>
              <a:t>CPU </a:t>
            </a:r>
            <a:r>
              <a:rPr kumimoji="1" lang="ja-JP" altLang="en-US" dirty="0"/>
              <a:t>は一般に </a:t>
            </a:r>
            <a:r>
              <a:rPr kumimoji="1" lang="en-US" altLang="ja-JP" dirty="0"/>
              <a:t>CMOS </a:t>
            </a:r>
            <a:r>
              <a:rPr kumimoji="1" lang="ja-JP" altLang="en-US" dirty="0"/>
              <a:t>ゲートというものでできているのですが，</a:t>
            </a:r>
            <a:endParaRPr kumimoji="1" lang="en-US" altLang="ja-JP" dirty="0"/>
          </a:p>
          <a:p>
            <a:r>
              <a:rPr kumimoji="1" lang="ja-JP" altLang="en-US" dirty="0"/>
              <a:t>おもいっきり細かいことを省くと，</a:t>
            </a:r>
            <a:endParaRPr kumimoji="1" lang="en-US" altLang="ja-JP" dirty="0"/>
          </a:p>
          <a:p>
            <a:endParaRPr kumimoji="1" lang="en-US" altLang="ja-JP" dirty="0"/>
          </a:p>
          <a:p>
            <a:r>
              <a:rPr kumimoji="1" lang="ja-JP" altLang="en-US" dirty="0"/>
              <a:t>これは入力にコンデンサがついていて，</a:t>
            </a:r>
            <a:endParaRPr kumimoji="1" lang="en-US" altLang="ja-JP" dirty="0"/>
          </a:p>
          <a:p>
            <a:r>
              <a:rPr kumimoji="1" lang="ja-JP" altLang="en-US" dirty="0"/>
              <a:t>これに連動して動くスイッチが出力を決めるものとなっています．</a:t>
            </a:r>
            <a:endParaRPr kumimoji="1" lang="en-US" altLang="ja-JP" dirty="0"/>
          </a:p>
          <a:p>
            <a:endParaRPr kumimoji="1" lang="en-US" altLang="ja-JP" dirty="0"/>
          </a:p>
          <a:p>
            <a:r>
              <a:rPr kumimoji="1" lang="ja-JP" altLang="en-US" dirty="0"/>
              <a:t>たとえば </a:t>
            </a:r>
            <a:r>
              <a:rPr kumimoji="1" lang="en-US" altLang="ja-JP" dirty="0"/>
              <a:t>NOT </a:t>
            </a:r>
            <a:r>
              <a:rPr kumimoji="1" lang="ja-JP" altLang="en-US" dirty="0"/>
              <a:t>ゲートは，入力に高電位がかかると，</a:t>
            </a:r>
            <a:endParaRPr kumimoji="1" lang="en-US" altLang="ja-JP" dirty="0"/>
          </a:p>
          <a:p>
            <a:r>
              <a:rPr kumimoji="1" lang="ja-JP" altLang="en-US" dirty="0"/>
              <a:t>下のスイッチが </a:t>
            </a:r>
            <a:r>
              <a:rPr kumimoji="1" lang="en-US" altLang="ja-JP" dirty="0"/>
              <a:t>ON </a:t>
            </a:r>
            <a:r>
              <a:rPr kumimoji="1" lang="ja-JP" altLang="en-US" dirty="0"/>
              <a:t>になって，出力がグラウンドに</a:t>
            </a:r>
            <a:endParaRPr kumimoji="1" lang="en-US" altLang="ja-JP" dirty="0"/>
          </a:p>
          <a:p>
            <a:r>
              <a:rPr kumimoji="1" lang="ja-JP" altLang="en-US" dirty="0"/>
              <a:t>つながるので低電位になって </a:t>
            </a:r>
            <a:r>
              <a:rPr kumimoji="1" lang="en-US" altLang="ja-JP" dirty="0"/>
              <a:t>NOT </a:t>
            </a:r>
            <a:r>
              <a:rPr kumimoji="1" lang="ja-JP" altLang="en-US" dirty="0"/>
              <a:t>回路ができると．</a:t>
            </a:r>
            <a:endParaRPr kumimoji="1" lang="en-US" altLang="ja-JP" dirty="0"/>
          </a:p>
          <a:p>
            <a:endParaRPr kumimoji="1" lang="en-US" altLang="ja-JP" dirty="0"/>
          </a:p>
          <a:p>
            <a:endParaRPr kumimoji="1" lang="ja-JP" altLang="en-US" dirty="0"/>
          </a:p>
        </p:txBody>
      </p:sp>
      <p:sp>
        <p:nvSpPr>
          <p:cNvPr id="4" name="スライド番号プレースホルダー 3"/>
          <p:cNvSpPr>
            <a:spLocks noGrp="1"/>
          </p:cNvSpPr>
          <p:nvPr>
            <p:ph type="sldNum" sz="quarter" idx="10"/>
          </p:nvPr>
        </p:nvSpPr>
        <p:spPr/>
        <p:txBody>
          <a:bodyPr/>
          <a:lstStyle/>
          <a:p>
            <a:fld id="{78A5F4D4-1F28-49A5-8AEE-E46B08553EC4}" type="slidenum">
              <a:rPr kumimoji="1" lang="ja-JP" altLang="en-US" smtClean="0"/>
              <a:t>36</a:t>
            </a:fld>
            <a:endParaRPr kumimoji="1" lang="ja-JP" altLang="en-US"/>
          </a:p>
        </p:txBody>
      </p:sp>
    </p:spTree>
    <p:extLst>
      <p:ext uri="{BB962C8B-B14F-4D97-AF65-F5344CB8AC3E}">
        <p14:creationId xmlns:p14="http://schemas.microsoft.com/office/powerpoint/2010/main" val="4993144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50800" y="161925"/>
            <a:ext cx="6959600" cy="3914775"/>
          </a:xfrm>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47424CC0-69D8-4EA1-A40C-A993AA6D964C}" type="slidenum">
              <a:rPr kumimoji="1" lang="ja-JP" altLang="en-US" smtClean="0"/>
              <a:t>63</a:t>
            </a:fld>
            <a:endParaRPr kumimoji="1" lang="ja-JP" altLang="en-US"/>
          </a:p>
        </p:txBody>
      </p:sp>
    </p:spTree>
    <p:extLst>
      <p:ext uri="{BB962C8B-B14F-4D97-AF65-F5344CB8AC3E}">
        <p14:creationId xmlns:p14="http://schemas.microsoft.com/office/powerpoint/2010/main" val="26438995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50800" y="161925"/>
            <a:ext cx="6959600" cy="3914775"/>
          </a:xfrm>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47424CC0-69D8-4EA1-A40C-A993AA6D964C}" type="slidenum">
              <a:rPr kumimoji="1" lang="ja-JP" altLang="en-US" smtClean="0"/>
              <a:t>64</a:t>
            </a:fld>
            <a:endParaRPr kumimoji="1" lang="ja-JP" altLang="en-US"/>
          </a:p>
        </p:txBody>
      </p:sp>
    </p:spTree>
    <p:extLst>
      <p:ext uri="{BB962C8B-B14F-4D97-AF65-F5344CB8AC3E}">
        <p14:creationId xmlns:p14="http://schemas.microsoft.com/office/powerpoint/2010/main" val="74198661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50800" y="161925"/>
            <a:ext cx="6959600" cy="3914775"/>
          </a:xfrm>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47424CC0-69D8-4EA1-A40C-A993AA6D964C}" type="slidenum">
              <a:rPr kumimoji="1" lang="ja-JP" altLang="en-US" smtClean="0"/>
              <a:t>65</a:t>
            </a:fld>
            <a:endParaRPr kumimoji="1" lang="ja-JP" altLang="en-US"/>
          </a:p>
        </p:txBody>
      </p:sp>
    </p:spTree>
    <p:extLst>
      <p:ext uri="{BB962C8B-B14F-4D97-AF65-F5344CB8AC3E}">
        <p14:creationId xmlns:p14="http://schemas.microsoft.com/office/powerpoint/2010/main" val="156309795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50800" y="161925"/>
            <a:ext cx="6959600" cy="3914775"/>
          </a:xfrm>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47424CC0-69D8-4EA1-A40C-A993AA6D964C}" type="slidenum">
              <a:rPr kumimoji="1" lang="ja-JP" altLang="en-US" smtClean="0"/>
              <a:t>66</a:t>
            </a:fld>
            <a:endParaRPr kumimoji="1" lang="ja-JP" altLang="en-US"/>
          </a:p>
        </p:txBody>
      </p:sp>
    </p:spTree>
    <p:extLst>
      <p:ext uri="{BB962C8B-B14F-4D97-AF65-F5344CB8AC3E}">
        <p14:creationId xmlns:p14="http://schemas.microsoft.com/office/powerpoint/2010/main" val="187903960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50800" y="161925"/>
            <a:ext cx="6959600" cy="3914775"/>
          </a:xfrm>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47424CC0-69D8-4EA1-A40C-A993AA6D964C}" type="slidenum">
              <a:rPr kumimoji="1" lang="ja-JP" altLang="en-US" smtClean="0"/>
              <a:t>68</a:t>
            </a:fld>
            <a:endParaRPr kumimoji="1" lang="ja-JP" altLang="en-US"/>
          </a:p>
        </p:txBody>
      </p:sp>
    </p:spTree>
    <p:extLst>
      <p:ext uri="{BB962C8B-B14F-4D97-AF65-F5344CB8AC3E}">
        <p14:creationId xmlns:p14="http://schemas.microsoft.com/office/powerpoint/2010/main" val="218163155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CDBA5E-F813-D50B-6483-0A25DAB2448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2AEB1A0-16B4-1F34-78A2-8D95FAD5F20A}"/>
              </a:ext>
            </a:extLst>
          </p:cNvPr>
          <p:cNvSpPr>
            <a:spLocks noGrp="1" noRot="1" noChangeAspect="1"/>
          </p:cNvSpPr>
          <p:nvPr>
            <p:ph type="sldImg"/>
          </p:nvPr>
        </p:nvSpPr>
        <p:spPr>
          <a:xfrm>
            <a:off x="-50800" y="161925"/>
            <a:ext cx="6959600" cy="3914775"/>
          </a:xfrm>
        </p:spPr>
      </p:sp>
      <p:sp>
        <p:nvSpPr>
          <p:cNvPr id="3" name="ノート プレースホルダー 2">
            <a:extLst>
              <a:ext uri="{FF2B5EF4-FFF2-40B4-BE49-F238E27FC236}">
                <a16:creationId xmlns:a16="http://schemas.microsoft.com/office/drawing/2014/main" id="{BF1DB0F2-8BEA-0593-0BC4-90B138D7E9B0}"/>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F21C65AC-0D40-6EC5-D57B-941650F1F858}"/>
              </a:ext>
            </a:extLst>
          </p:cNvPr>
          <p:cNvSpPr>
            <a:spLocks noGrp="1"/>
          </p:cNvSpPr>
          <p:nvPr>
            <p:ph type="sldNum" sz="quarter" idx="10"/>
          </p:nvPr>
        </p:nvSpPr>
        <p:spPr/>
        <p:txBody>
          <a:bodyPr/>
          <a:lstStyle/>
          <a:p>
            <a:fld id="{47424CC0-69D8-4EA1-A40C-A993AA6D964C}" type="slidenum">
              <a:rPr kumimoji="1" lang="ja-JP" altLang="en-US" smtClean="0"/>
              <a:t>72</a:t>
            </a:fld>
            <a:endParaRPr kumimoji="1" lang="ja-JP" altLang="en-US"/>
          </a:p>
        </p:txBody>
      </p:sp>
    </p:spTree>
    <p:extLst>
      <p:ext uri="{BB962C8B-B14F-4D97-AF65-F5344CB8AC3E}">
        <p14:creationId xmlns:p14="http://schemas.microsoft.com/office/powerpoint/2010/main" val="395707425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92AA3F-3C8F-F24F-B5C1-FC0AFE2DA14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DE1381C-869D-601B-11E2-B79CAFCEFE7D}"/>
              </a:ext>
            </a:extLst>
          </p:cNvPr>
          <p:cNvSpPr>
            <a:spLocks noGrp="1" noRot="1" noChangeAspect="1"/>
          </p:cNvSpPr>
          <p:nvPr>
            <p:ph type="sldImg"/>
          </p:nvPr>
        </p:nvSpPr>
        <p:spPr>
          <a:xfrm>
            <a:off x="-50800" y="161925"/>
            <a:ext cx="6959600" cy="3914775"/>
          </a:xfrm>
        </p:spPr>
      </p:sp>
      <p:sp>
        <p:nvSpPr>
          <p:cNvPr id="3" name="ノート プレースホルダー 2">
            <a:extLst>
              <a:ext uri="{FF2B5EF4-FFF2-40B4-BE49-F238E27FC236}">
                <a16:creationId xmlns:a16="http://schemas.microsoft.com/office/drawing/2014/main" id="{235B1982-66E3-FC6A-473F-C1D501B93EBD}"/>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43A4DA95-3E79-13F3-4523-8A59EB84E045}"/>
              </a:ext>
            </a:extLst>
          </p:cNvPr>
          <p:cNvSpPr>
            <a:spLocks noGrp="1"/>
          </p:cNvSpPr>
          <p:nvPr>
            <p:ph type="sldNum" sz="quarter" idx="10"/>
          </p:nvPr>
        </p:nvSpPr>
        <p:spPr/>
        <p:txBody>
          <a:bodyPr/>
          <a:lstStyle/>
          <a:p>
            <a:fld id="{47424CC0-69D8-4EA1-A40C-A993AA6D964C}" type="slidenum">
              <a:rPr kumimoji="1" lang="ja-JP" altLang="en-US" smtClean="0"/>
              <a:t>95</a:t>
            </a:fld>
            <a:endParaRPr kumimoji="1" lang="ja-JP" altLang="en-US"/>
          </a:p>
        </p:txBody>
      </p:sp>
    </p:spTree>
    <p:extLst>
      <p:ext uri="{BB962C8B-B14F-4D97-AF65-F5344CB8AC3E}">
        <p14:creationId xmlns:p14="http://schemas.microsoft.com/office/powerpoint/2010/main" val="401782733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BD0489-8BF4-B985-3F98-2EDE372708E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54B88B0-3DB6-3B63-0527-7539401AFBA2}"/>
              </a:ext>
            </a:extLst>
          </p:cNvPr>
          <p:cNvSpPr>
            <a:spLocks noGrp="1" noRot="1" noChangeAspect="1"/>
          </p:cNvSpPr>
          <p:nvPr>
            <p:ph type="sldImg"/>
          </p:nvPr>
        </p:nvSpPr>
        <p:spPr>
          <a:xfrm>
            <a:off x="-50800" y="161925"/>
            <a:ext cx="6959600" cy="3914775"/>
          </a:xfrm>
        </p:spPr>
      </p:sp>
      <p:sp>
        <p:nvSpPr>
          <p:cNvPr id="3" name="ノート プレースホルダー 2">
            <a:extLst>
              <a:ext uri="{FF2B5EF4-FFF2-40B4-BE49-F238E27FC236}">
                <a16:creationId xmlns:a16="http://schemas.microsoft.com/office/drawing/2014/main" id="{9E7CE948-D01A-5C2C-A7DE-C2FC4FFED75F}"/>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EE3A71FB-1BF7-FA73-63D9-E8746780A085}"/>
              </a:ext>
            </a:extLst>
          </p:cNvPr>
          <p:cNvSpPr>
            <a:spLocks noGrp="1"/>
          </p:cNvSpPr>
          <p:nvPr>
            <p:ph type="sldNum" sz="quarter" idx="10"/>
          </p:nvPr>
        </p:nvSpPr>
        <p:spPr/>
        <p:txBody>
          <a:bodyPr/>
          <a:lstStyle/>
          <a:p>
            <a:fld id="{47424CC0-69D8-4EA1-A40C-A993AA6D964C}" type="slidenum">
              <a:rPr kumimoji="1" lang="ja-JP" altLang="en-US" smtClean="0"/>
              <a:t>116</a:t>
            </a:fld>
            <a:endParaRPr kumimoji="1" lang="ja-JP" altLang="en-US"/>
          </a:p>
        </p:txBody>
      </p:sp>
    </p:spTree>
    <p:extLst>
      <p:ext uri="{BB962C8B-B14F-4D97-AF65-F5344CB8AC3E}">
        <p14:creationId xmlns:p14="http://schemas.microsoft.com/office/powerpoint/2010/main" val="113081193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2C404A-B791-9C03-E112-C58588DB0D9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9D4EAF7-7C94-07F4-E215-59A70F368395}"/>
              </a:ext>
            </a:extLst>
          </p:cNvPr>
          <p:cNvSpPr>
            <a:spLocks noGrp="1" noRot="1" noChangeAspect="1"/>
          </p:cNvSpPr>
          <p:nvPr>
            <p:ph type="sldImg"/>
          </p:nvPr>
        </p:nvSpPr>
        <p:spPr>
          <a:xfrm>
            <a:off x="-50800" y="161925"/>
            <a:ext cx="6959600" cy="3914775"/>
          </a:xfrm>
        </p:spPr>
      </p:sp>
      <p:sp>
        <p:nvSpPr>
          <p:cNvPr id="3" name="ノート プレースホルダー 2">
            <a:extLst>
              <a:ext uri="{FF2B5EF4-FFF2-40B4-BE49-F238E27FC236}">
                <a16:creationId xmlns:a16="http://schemas.microsoft.com/office/drawing/2014/main" id="{DE3CC5BD-F880-1A0C-59F5-CA3093486AEC}"/>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1FA7EC4F-33DC-CD96-4D7F-7002604FBD6A}"/>
              </a:ext>
            </a:extLst>
          </p:cNvPr>
          <p:cNvSpPr>
            <a:spLocks noGrp="1"/>
          </p:cNvSpPr>
          <p:nvPr>
            <p:ph type="sldNum" sz="quarter" idx="10"/>
          </p:nvPr>
        </p:nvSpPr>
        <p:spPr/>
        <p:txBody>
          <a:bodyPr/>
          <a:lstStyle/>
          <a:p>
            <a:fld id="{47424CC0-69D8-4EA1-A40C-A993AA6D964C}" type="slidenum">
              <a:rPr kumimoji="1" lang="ja-JP" altLang="en-US" smtClean="0"/>
              <a:t>121</a:t>
            </a:fld>
            <a:endParaRPr kumimoji="1" lang="ja-JP" altLang="en-US"/>
          </a:p>
        </p:txBody>
      </p:sp>
    </p:spTree>
    <p:extLst>
      <p:ext uri="{BB962C8B-B14F-4D97-AF65-F5344CB8AC3E}">
        <p14:creationId xmlns:p14="http://schemas.microsoft.com/office/powerpoint/2010/main" val="42710268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5B3F85-2059-F31C-D80D-56E555F513F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D8E4D7E-F3D5-11E8-2220-73109D3E3966}"/>
              </a:ext>
            </a:extLst>
          </p:cNvPr>
          <p:cNvSpPr>
            <a:spLocks noGrp="1" noRot="1" noChangeAspect="1"/>
          </p:cNvSpPr>
          <p:nvPr>
            <p:ph type="sldImg"/>
          </p:nvPr>
        </p:nvSpPr>
        <p:spPr>
          <a:xfrm>
            <a:off x="-50800" y="161925"/>
            <a:ext cx="6959600" cy="3914775"/>
          </a:xfrm>
        </p:spPr>
      </p:sp>
      <p:sp>
        <p:nvSpPr>
          <p:cNvPr id="3" name="ノート プレースホルダー 2">
            <a:extLst>
              <a:ext uri="{FF2B5EF4-FFF2-40B4-BE49-F238E27FC236}">
                <a16:creationId xmlns:a16="http://schemas.microsoft.com/office/drawing/2014/main" id="{FA5C7CD5-E442-1832-37BD-6281EFC31646}"/>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B675B5DE-02E3-85C9-F186-FD59E5006883}"/>
              </a:ext>
            </a:extLst>
          </p:cNvPr>
          <p:cNvSpPr>
            <a:spLocks noGrp="1"/>
          </p:cNvSpPr>
          <p:nvPr>
            <p:ph type="sldNum" sz="quarter" idx="10"/>
          </p:nvPr>
        </p:nvSpPr>
        <p:spPr/>
        <p:txBody>
          <a:bodyPr/>
          <a:lstStyle/>
          <a:p>
            <a:fld id="{47424CC0-69D8-4EA1-A40C-A993AA6D964C}" type="slidenum">
              <a:rPr kumimoji="1" lang="ja-JP" altLang="en-US" smtClean="0"/>
              <a:t>135</a:t>
            </a:fld>
            <a:endParaRPr kumimoji="1" lang="ja-JP" altLang="en-US"/>
          </a:p>
        </p:txBody>
      </p:sp>
    </p:spTree>
    <p:extLst>
      <p:ext uri="{BB962C8B-B14F-4D97-AF65-F5344CB8AC3E}">
        <p14:creationId xmlns:p14="http://schemas.microsoft.com/office/powerpoint/2010/main" val="424571468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9ABFB3-0CEB-21DA-DE77-079FDE041877}"/>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2AC93E4-0132-EF0C-95E1-189D78E96FFF}"/>
              </a:ext>
            </a:extLst>
          </p:cNvPr>
          <p:cNvSpPr>
            <a:spLocks noGrp="1" noRot="1" noChangeAspect="1"/>
          </p:cNvSpPr>
          <p:nvPr>
            <p:ph type="sldImg"/>
          </p:nvPr>
        </p:nvSpPr>
        <p:spPr>
          <a:xfrm>
            <a:off x="-50800" y="161925"/>
            <a:ext cx="6959600" cy="3914775"/>
          </a:xfrm>
        </p:spPr>
      </p:sp>
      <p:sp>
        <p:nvSpPr>
          <p:cNvPr id="3" name="ノート プレースホルダー 2">
            <a:extLst>
              <a:ext uri="{FF2B5EF4-FFF2-40B4-BE49-F238E27FC236}">
                <a16:creationId xmlns:a16="http://schemas.microsoft.com/office/drawing/2014/main" id="{6847BD8C-A859-3171-BCD5-89FEA3856E88}"/>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91731024-477D-73C1-0A56-86AA12E8FB1A}"/>
              </a:ext>
            </a:extLst>
          </p:cNvPr>
          <p:cNvSpPr>
            <a:spLocks noGrp="1"/>
          </p:cNvSpPr>
          <p:nvPr>
            <p:ph type="sldNum" sz="quarter" idx="10"/>
          </p:nvPr>
        </p:nvSpPr>
        <p:spPr/>
        <p:txBody>
          <a:bodyPr/>
          <a:lstStyle/>
          <a:p>
            <a:fld id="{47424CC0-69D8-4EA1-A40C-A993AA6D964C}" type="slidenum">
              <a:rPr kumimoji="1" lang="ja-JP" altLang="en-US" smtClean="0"/>
              <a:t>136</a:t>
            </a:fld>
            <a:endParaRPr kumimoji="1" lang="ja-JP" altLang="en-US"/>
          </a:p>
        </p:txBody>
      </p:sp>
    </p:spTree>
    <p:extLst>
      <p:ext uri="{BB962C8B-B14F-4D97-AF65-F5344CB8AC3E}">
        <p14:creationId xmlns:p14="http://schemas.microsoft.com/office/powerpoint/2010/main" val="375440211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9ABFB3-0CEB-21DA-DE77-079FDE041877}"/>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2AC93E4-0132-EF0C-95E1-189D78E96FFF}"/>
              </a:ext>
            </a:extLst>
          </p:cNvPr>
          <p:cNvSpPr>
            <a:spLocks noGrp="1" noRot="1" noChangeAspect="1"/>
          </p:cNvSpPr>
          <p:nvPr>
            <p:ph type="sldImg"/>
          </p:nvPr>
        </p:nvSpPr>
        <p:spPr>
          <a:xfrm>
            <a:off x="-50800" y="161925"/>
            <a:ext cx="6959600" cy="3914775"/>
          </a:xfrm>
        </p:spPr>
      </p:sp>
      <p:sp>
        <p:nvSpPr>
          <p:cNvPr id="3" name="ノート プレースホルダー 2">
            <a:extLst>
              <a:ext uri="{FF2B5EF4-FFF2-40B4-BE49-F238E27FC236}">
                <a16:creationId xmlns:a16="http://schemas.microsoft.com/office/drawing/2014/main" id="{6847BD8C-A859-3171-BCD5-89FEA3856E88}"/>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91731024-477D-73C1-0A56-86AA12E8FB1A}"/>
              </a:ext>
            </a:extLst>
          </p:cNvPr>
          <p:cNvSpPr>
            <a:spLocks noGrp="1"/>
          </p:cNvSpPr>
          <p:nvPr>
            <p:ph type="sldNum" sz="quarter" idx="10"/>
          </p:nvPr>
        </p:nvSpPr>
        <p:spPr/>
        <p:txBody>
          <a:bodyPr/>
          <a:lstStyle/>
          <a:p>
            <a:fld id="{47424CC0-69D8-4EA1-A40C-A993AA6D964C}" type="slidenum">
              <a:rPr kumimoji="1" lang="ja-JP" altLang="en-US" smtClean="0"/>
              <a:t>137</a:t>
            </a:fld>
            <a:endParaRPr kumimoji="1" lang="ja-JP" altLang="en-US"/>
          </a:p>
        </p:txBody>
      </p:sp>
    </p:spTree>
    <p:extLst>
      <p:ext uri="{BB962C8B-B14F-4D97-AF65-F5344CB8AC3E}">
        <p14:creationId xmlns:p14="http://schemas.microsoft.com/office/powerpoint/2010/main" val="401965740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9C0805-5AA6-2889-D382-40E457A6847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7D22C30-7980-05E1-D49A-496A5A960403}"/>
              </a:ext>
            </a:extLst>
          </p:cNvPr>
          <p:cNvSpPr>
            <a:spLocks noGrp="1" noRot="1" noChangeAspect="1"/>
          </p:cNvSpPr>
          <p:nvPr>
            <p:ph type="sldImg"/>
          </p:nvPr>
        </p:nvSpPr>
        <p:spPr>
          <a:xfrm>
            <a:off x="-50800" y="161925"/>
            <a:ext cx="6959600" cy="3914775"/>
          </a:xfrm>
        </p:spPr>
      </p:sp>
      <p:sp>
        <p:nvSpPr>
          <p:cNvPr id="3" name="ノート プレースホルダー 2">
            <a:extLst>
              <a:ext uri="{FF2B5EF4-FFF2-40B4-BE49-F238E27FC236}">
                <a16:creationId xmlns:a16="http://schemas.microsoft.com/office/drawing/2014/main" id="{1A378356-B08E-ADF8-CE03-CA903BA7D668}"/>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9D322E08-6F3F-5EF1-560E-866C6ECB6CF5}"/>
              </a:ext>
            </a:extLst>
          </p:cNvPr>
          <p:cNvSpPr>
            <a:spLocks noGrp="1"/>
          </p:cNvSpPr>
          <p:nvPr>
            <p:ph type="sldNum" sz="quarter" idx="10"/>
          </p:nvPr>
        </p:nvSpPr>
        <p:spPr/>
        <p:txBody>
          <a:bodyPr/>
          <a:lstStyle/>
          <a:p>
            <a:fld id="{47424CC0-69D8-4EA1-A40C-A993AA6D964C}" type="slidenum">
              <a:rPr kumimoji="1" lang="ja-JP" altLang="en-US" smtClean="0"/>
              <a:t>152</a:t>
            </a:fld>
            <a:endParaRPr kumimoji="1" lang="ja-JP" altLang="en-US"/>
          </a:p>
        </p:txBody>
      </p:sp>
    </p:spTree>
    <p:extLst>
      <p:ext uri="{BB962C8B-B14F-4D97-AF65-F5344CB8AC3E}">
        <p14:creationId xmlns:p14="http://schemas.microsoft.com/office/powerpoint/2010/main" val="31276214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spTree>
      <p:nvGrpSpPr>
        <p:cNvPr id="1" name=""/>
        <p:cNvGrpSpPr/>
        <p:nvPr/>
      </p:nvGrpSpPr>
      <p:grpSpPr>
        <a:xfrm>
          <a:off x="0" y="0"/>
          <a:ext cx="0" cy="0"/>
          <a:chOff x="0" y="0"/>
          <a:chExt cx="0" cy="0"/>
        </a:xfrm>
      </p:grpSpPr>
      <p:sp>
        <p:nvSpPr>
          <p:cNvPr id="21" name="正方形/長方形 20"/>
          <p:cNvSpPr/>
          <p:nvPr/>
        </p:nvSpPr>
        <p:spPr bwMode="auto">
          <a:xfrm>
            <a:off x="0" y="0"/>
            <a:ext cx="12192000" cy="6858000"/>
          </a:xfrm>
          <a:prstGeom prst="rect">
            <a:avLst/>
          </a:prstGeom>
          <a:solidFill>
            <a:schemeClr val="accent4"/>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b="1" dirty="0">
              <a:solidFill>
                <a:schemeClr val="bg1"/>
              </a:solidFill>
            </a:endParaRPr>
          </a:p>
        </p:txBody>
      </p:sp>
      <p:sp>
        <p:nvSpPr>
          <p:cNvPr id="7170" name="Rectangle 2"/>
          <p:cNvSpPr>
            <a:spLocks noGrp="1" noChangeArrowheads="1"/>
          </p:cNvSpPr>
          <p:nvPr>
            <p:ph type="ctrTitle"/>
          </p:nvPr>
        </p:nvSpPr>
        <p:spPr>
          <a:xfrm>
            <a:off x="965943" y="728968"/>
            <a:ext cx="10560117" cy="2340026"/>
          </a:xfrm>
          <a:prstGeom prst="rect">
            <a:avLst/>
          </a:prstGeom>
        </p:spPr>
        <p:txBody>
          <a:bodyPr anchor="ctr"/>
          <a:lstStyle>
            <a:lvl1pPr algn="ctr">
              <a:defRPr sz="3200" b="1">
                <a:solidFill>
                  <a:schemeClr val="bg1"/>
                </a:solidFill>
              </a:defRPr>
            </a:lvl1pPr>
          </a:lstStyle>
          <a:p>
            <a:r>
              <a:rPr lang="ja-JP" altLang="en-US" dirty="0"/>
              <a:t>マスター タイトルの書式設定</a:t>
            </a:r>
          </a:p>
        </p:txBody>
      </p:sp>
      <p:sp>
        <p:nvSpPr>
          <p:cNvPr id="7171" name="Rectangle 3"/>
          <p:cNvSpPr>
            <a:spLocks noGrp="1" noChangeArrowheads="1"/>
          </p:cNvSpPr>
          <p:nvPr>
            <p:ph type="subTitle" idx="1"/>
          </p:nvPr>
        </p:nvSpPr>
        <p:spPr>
          <a:xfrm>
            <a:off x="2495960" y="4149008"/>
            <a:ext cx="7170080" cy="1440017"/>
          </a:xfrm>
        </p:spPr>
        <p:txBody>
          <a:bodyPr anchor="b"/>
          <a:lstStyle>
            <a:lvl1pPr marL="0" indent="0" algn="ctr">
              <a:lnSpc>
                <a:spcPct val="150000"/>
              </a:lnSpc>
              <a:spcBef>
                <a:spcPts val="0"/>
              </a:spcBef>
              <a:spcAft>
                <a:spcPts val="0"/>
              </a:spcAft>
              <a:buFont typeface="Wingdings" pitchFamily="2" charset="2"/>
              <a:buNone/>
              <a:defRPr>
                <a:solidFill>
                  <a:schemeClr val="bg1"/>
                </a:solidFill>
              </a:defRPr>
            </a:lvl1pPr>
          </a:lstStyle>
          <a:p>
            <a:r>
              <a:rPr lang="ja-JP" altLang="en-US"/>
              <a:t>マスター サブタイトルの書式設定</a:t>
            </a:r>
            <a:endParaRPr lang="ja-JP" altLang="en-US" dirty="0"/>
          </a:p>
        </p:txBody>
      </p:sp>
      <p:cxnSp>
        <p:nvCxnSpPr>
          <p:cNvPr id="6" name="直線コネクタ 5"/>
          <p:cNvCxnSpPr>
            <a:cxnSpLocks/>
          </p:cNvCxnSpPr>
          <p:nvPr userDrawn="1"/>
        </p:nvCxnSpPr>
        <p:spPr bwMode="auto">
          <a:xfrm>
            <a:off x="965943" y="3068996"/>
            <a:ext cx="10800120" cy="0"/>
          </a:xfrm>
          <a:prstGeom prst="line">
            <a:avLst/>
          </a:prstGeom>
          <a:noFill/>
          <a:ln w="9525" cap="flat" cmpd="sng" algn="ctr">
            <a:solidFill>
              <a:schemeClr val="accent4">
                <a:lumMod val="20000"/>
                <a:lumOff val="80000"/>
              </a:schemeClr>
            </a:solidFill>
            <a:prstDash val="solid"/>
            <a:round/>
            <a:headEnd type="none" w="med" len="med"/>
            <a:tailEnd type="none" w="med" len="med"/>
          </a:ln>
          <a:effectLst/>
        </p:spPr>
      </p:cxnSp>
    </p:spTree>
    <p:extLst>
      <p:ext uri="{BB962C8B-B14F-4D97-AF65-F5344CB8AC3E}">
        <p14:creationId xmlns:p14="http://schemas.microsoft.com/office/powerpoint/2010/main" val="27746927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セクションタイトル">
    <p:bg>
      <p:bgPr>
        <a:solidFill>
          <a:schemeClr val="accent4"/>
        </a:solidFill>
        <a:effectLst/>
      </p:bgPr>
    </p:bg>
    <p:spTree>
      <p:nvGrpSpPr>
        <p:cNvPr id="1" name=""/>
        <p:cNvGrpSpPr/>
        <p:nvPr/>
      </p:nvGrpSpPr>
      <p:grpSpPr>
        <a:xfrm>
          <a:off x="0" y="0"/>
          <a:ext cx="0" cy="0"/>
          <a:chOff x="0" y="0"/>
          <a:chExt cx="0" cy="0"/>
        </a:xfrm>
      </p:grpSpPr>
      <p:sp>
        <p:nvSpPr>
          <p:cNvPr id="2" name="スライド番号プレースホルダ 1"/>
          <p:cNvSpPr>
            <a:spLocks noGrp="1"/>
          </p:cNvSpPr>
          <p:nvPr>
            <p:ph type="sldNum" sz="quarter" idx="10"/>
          </p:nvPr>
        </p:nvSpPr>
        <p:spPr/>
        <p:txBody>
          <a:bodyPr/>
          <a:lstStyle>
            <a:lvl1pPr>
              <a:defRPr>
                <a:solidFill>
                  <a:schemeClr val="bg1"/>
                </a:solidFill>
              </a:defRPr>
            </a:lvl1pPr>
          </a:lstStyle>
          <a:p>
            <a:fld id="{D2D8002D-B5B0-4BAC-B1F6-782DDCCE6D9C}" type="slidenum">
              <a:rPr kumimoji="1" lang="ja-JP" altLang="en-US" smtClean="0"/>
              <a:pPr/>
              <a:t>‹#›</a:t>
            </a:fld>
            <a:endParaRPr kumimoji="1" lang="ja-JP" altLang="en-US"/>
          </a:p>
        </p:txBody>
      </p:sp>
      <p:sp>
        <p:nvSpPr>
          <p:cNvPr id="3" name="タイトル 2"/>
          <p:cNvSpPr>
            <a:spLocks noGrp="1"/>
          </p:cNvSpPr>
          <p:nvPr>
            <p:ph type="title"/>
          </p:nvPr>
        </p:nvSpPr>
        <p:spPr>
          <a:xfrm>
            <a:off x="1775952" y="2168986"/>
            <a:ext cx="8640096" cy="900010"/>
          </a:xfrm>
        </p:spPr>
        <p:txBody>
          <a:bodyPr anchor="b"/>
          <a:lstStyle>
            <a:lvl1pPr algn="ctr">
              <a:defRPr sz="3200" b="0"/>
            </a:lvl1pPr>
          </a:lstStyle>
          <a:p>
            <a:r>
              <a:rPr kumimoji="1" lang="ja-JP" altLang="en-US" dirty="0"/>
              <a:t>マスター タイトルの書式設定</a:t>
            </a:r>
          </a:p>
        </p:txBody>
      </p:sp>
      <p:cxnSp>
        <p:nvCxnSpPr>
          <p:cNvPr id="4" name="直線コネクタ 3"/>
          <p:cNvCxnSpPr>
            <a:cxnSpLocks/>
          </p:cNvCxnSpPr>
          <p:nvPr userDrawn="1"/>
        </p:nvCxnSpPr>
        <p:spPr bwMode="auto">
          <a:xfrm>
            <a:off x="1775952" y="3068996"/>
            <a:ext cx="8640096" cy="0"/>
          </a:xfrm>
          <a:prstGeom prst="line">
            <a:avLst/>
          </a:prstGeom>
          <a:noFill/>
          <a:ln w="9525" cap="flat" cmpd="sng" algn="ctr">
            <a:solidFill>
              <a:schemeClr val="accent4">
                <a:lumMod val="20000"/>
                <a:lumOff val="80000"/>
              </a:schemeClr>
            </a:solidFill>
            <a:prstDash val="solid"/>
            <a:round/>
            <a:headEnd type="none" w="med" len="med"/>
            <a:tailEnd type="none" w="med" len="med"/>
          </a:ln>
          <a:effectLst/>
        </p:spPr>
      </p:cxnSp>
    </p:spTree>
    <p:extLst>
      <p:ext uri="{BB962C8B-B14F-4D97-AF65-F5344CB8AC3E}">
        <p14:creationId xmlns:p14="http://schemas.microsoft.com/office/powerpoint/2010/main" val="41756110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タイトルとコンテンツ">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bwMode="auto">
          <a:xfrm>
            <a:off x="1415948" y="0"/>
            <a:ext cx="10776052" cy="908972"/>
          </a:xfrm>
          <a:prstGeom prst="rect">
            <a:avLst/>
          </a:prstGeom>
          <a:noFill/>
          <a:ln w="9525">
            <a:noFill/>
            <a:miter lim="800000"/>
            <a:headEnd/>
            <a:tailEnd/>
          </a:ln>
          <a:effectLst/>
        </p:spPr>
        <p:txBody>
          <a:bodyPr vert="horz" wrap="square" lIns="91440" tIns="0" rIns="91440" bIns="0" numCol="1" anchor="ctr" anchorCtr="0" compatLnSpc="1">
            <a:prstTxWarp prst="textNoShape">
              <a:avLst/>
            </a:prstTxWarp>
          </a:bodyPr>
          <a:lstStyle>
            <a:lvl1pPr>
              <a:defRPr>
                <a:latin typeface="+mn-lt"/>
              </a:defRPr>
            </a:lvl1pPr>
          </a:lstStyle>
          <a:p>
            <a:pPr lvl="0"/>
            <a:r>
              <a:rPr lang="ja-JP" altLang="en-US" dirty="0"/>
              <a:t>マスター タイトルの書式設定</a:t>
            </a:r>
          </a:p>
        </p:txBody>
      </p:sp>
      <p:sp>
        <p:nvSpPr>
          <p:cNvPr id="8" name="Rectangle 20"/>
          <p:cNvSpPr txBox="1">
            <a:spLocks noChangeArrowheads="1"/>
          </p:cNvSpPr>
          <p:nvPr/>
        </p:nvSpPr>
        <p:spPr bwMode="auto">
          <a:xfrm>
            <a:off x="11136056" y="6309032"/>
            <a:ext cx="815941" cy="548969"/>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bodyPr>
          <a:lstStyle>
            <a:defPPr>
              <a:defRPr lang="ja-JP"/>
            </a:defPPr>
            <a:lvl1pPr marL="0" algn="r" defTabSz="914400" rtl="0" eaLnBrk="1" latinLnBrk="0" hangingPunct="1">
              <a:defRPr kumimoji="0" sz="2000" kern="1200">
                <a:solidFill>
                  <a:schemeClr val="tx1">
                    <a:lumMod val="75000"/>
                    <a:lumOff val="25000"/>
                  </a:schemeClr>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D2D8002D-B5B0-4BAC-B1F6-782DDCCE6D9C}" type="slidenum">
              <a:rPr kumimoji="1" lang="ja-JP" altLang="en-US" sz="2000" smtClean="0"/>
              <a:pPr/>
              <a:t>‹#›</a:t>
            </a:fld>
            <a:endParaRPr kumimoji="1" lang="ja-JP" altLang="en-US" sz="2000" dirty="0"/>
          </a:p>
        </p:txBody>
      </p:sp>
      <p:sp>
        <p:nvSpPr>
          <p:cNvPr id="12" name="テキスト プレースホルダー 11"/>
          <p:cNvSpPr>
            <a:spLocks noGrp="1"/>
          </p:cNvSpPr>
          <p:nvPr>
            <p:ph type="body" sz="quarter" idx="10"/>
          </p:nvPr>
        </p:nvSpPr>
        <p:spPr>
          <a:xfrm>
            <a:off x="1775952" y="1088974"/>
            <a:ext cx="8640096" cy="5490061"/>
          </a:xfrm>
        </p:spPr>
        <p:txBody>
          <a:bodyPr/>
          <a:lstStyle>
            <a:lvl2pPr>
              <a:buClr>
                <a:schemeClr val="accent4">
                  <a:lumMod val="60000"/>
                  <a:lumOff val="40000"/>
                </a:schemeClr>
              </a:buClr>
              <a:defRPr/>
            </a:lvl2pPr>
            <a:lvl4pPr marL="1440000" indent="-360000">
              <a:buFont typeface="メイリオ" panose="020B0604030504040204" pitchFamily="50" charset="-128"/>
              <a:buChar char="✳"/>
              <a:defRPr/>
            </a:lvl4p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6" name="Rectangle 20"/>
          <p:cNvSpPr txBox="1">
            <a:spLocks noChangeArrowheads="1"/>
          </p:cNvSpPr>
          <p:nvPr userDrawn="1"/>
        </p:nvSpPr>
        <p:spPr bwMode="auto">
          <a:xfrm>
            <a:off x="11136056" y="6309032"/>
            <a:ext cx="815941" cy="548969"/>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bodyPr>
          <a:lstStyle>
            <a:defPPr>
              <a:defRPr lang="ja-JP"/>
            </a:defPPr>
            <a:lvl1pPr marL="0" algn="r" defTabSz="914400" rtl="0" eaLnBrk="1" latinLnBrk="0" hangingPunct="1">
              <a:defRPr kumimoji="0" sz="2000" kern="1200">
                <a:solidFill>
                  <a:schemeClr val="tx1">
                    <a:lumMod val="75000"/>
                    <a:lumOff val="25000"/>
                  </a:schemeClr>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D2D8002D-B5B0-4BAC-B1F6-782DDCCE6D9C}" type="slidenum">
              <a:rPr kumimoji="1" lang="ja-JP" altLang="en-US" sz="2000" smtClean="0"/>
              <a:pPr/>
              <a:t>‹#›</a:t>
            </a:fld>
            <a:endParaRPr kumimoji="1" lang="ja-JP" altLang="en-US" sz="2000" dirty="0"/>
          </a:p>
        </p:txBody>
      </p:sp>
    </p:spTree>
    <p:extLst>
      <p:ext uri="{BB962C8B-B14F-4D97-AF65-F5344CB8AC3E}">
        <p14:creationId xmlns:p14="http://schemas.microsoft.com/office/powerpoint/2010/main" val="163499387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1_タイトルとコンテンツ">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bwMode="auto">
          <a:xfrm>
            <a:off x="1415948" y="0"/>
            <a:ext cx="9000100" cy="908972"/>
          </a:xfrm>
          <a:prstGeom prst="rect">
            <a:avLst/>
          </a:prstGeom>
          <a:noFill/>
          <a:ln w="9525">
            <a:noFill/>
            <a:miter lim="800000"/>
            <a:headEnd/>
            <a:tailEnd/>
          </a:ln>
          <a:effectLst/>
        </p:spPr>
        <p:txBody>
          <a:bodyPr vert="horz" wrap="square" lIns="91440" tIns="0" rIns="91440" bIns="0" numCol="1" anchor="ctr" anchorCtr="0" compatLnSpc="1">
            <a:prstTxWarp prst="textNoShape">
              <a:avLst/>
            </a:prstTxWarp>
          </a:bodyPr>
          <a:lstStyle>
            <a:lvl1pPr>
              <a:defRPr>
                <a:latin typeface="+mn-lt"/>
              </a:defRPr>
            </a:lvl1pPr>
          </a:lstStyle>
          <a:p>
            <a:pPr lvl="0"/>
            <a:r>
              <a:rPr lang="ja-JP" altLang="en-US" dirty="0"/>
              <a:t>マスター タイトルの書式設定</a:t>
            </a:r>
          </a:p>
        </p:txBody>
      </p:sp>
      <p:sp>
        <p:nvSpPr>
          <p:cNvPr id="7" name="Rectangle 20"/>
          <p:cNvSpPr>
            <a:spLocks noGrp="1" noChangeArrowheads="1"/>
          </p:cNvSpPr>
          <p:nvPr>
            <p:ph type="sldNum" sz="quarter" idx="4"/>
          </p:nvPr>
        </p:nvSpPr>
        <p:spPr bwMode="auto">
          <a:xfrm>
            <a:off x="11136056" y="6309032"/>
            <a:ext cx="815941" cy="548969"/>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bodyPr>
          <a:lstStyle>
            <a:lvl1pPr algn="r">
              <a:defRPr kumimoji="0" sz="2000">
                <a:solidFill>
                  <a:schemeClr val="tx1">
                    <a:lumMod val="75000"/>
                    <a:lumOff val="25000"/>
                  </a:schemeClr>
                </a:solidFill>
                <a:latin typeface="+mn-lt"/>
              </a:defRPr>
            </a:lvl1pPr>
          </a:lstStyle>
          <a:p>
            <a:fld id="{D2D8002D-B5B0-4BAC-B1F6-782DDCCE6D9C}" type="slidenum">
              <a:rPr kumimoji="1" lang="ja-JP" altLang="en-US" smtClean="0"/>
              <a:pPr/>
              <a:t>‹#›</a:t>
            </a:fld>
            <a:endParaRPr kumimoji="1" lang="ja-JP" altLang="en-US" dirty="0"/>
          </a:p>
        </p:txBody>
      </p:sp>
    </p:spTree>
    <p:extLst>
      <p:ext uri="{BB962C8B-B14F-4D97-AF65-F5344CB8AC3E}">
        <p14:creationId xmlns:p14="http://schemas.microsoft.com/office/powerpoint/2010/main" val="140425971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blank" preserve="1">
  <p:cSld name="白紙">
    <p:spTree>
      <p:nvGrpSpPr>
        <p:cNvPr id="1" name=""/>
        <p:cNvGrpSpPr/>
        <p:nvPr/>
      </p:nvGrpSpPr>
      <p:grpSpPr>
        <a:xfrm>
          <a:off x="0" y="0"/>
          <a:ext cx="0" cy="0"/>
          <a:chOff x="0" y="0"/>
          <a:chExt cx="0" cy="0"/>
        </a:xfrm>
      </p:grpSpPr>
      <p:sp>
        <p:nvSpPr>
          <p:cNvPr id="2" name="スライド番号プレースホルダ 1"/>
          <p:cNvSpPr>
            <a:spLocks noGrp="1"/>
          </p:cNvSpPr>
          <p:nvPr>
            <p:ph type="sldNum" sz="quarter" idx="10"/>
          </p:nvPr>
        </p:nvSpPr>
        <p:spPr/>
        <p:txBody>
          <a:bodyPr/>
          <a:lstStyle>
            <a:lvl1pPr>
              <a:defRPr>
                <a:solidFill>
                  <a:schemeClr val="tx1">
                    <a:lumMod val="75000"/>
                    <a:lumOff val="25000"/>
                  </a:schemeClr>
                </a:solidFill>
              </a:defRPr>
            </a:lvl1pPr>
          </a:lstStyle>
          <a:p>
            <a:fld id="{D2D8002D-B5B0-4BAC-B1F6-782DDCCE6D9C}" type="slidenum">
              <a:rPr kumimoji="1" lang="ja-JP" altLang="en-US" smtClean="0"/>
              <a:pPr/>
              <a:t>‹#›</a:t>
            </a:fld>
            <a:endParaRPr kumimoji="1" lang="ja-JP" altLang="en-US"/>
          </a:p>
        </p:txBody>
      </p:sp>
    </p:spTree>
    <p:extLst>
      <p:ext uri="{BB962C8B-B14F-4D97-AF65-F5344CB8AC3E}">
        <p14:creationId xmlns:p14="http://schemas.microsoft.com/office/powerpoint/2010/main" val="1921619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cSld name="上">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4" name="フッター プレースホルダー 3"/>
          <p:cNvSpPr>
            <a:spLocks noGrp="1"/>
          </p:cNvSpPr>
          <p:nvPr>
            <p:ph type="ftr" sz="quarter" idx="11"/>
          </p:nvPr>
        </p:nvSpPr>
        <p:spPr>
          <a:xfrm>
            <a:off x="8976384" y="2"/>
            <a:ext cx="3215616" cy="278579"/>
          </a:xfrm>
          <a:prstGeom prst="rect">
            <a:avLst/>
          </a:prstGeom>
        </p:spPr>
        <p:txBody>
          <a:bodyPr/>
          <a:lstStyle/>
          <a:p>
            <a:r>
              <a:rPr lang="ja-JP" altLang="en-US"/>
              <a:t>ディジタル回路</a:t>
            </a:r>
            <a:endParaRPr lang="ja-JP" altLang="ja-JP"/>
          </a:p>
        </p:txBody>
      </p:sp>
      <p:sp>
        <p:nvSpPr>
          <p:cNvPr id="5" name="スライド番号プレースホルダー 4"/>
          <p:cNvSpPr>
            <a:spLocks noGrp="1"/>
          </p:cNvSpPr>
          <p:nvPr>
            <p:ph type="sldNum" sz="quarter" idx="12"/>
          </p:nvPr>
        </p:nvSpPr>
        <p:spPr>
          <a:xfrm>
            <a:off x="11711936" y="6482651"/>
            <a:ext cx="480064" cy="360048"/>
          </a:xfrm>
          <a:prstGeom prst="rect">
            <a:avLst/>
          </a:prstGeom>
        </p:spPr>
        <p:txBody>
          <a:bodyPr/>
          <a:lstStyle/>
          <a:p>
            <a:endParaRPr lang="ja-JP" altLang="ja-JP"/>
          </a:p>
        </p:txBody>
      </p:sp>
      <p:sp>
        <p:nvSpPr>
          <p:cNvPr id="8" name="コンテンツ プレースホルダー 7"/>
          <p:cNvSpPr>
            <a:spLocks noGrp="1"/>
          </p:cNvSpPr>
          <p:nvPr>
            <p:ph sz="quarter" idx="13"/>
          </p:nvPr>
        </p:nvSpPr>
        <p:spPr>
          <a:xfrm>
            <a:off x="335232" y="1268712"/>
            <a:ext cx="11521536" cy="2160288"/>
          </a:xfrm>
        </p:spPr>
        <p:txBody>
          <a:bodyPr anchor="t" anchorCtr="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Tree>
    <p:extLst>
      <p:ext uri="{BB962C8B-B14F-4D97-AF65-F5344CB8AC3E}">
        <p14:creationId xmlns:p14="http://schemas.microsoft.com/office/powerpoint/2010/main" val="1308425157"/>
      </p:ext>
    </p:extLst>
  </p:cSld>
  <p:clrMapOvr>
    <a:masterClrMapping/>
  </p:clrMapOvr>
  <mc:AlternateContent xmlns:mc="http://schemas.openxmlformats.org/markup-compatibility/2006" xmlns:p14="http://schemas.microsoft.com/office/powerpoint/2010/main">
    <mc:Choice Requires="p14">
      <p:transition spd="slow">
        <p14:pan dir="u"/>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userDrawn="1">
  <p:cSld name="タイトルのみ">
    <p:spTree>
      <p:nvGrpSpPr>
        <p:cNvPr id="1" name=""/>
        <p:cNvGrpSpPr/>
        <p:nvPr/>
      </p:nvGrpSpPr>
      <p:grpSpPr>
        <a:xfrm>
          <a:off x="0" y="0"/>
          <a:ext cx="0" cy="0"/>
          <a:chOff x="0" y="0"/>
          <a:chExt cx="0" cy="0"/>
        </a:xfrm>
      </p:grpSpPr>
      <p:sp>
        <p:nvSpPr>
          <p:cNvPr id="3" name="スライド番号プレースホルダ 2"/>
          <p:cNvSpPr>
            <a:spLocks noGrp="1"/>
          </p:cNvSpPr>
          <p:nvPr>
            <p:ph type="sldNum" sz="quarter" idx="10"/>
          </p:nvPr>
        </p:nvSpPr>
        <p:spPr/>
        <p:txBody>
          <a:bodyPr/>
          <a:lstStyle>
            <a:lvl1pPr>
              <a:defRPr>
                <a:solidFill>
                  <a:srgbClr val="686D6D"/>
                </a:solidFill>
              </a:defRPr>
            </a:lvl1pPr>
          </a:lstStyle>
          <a:p>
            <a:fld id="{D2D8002D-B5B0-4BAC-B1F6-782DDCCE6D9C}" type="slidenum">
              <a:rPr kumimoji="1" lang="ja-JP" altLang="en-US" smtClean="0"/>
              <a:pPr/>
              <a:t>‹#›</a:t>
            </a:fld>
            <a:endParaRPr kumimoji="1" lang="ja-JP" altLang="en-US" dirty="0"/>
          </a:p>
        </p:txBody>
      </p:sp>
      <p:sp>
        <p:nvSpPr>
          <p:cNvPr id="5" name="タイトル 4"/>
          <p:cNvSpPr>
            <a:spLocks noGrp="1"/>
          </p:cNvSpPr>
          <p:nvPr>
            <p:ph type="title"/>
          </p:nvPr>
        </p:nvSpPr>
        <p:spPr/>
        <p:txBody>
          <a:bodyPr/>
          <a:lstStyle>
            <a:lvl1pPr>
              <a:defRPr>
                <a:solidFill>
                  <a:schemeClr val="accent4"/>
                </a:solidFill>
              </a:defRPr>
            </a:lvl1pPr>
          </a:lstStyle>
          <a:p>
            <a:r>
              <a:rPr kumimoji="1" lang="ja-JP" altLang="en-US"/>
              <a:t>マスター タイトルの書式設定</a:t>
            </a:r>
            <a:endParaRPr kumimoji="1" lang="ja-JP" altLang="en-US" dirty="0"/>
          </a:p>
        </p:txBody>
      </p:sp>
      <p:sp>
        <p:nvSpPr>
          <p:cNvPr id="4" name="コンテンツ プレースホルダー 3">
            <a:extLst>
              <a:ext uri="{FF2B5EF4-FFF2-40B4-BE49-F238E27FC236}">
                <a16:creationId xmlns:a16="http://schemas.microsoft.com/office/drawing/2014/main" id="{3B411819-7407-177D-333B-1437DD14AF43}"/>
              </a:ext>
            </a:extLst>
          </p:cNvPr>
          <p:cNvSpPr>
            <a:spLocks noGrp="1"/>
          </p:cNvSpPr>
          <p:nvPr>
            <p:ph sz="quarter" idx="11"/>
          </p:nvPr>
        </p:nvSpPr>
        <p:spPr>
          <a:xfrm>
            <a:off x="815941" y="1088974"/>
            <a:ext cx="11040123" cy="522005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en-US"/>
          </a:p>
        </p:txBody>
      </p:sp>
    </p:spTree>
    <p:extLst>
      <p:ext uri="{BB962C8B-B14F-4D97-AF65-F5344CB8AC3E}">
        <p14:creationId xmlns:p14="http://schemas.microsoft.com/office/powerpoint/2010/main" val="1654092458"/>
      </p:ext>
    </p:extLst>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7" name="Rectangle 3"/>
          <p:cNvSpPr>
            <a:spLocks noGrp="1" noChangeArrowheads="1"/>
          </p:cNvSpPr>
          <p:nvPr>
            <p:ph type="body" idx="1"/>
          </p:nvPr>
        </p:nvSpPr>
        <p:spPr bwMode="auto">
          <a:xfrm>
            <a:off x="1775953" y="1178975"/>
            <a:ext cx="8640096" cy="522005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ja-JP" altLang="en-US" dirty="0"/>
              <a:t>マスタ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p>
        </p:txBody>
      </p:sp>
      <p:sp>
        <p:nvSpPr>
          <p:cNvPr id="2" name="正方形/長方形 1"/>
          <p:cNvSpPr/>
          <p:nvPr userDrawn="1"/>
        </p:nvSpPr>
        <p:spPr bwMode="auto">
          <a:xfrm>
            <a:off x="0" y="0"/>
            <a:ext cx="12192000" cy="908972"/>
          </a:xfrm>
          <a:prstGeom prst="rect">
            <a:avLst/>
          </a:prstGeom>
          <a:solidFill>
            <a:schemeClr val="accent4"/>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2000">
              <a:solidFill>
                <a:schemeClr val="accent4"/>
              </a:solidFill>
            </a:endParaRPr>
          </a:p>
        </p:txBody>
      </p:sp>
      <p:sp>
        <p:nvSpPr>
          <p:cNvPr id="22" name="Rectangle 2"/>
          <p:cNvSpPr>
            <a:spLocks noGrp="1" noChangeArrowheads="1"/>
          </p:cNvSpPr>
          <p:nvPr>
            <p:ph type="title"/>
          </p:nvPr>
        </p:nvSpPr>
        <p:spPr bwMode="auto">
          <a:xfrm>
            <a:off x="1415948" y="0"/>
            <a:ext cx="10776052" cy="908972"/>
          </a:xfrm>
          <a:prstGeom prst="rect">
            <a:avLst/>
          </a:prstGeom>
          <a:noFill/>
          <a:ln w="9525">
            <a:noFill/>
            <a:miter lim="800000"/>
            <a:headEnd/>
            <a:tailEnd/>
          </a:ln>
          <a:effectLst/>
        </p:spPr>
        <p:txBody>
          <a:bodyPr vert="horz" wrap="square" lIns="91440" tIns="0" rIns="91440" bIns="0" numCol="1" anchor="ctr" anchorCtr="0" compatLnSpc="1">
            <a:prstTxWarp prst="textNoShape">
              <a:avLst/>
            </a:prstTxWarp>
          </a:bodyPr>
          <a:lstStyle/>
          <a:p>
            <a:pPr lvl="0"/>
            <a:r>
              <a:rPr lang="ja-JP" altLang="en-US" dirty="0"/>
              <a:t>マスタ タイトルの書式設定</a:t>
            </a:r>
          </a:p>
        </p:txBody>
      </p:sp>
      <p:sp>
        <p:nvSpPr>
          <p:cNvPr id="6164" name="Rectangle 20"/>
          <p:cNvSpPr>
            <a:spLocks noGrp="1" noChangeArrowheads="1"/>
          </p:cNvSpPr>
          <p:nvPr>
            <p:ph type="sldNum" sz="quarter" idx="4"/>
          </p:nvPr>
        </p:nvSpPr>
        <p:spPr bwMode="auto">
          <a:xfrm>
            <a:off x="11136056" y="6309032"/>
            <a:ext cx="815941" cy="548969"/>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bodyPr>
          <a:lstStyle>
            <a:lvl1pPr algn="r">
              <a:defRPr kumimoji="0" sz="2000">
                <a:solidFill>
                  <a:schemeClr val="tx1">
                    <a:lumMod val="75000"/>
                    <a:lumOff val="25000"/>
                  </a:schemeClr>
                </a:solidFill>
                <a:latin typeface="+mn-lt"/>
              </a:defRPr>
            </a:lvl1pPr>
          </a:lstStyle>
          <a:p>
            <a:fld id="{D2D8002D-B5B0-4BAC-B1F6-782DDCCE6D9C}" type="slidenum">
              <a:rPr kumimoji="1" lang="ja-JP" altLang="en-US" smtClean="0"/>
              <a:pPr/>
              <a:t>‹#›</a:t>
            </a:fld>
            <a:endParaRPr kumimoji="1" lang="ja-JP" altLang="en-US" dirty="0"/>
          </a:p>
        </p:txBody>
      </p:sp>
    </p:spTree>
    <p:extLst>
      <p:ext uri="{BB962C8B-B14F-4D97-AF65-F5344CB8AC3E}">
        <p14:creationId xmlns:p14="http://schemas.microsoft.com/office/powerpoint/2010/main" val="1356155920"/>
      </p:ext>
    </p:extLst>
  </p:cSld>
  <p:clrMap bg1="lt1" tx1="dk1" bg2="lt2" tx2="dk2" accent1="accent1" accent2="accent2" accent3="accent3" accent4="accent4" accent5="accent5" accent6="accent6" hlink="hlink" folHlink="folHlink"/>
  <p:sldLayoutIdLst>
    <p:sldLayoutId id="2147483670" r:id="rId1"/>
    <p:sldLayoutId id="2147483673" r:id="rId2"/>
    <p:sldLayoutId id="2147483671" r:id="rId3"/>
    <p:sldLayoutId id="2147483672" r:id="rId4"/>
    <p:sldLayoutId id="2147483674" r:id="rId5"/>
    <p:sldLayoutId id="2147483675" r:id="rId6"/>
    <p:sldLayoutId id="2147483676" r:id="rId7"/>
  </p:sldLayoutIdLst>
  <p:hf hdr="0" ftr="0" dt="0"/>
  <p:txStyles>
    <p:titleStyle>
      <a:lvl1pPr algn="l" rtl="0" eaLnBrk="1" fontAlgn="base" hangingPunct="1">
        <a:spcBef>
          <a:spcPct val="0"/>
        </a:spcBef>
        <a:spcAft>
          <a:spcPct val="0"/>
        </a:spcAft>
        <a:defRPr kumimoji="1" sz="3200" b="1">
          <a:solidFill>
            <a:schemeClr val="bg1"/>
          </a:solidFill>
          <a:latin typeface="+mn-lt"/>
          <a:ea typeface="メイリオ" pitchFamily="50" charset="-128"/>
          <a:cs typeface="メイリオ" pitchFamily="50" charset="-128"/>
        </a:defRPr>
      </a:lvl1pPr>
      <a:lvl2pPr algn="l" rtl="0" eaLnBrk="1" fontAlgn="base" hangingPunct="1">
        <a:spcBef>
          <a:spcPct val="0"/>
        </a:spcBef>
        <a:spcAft>
          <a:spcPct val="0"/>
        </a:spcAft>
        <a:defRPr kumimoji="1" sz="2800">
          <a:solidFill>
            <a:schemeClr val="tx2"/>
          </a:solidFill>
          <a:latin typeface="HG丸ｺﾞｼｯｸM-PRO" pitchFamily="50" charset="-128"/>
          <a:ea typeface="HG丸ｺﾞｼｯｸM-PRO" pitchFamily="50" charset="-128"/>
        </a:defRPr>
      </a:lvl2pPr>
      <a:lvl3pPr algn="l" rtl="0" eaLnBrk="1" fontAlgn="base" hangingPunct="1">
        <a:spcBef>
          <a:spcPct val="0"/>
        </a:spcBef>
        <a:spcAft>
          <a:spcPct val="0"/>
        </a:spcAft>
        <a:defRPr kumimoji="1" sz="2800">
          <a:solidFill>
            <a:schemeClr val="tx2"/>
          </a:solidFill>
          <a:latin typeface="HG丸ｺﾞｼｯｸM-PRO" pitchFamily="50" charset="-128"/>
          <a:ea typeface="HG丸ｺﾞｼｯｸM-PRO" pitchFamily="50" charset="-128"/>
        </a:defRPr>
      </a:lvl3pPr>
      <a:lvl4pPr algn="l" rtl="0" eaLnBrk="1" fontAlgn="base" hangingPunct="1">
        <a:spcBef>
          <a:spcPct val="0"/>
        </a:spcBef>
        <a:spcAft>
          <a:spcPct val="0"/>
        </a:spcAft>
        <a:defRPr kumimoji="1" sz="2800">
          <a:solidFill>
            <a:schemeClr val="tx2"/>
          </a:solidFill>
          <a:latin typeface="HG丸ｺﾞｼｯｸM-PRO" pitchFamily="50" charset="-128"/>
          <a:ea typeface="HG丸ｺﾞｼｯｸM-PRO" pitchFamily="50" charset="-128"/>
        </a:defRPr>
      </a:lvl4pPr>
      <a:lvl5pPr algn="l" rtl="0" eaLnBrk="1" fontAlgn="base" hangingPunct="1">
        <a:spcBef>
          <a:spcPct val="0"/>
        </a:spcBef>
        <a:spcAft>
          <a:spcPct val="0"/>
        </a:spcAft>
        <a:defRPr kumimoji="1" sz="2800">
          <a:solidFill>
            <a:schemeClr val="tx2"/>
          </a:solidFill>
          <a:latin typeface="HG丸ｺﾞｼｯｸM-PRO" pitchFamily="50" charset="-128"/>
          <a:ea typeface="HG丸ｺﾞｼｯｸM-PRO" pitchFamily="50" charset="-128"/>
        </a:defRPr>
      </a:lvl5pPr>
      <a:lvl6pPr marL="457200" algn="l" rtl="0" eaLnBrk="1" fontAlgn="base" hangingPunct="1">
        <a:spcBef>
          <a:spcPct val="0"/>
        </a:spcBef>
        <a:spcAft>
          <a:spcPct val="0"/>
        </a:spcAft>
        <a:defRPr kumimoji="1" sz="2800">
          <a:solidFill>
            <a:schemeClr val="tx2"/>
          </a:solidFill>
          <a:latin typeface="HG丸ｺﾞｼｯｸM-PRO" pitchFamily="50" charset="-128"/>
          <a:ea typeface="HG丸ｺﾞｼｯｸM-PRO" pitchFamily="50" charset="-128"/>
        </a:defRPr>
      </a:lvl6pPr>
      <a:lvl7pPr marL="914400" algn="l" rtl="0" eaLnBrk="1" fontAlgn="base" hangingPunct="1">
        <a:spcBef>
          <a:spcPct val="0"/>
        </a:spcBef>
        <a:spcAft>
          <a:spcPct val="0"/>
        </a:spcAft>
        <a:defRPr kumimoji="1" sz="2800">
          <a:solidFill>
            <a:schemeClr val="tx2"/>
          </a:solidFill>
          <a:latin typeface="HG丸ｺﾞｼｯｸM-PRO" pitchFamily="50" charset="-128"/>
          <a:ea typeface="HG丸ｺﾞｼｯｸM-PRO" pitchFamily="50" charset="-128"/>
        </a:defRPr>
      </a:lvl7pPr>
      <a:lvl8pPr marL="1371600" algn="l" rtl="0" eaLnBrk="1" fontAlgn="base" hangingPunct="1">
        <a:spcBef>
          <a:spcPct val="0"/>
        </a:spcBef>
        <a:spcAft>
          <a:spcPct val="0"/>
        </a:spcAft>
        <a:defRPr kumimoji="1" sz="2800">
          <a:solidFill>
            <a:schemeClr val="tx2"/>
          </a:solidFill>
          <a:latin typeface="HG丸ｺﾞｼｯｸM-PRO" pitchFamily="50" charset="-128"/>
          <a:ea typeface="HG丸ｺﾞｼｯｸM-PRO" pitchFamily="50" charset="-128"/>
        </a:defRPr>
      </a:lvl8pPr>
      <a:lvl9pPr marL="1828800" algn="l" rtl="0" eaLnBrk="1" fontAlgn="base" hangingPunct="1">
        <a:spcBef>
          <a:spcPct val="0"/>
        </a:spcBef>
        <a:spcAft>
          <a:spcPct val="0"/>
        </a:spcAft>
        <a:defRPr kumimoji="1" sz="2800">
          <a:solidFill>
            <a:schemeClr val="tx2"/>
          </a:solidFill>
          <a:latin typeface="HG丸ｺﾞｼｯｸM-PRO" pitchFamily="50" charset="-128"/>
          <a:ea typeface="HG丸ｺﾞｼｯｸM-PRO" pitchFamily="50" charset="-128"/>
        </a:defRPr>
      </a:lvl9pPr>
    </p:titleStyle>
    <p:bodyStyle>
      <a:lvl1pPr marL="360000" indent="-360000" algn="l" rtl="0" eaLnBrk="1" fontAlgn="base" hangingPunct="1">
        <a:lnSpc>
          <a:spcPct val="110000"/>
        </a:lnSpc>
        <a:spcBef>
          <a:spcPts val="2400"/>
        </a:spcBef>
        <a:spcAft>
          <a:spcPts val="600"/>
        </a:spcAft>
        <a:buClr>
          <a:schemeClr val="accent4"/>
        </a:buClr>
        <a:buFont typeface="Wingdings" panose="05000000000000000000" pitchFamily="2" charset="2"/>
        <a:buChar char="n"/>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1pPr>
      <a:lvl2pPr marL="720000" indent="-360000" algn="l" rtl="0" eaLnBrk="1" fontAlgn="base" hangingPunct="1">
        <a:lnSpc>
          <a:spcPct val="110000"/>
        </a:lnSpc>
        <a:spcBef>
          <a:spcPts val="300"/>
        </a:spcBef>
        <a:spcAft>
          <a:spcPts val="300"/>
        </a:spcAft>
        <a:buClr>
          <a:srgbClr val="909ECC"/>
        </a:buClr>
        <a:buSzPct val="100000"/>
        <a:buFont typeface="Wingdings" panose="05000000000000000000" pitchFamily="2" charset="2"/>
        <a:buChar char="l"/>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2pPr>
      <a:lvl3pPr marL="1080000" indent="-360000" algn="l" rtl="0" eaLnBrk="1" fontAlgn="base" hangingPunct="1">
        <a:lnSpc>
          <a:spcPct val="110000"/>
        </a:lnSpc>
        <a:spcBef>
          <a:spcPts val="300"/>
        </a:spcBef>
        <a:spcAft>
          <a:spcPts val="100"/>
        </a:spcAft>
        <a:buClr>
          <a:schemeClr val="accent4"/>
        </a:buClr>
        <a:buSzPct val="7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3pPr>
      <a:lvl4pPr marL="1440000" indent="-360000" algn="l" rtl="0" eaLnBrk="1" fontAlgn="base" hangingPunct="1">
        <a:lnSpc>
          <a:spcPct val="110000"/>
        </a:lnSpc>
        <a:spcBef>
          <a:spcPts val="300"/>
        </a:spcBef>
        <a:spcAft>
          <a:spcPts val="100"/>
        </a:spcAft>
        <a:buClr>
          <a:schemeClr val="accent4"/>
        </a:buClr>
        <a:buSzPct val="7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4pPr>
      <a:lvl5pPr marL="1800000" indent="-360000" algn="l" rtl="0" eaLnBrk="1" fontAlgn="base" hangingPunct="1">
        <a:lnSpc>
          <a:spcPct val="110000"/>
        </a:lnSpc>
        <a:spcBef>
          <a:spcPts val="300"/>
        </a:spcBef>
        <a:spcAft>
          <a:spcPts val="100"/>
        </a:spcAft>
        <a:buClr>
          <a:schemeClr val="accent4"/>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5pPr>
      <a:lvl6pPr marL="25146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6pPr>
      <a:lvl7pPr marL="29718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7pPr>
      <a:lvl8pPr marL="34290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8pPr>
      <a:lvl9pPr marL="38862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hyperlink" Target="https://dl.acm.org/doi/10.1145/3725843.3756041" TargetMode="External"/><Relationship Id="rId2" Type="http://schemas.openxmlformats.org/officeDocument/2006/relationships/hyperlink" Target="https://docs.google.com/spreadsheets/d/18ln8SKIGRK5_6NymgdB9oLbTJCFwx0iFI-vUs6WFyuE/edit?gid=1076260513#gid=1076260513" TargetMode="External"/><Relationship Id="rId1" Type="http://schemas.openxmlformats.org/officeDocument/2006/relationships/slideLayout" Target="../slideLayouts/slideLayout3.xml"/><Relationship Id="rId5" Type="http://schemas.openxmlformats.org/officeDocument/2006/relationships/image" Target="../media/image2.png"/><Relationship Id="rId4" Type="http://schemas.openxmlformats.org/officeDocument/2006/relationships/image" Target="../media/image1.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wmf"/><Relationship Id="rId1" Type="http://schemas.openxmlformats.org/officeDocument/2006/relationships/slideLayout" Target="../slideLayouts/slideLayout3.xml"/><Relationship Id="rId5" Type="http://schemas.openxmlformats.org/officeDocument/2006/relationships/image" Target="../media/image6.wmf"/><Relationship Id="rId4" Type="http://schemas.openxmlformats.org/officeDocument/2006/relationships/image" Target="../media/image5.wmf"/></Relationships>
</file>

<file path=ppt/slides/_rels/slide23.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wmf"/><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7.wmf"/></Relationships>
</file>

<file path=ppt/slides/_rels/slide26.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7.xml"/><Relationship Id="rId1" Type="http://schemas.openxmlformats.org/officeDocument/2006/relationships/slideLayout" Target="../slideLayouts/slideLayout3.xml"/><Relationship Id="rId5" Type="http://schemas.openxmlformats.org/officeDocument/2006/relationships/image" Target="../media/image6.wmf"/><Relationship Id="rId4" Type="http://schemas.openxmlformats.org/officeDocument/2006/relationships/image" Target="../media/image4.wmf"/></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hyperlink" Target="https://en.wikipedia.org/wiki/Triode" TargetMode="External"/><Relationship Id="rId2" Type="http://schemas.openxmlformats.org/officeDocument/2006/relationships/image" Target="../media/image8.jpeg"/><Relationship Id="rId1" Type="http://schemas.openxmlformats.org/officeDocument/2006/relationships/slideLayout" Target="../slideLayouts/slideLayout3.xml"/><Relationship Id="rId4" Type="http://schemas.openxmlformats.org/officeDocument/2006/relationships/image" Target="../media/image9.jpe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hyperlink" Target="https://www.minecraft.net/ja-jp" TargetMode="Externa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png"/><Relationship Id="rId1" Type="http://schemas.openxmlformats.org/officeDocument/2006/relationships/slideLayout" Target="../slideLayouts/slideLayout3.xml"/><Relationship Id="rId4" Type="http://schemas.openxmlformats.org/officeDocument/2006/relationships/hyperlink" Target="https://minecraft.fandom.com/wiki/Redstone_circuits/Logic" TargetMode="External"/></Relationships>
</file>

<file path=ppt/slides/_rels/slide34.xml.rels><?xml version="1.0" encoding="UTF-8" standalone="yes"?>
<Relationships xmlns="http://schemas.openxmlformats.org/package/2006/relationships"><Relationship Id="rId3" Type="http://schemas.openxmlformats.org/officeDocument/2006/relationships/hyperlink" Target="https://mcpedl.com/raffis-calculator-2-map/" TargetMode="External"/><Relationship Id="rId2" Type="http://schemas.openxmlformats.org/officeDocument/2006/relationships/image" Target="../media/image15.jpeg"/><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3" Type="http://schemas.openxmlformats.org/officeDocument/2006/relationships/hyperlink" Target="https://irds.ieee.org/images/files/pdf/2022/2022IRDS_ExecutiveSummary_JP.pdf" TargetMode="External"/><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xml"/></Relationships>
</file>

<file path=ppt/slides/_rels/slide7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2.png"/><Relationship Id="rId1" Type="http://schemas.openxmlformats.org/officeDocument/2006/relationships/slideLayout" Target="../slideLayouts/slideLayout3.xml"/><Relationship Id="rId6" Type="http://schemas.openxmlformats.org/officeDocument/2006/relationships/image" Target="../media/image26.png"/><Relationship Id="rId5" Type="http://schemas.openxmlformats.org/officeDocument/2006/relationships/hyperlink" Target="https://sites.cs.ucsb.edu/~tyang/class/240a17/slides/SIMD.pdf" TargetMode="External"/><Relationship Id="rId4" Type="http://schemas.openxmlformats.org/officeDocument/2006/relationships/hyperlink" Target="https://developer.mozilla.org/en-US/docs/Glossary/SIMD" TargetMode="Externa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hyperlink" Target="https://en.wikichip.org/wiki/File:Bulldozer_Die_Shot.jpg" TargetMode="External"/><Relationship Id="rId1" Type="http://schemas.openxmlformats.org/officeDocument/2006/relationships/slideLayout" Target="../slideLayouts/slideLayout3.xml"/><Relationship Id="rId4" Type="http://schemas.microsoft.com/office/2007/relationships/hdphoto" Target="../media/hdphoto1.wdp"/></Relationships>
</file>

<file path=ppt/slides/_rels/slide103.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3.xml"/></Relationships>
</file>

<file path=ppt/slides/_rels/slide10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3.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4.xml.rels><?xml version="1.0" encoding="UTF-8" standalone="yes"?>
<Relationships xmlns="http://schemas.openxmlformats.org/package/2006/relationships"><Relationship Id="rId2" Type="http://schemas.openxmlformats.org/officeDocument/2006/relationships/image" Target="../media/image290.png"/><Relationship Id="rId1" Type="http://schemas.openxmlformats.org/officeDocument/2006/relationships/slideLayout" Target="../slideLayouts/slideLayout3.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0.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hyperlink" Target="https://www.nvidia.com/ja-jp/data-center/tensor-cores/" TargetMode="External"/><Relationship Id="rId1" Type="http://schemas.openxmlformats.org/officeDocument/2006/relationships/slideLayout" Target="../slideLayouts/slideLayout3.xml"/></Relationships>
</file>

<file path=ppt/slides/_rels/slide14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3.xml"/></Relationships>
</file>

<file path=ppt/slides/_rels/slide14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3.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9.xml.rels><?xml version="1.0" encoding="UTF-8" standalone="yes"?>
<Relationships xmlns="http://schemas.openxmlformats.org/package/2006/relationships"><Relationship Id="rId3" Type="http://schemas.openxmlformats.org/officeDocument/2006/relationships/hyperlink" Target="https://safari.ethz.ch/architecture/fall2018/lib/exe/fetch.php?media=comparch-fall2018-lecture7-simdandgpu-afterlecture.pdf" TargetMode="External"/><Relationship Id="rId2" Type="http://schemas.openxmlformats.org/officeDocument/2006/relationships/hyperlink" Target="https://team.inria.fr/pacap/members/collange/" TargetMode="External"/><Relationship Id="rId1" Type="http://schemas.openxmlformats.org/officeDocument/2006/relationships/slideLayout" Target="../slideLayouts/slideLayout3.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1.xml.rels><?xml version="1.0" encoding="UTF-8" standalone="yes"?>
<Relationships xmlns="http://schemas.openxmlformats.org/package/2006/relationships"><Relationship Id="rId2" Type="http://schemas.openxmlformats.org/officeDocument/2006/relationships/hyperlink" Target="https://www.opencompute.org/documents/ocp-microscaling-formats-mx-v1-0-spec-final-pdf" TargetMode="External"/><Relationship Id="rId1" Type="http://schemas.openxmlformats.org/officeDocument/2006/relationships/slideLayout" Target="../slideLayouts/slideLayout3.xml"/></Relationships>
</file>

<file path=ppt/slides/_rels/slide15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1865953" y="2438989"/>
            <a:ext cx="8460094" cy="630007"/>
          </a:xfrm>
        </p:spPr>
        <p:txBody>
          <a:bodyPr/>
          <a:lstStyle/>
          <a:p>
            <a:r>
              <a:rPr lang="ja-JP" altLang="en-US" dirty="0"/>
              <a:t>電力効率 と</a:t>
            </a:r>
            <a:r>
              <a:rPr lang="en-US" altLang="ja-JP" dirty="0"/>
              <a:t>GPU v6</a:t>
            </a:r>
            <a:endParaRPr lang="ja-JP" altLang="en-US" dirty="0"/>
          </a:p>
        </p:txBody>
      </p:sp>
      <p:sp>
        <p:nvSpPr>
          <p:cNvPr id="6" name="サブタイトル 2"/>
          <p:cNvSpPr txBox="1">
            <a:spLocks/>
          </p:cNvSpPr>
          <p:nvPr/>
        </p:nvSpPr>
        <p:spPr bwMode="auto">
          <a:xfrm>
            <a:off x="2405959" y="4869016"/>
            <a:ext cx="7650085" cy="540006"/>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marL="0" indent="0" algn="r" rtl="0" eaLnBrk="1" fontAlgn="base" hangingPunct="1">
              <a:lnSpc>
                <a:spcPct val="150000"/>
              </a:lnSpc>
              <a:spcBef>
                <a:spcPts val="0"/>
              </a:spcBef>
              <a:spcAft>
                <a:spcPts val="0"/>
              </a:spcAft>
              <a:buClr>
                <a:schemeClr val="accent5"/>
              </a:buClr>
              <a:buFont typeface="Wingdings" pitchFamily="2" charset="2"/>
              <a:buNone/>
              <a:tabLst>
                <a:tab pos="2057400" algn="l"/>
              </a:tabLst>
              <a:defRPr kumimoji="1" sz="2000">
                <a:solidFill>
                  <a:schemeClr val="bg1"/>
                </a:solidFill>
                <a:latin typeface="+mn-lt"/>
                <a:ea typeface="メイリオ" pitchFamily="50" charset="-128"/>
                <a:cs typeface="メイリオ" pitchFamily="50" charset="-128"/>
              </a:defRPr>
            </a:lvl1pPr>
            <a:lvl2pPr marL="720000" indent="-360000" algn="l" rtl="0" eaLnBrk="1" fontAlgn="base" hangingPunct="1">
              <a:lnSpc>
                <a:spcPct val="110000"/>
              </a:lnSpc>
              <a:spcBef>
                <a:spcPts val="300"/>
              </a:spcBef>
              <a:spcAft>
                <a:spcPts val="300"/>
              </a:spcAft>
              <a:buClr>
                <a:schemeClr val="accent4"/>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2pPr>
            <a:lvl3pPr marL="1080000" indent="-360000" algn="l" rtl="0" eaLnBrk="1" fontAlgn="base" hangingPunct="1">
              <a:lnSpc>
                <a:spcPct val="110000"/>
              </a:lnSpc>
              <a:spcBef>
                <a:spcPts val="300"/>
              </a:spcBef>
              <a:spcAft>
                <a:spcPts val="100"/>
              </a:spcAft>
              <a:buClr>
                <a:schemeClr val="accent3"/>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3pPr>
            <a:lvl4pPr marL="1440000" indent="-360000" algn="l" rtl="0" eaLnBrk="1" fontAlgn="base" hangingPunct="1">
              <a:lnSpc>
                <a:spcPct val="100000"/>
              </a:lnSpc>
              <a:spcBef>
                <a:spcPts val="100"/>
              </a:spcBef>
              <a:spcAft>
                <a:spcPts val="100"/>
              </a:spcAft>
              <a:buClr>
                <a:schemeClr val="accent5"/>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4pPr>
            <a:lvl5pPr marL="1800000" indent="-360000" algn="l" rtl="0" eaLnBrk="1" fontAlgn="base" hangingPunct="1">
              <a:lnSpc>
                <a:spcPct val="100000"/>
              </a:lnSpc>
              <a:spcBef>
                <a:spcPts val="100"/>
              </a:spcBef>
              <a:spcAft>
                <a:spcPts val="100"/>
              </a:spcAft>
              <a:buClr>
                <a:srgbClr val="6666FF"/>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5pPr>
            <a:lvl6pPr marL="25146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6pPr>
            <a:lvl7pPr marL="29718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7pPr>
            <a:lvl8pPr marL="34290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8pPr>
            <a:lvl9pPr marL="38862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9pPr>
          </a:lstStyle>
          <a:p>
            <a:pPr algn="ctr">
              <a:lnSpc>
                <a:spcPct val="100000"/>
              </a:lnSpc>
            </a:pPr>
            <a:r>
              <a:rPr lang="ja-JP" altLang="en-US" sz="1800" kern="0" dirty="0"/>
              <a:t>東京大学大学院 情報理工学系研究科 創造情報学専攻</a:t>
            </a:r>
            <a:endParaRPr lang="en-US" altLang="ja-JP" sz="1800" kern="0" dirty="0"/>
          </a:p>
          <a:p>
            <a:pPr algn="ctr">
              <a:lnSpc>
                <a:spcPct val="100000"/>
              </a:lnSpc>
            </a:pPr>
            <a:r>
              <a:rPr lang="ja-JP" altLang="en-US" sz="1800" kern="0" dirty="0"/>
              <a:t>塩谷 亮太 </a:t>
            </a:r>
            <a:endParaRPr lang="en-US" altLang="ja-JP" sz="1800" kern="0" dirty="0"/>
          </a:p>
          <a:p>
            <a:pPr algn="ctr">
              <a:lnSpc>
                <a:spcPct val="100000"/>
              </a:lnSpc>
            </a:pPr>
            <a:r>
              <a:rPr lang="en-US" altLang="ja-JP" sz="1800" kern="0" dirty="0"/>
              <a:t>shioya@ci.i.u-tokyo.ac.jp</a:t>
            </a:r>
            <a:endParaRPr lang="ja-JP" altLang="en-US" sz="1800" kern="0" dirty="0"/>
          </a:p>
        </p:txBody>
      </p:sp>
    </p:spTree>
    <p:extLst>
      <p:ext uri="{BB962C8B-B14F-4D97-AF65-F5344CB8AC3E}">
        <p14:creationId xmlns:p14="http://schemas.microsoft.com/office/powerpoint/2010/main" val="1017800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71B5CE-103F-E7D4-71CD-5F82553F6E3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8D30C46-AF0D-578E-0D7C-D4EC472058CC}"/>
              </a:ext>
            </a:extLst>
          </p:cNvPr>
          <p:cNvSpPr>
            <a:spLocks noGrp="1"/>
          </p:cNvSpPr>
          <p:nvPr>
            <p:ph type="title"/>
          </p:nvPr>
        </p:nvSpPr>
        <p:spPr>
          <a:xfrm>
            <a:off x="1415948" y="0"/>
            <a:ext cx="10776052" cy="908972"/>
          </a:xfrm>
        </p:spPr>
        <p:txBody>
          <a:bodyPr/>
          <a:lstStyle/>
          <a:p>
            <a:r>
              <a:rPr kumimoji="1" lang="ja-JP" altLang="en-US" dirty="0"/>
              <a:t>本日の</a:t>
            </a:r>
            <a:r>
              <a:rPr lang="ja-JP" altLang="en-US" dirty="0"/>
              <a:t>話題</a:t>
            </a:r>
            <a:r>
              <a:rPr kumimoji="1" lang="ja-JP" altLang="en-US" dirty="0"/>
              <a:t>：</a:t>
            </a:r>
            <a:r>
              <a:rPr kumimoji="1" lang="en-US" altLang="ja-JP" dirty="0"/>
              <a:t>Graphics Processing Unit</a:t>
            </a:r>
            <a:r>
              <a:rPr kumimoji="1" lang="ja-JP" altLang="en-US" dirty="0"/>
              <a:t>（</a:t>
            </a:r>
            <a:r>
              <a:rPr kumimoji="1" lang="en-US" altLang="ja-JP" dirty="0"/>
              <a:t>GPU</a:t>
            </a:r>
            <a:r>
              <a:rPr kumimoji="1" lang="ja-JP" altLang="en-US" dirty="0"/>
              <a:t>）</a:t>
            </a:r>
          </a:p>
        </p:txBody>
      </p:sp>
      <p:sp>
        <p:nvSpPr>
          <p:cNvPr id="3" name="テキスト プレースホルダー 2">
            <a:extLst>
              <a:ext uri="{FF2B5EF4-FFF2-40B4-BE49-F238E27FC236}">
                <a16:creationId xmlns:a16="http://schemas.microsoft.com/office/drawing/2014/main" id="{7D3CF643-4EE9-12EC-A831-304716F0B742}"/>
              </a:ext>
            </a:extLst>
          </p:cNvPr>
          <p:cNvSpPr>
            <a:spLocks noGrp="1"/>
          </p:cNvSpPr>
          <p:nvPr>
            <p:ph type="body" sz="quarter" idx="10"/>
          </p:nvPr>
        </p:nvSpPr>
        <p:spPr/>
        <p:txBody>
          <a:bodyPr/>
          <a:lstStyle/>
          <a:p>
            <a:r>
              <a:rPr kumimoji="1" lang="en-US" altLang="ja-JP" dirty="0"/>
              <a:t>GPU</a:t>
            </a:r>
          </a:p>
          <a:p>
            <a:pPr lvl="1"/>
            <a:r>
              <a:rPr kumimoji="1" lang="ja-JP" altLang="en-US" dirty="0"/>
              <a:t>もともとはグラフィックを高速に処理するためにあった</a:t>
            </a:r>
            <a:endParaRPr kumimoji="1" lang="en-US" altLang="ja-JP" dirty="0"/>
          </a:p>
          <a:p>
            <a:r>
              <a:rPr lang="en-US" altLang="ja-JP" dirty="0">
                <a:solidFill>
                  <a:schemeClr val="accent5"/>
                </a:solidFill>
              </a:rPr>
              <a:t>GP-GPU</a:t>
            </a:r>
            <a:r>
              <a:rPr lang="ja-JP" altLang="en-US" dirty="0">
                <a:solidFill>
                  <a:schemeClr val="accent5"/>
                </a:solidFill>
              </a:rPr>
              <a:t>（</a:t>
            </a:r>
            <a:r>
              <a:rPr lang="en-US" altLang="ja-JP" dirty="0">
                <a:solidFill>
                  <a:schemeClr val="accent5"/>
                </a:solidFill>
              </a:rPr>
              <a:t>General Purpose computing on GPU</a:t>
            </a:r>
            <a:r>
              <a:rPr lang="ja-JP" altLang="en-US" dirty="0">
                <a:solidFill>
                  <a:schemeClr val="accent5"/>
                </a:solidFill>
              </a:rPr>
              <a:t>）</a:t>
            </a:r>
            <a:endParaRPr lang="en-US" altLang="ja-JP" dirty="0">
              <a:solidFill>
                <a:schemeClr val="accent5"/>
              </a:solidFill>
            </a:endParaRPr>
          </a:p>
          <a:p>
            <a:pPr lvl="1"/>
            <a:r>
              <a:rPr kumimoji="1" lang="ja-JP" altLang="en-US" dirty="0"/>
              <a:t>グラフィック以外に，汎用の計算に </a:t>
            </a:r>
            <a:r>
              <a:rPr kumimoji="1" lang="en-US" altLang="ja-JP" dirty="0"/>
              <a:t>GPU </a:t>
            </a:r>
            <a:r>
              <a:rPr kumimoji="1" lang="ja-JP" altLang="en-US" dirty="0"/>
              <a:t>を使用する使い方</a:t>
            </a:r>
            <a:endParaRPr kumimoji="1" lang="en-US" altLang="ja-JP" dirty="0"/>
          </a:p>
          <a:p>
            <a:pPr lvl="1"/>
            <a:r>
              <a:rPr lang="ja-JP" altLang="en-US" dirty="0">
                <a:solidFill>
                  <a:schemeClr val="accent5"/>
                </a:solidFill>
              </a:rPr>
              <a:t>大量の単純な処理の繰り返しが得意</a:t>
            </a:r>
            <a:endParaRPr lang="en-US" altLang="ja-JP" dirty="0">
              <a:solidFill>
                <a:schemeClr val="accent5"/>
              </a:solidFill>
            </a:endParaRPr>
          </a:p>
          <a:p>
            <a:pPr lvl="2"/>
            <a:r>
              <a:rPr lang="ja-JP" altLang="en-US" dirty="0"/>
              <a:t>行列積 → 機械学習，科学技術計算</a:t>
            </a:r>
            <a:endParaRPr lang="en-US" altLang="ja-JP" dirty="0"/>
          </a:p>
          <a:p>
            <a:pPr lvl="2"/>
            <a:r>
              <a:rPr kumimoji="1" lang="ja-JP" altLang="en-US" dirty="0"/>
              <a:t>仮想通貨のマイニング</a:t>
            </a:r>
            <a:endParaRPr kumimoji="1" lang="en-US" altLang="ja-JP" dirty="0"/>
          </a:p>
          <a:p>
            <a:r>
              <a:rPr lang="ja-JP" altLang="en-US" dirty="0"/>
              <a:t>この講義では </a:t>
            </a:r>
            <a:r>
              <a:rPr lang="en-US" altLang="ja-JP" dirty="0"/>
              <a:t>GP-GPU </a:t>
            </a:r>
            <a:r>
              <a:rPr lang="ja-JP" altLang="en-US" dirty="0"/>
              <a:t>での使用を前提として説明</a:t>
            </a:r>
            <a:endParaRPr lang="en-US" altLang="ja-JP" dirty="0"/>
          </a:p>
          <a:p>
            <a:pPr lvl="1"/>
            <a:r>
              <a:rPr lang="ja-JP" altLang="en-US" dirty="0"/>
              <a:t>以降で「</a:t>
            </a:r>
            <a:r>
              <a:rPr lang="en-US" altLang="ja-JP" dirty="0"/>
              <a:t>GPU</a:t>
            </a:r>
            <a:r>
              <a:rPr lang="ja-JP" altLang="en-US" dirty="0"/>
              <a:t>」と言った場合，</a:t>
            </a:r>
            <a:r>
              <a:rPr lang="en-US" altLang="ja-JP" dirty="0"/>
              <a:t>GP-GPU </a:t>
            </a:r>
            <a:r>
              <a:rPr lang="ja-JP" altLang="en-US" dirty="0"/>
              <a:t>での使用を仮定</a:t>
            </a:r>
            <a:endParaRPr lang="en-US" altLang="ja-JP" dirty="0"/>
          </a:p>
          <a:p>
            <a:pPr lvl="1"/>
            <a:r>
              <a:rPr lang="ja-JP" altLang="en-US" dirty="0"/>
              <a:t>グラフィックのための機能には基本触れない</a:t>
            </a:r>
            <a:endParaRPr lang="en-US" altLang="ja-JP" dirty="0"/>
          </a:p>
        </p:txBody>
      </p:sp>
    </p:spTree>
    <p:extLst>
      <p:ext uri="{BB962C8B-B14F-4D97-AF65-F5344CB8AC3E}">
        <p14:creationId xmlns:p14="http://schemas.microsoft.com/office/powerpoint/2010/main" val="157693292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目的</a:t>
            </a:r>
          </a:p>
        </p:txBody>
      </p:sp>
      <p:sp>
        <p:nvSpPr>
          <p:cNvPr id="3" name="テキスト プレースホルダー 2"/>
          <p:cNvSpPr>
            <a:spLocks noGrp="1"/>
          </p:cNvSpPr>
          <p:nvPr>
            <p:ph type="body" sz="quarter" idx="10"/>
          </p:nvPr>
        </p:nvSpPr>
        <p:spPr>
          <a:xfrm>
            <a:off x="1055944" y="1988984"/>
            <a:ext cx="10260114" cy="4590051"/>
          </a:xfrm>
        </p:spPr>
        <p:txBody>
          <a:bodyPr anchor="t"/>
          <a:lstStyle/>
          <a:p>
            <a:r>
              <a:rPr lang="ja-JP" altLang="en-US" dirty="0"/>
              <a:t>以下を大ざっぱにでも理解してもらう</a:t>
            </a:r>
            <a:endParaRPr lang="en-US" altLang="ja-JP" dirty="0"/>
          </a:p>
          <a:p>
            <a:pPr lvl="1"/>
            <a:r>
              <a:rPr lang="en-US" altLang="ja-JP" dirty="0"/>
              <a:t>GPU </a:t>
            </a:r>
            <a:r>
              <a:rPr lang="ja-JP" altLang="en-US" dirty="0"/>
              <a:t>は </a:t>
            </a:r>
            <a:r>
              <a:rPr lang="en-US" altLang="ja-JP" dirty="0"/>
              <a:t>CPU </a:t>
            </a:r>
            <a:r>
              <a:rPr lang="ja-JP" altLang="en-US" dirty="0"/>
              <a:t>とは何が違うのか？</a:t>
            </a:r>
            <a:endParaRPr lang="en-US" altLang="ja-JP" dirty="0"/>
          </a:p>
          <a:p>
            <a:pPr lvl="1"/>
            <a:r>
              <a:rPr lang="ja-JP" altLang="en-US" dirty="0"/>
              <a:t>なぜ </a:t>
            </a:r>
            <a:r>
              <a:rPr lang="en-US" altLang="ja-JP" dirty="0"/>
              <a:t>GPU </a:t>
            </a:r>
            <a:r>
              <a:rPr lang="ja-JP" altLang="en-US" dirty="0"/>
              <a:t>やアクセラレータは，</a:t>
            </a:r>
            <a:r>
              <a:rPr lang="en-US" altLang="ja-JP" dirty="0"/>
              <a:t>AI </a:t>
            </a:r>
            <a:r>
              <a:rPr lang="ja-JP" altLang="en-US" dirty="0"/>
              <a:t>において高速で効率が良いのか？</a:t>
            </a:r>
            <a:endParaRPr lang="en-US" altLang="ja-JP" dirty="0"/>
          </a:p>
        </p:txBody>
      </p:sp>
    </p:spTree>
    <p:extLst>
      <p:ext uri="{BB962C8B-B14F-4D97-AF65-F5344CB8AC3E}">
        <p14:creationId xmlns:p14="http://schemas.microsoft.com/office/powerpoint/2010/main" val="358227396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E6D1E69-4F7A-F4A7-91CA-426ABB8B08C8}"/>
              </a:ext>
            </a:extLst>
          </p:cNvPr>
          <p:cNvSpPr>
            <a:spLocks noGrp="1"/>
          </p:cNvSpPr>
          <p:nvPr>
            <p:ph type="title"/>
          </p:nvPr>
        </p:nvSpPr>
        <p:spPr>
          <a:xfrm>
            <a:off x="1055944" y="0"/>
            <a:ext cx="10776052" cy="908972"/>
          </a:xfrm>
        </p:spPr>
        <p:txBody>
          <a:bodyPr/>
          <a:lstStyle/>
          <a:p>
            <a:r>
              <a:rPr kumimoji="1" lang="en-US" altLang="ja-JP" sz="2800" dirty="0"/>
              <a:t>Apple A18P/M4 CPU </a:t>
            </a:r>
            <a:r>
              <a:rPr kumimoji="1" lang="ja-JP" altLang="en-US" sz="2800" dirty="0"/>
              <a:t>と </a:t>
            </a:r>
            <a:r>
              <a:rPr lang="en-US" altLang="ja-JP" sz="2800" dirty="0"/>
              <a:t>NVIDIA GPU (Turing)</a:t>
            </a:r>
            <a:br>
              <a:rPr lang="en-US" altLang="ja-JP" sz="2800" dirty="0"/>
            </a:br>
            <a:r>
              <a:rPr lang="ja-JP" altLang="en-US" sz="1800" dirty="0"/>
              <a:t>モジュール表す箱が色々描かれているが，ターゲットアプリが構造に与えている影響を説明したい</a:t>
            </a:r>
            <a:endParaRPr kumimoji="1" lang="ja-JP" altLang="en-US" sz="2800" dirty="0"/>
          </a:p>
        </p:txBody>
      </p:sp>
      <p:sp>
        <p:nvSpPr>
          <p:cNvPr id="3" name="テキスト プレースホルダー 2">
            <a:extLst>
              <a:ext uri="{FF2B5EF4-FFF2-40B4-BE49-F238E27FC236}">
                <a16:creationId xmlns:a16="http://schemas.microsoft.com/office/drawing/2014/main" id="{E4AA41DC-2309-BD68-03B9-8F44F7E66FB1}"/>
              </a:ext>
            </a:extLst>
          </p:cNvPr>
          <p:cNvSpPr>
            <a:spLocks noGrp="1"/>
          </p:cNvSpPr>
          <p:nvPr>
            <p:ph type="body" sz="quarter" idx="10"/>
          </p:nvPr>
        </p:nvSpPr>
        <p:spPr>
          <a:xfrm>
            <a:off x="515939" y="6219030"/>
            <a:ext cx="10890120" cy="450005"/>
          </a:xfrm>
        </p:spPr>
        <p:txBody>
          <a:bodyPr/>
          <a:lstStyle/>
          <a:p>
            <a:pPr lvl="1"/>
            <a:r>
              <a:rPr lang="en-US" altLang="ja-JP" sz="1050" dirty="0" err="1"/>
              <a:t>Cardyak’s</a:t>
            </a:r>
            <a:r>
              <a:rPr lang="en-US" altLang="ja-JP" sz="1050" dirty="0"/>
              <a:t> Microarchitecture Cheat Sheet </a:t>
            </a:r>
            <a:r>
              <a:rPr lang="ja-JP" altLang="en-US" sz="1050" dirty="0"/>
              <a:t>より</a:t>
            </a:r>
            <a:br>
              <a:rPr lang="en-US" altLang="ja-JP" sz="1050" dirty="0"/>
            </a:br>
            <a:r>
              <a:rPr lang="en-US" altLang="ja-JP" sz="1050" dirty="0">
                <a:hlinkClick r:id="rId2"/>
              </a:rPr>
              <a:t>https://docs.google.com/spreadsheets/d/18ln8SKIGRK5_6NymgdB9oLbTJCFwx0iFI-vUs6WFyuE/edit?gid=1076260513#gid=1076260513</a:t>
            </a:r>
            <a:endParaRPr lang="en-US" altLang="ja-JP" sz="1050" dirty="0"/>
          </a:p>
          <a:p>
            <a:pPr lvl="1"/>
            <a:r>
              <a:rPr kumimoji="1" lang="pt-BR" altLang="ja-JP" sz="1050" dirty="0"/>
              <a:t>Rodrigo Huerta e</a:t>
            </a:r>
            <a:r>
              <a:rPr kumimoji="1" lang="en-US" altLang="ja-JP" sz="1050" dirty="0"/>
              <a:t>t al., Dissecting and Modeling the Architecture of Modern GPU Cores</a:t>
            </a:r>
            <a:r>
              <a:rPr kumimoji="1" lang="pt-BR" altLang="ja-JP" sz="1050" dirty="0"/>
              <a:t> </a:t>
            </a:r>
            <a:r>
              <a:rPr kumimoji="1" lang="ja-JP" altLang="en-US" sz="1050" dirty="0"/>
              <a:t>より </a:t>
            </a:r>
            <a:r>
              <a:rPr lang="en-US" altLang="ja-JP" sz="1050" dirty="0">
                <a:hlinkClick r:id="rId3"/>
              </a:rPr>
              <a:t>https://dl.acm.org/doi/10.1145/3725843.3756041</a:t>
            </a:r>
            <a:endParaRPr lang="en-US" altLang="ja-JP" sz="1050" dirty="0"/>
          </a:p>
          <a:p>
            <a:pPr lvl="1"/>
            <a:endParaRPr lang="en-US" altLang="ja-JP" sz="1050" dirty="0"/>
          </a:p>
        </p:txBody>
      </p:sp>
      <p:pic>
        <p:nvPicPr>
          <p:cNvPr id="7" name="図 6" descr="グラフィカル ユーザー インターフェイス, アプリケーション&#10;&#10;AI 生成コンテンツは誤りを含む可能性があります。">
            <a:extLst>
              <a:ext uri="{FF2B5EF4-FFF2-40B4-BE49-F238E27FC236}">
                <a16:creationId xmlns:a16="http://schemas.microsoft.com/office/drawing/2014/main" id="{D99D4E55-3965-04D2-D82A-653399EA4AD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95940" y="1178975"/>
            <a:ext cx="5715461" cy="4140046"/>
          </a:xfrm>
          <a:prstGeom prst="rect">
            <a:avLst/>
          </a:prstGeom>
        </p:spPr>
      </p:pic>
      <p:pic>
        <p:nvPicPr>
          <p:cNvPr id="5" name="図 4">
            <a:extLst>
              <a:ext uri="{FF2B5EF4-FFF2-40B4-BE49-F238E27FC236}">
                <a16:creationId xmlns:a16="http://schemas.microsoft.com/office/drawing/2014/main" id="{ED30981F-A1F3-4304-CB02-FCE99F139778}"/>
              </a:ext>
            </a:extLst>
          </p:cNvPr>
          <p:cNvPicPr>
            <a:picLocks noChangeAspect="1"/>
          </p:cNvPicPr>
          <p:nvPr/>
        </p:nvPicPr>
        <p:blipFill>
          <a:blip r:embed="rId5"/>
          <a:stretch>
            <a:fillRect/>
          </a:stretch>
        </p:blipFill>
        <p:spPr>
          <a:xfrm>
            <a:off x="6816009" y="998973"/>
            <a:ext cx="4860054" cy="4871589"/>
          </a:xfrm>
          <a:prstGeom prst="rect">
            <a:avLst/>
          </a:prstGeom>
        </p:spPr>
      </p:pic>
    </p:spTree>
    <p:extLst>
      <p:ext uri="{BB962C8B-B14F-4D97-AF65-F5344CB8AC3E}">
        <p14:creationId xmlns:p14="http://schemas.microsoft.com/office/powerpoint/2010/main" val="270138818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2FF2E6-FEAA-4032-8A9B-C56ADB0FDEF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D431125-6EBA-2932-C56E-A0BD3A7F8BF9}"/>
              </a:ext>
            </a:extLst>
          </p:cNvPr>
          <p:cNvSpPr>
            <a:spLocks noGrp="1"/>
          </p:cNvSpPr>
          <p:nvPr>
            <p:ph type="title"/>
          </p:nvPr>
        </p:nvSpPr>
        <p:spPr/>
        <p:txBody>
          <a:bodyPr/>
          <a:lstStyle/>
          <a:p>
            <a:r>
              <a:rPr kumimoji="1" lang="ja-JP" altLang="en-US" dirty="0"/>
              <a:t>目的と目標</a:t>
            </a:r>
          </a:p>
        </p:txBody>
      </p:sp>
      <p:sp>
        <p:nvSpPr>
          <p:cNvPr id="3" name="テキスト プレースホルダー 2">
            <a:extLst>
              <a:ext uri="{FF2B5EF4-FFF2-40B4-BE49-F238E27FC236}">
                <a16:creationId xmlns:a16="http://schemas.microsoft.com/office/drawing/2014/main" id="{07F08FFE-1221-F60B-46F7-0DBB68240B53}"/>
              </a:ext>
            </a:extLst>
          </p:cNvPr>
          <p:cNvSpPr>
            <a:spLocks noGrp="1"/>
          </p:cNvSpPr>
          <p:nvPr>
            <p:ph type="body" sz="quarter" idx="10"/>
          </p:nvPr>
        </p:nvSpPr>
        <p:spPr>
          <a:xfrm>
            <a:off x="1055944" y="1088974"/>
            <a:ext cx="10260114" cy="5490061"/>
          </a:xfrm>
        </p:spPr>
        <p:txBody>
          <a:bodyPr/>
          <a:lstStyle/>
          <a:p>
            <a:r>
              <a:rPr lang="ja-JP" altLang="en-US" dirty="0"/>
              <a:t>目的：以下を大ざっぱにでも理解してもらう</a:t>
            </a:r>
            <a:endParaRPr lang="en-US" altLang="ja-JP" dirty="0"/>
          </a:p>
          <a:p>
            <a:pPr lvl="1"/>
            <a:r>
              <a:rPr lang="en-US" altLang="ja-JP" dirty="0"/>
              <a:t>GPU </a:t>
            </a:r>
            <a:r>
              <a:rPr lang="ja-JP" altLang="en-US" dirty="0"/>
              <a:t>は </a:t>
            </a:r>
            <a:r>
              <a:rPr lang="en-US" altLang="ja-JP" dirty="0"/>
              <a:t>CPU </a:t>
            </a:r>
            <a:r>
              <a:rPr lang="ja-JP" altLang="en-US" dirty="0"/>
              <a:t>とは何が違うのか？</a:t>
            </a:r>
            <a:endParaRPr lang="en-US" altLang="ja-JP" dirty="0"/>
          </a:p>
          <a:p>
            <a:pPr lvl="1"/>
            <a:r>
              <a:rPr lang="ja-JP" altLang="en-US" dirty="0"/>
              <a:t>なぜ </a:t>
            </a:r>
            <a:r>
              <a:rPr lang="en-US" altLang="ja-JP" dirty="0"/>
              <a:t>GPU </a:t>
            </a:r>
            <a:r>
              <a:rPr lang="ja-JP" altLang="en-US" dirty="0"/>
              <a:t>やアクセラレータは，</a:t>
            </a:r>
            <a:r>
              <a:rPr lang="en-US" altLang="ja-JP" dirty="0"/>
              <a:t>AI </a:t>
            </a:r>
            <a:r>
              <a:rPr lang="ja-JP" altLang="en-US" dirty="0"/>
              <a:t>で高速で効率が良いのか？</a:t>
            </a:r>
            <a:endParaRPr lang="en-US" altLang="ja-JP" dirty="0"/>
          </a:p>
          <a:p>
            <a:r>
              <a:rPr lang="ja-JP" altLang="en-US" dirty="0"/>
              <a:t>「</a:t>
            </a:r>
            <a:r>
              <a:rPr lang="en-US" altLang="ja-JP" dirty="0"/>
              <a:t>GPU </a:t>
            </a:r>
            <a:r>
              <a:rPr lang="ja-JP" altLang="en-US" dirty="0"/>
              <a:t>は </a:t>
            </a:r>
            <a:r>
              <a:rPr lang="en-US" altLang="ja-JP" dirty="0"/>
              <a:t>CPU </a:t>
            </a:r>
            <a:r>
              <a:rPr lang="ja-JP" altLang="en-US" dirty="0"/>
              <a:t>より単純な小さいコアをよりたくさん積んでいるため性能が高い」</a:t>
            </a:r>
            <a:endParaRPr lang="en-US" altLang="ja-JP" dirty="0"/>
          </a:p>
          <a:p>
            <a:pPr lvl="1"/>
            <a:r>
              <a:rPr lang="ja-JP" altLang="en-US" dirty="0"/>
              <a:t>しかし･･･</a:t>
            </a:r>
            <a:endParaRPr lang="en-US" altLang="ja-JP" dirty="0"/>
          </a:p>
          <a:p>
            <a:pPr lvl="2"/>
            <a:r>
              <a:rPr lang="ja-JP" altLang="en-US" dirty="0"/>
              <a:t>なぜ </a:t>
            </a:r>
            <a:r>
              <a:rPr lang="en-US" altLang="ja-JP" dirty="0"/>
              <a:t>GPU </a:t>
            </a:r>
            <a:r>
              <a:rPr lang="ja-JP" altLang="en-US" dirty="0"/>
              <a:t>では小さく単純にできる？ </a:t>
            </a:r>
            <a:endParaRPr lang="en-US" altLang="ja-JP" dirty="0"/>
          </a:p>
          <a:p>
            <a:pPr lvl="2"/>
            <a:r>
              <a:rPr lang="ja-JP" altLang="en-US" dirty="0"/>
              <a:t>そもそも「小さい」とか「単純」とはどういうこと？</a:t>
            </a:r>
            <a:endParaRPr lang="en-US" altLang="ja-JP" dirty="0"/>
          </a:p>
          <a:p>
            <a:r>
              <a:rPr lang="ja-JP" altLang="en-US" dirty="0"/>
              <a:t>これらの疑問に答えられるようにしたい</a:t>
            </a:r>
            <a:endParaRPr lang="en-US" altLang="ja-JP" dirty="0"/>
          </a:p>
        </p:txBody>
      </p:sp>
    </p:spTree>
    <p:extLst>
      <p:ext uri="{BB962C8B-B14F-4D97-AF65-F5344CB8AC3E}">
        <p14:creationId xmlns:p14="http://schemas.microsoft.com/office/powerpoint/2010/main" val="2305248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EDB49F4-C802-C22D-79C9-A991BE044A25}"/>
              </a:ext>
            </a:extLst>
          </p:cNvPr>
          <p:cNvSpPr>
            <a:spLocks noGrp="1"/>
          </p:cNvSpPr>
          <p:nvPr>
            <p:ph type="title"/>
          </p:nvPr>
        </p:nvSpPr>
        <p:spPr/>
        <p:txBody>
          <a:bodyPr/>
          <a:lstStyle/>
          <a:p>
            <a:r>
              <a:rPr kumimoji="1" lang="ja-JP" altLang="en-US" dirty="0"/>
              <a:t>なぜ </a:t>
            </a:r>
            <a:r>
              <a:rPr kumimoji="1" lang="en-US" altLang="ja-JP" dirty="0"/>
              <a:t>GPU </a:t>
            </a:r>
            <a:r>
              <a:rPr lang="ja-JP" altLang="en-US" dirty="0"/>
              <a:t>などハードウェア</a:t>
            </a:r>
            <a:r>
              <a:rPr kumimoji="1" lang="ja-JP" altLang="en-US" dirty="0"/>
              <a:t>の仕組みを学ぶのか？</a:t>
            </a:r>
          </a:p>
        </p:txBody>
      </p:sp>
      <p:sp>
        <p:nvSpPr>
          <p:cNvPr id="3" name="テキスト プレースホルダー 2">
            <a:extLst>
              <a:ext uri="{FF2B5EF4-FFF2-40B4-BE49-F238E27FC236}">
                <a16:creationId xmlns:a16="http://schemas.microsoft.com/office/drawing/2014/main" id="{6D3383EC-D68E-D0EC-D65E-5367E360AABC}"/>
              </a:ext>
            </a:extLst>
          </p:cNvPr>
          <p:cNvSpPr>
            <a:spLocks noGrp="1"/>
          </p:cNvSpPr>
          <p:nvPr>
            <p:ph type="body" sz="quarter" idx="10"/>
          </p:nvPr>
        </p:nvSpPr>
        <p:spPr>
          <a:xfrm>
            <a:off x="1145945" y="1088974"/>
            <a:ext cx="9270103" cy="5490061"/>
          </a:xfrm>
        </p:spPr>
        <p:txBody>
          <a:bodyPr/>
          <a:lstStyle/>
          <a:p>
            <a:r>
              <a:rPr kumimoji="1" lang="ja-JP" altLang="en-US" dirty="0"/>
              <a:t>理解してほしいこと</a:t>
            </a:r>
            <a:endParaRPr kumimoji="1" lang="en-US" altLang="ja-JP" dirty="0"/>
          </a:p>
          <a:p>
            <a:pPr lvl="1"/>
            <a:r>
              <a:rPr kumimoji="1" lang="ja-JP" altLang="en-US" dirty="0"/>
              <a:t>なにが得意なのか</a:t>
            </a:r>
            <a:endParaRPr kumimoji="1" lang="en-US" altLang="ja-JP" dirty="0"/>
          </a:p>
          <a:p>
            <a:pPr lvl="1"/>
            <a:r>
              <a:rPr kumimoji="1" lang="ja-JP" altLang="en-US" dirty="0"/>
              <a:t>なぜその形になっているのか</a:t>
            </a:r>
            <a:endParaRPr kumimoji="1" lang="en-US" altLang="ja-JP" dirty="0"/>
          </a:p>
          <a:p>
            <a:pPr lvl="1"/>
            <a:r>
              <a:rPr lang="ja-JP" altLang="en-US" dirty="0"/>
              <a:t>どうして効率が良いのか</a:t>
            </a:r>
            <a:endParaRPr lang="en-US" altLang="ja-JP" dirty="0"/>
          </a:p>
          <a:p>
            <a:r>
              <a:rPr lang="ja-JP" altLang="en-US" dirty="0"/>
              <a:t>理解すると できること</a:t>
            </a:r>
            <a:endParaRPr lang="en-US" altLang="ja-JP" dirty="0"/>
          </a:p>
          <a:p>
            <a:pPr lvl="1"/>
            <a:r>
              <a:rPr lang="en-US" altLang="ja-JP" dirty="0"/>
              <a:t>CPU </a:t>
            </a:r>
            <a:r>
              <a:rPr lang="ja-JP" altLang="en-US" dirty="0"/>
              <a:t>と </a:t>
            </a:r>
            <a:r>
              <a:rPr lang="en-US" altLang="ja-JP" dirty="0"/>
              <a:t>GPU </a:t>
            </a:r>
            <a:r>
              <a:rPr lang="ja-JP" altLang="en-US" dirty="0"/>
              <a:t>の役割分担がみえる</a:t>
            </a:r>
            <a:endParaRPr lang="en-US" altLang="ja-JP" dirty="0"/>
          </a:p>
          <a:p>
            <a:pPr lvl="1"/>
            <a:r>
              <a:rPr lang="ja-JP" altLang="en-US" dirty="0"/>
              <a:t>製品の速度・電力効率を桁があってるぐらいのレベルで見積もれる</a:t>
            </a:r>
            <a:endParaRPr lang="en-US" altLang="ja-JP" dirty="0"/>
          </a:p>
          <a:p>
            <a:pPr lvl="1"/>
            <a:r>
              <a:rPr kumimoji="1" lang="ja-JP" altLang="en-US" dirty="0"/>
              <a:t>仕組みがわかるとより高速・高効率なソフトウェアが</a:t>
            </a:r>
            <a:r>
              <a:rPr lang="ja-JP" altLang="en-US" dirty="0"/>
              <a:t>書ける</a:t>
            </a:r>
            <a:endParaRPr kumimoji="1" lang="en-US" altLang="ja-JP" dirty="0"/>
          </a:p>
          <a:p>
            <a:r>
              <a:rPr lang="ja-JP" altLang="en-US" dirty="0"/>
              <a:t>直感を身につける</a:t>
            </a:r>
          </a:p>
          <a:p>
            <a:pPr lvl="1"/>
            <a:r>
              <a:rPr lang="ja-JP" altLang="en-US" dirty="0"/>
              <a:t>明らかに </a:t>
            </a:r>
            <a:r>
              <a:rPr lang="en-US" altLang="ja-JP" dirty="0"/>
              <a:t>GPU (or CPU) </a:t>
            </a:r>
            <a:r>
              <a:rPr lang="ja-JP" altLang="en-US" dirty="0"/>
              <a:t>でやるべきではない処理をやらない</a:t>
            </a:r>
          </a:p>
          <a:p>
            <a:pPr lvl="1"/>
            <a:r>
              <a:rPr lang="ja-JP" altLang="en-US" dirty="0"/>
              <a:t>新ハードの変なマーケティングに振り回されない</a:t>
            </a:r>
            <a:endParaRPr lang="en-US" altLang="ja-JP" dirty="0"/>
          </a:p>
        </p:txBody>
      </p:sp>
    </p:spTree>
    <p:extLst>
      <p:ext uri="{BB962C8B-B14F-4D97-AF65-F5344CB8AC3E}">
        <p14:creationId xmlns:p14="http://schemas.microsoft.com/office/powerpoint/2010/main" val="342648782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47EA1B8-C7F6-689D-2251-083F65C7AB70}"/>
              </a:ext>
            </a:extLst>
          </p:cNvPr>
          <p:cNvSpPr>
            <a:spLocks noGrp="1"/>
          </p:cNvSpPr>
          <p:nvPr>
            <p:ph type="title"/>
          </p:nvPr>
        </p:nvSpPr>
        <p:spPr/>
        <p:txBody>
          <a:bodyPr/>
          <a:lstStyle/>
          <a:p>
            <a:r>
              <a:rPr kumimoji="1" lang="ja-JP" altLang="en-US" dirty="0"/>
              <a:t>想定する聴衆と説明の方針</a:t>
            </a:r>
          </a:p>
        </p:txBody>
      </p:sp>
      <p:sp>
        <p:nvSpPr>
          <p:cNvPr id="3" name="テキスト プレースホルダー 2">
            <a:extLst>
              <a:ext uri="{FF2B5EF4-FFF2-40B4-BE49-F238E27FC236}">
                <a16:creationId xmlns:a16="http://schemas.microsoft.com/office/drawing/2014/main" id="{FD4C20B4-8CEE-B191-3419-997C4F3C6BFB}"/>
              </a:ext>
            </a:extLst>
          </p:cNvPr>
          <p:cNvSpPr>
            <a:spLocks noGrp="1"/>
          </p:cNvSpPr>
          <p:nvPr>
            <p:ph type="body" sz="quarter" idx="10"/>
          </p:nvPr>
        </p:nvSpPr>
        <p:spPr/>
        <p:txBody>
          <a:bodyPr/>
          <a:lstStyle/>
          <a:p>
            <a:r>
              <a:rPr kumimoji="1" lang="ja-JP" altLang="en-US" dirty="0"/>
              <a:t>想定：</a:t>
            </a:r>
            <a:endParaRPr kumimoji="1" lang="en-US" altLang="ja-JP" dirty="0"/>
          </a:p>
          <a:p>
            <a:pPr lvl="1"/>
            <a:r>
              <a:rPr kumimoji="1" lang="ja-JP" altLang="en-US" dirty="0"/>
              <a:t>プログラムはある程度書いたことがある</a:t>
            </a:r>
            <a:endParaRPr kumimoji="1" lang="en-US" altLang="ja-JP" dirty="0"/>
          </a:p>
          <a:p>
            <a:pPr lvl="1"/>
            <a:r>
              <a:rPr kumimoji="1" lang="ja-JP" altLang="en-US" dirty="0"/>
              <a:t>半導体やアーキテクチャの事は基本あまりしらない</a:t>
            </a:r>
            <a:endParaRPr kumimoji="1" lang="en-US" altLang="ja-JP" dirty="0"/>
          </a:p>
          <a:p>
            <a:r>
              <a:rPr lang="ja-JP" altLang="en-US" dirty="0"/>
              <a:t>方針：</a:t>
            </a:r>
            <a:endParaRPr lang="en-US" altLang="ja-JP" dirty="0"/>
          </a:p>
          <a:p>
            <a:pPr lvl="1"/>
            <a:r>
              <a:rPr kumimoji="1" lang="ja-JP" altLang="en-US" dirty="0"/>
              <a:t>なるべく専門用語や概念を廃して，身近な例で説明したい</a:t>
            </a:r>
            <a:endParaRPr kumimoji="1" lang="en-US" altLang="ja-JP" dirty="0"/>
          </a:p>
          <a:p>
            <a:pPr lvl="2"/>
            <a:r>
              <a:rPr lang="ja-JP" altLang="en-US" dirty="0"/>
              <a:t>水とカレー屋さんの話が続きます</a:t>
            </a:r>
            <a:endParaRPr kumimoji="1" lang="en-US" altLang="ja-JP" dirty="0"/>
          </a:p>
          <a:p>
            <a:pPr lvl="2"/>
            <a:r>
              <a:rPr lang="ja-JP" altLang="en-US" dirty="0"/>
              <a:t>（返ってややこしくなっているかもしれない</a:t>
            </a:r>
            <a:endParaRPr kumimoji="1" lang="en-US" altLang="ja-JP" dirty="0"/>
          </a:p>
          <a:p>
            <a:pPr lvl="1"/>
            <a:r>
              <a:rPr kumimoji="1" lang="ja-JP" altLang="en-US" dirty="0"/>
              <a:t>特定の製品などに着目するよりは，その土台にある部分を説明する</a:t>
            </a:r>
            <a:endParaRPr kumimoji="1" lang="en-US" altLang="ja-JP" dirty="0"/>
          </a:p>
          <a:p>
            <a:pPr lvl="2"/>
            <a:r>
              <a:rPr lang="ja-JP" altLang="en-US" dirty="0"/>
              <a:t>将来に渡って，大きな基本はかわらない所の仕組みを言いたい</a:t>
            </a:r>
            <a:endParaRPr kumimoji="1" lang="ja-JP" altLang="en-US" dirty="0"/>
          </a:p>
        </p:txBody>
      </p:sp>
    </p:spTree>
    <p:extLst>
      <p:ext uri="{BB962C8B-B14F-4D97-AF65-F5344CB8AC3E}">
        <p14:creationId xmlns:p14="http://schemas.microsoft.com/office/powerpoint/2010/main" val="329656463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もくじ</a:t>
            </a:r>
          </a:p>
        </p:txBody>
      </p:sp>
      <p:sp>
        <p:nvSpPr>
          <p:cNvPr id="3" name="テキスト プレースホルダー 2"/>
          <p:cNvSpPr>
            <a:spLocks noGrp="1"/>
          </p:cNvSpPr>
          <p:nvPr>
            <p:ph type="body" sz="quarter" idx="10"/>
          </p:nvPr>
        </p:nvSpPr>
        <p:spPr/>
        <p:txBody>
          <a:bodyPr/>
          <a:lstStyle/>
          <a:p>
            <a:pPr marL="457200" indent="-457200">
              <a:buFont typeface="+mj-lt"/>
              <a:buAutoNum type="arabicPeriod"/>
            </a:pPr>
            <a:r>
              <a:rPr lang="ja-JP" altLang="en-US" dirty="0"/>
              <a:t>復習（長い）：</a:t>
            </a:r>
            <a:endParaRPr lang="en-US" altLang="ja-JP" dirty="0"/>
          </a:p>
          <a:p>
            <a:pPr marL="817200" lvl="1" indent="-457200">
              <a:buFont typeface="+mj-lt"/>
              <a:buAutoNum type="arabicPeriod"/>
            </a:pPr>
            <a:r>
              <a:rPr lang="ja-JP" altLang="en-US" dirty="0"/>
              <a:t>半導体における消費電力や効率</a:t>
            </a:r>
            <a:endParaRPr lang="en-US" altLang="ja-JP" dirty="0"/>
          </a:p>
          <a:p>
            <a:pPr marL="817200" lvl="1" indent="-457200">
              <a:buFont typeface="+mj-lt"/>
              <a:buAutoNum type="arabicPeriod"/>
            </a:pPr>
            <a:r>
              <a:rPr lang="en-US" altLang="ja-JP" dirty="0"/>
              <a:t>CPU </a:t>
            </a:r>
            <a:r>
              <a:rPr lang="ja-JP" altLang="en-US" dirty="0"/>
              <a:t>の基本</a:t>
            </a:r>
            <a:endParaRPr lang="en-US" altLang="ja-JP" dirty="0"/>
          </a:p>
          <a:p>
            <a:pPr marL="457200" indent="-457200">
              <a:buFont typeface="+mj-lt"/>
              <a:buAutoNum type="arabicPeriod"/>
            </a:pPr>
            <a:r>
              <a:rPr lang="en-US" altLang="ja-JP" dirty="0"/>
              <a:t>GPU </a:t>
            </a:r>
            <a:r>
              <a:rPr lang="ja-JP" altLang="en-US" dirty="0"/>
              <a:t>のアーキテクチャの意味</a:t>
            </a:r>
            <a:endParaRPr lang="en-US" altLang="ja-JP" dirty="0"/>
          </a:p>
          <a:p>
            <a:pPr marL="457200" indent="-457200">
              <a:buFont typeface="+mj-lt"/>
              <a:buAutoNum type="arabicPeriod"/>
            </a:pPr>
            <a:r>
              <a:rPr lang="ja-JP" altLang="en-US" dirty="0"/>
              <a:t>アクセラレータ</a:t>
            </a:r>
            <a:endParaRPr lang="en-US" altLang="ja-JP" dirty="0"/>
          </a:p>
          <a:p>
            <a:pPr marL="0" indent="0">
              <a:buNone/>
            </a:pPr>
            <a:r>
              <a:rPr lang="ja-JP" altLang="en-US" dirty="0"/>
              <a:t>土台になる部分を詳しめに復習</a:t>
            </a:r>
            <a:endParaRPr lang="en-US" altLang="ja-JP" dirty="0"/>
          </a:p>
        </p:txBody>
      </p:sp>
    </p:spTree>
    <p:extLst>
      <p:ext uri="{BB962C8B-B14F-4D97-AF65-F5344CB8AC3E}">
        <p14:creationId xmlns:p14="http://schemas.microsoft.com/office/powerpoint/2010/main" val="420726108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a:extLst>
              <a:ext uri="{FF2B5EF4-FFF2-40B4-BE49-F238E27FC236}">
                <a16:creationId xmlns:a16="http://schemas.microsoft.com/office/drawing/2014/main" id="{B120D4C2-1A60-54E4-3802-74B0AE3CA8B3}"/>
              </a:ext>
            </a:extLst>
          </p:cNvPr>
          <p:cNvSpPr>
            <a:spLocks noGrp="1"/>
          </p:cNvSpPr>
          <p:nvPr>
            <p:ph type="title"/>
          </p:nvPr>
        </p:nvSpPr>
        <p:spPr>
          <a:xfrm>
            <a:off x="1775952" y="2168986"/>
            <a:ext cx="8640096" cy="900010"/>
          </a:xfrm>
        </p:spPr>
        <p:txBody>
          <a:bodyPr/>
          <a:lstStyle/>
          <a:p>
            <a:r>
              <a:rPr lang="ja-JP" altLang="en-US" b="1" dirty="0"/>
              <a:t>半導体における消費電力や効率</a:t>
            </a:r>
            <a:endParaRPr lang="en-US" b="1" dirty="0"/>
          </a:p>
        </p:txBody>
      </p:sp>
    </p:spTree>
    <p:extLst>
      <p:ext uri="{BB962C8B-B14F-4D97-AF65-F5344CB8AC3E}">
        <p14:creationId xmlns:p14="http://schemas.microsoft.com/office/powerpoint/2010/main" val="3404274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7117E17-B3FC-B2E2-CEA8-964861055E33}"/>
              </a:ext>
            </a:extLst>
          </p:cNvPr>
          <p:cNvSpPr>
            <a:spLocks noGrp="1"/>
          </p:cNvSpPr>
          <p:nvPr>
            <p:ph type="title"/>
          </p:nvPr>
        </p:nvSpPr>
        <p:spPr/>
        <p:txBody>
          <a:bodyPr/>
          <a:lstStyle/>
          <a:p>
            <a:r>
              <a:rPr kumimoji="1" lang="ja-JP" altLang="en-US" dirty="0"/>
              <a:t>現代のコンピュータの速度</a:t>
            </a:r>
            <a:endParaRPr kumimoji="1" lang="en-US" dirty="0"/>
          </a:p>
        </p:txBody>
      </p:sp>
      <p:sp>
        <p:nvSpPr>
          <p:cNvPr id="3" name="テキスト プレースホルダー 2">
            <a:extLst>
              <a:ext uri="{FF2B5EF4-FFF2-40B4-BE49-F238E27FC236}">
                <a16:creationId xmlns:a16="http://schemas.microsoft.com/office/drawing/2014/main" id="{93EDE26E-5C9E-35B7-0B24-996469045091}"/>
              </a:ext>
            </a:extLst>
          </p:cNvPr>
          <p:cNvSpPr>
            <a:spLocks noGrp="1"/>
          </p:cNvSpPr>
          <p:nvPr>
            <p:ph type="body" sz="quarter" idx="10"/>
          </p:nvPr>
        </p:nvSpPr>
        <p:spPr>
          <a:xfrm>
            <a:off x="1775951" y="1088974"/>
            <a:ext cx="9990112" cy="5490061"/>
          </a:xfrm>
        </p:spPr>
        <p:txBody>
          <a:bodyPr/>
          <a:lstStyle/>
          <a:p>
            <a:r>
              <a:rPr kumimoji="1" lang="ja-JP" altLang="en-US" dirty="0"/>
              <a:t>速度は電力（とそれによって生じる熱）によってかなり律速されている</a:t>
            </a:r>
            <a:endParaRPr kumimoji="1" lang="en-US" altLang="ja-JP" dirty="0"/>
          </a:p>
          <a:p>
            <a:pPr lvl="1"/>
            <a:r>
              <a:rPr kumimoji="1" lang="ja-JP" altLang="en-US" dirty="0"/>
              <a:t>チップに供給できる電力はピン数などから一定</a:t>
            </a:r>
            <a:endParaRPr kumimoji="1" lang="en-US" altLang="ja-JP" dirty="0"/>
          </a:p>
          <a:p>
            <a:pPr lvl="1"/>
            <a:r>
              <a:rPr kumimoji="1" lang="ja-JP" altLang="en-US" dirty="0"/>
              <a:t>排熱にも物理的な限界がある</a:t>
            </a:r>
            <a:endParaRPr kumimoji="1" lang="en-US" altLang="ja-JP" dirty="0"/>
          </a:p>
          <a:p>
            <a:r>
              <a:rPr lang="ja-JP" altLang="en-US" dirty="0"/>
              <a:t>だいたい数百～</a:t>
            </a:r>
            <a:r>
              <a:rPr lang="en-US" altLang="ja-JP" dirty="0"/>
              <a:t>1000 </a:t>
            </a:r>
            <a:r>
              <a:rPr lang="ja-JP" altLang="en-US" dirty="0"/>
              <a:t>ワット程度を供給するのが限界</a:t>
            </a:r>
            <a:endParaRPr kumimoji="1" lang="en-US" altLang="ja-JP" dirty="0"/>
          </a:p>
          <a:p>
            <a:r>
              <a:rPr kumimoji="1" lang="ja-JP" altLang="en-US" dirty="0"/>
              <a:t>計算を行うために必要なエネルギーが，速度を決める重要な尺度となる</a:t>
            </a:r>
            <a:endParaRPr kumimoji="1" lang="en-US" altLang="ja-JP" dirty="0"/>
          </a:p>
          <a:p>
            <a:pPr lvl="1"/>
            <a:r>
              <a:rPr lang="ja-JP" altLang="en-US" dirty="0"/>
              <a:t>同じ処理を行うのに必要なエネルギーが減れば，時間あたりの処理数が増える</a:t>
            </a:r>
            <a:endParaRPr kumimoji="1" lang="en-US" dirty="0"/>
          </a:p>
        </p:txBody>
      </p:sp>
    </p:spTree>
    <p:extLst>
      <p:ext uri="{BB962C8B-B14F-4D97-AF65-F5344CB8AC3E}">
        <p14:creationId xmlns:p14="http://schemas.microsoft.com/office/powerpoint/2010/main" val="61511592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5BD129F-A82D-56E6-7B3D-41859FBA4ADD}"/>
              </a:ext>
            </a:extLst>
          </p:cNvPr>
          <p:cNvSpPr>
            <a:spLocks noGrp="1"/>
          </p:cNvSpPr>
          <p:nvPr>
            <p:ph type="title"/>
          </p:nvPr>
        </p:nvSpPr>
        <p:spPr/>
        <p:txBody>
          <a:bodyPr/>
          <a:lstStyle/>
          <a:p>
            <a:r>
              <a:rPr kumimoji="1" lang="ja-JP" altLang="en-US" dirty="0"/>
              <a:t>消費電力や効率</a:t>
            </a:r>
            <a:endParaRPr kumimoji="1" lang="en-US" dirty="0"/>
          </a:p>
        </p:txBody>
      </p:sp>
      <p:sp>
        <p:nvSpPr>
          <p:cNvPr id="3" name="テキスト プレースホルダー 2">
            <a:extLst>
              <a:ext uri="{FF2B5EF4-FFF2-40B4-BE49-F238E27FC236}">
                <a16:creationId xmlns:a16="http://schemas.microsoft.com/office/drawing/2014/main" id="{8A5364E3-DF20-AE7A-0C05-BFED2DCA0511}"/>
              </a:ext>
            </a:extLst>
          </p:cNvPr>
          <p:cNvSpPr>
            <a:spLocks noGrp="1"/>
          </p:cNvSpPr>
          <p:nvPr>
            <p:ph type="body" sz="quarter" idx="10"/>
          </p:nvPr>
        </p:nvSpPr>
        <p:spPr/>
        <p:txBody>
          <a:bodyPr/>
          <a:lstStyle/>
          <a:p>
            <a:r>
              <a:rPr kumimoji="1" lang="ja-JP" altLang="en-US" dirty="0"/>
              <a:t>回路の量と消費電力は（概ね）比例するが，なぜか？</a:t>
            </a:r>
            <a:endParaRPr kumimoji="1" lang="en-US" altLang="ja-JP" dirty="0"/>
          </a:p>
          <a:p>
            <a:r>
              <a:rPr kumimoji="1" lang="ja-JP" altLang="en-US" dirty="0"/>
              <a:t>なぜ計算により電力が消費されるのか？</a:t>
            </a:r>
            <a:endParaRPr kumimoji="1" lang="en-US" altLang="ja-JP" dirty="0"/>
          </a:p>
          <a:p>
            <a:pPr lvl="1"/>
            <a:r>
              <a:rPr kumimoji="1" lang="ja-JP" altLang="en-US" dirty="0"/>
              <a:t>なぜ「情報」を処理すると電力が消費される？</a:t>
            </a:r>
            <a:endParaRPr kumimoji="1" lang="en-US" altLang="ja-JP" dirty="0"/>
          </a:p>
          <a:p>
            <a:pPr lvl="1"/>
            <a:r>
              <a:rPr kumimoji="1" lang="ja-JP" altLang="en-US" dirty="0"/>
              <a:t>消費される電力の量はどのように決まる？</a:t>
            </a:r>
            <a:endParaRPr kumimoji="1" lang="en-US" altLang="ja-JP" dirty="0"/>
          </a:p>
          <a:p>
            <a:pPr lvl="1"/>
            <a:endParaRPr kumimoji="1" lang="en-US" altLang="ja-JP" dirty="0"/>
          </a:p>
          <a:p>
            <a:r>
              <a:rPr kumimoji="1" lang="ja-JP" altLang="en-US" dirty="0"/>
              <a:t>これらを考える上で半導体の仕組みを復習</a:t>
            </a:r>
            <a:endParaRPr kumimoji="1" lang="en-US" dirty="0"/>
          </a:p>
        </p:txBody>
      </p:sp>
    </p:spTree>
    <p:extLst>
      <p:ext uri="{BB962C8B-B14F-4D97-AF65-F5344CB8AC3E}">
        <p14:creationId xmlns:p14="http://schemas.microsoft.com/office/powerpoint/2010/main" val="368662579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6041" name="Freeform 9"/>
          <p:cNvSpPr>
            <a:spLocks/>
          </p:cNvSpPr>
          <p:nvPr/>
        </p:nvSpPr>
        <p:spPr bwMode="auto">
          <a:xfrm>
            <a:off x="3575972" y="4239010"/>
            <a:ext cx="720750" cy="719137"/>
          </a:xfrm>
          <a:custGeom>
            <a:avLst/>
            <a:gdLst/>
            <a:ahLst/>
            <a:cxnLst>
              <a:cxn ang="0">
                <a:pos x="0" y="453"/>
              </a:cxn>
              <a:cxn ang="0">
                <a:pos x="511" y="453"/>
              </a:cxn>
              <a:cxn ang="0">
                <a:pos x="454" y="0"/>
              </a:cxn>
              <a:cxn ang="0">
                <a:pos x="57" y="0"/>
              </a:cxn>
              <a:cxn ang="0">
                <a:pos x="0" y="453"/>
              </a:cxn>
            </a:cxnLst>
            <a:rect l="0" t="0" r="r" b="b"/>
            <a:pathLst>
              <a:path w="511" h="453">
                <a:moveTo>
                  <a:pt x="0" y="453"/>
                </a:moveTo>
                <a:lnTo>
                  <a:pt x="511" y="453"/>
                </a:lnTo>
                <a:lnTo>
                  <a:pt x="454" y="0"/>
                </a:lnTo>
                <a:lnTo>
                  <a:pt x="57" y="0"/>
                </a:lnTo>
                <a:lnTo>
                  <a:pt x="0" y="453"/>
                </a:lnTo>
                <a:close/>
              </a:path>
            </a:pathLst>
          </a:custGeom>
          <a:ln>
            <a:headEnd type="none" w="med" len="med"/>
            <a:tailEnd type="none" w="med" len="med"/>
          </a:ln>
        </p:spPr>
        <p:style>
          <a:lnRef idx="1">
            <a:schemeClr val="accent2"/>
          </a:lnRef>
          <a:fillRef idx="2">
            <a:schemeClr val="accent2"/>
          </a:fillRef>
          <a:effectRef idx="1">
            <a:schemeClr val="accent2"/>
          </a:effectRef>
          <a:fontRef idx="minor">
            <a:schemeClr val="dk1"/>
          </a:fontRef>
        </p:style>
        <p:txBody>
          <a:bodyPr/>
          <a:lstStyle/>
          <a:p>
            <a:endParaRPr lang="ja-JP" altLang="en-US"/>
          </a:p>
        </p:txBody>
      </p:sp>
      <p:sp>
        <p:nvSpPr>
          <p:cNvPr id="3" name="正方形/長方形 2"/>
          <p:cNvSpPr/>
          <p:nvPr/>
        </p:nvSpPr>
        <p:spPr bwMode="auto">
          <a:xfrm>
            <a:off x="2495772" y="4959119"/>
            <a:ext cx="2880384" cy="270036"/>
          </a:xfrm>
          <a:prstGeom prst="rect">
            <a:avLst/>
          </a:prstGeom>
          <a:ln>
            <a:headEnd type="none" w="med" len="med"/>
            <a:tailEnd type="none" w="med" len="med"/>
          </a:ln>
        </p:spPr>
        <p:style>
          <a:lnRef idx="1">
            <a:schemeClr val="dk1"/>
          </a:lnRef>
          <a:fillRef idx="2">
            <a:schemeClr val="dk1"/>
          </a:fillRef>
          <a:effectRef idx="1">
            <a:schemeClr val="dk1"/>
          </a:effectRef>
          <a:fontRef idx="minor">
            <a:schemeClr val="dk1"/>
          </a:fontRef>
        </p:style>
        <p:txBody>
          <a:bodyPr vert="horz" wrap="none" lIns="36000" tIns="0" rIns="36000" bIns="0" numCol="1" rtlCol="0" anchor="ctr" anchorCtr="0" compatLnSpc="1">
            <a:prstTxWarp prst="textNoShape">
              <a:avLst/>
            </a:prstTxWarp>
          </a:bodyPr>
          <a:lstStyle/>
          <a:p>
            <a:pPr algn="ctr" fontAlgn="base">
              <a:spcBef>
                <a:spcPct val="0"/>
              </a:spcBef>
              <a:spcAft>
                <a:spcPct val="0"/>
              </a:spcAft>
            </a:pPr>
            <a:r>
              <a:rPr lang="ja-JP" altLang="en-US" sz="1200" dirty="0">
                <a:solidFill>
                  <a:schemeClr val="tx1"/>
                </a:solidFill>
              </a:rPr>
              <a:t>酸化膜（絶縁体）</a:t>
            </a:r>
          </a:p>
        </p:txBody>
      </p:sp>
      <p:sp>
        <p:nvSpPr>
          <p:cNvPr id="556040" name="Rectangle 8"/>
          <p:cNvSpPr>
            <a:spLocks noChangeArrowheads="1"/>
          </p:cNvSpPr>
          <p:nvPr/>
        </p:nvSpPr>
        <p:spPr bwMode="auto">
          <a:xfrm>
            <a:off x="2495803" y="5228826"/>
            <a:ext cx="2879725" cy="1439862"/>
          </a:xfrm>
          <a:prstGeom prst="rect">
            <a:avLst/>
          </a:prstGeom>
          <a:ln>
            <a:headEnd/>
            <a:tailEnd/>
          </a:ln>
        </p:spPr>
        <p:style>
          <a:lnRef idx="1">
            <a:schemeClr val="accent6"/>
          </a:lnRef>
          <a:fillRef idx="2">
            <a:schemeClr val="accent6"/>
          </a:fillRef>
          <a:effectRef idx="1">
            <a:schemeClr val="accent6"/>
          </a:effectRef>
          <a:fontRef idx="minor">
            <a:schemeClr val="dk1"/>
          </a:fontRef>
        </p:style>
        <p:txBody>
          <a:bodyPr wrap="none" anchor="ctr"/>
          <a:lstStyle/>
          <a:p>
            <a:endParaRPr lang="ja-JP" altLang="en-US"/>
          </a:p>
        </p:txBody>
      </p:sp>
      <p:sp>
        <p:nvSpPr>
          <p:cNvPr id="556034" name="Rectangle 2"/>
          <p:cNvSpPr>
            <a:spLocks noGrp="1" noChangeArrowheads="1"/>
          </p:cNvSpPr>
          <p:nvPr>
            <p:ph type="title"/>
          </p:nvPr>
        </p:nvSpPr>
        <p:spPr/>
        <p:txBody>
          <a:bodyPr/>
          <a:lstStyle/>
          <a:p>
            <a:r>
              <a:rPr lang="en-US" altLang="ja-JP" dirty="0">
                <a:latin typeface="+mn-ea"/>
                <a:ea typeface="+mn-ea"/>
              </a:rPr>
              <a:t>MOS FET</a:t>
            </a:r>
          </a:p>
        </p:txBody>
      </p:sp>
      <p:sp>
        <p:nvSpPr>
          <p:cNvPr id="4" name="スライド番号プレースホルダー 3"/>
          <p:cNvSpPr>
            <a:spLocks noGrp="1"/>
          </p:cNvSpPr>
          <p:nvPr>
            <p:ph type="sldNum" sz="quarter" idx="12"/>
          </p:nvPr>
        </p:nvSpPr>
        <p:spPr>
          <a:xfrm>
            <a:off x="11766063" y="6489034"/>
            <a:ext cx="360362" cy="358775"/>
          </a:xfrm>
        </p:spPr>
        <p:txBody>
          <a:bodyPr/>
          <a:lstStyle/>
          <a:p>
            <a:fld id="{57822056-E1F9-464F-82C8-6C2C7E347532}" type="slidenum">
              <a:rPr lang="ja-JP" altLang="en-US" smtClean="0"/>
              <a:pPr/>
              <a:t>12</a:t>
            </a:fld>
            <a:endParaRPr lang="ja-JP" altLang="en-US" dirty="0"/>
          </a:p>
        </p:txBody>
      </p:sp>
      <p:sp>
        <p:nvSpPr>
          <p:cNvPr id="556036" name="Rectangle 4"/>
          <p:cNvSpPr>
            <a:spLocks noGrp="1" noChangeArrowheads="1"/>
          </p:cNvSpPr>
          <p:nvPr>
            <p:ph sz="quarter" idx="13"/>
          </p:nvPr>
        </p:nvSpPr>
        <p:spPr>
          <a:xfrm>
            <a:off x="1775952" y="908972"/>
            <a:ext cx="8892049" cy="3150036"/>
          </a:xfrm>
        </p:spPr>
        <p:txBody>
          <a:bodyPr/>
          <a:lstStyle/>
          <a:p>
            <a:r>
              <a:rPr lang="en-US" altLang="ja-JP" sz="1800" dirty="0">
                <a:solidFill>
                  <a:schemeClr val="accent5"/>
                </a:solidFill>
              </a:rPr>
              <a:t>MOS</a:t>
            </a:r>
            <a:r>
              <a:rPr lang="en-US" altLang="ja-JP" sz="1800" dirty="0"/>
              <a:t>: metal-oxide-semiconductor</a:t>
            </a:r>
          </a:p>
          <a:p>
            <a:pPr lvl="1"/>
            <a:r>
              <a:rPr lang="ja-JP" altLang="en-US" sz="1800" dirty="0"/>
              <a:t>上から，金属，酸化膜，半導体のサンドイッチ構造</a:t>
            </a:r>
            <a:endParaRPr lang="en-US" altLang="ja-JP" sz="1800" dirty="0"/>
          </a:p>
          <a:p>
            <a:pPr lvl="1"/>
            <a:r>
              <a:rPr lang="ja-JP" altLang="en-US" sz="1800" dirty="0"/>
              <a:t>酸化膜を挟んで平行板コンデンサ様の構造が構成されている</a:t>
            </a:r>
            <a:endParaRPr lang="en-US" altLang="ja-JP" sz="1800" dirty="0"/>
          </a:p>
          <a:p>
            <a:pPr lvl="2"/>
            <a:r>
              <a:rPr lang="ja-JP" altLang="en-US" sz="1800" dirty="0"/>
              <a:t>最近は酸化膜ではない，より誘電率が高い素材が使われる事も多い</a:t>
            </a:r>
            <a:endParaRPr lang="en-US" altLang="ja-JP" sz="1800" dirty="0"/>
          </a:p>
          <a:p>
            <a:r>
              <a:rPr lang="ja-JP" altLang="en-US" sz="1800" dirty="0"/>
              <a:t>電界効果トランジスタ</a:t>
            </a:r>
            <a:r>
              <a:rPr lang="en-US" altLang="ja-JP" sz="1800" dirty="0"/>
              <a:t> (</a:t>
            </a:r>
            <a:r>
              <a:rPr lang="en-US" altLang="ja-JP" sz="1800" dirty="0">
                <a:solidFill>
                  <a:schemeClr val="accent5"/>
                </a:solidFill>
              </a:rPr>
              <a:t>FET</a:t>
            </a:r>
            <a:r>
              <a:rPr lang="en-US" altLang="ja-JP" sz="1800" dirty="0"/>
              <a:t>: Field-Effect </a:t>
            </a:r>
            <a:r>
              <a:rPr lang="en-US" altLang="ja-JP" sz="1800" dirty="0">
                <a:solidFill>
                  <a:schemeClr val="accent5"/>
                </a:solidFill>
              </a:rPr>
              <a:t>Transistor</a:t>
            </a:r>
            <a:r>
              <a:rPr lang="en-US" altLang="ja-JP" sz="1800" dirty="0"/>
              <a:t>)</a:t>
            </a:r>
          </a:p>
          <a:p>
            <a:pPr lvl="1"/>
            <a:r>
              <a:rPr lang="ja-JP" altLang="en-US" sz="1800" dirty="0">
                <a:solidFill>
                  <a:schemeClr val="accent5"/>
                </a:solidFill>
              </a:rPr>
              <a:t>電界で電子を動かしてスイッチングする（</a:t>
            </a:r>
            <a:r>
              <a:rPr lang="en-US" altLang="ja-JP" sz="1800" dirty="0">
                <a:solidFill>
                  <a:schemeClr val="accent5"/>
                </a:solidFill>
              </a:rPr>
              <a:t>NMOS </a:t>
            </a:r>
            <a:r>
              <a:rPr lang="ja-JP" altLang="en-US" sz="1800" dirty="0">
                <a:solidFill>
                  <a:schemeClr val="accent5"/>
                </a:solidFill>
              </a:rPr>
              <a:t>の場合）</a:t>
            </a:r>
            <a:endParaRPr lang="en-US" altLang="ja-JP" sz="1800" dirty="0">
              <a:solidFill>
                <a:schemeClr val="accent5"/>
              </a:solidFill>
            </a:endParaRPr>
          </a:p>
          <a:p>
            <a:pPr marL="1177200" lvl="2" indent="-457200">
              <a:buFont typeface="+mj-lt"/>
              <a:buAutoNum type="arabicPeriod"/>
            </a:pPr>
            <a:r>
              <a:rPr lang="en-US" altLang="ja-JP" sz="1800" dirty="0"/>
              <a:t>G </a:t>
            </a:r>
            <a:r>
              <a:rPr lang="ja-JP" altLang="en-US" sz="1800" dirty="0"/>
              <a:t>に電圧をかけてコンデンサに充電</a:t>
            </a:r>
            <a:endParaRPr lang="en-US" altLang="ja-JP" sz="1800" dirty="0"/>
          </a:p>
          <a:p>
            <a:pPr marL="1177200" lvl="2" indent="-457200">
              <a:buFont typeface="+mj-lt"/>
              <a:buAutoNum type="arabicPeriod"/>
            </a:pPr>
            <a:r>
              <a:rPr lang="ja-JP" altLang="en-US" sz="1800" dirty="0"/>
              <a:t>電子の層（チャネル）酸化膜下にできて，</a:t>
            </a:r>
            <a:r>
              <a:rPr lang="en-US" altLang="ja-JP" sz="1800" dirty="0"/>
              <a:t>S </a:t>
            </a:r>
            <a:r>
              <a:rPr lang="ja-JP" altLang="en-US" sz="1800" dirty="0"/>
              <a:t>と </a:t>
            </a:r>
            <a:r>
              <a:rPr lang="en-US" altLang="ja-JP" sz="1800" dirty="0"/>
              <a:t>D </a:t>
            </a:r>
            <a:r>
              <a:rPr lang="ja-JP" altLang="en-US" sz="1800" dirty="0"/>
              <a:t>が繋がり </a:t>
            </a:r>
            <a:r>
              <a:rPr lang="en-US" altLang="ja-JP" sz="1800" dirty="0"/>
              <a:t>ON </a:t>
            </a:r>
            <a:r>
              <a:rPr lang="ja-JP" altLang="en-US" sz="1800" dirty="0"/>
              <a:t>に</a:t>
            </a:r>
            <a:endParaRPr lang="en-US" altLang="ja-JP" sz="1800" dirty="0"/>
          </a:p>
        </p:txBody>
      </p:sp>
      <p:sp>
        <p:nvSpPr>
          <p:cNvPr id="556038" name="Freeform 6"/>
          <p:cNvSpPr>
            <a:spLocks/>
          </p:cNvSpPr>
          <p:nvPr/>
        </p:nvSpPr>
        <p:spPr bwMode="auto">
          <a:xfrm>
            <a:off x="2495803" y="5228827"/>
            <a:ext cx="720725" cy="719137"/>
          </a:xfrm>
          <a:custGeom>
            <a:avLst/>
            <a:gdLst/>
            <a:ahLst/>
            <a:cxnLst>
              <a:cxn ang="0">
                <a:pos x="0" y="0"/>
              </a:cxn>
              <a:cxn ang="0">
                <a:pos x="454" y="0"/>
              </a:cxn>
              <a:cxn ang="0">
                <a:pos x="227" y="453"/>
              </a:cxn>
              <a:cxn ang="0">
                <a:pos x="0" y="453"/>
              </a:cxn>
            </a:cxnLst>
            <a:rect l="0" t="0" r="r" b="b"/>
            <a:pathLst>
              <a:path w="454" h="453">
                <a:moveTo>
                  <a:pt x="0" y="0"/>
                </a:moveTo>
                <a:lnTo>
                  <a:pt x="454" y="0"/>
                </a:lnTo>
                <a:lnTo>
                  <a:pt x="227" y="453"/>
                </a:lnTo>
                <a:lnTo>
                  <a:pt x="0" y="453"/>
                </a:lnTo>
              </a:path>
            </a:pathLst>
          </a:custGeom>
          <a:ln>
            <a:headEnd type="none" w="med" len="med"/>
            <a:tailEnd type="none" w="med" len="med"/>
          </a:ln>
        </p:spPr>
        <p:style>
          <a:lnRef idx="1">
            <a:schemeClr val="accent2"/>
          </a:lnRef>
          <a:fillRef idx="2">
            <a:schemeClr val="accent2"/>
          </a:fillRef>
          <a:effectRef idx="1">
            <a:schemeClr val="accent2"/>
          </a:effectRef>
          <a:fontRef idx="minor">
            <a:schemeClr val="dk1"/>
          </a:fontRef>
        </p:style>
        <p:txBody>
          <a:bodyPr/>
          <a:lstStyle/>
          <a:p>
            <a:endParaRPr lang="ja-JP" altLang="en-US"/>
          </a:p>
        </p:txBody>
      </p:sp>
      <p:sp>
        <p:nvSpPr>
          <p:cNvPr id="556039" name="Freeform 7"/>
          <p:cNvSpPr>
            <a:spLocks/>
          </p:cNvSpPr>
          <p:nvPr/>
        </p:nvSpPr>
        <p:spPr bwMode="auto">
          <a:xfrm flipH="1">
            <a:off x="4656391" y="5228827"/>
            <a:ext cx="720725" cy="719137"/>
          </a:xfrm>
          <a:custGeom>
            <a:avLst/>
            <a:gdLst/>
            <a:ahLst/>
            <a:cxnLst>
              <a:cxn ang="0">
                <a:pos x="0" y="0"/>
              </a:cxn>
              <a:cxn ang="0">
                <a:pos x="454" y="0"/>
              </a:cxn>
              <a:cxn ang="0">
                <a:pos x="227" y="453"/>
              </a:cxn>
              <a:cxn ang="0">
                <a:pos x="0" y="453"/>
              </a:cxn>
            </a:cxnLst>
            <a:rect l="0" t="0" r="r" b="b"/>
            <a:pathLst>
              <a:path w="454" h="453">
                <a:moveTo>
                  <a:pt x="0" y="0"/>
                </a:moveTo>
                <a:lnTo>
                  <a:pt x="454" y="0"/>
                </a:lnTo>
                <a:lnTo>
                  <a:pt x="227" y="453"/>
                </a:lnTo>
                <a:lnTo>
                  <a:pt x="0" y="453"/>
                </a:lnTo>
              </a:path>
            </a:pathLst>
          </a:custGeom>
          <a:ln>
            <a:headEnd type="none" w="med" len="med"/>
            <a:tailEnd type="none" w="med" len="med"/>
          </a:ln>
        </p:spPr>
        <p:style>
          <a:lnRef idx="1">
            <a:schemeClr val="accent2"/>
          </a:lnRef>
          <a:fillRef idx="2">
            <a:schemeClr val="accent2"/>
          </a:fillRef>
          <a:effectRef idx="1">
            <a:schemeClr val="accent2"/>
          </a:effectRef>
          <a:fontRef idx="minor">
            <a:schemeClr val="dk1"/>
          </a:fontRef>
        </p:style>
        <p:txBody>
          <a:bodyPr/>
          <a:lstStyle/>
          <a:p>
            <a:endParaRPr lang="ja-JP" altLang="en-US"/>
          </a:p>
        </p:txBody>
      </p:sp>
      <p:sp>
        <p:nvSpPr>
          <p:cNvPr id="556042" name="Line 10"/>
          <p:cNvSpPr>
            <a:spLocks noChangeShapeType="1"/>
          </p:cNvSpPr>
          <p:nvPr/>
        </p:nvSpPr>
        <p:spPr bwMode="auto">
          <a:xfrm>
            <a:off x="2495773" y="4959119"/>
            <a:ext cx="2879725" cy="0"/>
          </a:xfrm>
          <a:prstGeom prst="line">
            <a:avLst/>
          </a:prstGeom>
          <a:noFill/>
          <a:ln w="19050">
            <a:solidFill>
              <a:schemeClr val="tx1"/>
            </a:solidFill>
            <a:round/>
            <a:headEnd/>
            <a:tailEnd/>
          </a:ln>
          <a:effectLst/>
        </p:spPr>
        <p:txBody>
          <a:bodyPr/>
          <a:lstStyle/>
          <a:p>
            <a:endParaRPr lang="ja-JP" altLang="en-US"/>
          </a:p>
        </p:txBody>
      </p:sp>
      <p:sp>
        <p:nvSpPr>
          <p:cNvPr id="556043" name="Line 11"/>
          <p:cNvSpPr>
            <a:spLocks noChangeShapeType="1"/>
          </p:cNvSpPr>
          <p:nvPr/>
        </p:nvSpPr>
        <p:spPr bwMode="auto">
          <a:xfrm>
            <a:off x="2495803" y="6668688"/>
            <a:ext cx="2879725" cy="0"/>
          </a:xfrm>
          <a:prstGeom prst="line">
            <a:avLst/>
          </a:prstGeom>
          <a:noFill/>
          <a:ln w="19050">
            <a:solidFill>
              <a:schemeClr val="tx1"/>
            </a:solidFill>
            <a:round/>
            <a:headEnd/>
            <a:tailEnd/>
          </a:ln>
          <a:effectLst/>
        </p:spPr>
        <p:txBody>
          <a:bodyPr/>
          <a:lstStyle/>
          <a:p>
            <a:endParaRPr lang="ja-JP" altLang="en-US"/>
          </a:p>
        </p:txBody>
      </p:sp>
      <p:sp>
        <p:nvSpPr>
          <p:cNvPr id="556044" name="Rectangle 12"/>
          <p:cNvSpPr>
            <a:spLocks noChangeArrowheads="1"/>
          </p:cNvSpPr>
          <p:nvPr/>
        </p:nvSpPr>
        <p:spPr bwMode="auto">
          <a:xfrm>
            <a:off x="2495803" y="5409802"/>
            <a:ext cx="360363" cy="358775"/>
          </a:xfrm>
          <a:prstGeom prst="rect">
            <a:avLst/>
          </a:prstGeom>
          <a:noFill/>
          <a:ln w="9525">
            <a:noFill/>
            <a:miter lim="800000"/>
            <a:headEnd/>
            <a:tailEnd/>
          </a:ln>
          <a:effectLst/>
        </p:spPr>
        <p:txBody>
          <a:bodyPr wrap="none" anchor="ctr"/>
          <a:lstStyle/>
          <a:p>
            <a:pPr algn="ctr"/>
            <a:r>
              <a:rPr lang="en-US" altLang="ja-JP"/>
              <a:t>S</a:t>
            </a:r>
          </a:p>
        </p:txBody>
      </p:sp>
      <p:sp>
        <p:nvSpPr>
          <p:cNvPr id="556047" name="Rectangle 15"/>
          <p:cNvSpPr>
            <a:spLocks noChangeArrowheads="1"/>
          </p:cNvSpPr>
          <p:nvPr/>
        </p:nvSpPr>
        <p:spPr bwMode="auto">
          <a:xfrm>
            <a:off x="5016753" y="5409802"/>
            <a:ext cx="360363" cy="358775"/>
          </a:xfrm>
          <a:prstGeom prst="rect">
            <a:avLst/>
          </a:prstGeom>
          <a:noFill/>
          <a:ln w="9525">
            <a:noFill/>
            <a:miter lim="800000"/>
            <a:headEnd/>
            <a:tailEnd/>
          </a:ln>
          <a:effectLst/>
        </p:spPr>
        <p:txBody>
          <a:bodyPr wrap="none" anchor="ctr"/>
          <a:lstStyle/>
          <a:p>
            <a:pPr algn="ctr"/>
            <a:r>
              <a:rPr lang="en-US" altLang="ja-JP"/>
              <a:t>D</a:t>
            </a:r>
          </a:p>
        </p:txBody>
      </p:sp>
      <p:sp>
        <p:nvSpPr>
          <p:cNvPr id="556048" name="Rectangle 16"/>
          <p:cNvSpPr>
            <a:spLocks noChangeArrowheads="1"/>
          </p:cNvSpPr>
          <p:nvPr/>
        </p:nvSpPr>
        <p:spPr bwMode="auto">
          <a:xfrm>
            <a:off x="3756947" y="4418397"/>
            <a:ext cx="360363" cy="358775"/>
          </a:xfrm>
          <a:prstGeom prst="rect">
            <a:avLst/>
          </a:prstGeom>
          <a:noFill/>
          <a:ln w="9525">
            <a:noFill/>
            <a:miter lim="800000"/>
            <a:headEnd/>
            <a:tailEnd/>
          </a:ln>
          <a:effectLst/>
        </p:spPr>
        <p:txBody>
          <a:bodyPr wrap="none" anchor="ctr"/>
          <a:lstStyle/>
          <a:p>
            <a:pPr algn="ctr"/>
            <a:r>
              <a:rPr lang="en-US" altLang="ja-JP"/>
              <a:t>G</a:t>
            </a:r>
          </a:p>
        </p:txBody>
      </p:sp>
      <p:cxnSp>
        <p:nvCxnSpPr>
          <p:cNvPr id="6" name="直線矢印コネクタ 5"/>
          <p:cNvCxnSpPr/>
          <p:nvPr/>
        </p:nvCxnSpPr>
        <p:spPr bwMode="auto">
          <a:xfrm>
            <a:off x="3575916" y="5589203"/>
            <a:ext cx="0" cy="720096"/>
          </a:xfrm>
          <a:prstGeom prst="straightConnector1">
            <a:avLst/>
          </a:prstGeom>
          <a:ln>
            <a:headEnd type="arrow"/>
            <a:tailEnd type="arrow"/>
          </a:ln>
        </p:spPr>
        <p:style>
          <a:lnRef idx="3">
            <a:schemeClr val="accent6"/>
          </a:lnRef>
          <a:fillRef idx="0">
            <a:schemeClr val="accent6"/>
          </a:fillRef>
          <a:effectRef idx="2">
            <a:schemeClr val="accent6"/>
          </a:effectRef>
          <a:fontRef idx="minor">
            <a:schemeClr val="tx1"/>
          </a:fontRef>
        </p:style>
      </p:cxnSp>
      <p:cxnSp>
        <p:nvCxnSpPr>
          <p:cNvPr id="46" name="直線矢印コネクタ 45"/>
          <p:cNvCxnSpPr/>
          <p:nvPr/>
        </p:nvCxnSpPr>
        <p:spPr bwMode="auto">
          <a:xfrm>
            <a:off x="3935964" y="5589203"/>
            <a:ext cx="0" cy="720096"/>
          </a:xfrm>
          <a:prstGeom prst="straightConnector1">
            <a:avLst/>
          </a:prstGeom>
          <a:ln>
            <a:headEnd type="arrow"/>
            <a:tailEnd type="arrow"/>
          </a:ln>
        </p:spPr>
        <p:style>
          <a:lnRef idx="3">
            <a:schemeClr val="accent6"/>
          </a:lnRef>
          <a:fillRef idx="0">
            <a:schemeClr val="accent6"/>
          </a:fillRef>
          <a:effectRef idx="2">
            <a:schemeClr val="accent6"/>
          </a:effectRef>
          <a:fontRef idx="minor">
            <a:schemeClr val="tx1"/>
          </a:fontRef>
        </p:style>
      </p:cxnSp>
      <p:cxnSp>
        <p:nvCxnSpPr>
          <p:cNvPr id="47" name="直線矢印コネクタ 46"/>
          <p:cNvCxnSpPr/>
          <p:nvPr/>
        </p:nvCxnSpPr>
        <p:spPr bwMode="auto">
          <a:xfrm>
            <a:off x="4296012" y="5589203"/>
            <a:ext cx="0" cy="720096"/>
          </a:xfrm>
          <a:prstGeom prst="straightConnector1">
            <a:avLst/>
          </a:prstGeom>
          <a:ln>
            <a:headEnd type="arrow"/>
            <a:tailEnd type="arrow"/>
          </a:ln>
        </p:spPr>
        <p:style>
          <a:lnRef idx="3">
            <a:schemeClr val="accent6"/>
          </a:lnRef>
          <a:fillRef idx="0">
            <a:schemeClr val="accent6"/>
          </a:fillRef>
          <a:effectRef idx="2">
            <a:schemeClr val="accent6"/>
          </a:effectRef>
          <a:fontRef idx="minor">
            <a:schemeClr val="tx1"/>
          </a:fontRef>
        </p:style>
      </p:cxnSp>
      <p:grpSp>
        <p:nvGrpSpPr>
          <p:cNvPr id="7" name="グループ化 6"/>
          <p:cNvGrpSpPr/>
          <p:nvPr/>
        </p:nvGrpSpPr>
        <p:grpSpPr>
          <a:xfrm>
            <a:off x="3486403" y="5859064"/>
            <a:ext cx="900113" cy="180975"/>
            <a:chOff x="1962150" y="5499100"/>
            <a:chExt cx="900113" cy="180975"/>
          </a:xfrm>
        </p:grpSpPr>
        <p:grpSp>
          <p:nvGrpSpPr>
            <p:cNvPr id="556051" name="Group 19"/>
            <p:cNvGrpSpPr>
              <a:grpSpLocks/>
            </p:cNvGrpSpPr>
            <p:nvPr/>
          </p:nvGrpSpPr>
          <p:grpSpPr bwMode="auto">
            <a:xfrm>
              <a:off x="1962150" y="5499100"/>
              <a:ext cx="180975" cy="180975"/>
              <a:chOff x="2823" y="3464"/>
              <a:chExt cx="114" cy="114"/>
            </a:xfrm>
          </p:grpSpPr>
          <p:sp>
            <p:nvSpPr>
              <p:cNvPr id="556049" name="Oval 17"/>
              <p:cNvSpPr>
                <a:spLocks noChangeArrowheads="1"/>
              </p:cNvSpPr>
              <p:nvPr/>
            </p:nvSpPr>
            <p:spPr bwMode="auto">
              <a:xfrm>
                <a:off x="2823" y="3464"/>
                <a:ext cx="114" cy="114"/>
              </a:xfrm>
              <a:prstGeom prst="ellipse">
                <a:avLst/>
              </a:prstGeom>
              <a:ln>
                <a:headEnd/>
                <a:tailEnd/>
              </a:ln>
            </p:spPr>
            <p:style>
              <a:lnRef idx="1">
                <a:schemeClr val="accent6"/>
              </a:lnRef>
              <a:fillRef idx="2">
                <a:schemeClr val="accent6"/>
              </a:fillRef>
              <a:effectRef idx="1">
                <a:schemeClr val="accent6"/>
              </a:effectRef>
              <a:fontRef idx="minor">
                <a:schemeClr val="dk1"/>
              </a:fontRef>
            </p:style>
            <p:txBody>
              <a:bodyPr wrap="none" anchor="ctr"/>
              <a:lstStyle/>
              <a:p>
                <a:endParaRPr lang="ja-JP" altLang="en-US"/>
              </a:p>
            </p:txBody>
          </p:sp>
          <p:sp>
            <p:nvSpPr>
              <p:cNvPr id="556050" name="Line 18"/>
              <p:cNvSpPr>
                <a:spLocks noChangeShapeType="1"/>
              </p:cNvSpPr>
              <p:nvPr/>
            </p:nvSpPr>
            <p:spPr bwMode="auto">
              <a:xfrm>
                <a:off x="2852" y="3521"/>
                <a:ext cx="56" cy="0"/>
              </a:xfrm>
              <a:prstGeom prst="line">
                <a:avLst/>
              </a:prstGeom>
              <a:ln w="19050">
                <a:headEnd/>
                <a:tailEnd/>
              </a:ln>
              <a:effectLst/>
            </p:spPr>
            <p:style>
              <a:lnRef idx="1">
                <a:schemeClr val="accent6"/>
              </a:lnRef>
              <a:fillRef idx="2">
                <a:schemeClr val="accent6"/>
              </a:fillRef>
              <a:effectRef idx="1">
                <a:schemeClr val="accent6"/>
              </a:effectRef>
              <a:fontRef idx="minor">
                <a:schemeClr val="dk1"/>
              </a:fontRef>
            </p:style>
            <p:txBody>
              <a:bodyPr/>
              <a:lstStyle/>
              <a:p>
                <a:endParaRPr lang="ja-JP" altLang="en-US"/>
              </a:p>
            </p:txBody>
          </p:sp>
        </p:grpSp>
        <p:grpSp>
          <p:nvGrpSpPr>
            <p:cNvPr id="556052" name="Group 20"/>
            <p:cNvGrpSpPr>
              <a:grpSpLocks/>
            </p:cNvGrpSpPr>
            <p:nvPr/>
          </p:nvGrpSpPr>
          <p:grpSpPr bwMode="auto">
            <a:xfrm>
              <a:off x="2322513" y="5499100"/>
              <a:ext cx="180975" cy="180975"/>
              <a:chOff x="2823" y="3464"/>
              <a:chExt cx="114" cy="114"/>
            </a:xfrm>
          </p:grpSpPr>
          <p:sp>
            <p:nvSpPr>
              <p:cNvPr id="556053" name="Oval 21"/>
              <p:cNvSpPr>
                <a:spLocks noChangeArrowheads="1"/>
              </p:cNvSpPr>
              <p:nvPr/>
            </p:nvSpPr>
            <p:spPr bwMode="auto">
              <a:xfrm>
                <a:off x="2823" y="3464"/>
                <a:ext cx="114" cy="114"/>
              </a:xfrm>
              <a:prstGeom prst="ellipse">
                <a:avLst/>
              </a:prstGeom>
              <a:ln>
                <a:headEnd/>
                <a:tailEnd/>
              </a:ln>
            </p:spPr>
            <p:style>
              <a:lnRef idx="1">
                <a:schemeClr val="accent6"/>
              </a:lnRef>
              <a:fillRef idx="2">
                <a:schemeClr val="accent6"/>
              </a:fillRef>
              <a:effectRef idx="1">
                <a:schemeClr val="accent6"/>
              </a:effectRef>
              <a:fontRef idx="minor">
                <a:schemeClr val="dk1"/>
              </a:fontRef>
            </p:style>
            <p:txBody>
              <a:bodyPr wrap="none" anchor="ctr"/>
              <a:lstStyle/>
              <a:p>
                <a:endParaRPr lang="ja-JP" altLang="en-US"/>
              </a:p>
            </p:txBody>
          </p:sp>
          <p:sp>
            <p:nvSpPr>
              <p:cNvPr id="556054" name="Line 22"/>
              <p:cNvSpPr>
                <a:spLocks noChangeShapeType="1"/>
              </p:cNvSpPr>
              <p:nvPr/>
            </p:nvSpPr>
            <p:spPr bwMode="auto">
              <a:xfrm>
                <a:off x="2852" y="3521"/>
                <a:ext cx="56" cy="0"/>
              </a:xfrm>
              <a:prstGeom prst="line">
                <a:avLst/>
              </a:prstGeom>
              <a:ln w="19050">
                <a:headEnd/>
                <a:tailEnd/>
              </a:ln>
              <a:effectLst/>
            </p:spPr>
            <p:style>
              <a:lnRef idx="1">
                <a:schemeClr val="accent6"/>
              </a:lnRef>
              <a:fillRef idx="2">
                <a:schemeClr val="accent6"/>
              </a:fillRef>
              <a:effectRef idx="1">
                <a:schemeClr val="accent6"/>
              </a:effectRef>
              <a:fontRef idx="minor">
                <a:schemeClr val="dk1"/>
              </a:fontRef>
            </p:style>
            <p:txBody>
              <a:bodyPr/>
              <a:lstStyle/>
              <a:p>
                <a:endParaRPr lang="ja-JP" altLang="en-US"/>
              </a:p>
            </p:txBody>
          </p:sp>
        </p:grpSp>
        <p:grpSp>
          <p:nvGrpSpPr>
            <p:cNvPr id="556055" name="Group 23"/>
            <p:cNvGrpSpPr>
              <a:grpSpLocks/>
            </p:cNvGrpSpPr>
            <p:nvPr/>
          </p:nvGrpSpPr>
          <p:grpSpPr bwMode="auto">
            <a:xfrm>
              <a:off x="2681288" y="5499100"/>
              <a:ext cx="180975" cy="180975"/>
              <a:chOff x="2823" y="3464"/>
              <a:chExt cx="114" cy="114"/>
            </a:xfrm>
          </p:grpSpPr>
          <p:sp>
            <p:nvSpPr>
              <p:cNvPr id="556056" name="Oval 24"/>
              <p:cNvSpPr>
                <a:spLocks noChangeArrowheads="1"/>
              </p:cNvSpPr>
              <p:nvPr/>
            </p:nvSpPr>
            <p:spPr bwMode="auto">
              <a:xfrm>
                <a:off x="2823" y="3464"/>
                <a:ext cx="114" cy="114"/>
              </a:xfrm>
              <a:prstGeom prst="ellipse">
                <a:avLst/>
              </a:prstGeom>
              <a:ln>
                <a:headEnd/>
                <a:tailEnd/>
              </a:ln>
            </p:spPr>
            <p:style>
              <a:lnRef idx="1">
                <a:schemeClr val="accent6"/>
              </a:lnRef>
              <a:fillRef idx="2">
                <a:schemeClr val="accent6"/>
              </a:fillRef>
              <a:effectRef idx="1">
                <a:schemeClr val="accent6"/>
              </a:effectRef>
              <a:fontRef idx="minor">
                <a:schemeClr val="dk1"/>
              </a:fontRef>
            </p:style>
            <p:txBody>
              <a:bodyPr wrap="none" anchor="ctr"/>
              <a:lstStyle/>
              <a:p>
                <a:endParaRPr lang="ja-JP" altLang="en-US"/>
              </a:p>
            </p:txBody>
          </p:sp>
          <p:sp>
            <p:nvSpPr>
              <p:cNvPr id="556057" name="Line 25"/>
              <p:cNvSpPr>
                <a:spLocks noChangeShapeType="1"/>
              </p:cNvSpPr>
              <p:nvPr/>
            </p:nvSpPr>
            <p:spPr bwMode="auto">
              <a:xfrm>
                <a:off x="2852" y="3521"/>
                <a:ext cx="56" cy="0"/>
              </a:xfrm>
              <a:prstGeom prst="line">
                <a:avLst/>
              </a:prstGeom>
              <a:ln w="19050">
                <a:headEnd/>
                <a:tailEnd/>
              </a:ln>
              <a:effectLst/>
            </p:spPr>
            <p:style>
              <a:lnRef idx="1">
                <a:schemeClr val="accent6"/>
              </a:lnRef>
              <a:fillRef idx="2">
                <a:schemeClr val="accent6"/>
              </a:fillRef>
              <a:effectRef idx="1">
                <a:schemeClr val="accent6"/>
              </a:effectRef>
              <a:fontRef idx="minor">
                <a:schemeClr val="dk1"/>
              </a:fontRef>
            </p:style>
            <p:txBody>
              <a:bodyPr/>
              <a:lstStyle/>
              <a:p>
                <a:endParaRPr lang="ja-JP" altLang="en-US"/>
              </a:p>
            </p:txBody>
          </p:sp>
        </p:grpSp>
      </p:grpSp>
      <p:sp>
        <p:nvSpPr>
          <p:cNvPr id="2" name="Freeform 9">
            <a:extLst>
              <a:ext uri="{FF2B5EF4-FFF2-40B4-BE49-F238E27FC236}">
                <a16:creationId xmlns:a16="http://schemas.microsoft.com/office/drawing/2014/main" id="{B012697E-90BD-1C97-2AB1-DC86FC7DAE70}"/>
              </a:ext>
            </a:extLst>
          </p:cNvPr>
          <p:cNvSpPr>
            <a:spLocks/>
          </p:cNvSpPr>
          <p:nvPr/>
        </p:nvSpPr>
        <p:spPr bwMode="auto">
          <a:xfrm>
            <a:off x="7536016" y="4239010"/>
            <a:ext cx="720750" cy="719137"/>
          </a:xfrm>
          <a:custGeom>
            <a:avLst/>
            <a:gdLst/>
            <a:ahLst/>
            <a:cxnLst>
              <a:cxn ang="0">
                <a:pos x="0" y="453"/>
              </a:cxn>
              <a:cxn ang="0">
                <a:pos x="511" y="453"/>
              </a:cxn>
              <a:cxn ang="0">
                <a:pos x="454" y="0"/>
              </a:cxn>
              <a:cxn ang="0">
                <a:pos x="57" y="0"/>
              </a:cxn>
              <a:cxn ang="0">
                <a:pos x="0" y="453"/>
              </a:cxn>
            </a:cxnLst>
            <a:rect l="0" t="0" r="r" b="b"/>
            <a:pathLst>
              <a:path w="511" h="453">
                <a:moveTo>
                  <a:pt x="0" y="453"/>
                </a:moveTo>
                <a:lnTo>
                  <a:pt x="511" y="453"/>
                </a:lnTo>
                <a:lnTo>
                  <a:pt x="454" y="0"/>
                </a:lnTo>
                <a:lnTo>
                  <a:pt x="57" y="0"/>
                </a:lnTo>
                <a:lnTo>
                  <a:pt x="0" y="453"/>
                </a:lnTo>
                <a:close/>
              </a:path>
            </a:pathLst>
          </a:custGeom>
          <a:ln>
            <a:headEnd type="none" w="med" len="med"/>
            <a:tailEnd type="none" w="med" len="med"/>
          </a:ln>
        </p:spPr>
        <p:style>
          <a:lnRef idx="1">
            <a:schemeClr val="accent2"/>
          </a:lnRef>
          <a:fillRef idx="2">
            <a:schemeClr val="accent2"/>
          </a:fillRef>
          <a:effectRef idx="1">
            <a:schemeClr val="accent2"/>
          </a:effectRef>
          <a:fontRef idx="minor">
            <a:schemeClr val="dk1"/>
          </a:fontRef>
        </p:style>
        <p:txBody>
          <a:bodyPr/>
          <a:lstStyle/>
          <a:p>
            <a:endParaRPr lang="ja-JP" altLang="en-US"/>
          </a:p>
        </p:txBody>
      </p:sp>
      <p:sp>
        <p:nvSpPr>
          <p:cNvPr id="5" name="正方形/長方形 4">
            <a:extLst>
              <a:ext uri="{FF2B5EF4-FFF2-40B4-BE49-F238E27FC236}">
                <a16:creationId xmlns:a16="http://schemas.microsoft.com/office/drawing/2014/main" id="{1541AAB3-0B99-A322-5E59-A5417E122F45}"/>
              </a:ext>
            </a:extLst>
          </p:cNvPr>
          <p:cNvSpPr/>
          <p:nvPr/>
        </p:nvSpPr>
        <p:spPr bwMode="auto">
          <a:xfrm>
            <a:off x="6455816" y="4959119"/>
            <a:ext cx="2880384" cy="270036"/>
          </a:xfrm>
          <a:prstGeom prst="rect">
            <a:avLst/>
          </a:prstGeom>
          <a:ln>
            <a:headEnd type="none" w="med" len="med"/>
            <a:tailEnd type="none" w="med" len="med"/>
          </a:ln>
        </p:spPr>
        <p:style>
          <a:lnRef idx="1">
            <a:schemeClr val="dk1"/>
          </a:lnRef>
          <a:fillRef idx="2">
            <a:schemeClr val="dk1"/>
          </a:fillRef>
          <a:effectRef idx="1">
            <a:schemeClr val="dk1"/>
          </a:effectRef>
          <a:fontRef idx="minor">
            <a:schemeClr val="dk1"/>
          </a:fontRef>
        </p:style>
        <p:txBody>
          <a:bodyPr vert="horz" wrap="none" lIns="36000" tIns="0" rIns="36000" bIns="0" numCol="1" rtlCol="0" anchor="t" anchorCtr="0" compatLnSpc="1">
            <a:prstTxWarp prst="textNoShape">
              <a:avLst/>
            </a:prstTxWarp>
          </a:bodyPr>
          <a:lstStyle/>
          <a:p>
            <a:pPr algn="ctr" fontAlgn="base">
              <a:spcBef>
                <a:spcPct val="0"/>
              </a:spcBef>
              <a:spcAft>
                <a:spcPct val="0"/>
              </a:spcAft>
            </a:pPr>
            <a:endParaRPr lang="ja-JP" altLang="en-US" dirty="0">
              <a:solidFill>
                <a:schemeClr val="tx1"/>
              </a:solidFill>
            </a:endParaRPr>
          </a:p>
        </p:txBody>
      </p:sp>
      <p:sp>
        <p:nvSpPr>
          <p:cNvPr id="8" name="Rectangle 8">
            <a:extLst>
              <a:ext uri="{FF2B5EF4-FFF2-40B4-BE49-F238E27FC236}">
                <a16:creationId xmlns:a16="http://schemas.microsoft.com/office/drawing/2014/main" id="{6966788D-91F7-32C1-A417-DE33945F037F}"/>
              </a:ext>
            </a:extLst>
          </p:cNvPr>
          <p:cNvSpPr>
            <a:spLocks noChangeArrowheads="1"/>
          </p:cNvSpPr>
          <p:nvPr/>
        </p:nvSpPr>
        <p:spPr bwMode="auto">
          <a:xfrm>
            <a:off x="6455847" y="5228826"/>
            <a:ext cx="2879725" cy="1439862"/>
          </a:xfrm>
          <a:prstGeom prst="rect">
            <a:avLst/>
          </a:prstGeom>
          <a:ln>
            <a:headEnd/>
            <a:tailEnd/>
          </a:ln>
        </p:spPr>
        <p:style>
          <a:lnRef idx="1">
            <a:schemeClr val="accent6"/>
          </a:lnRef>
          <a:fillRef idx="2">
            <a:schemeClr val="accent6"/>
          </a:fillRef>
          <a:effectRef idx="1">
            <a:schemeClr val="accent6"/>
          </a:effectRef>
          <a:fontRef idx="minor">
            <a:schemeClr val="dk1"/>
          </a:fontRef>
        </p:style>
        <p:txBody>
          <a:bodyPr wrap="none" anchor="ctr"/>
          <a:lstStyle/>
          <a:p>
            <a:endParaRPr lang="ja-JP" altLang="en-US"/>
          </a:p>
        </p:txBody>
      </p:sp>
      <p:sp>
        <p:nvSpPr>
          <p:cNvPr id="9" name="Freeform 6">
            <a:extLst>
              <a:ext uri="{FF2B5EF4-FFF2-40B4-BE49-F238E27FC236}">
                <a16:creationId xmlns:a16="http://schemas.microsoft.com/office/drawing/2014/main" id="{D7E5104E-C24B-2439-B6CA-7D3FEB2569DD}"/>
              </a:ext>
            </a:extLst>
          </p:cNvPr>
          <p:cNvSpPr>
            <a:spLocks/>
          </p:cNvSpPr>
          <p:nvPr/>
        </p:nvSpPr>
        <p:spPr bwMode="auto">
          <a:xfrm>
            <a:off x="6455847" y="5228827"/>
            <a:ext cx="720725" cy="719137"/>
          </a:xfrm>
          <a:custGeom>
            <a:avLst/>
            <a:gdLst/>
            <a:ahLst/>
            <a:cxnLst>
              <a:cxn ang="0">
                <a:pos x="0" y="0"/>
              </a:cxn>
              <a:cxn ang="0">
                <a:pos x="454" y="0"/>
              </a:cxn>
              <a:cxn ang="0">
                <a:pos x="227" y="453"/>
              </a:cxn>
              <a:cxn ang="0">
                <a:pos x="0" y="453"/>
              </a:cxn>
            </a:cxnLst>
            <a:rect l="0" t="0" r="r" b="b"/>
            <a:pathLst>
              <a:path w="454" h="453">
                <a:moveTo>
                  <a:pt x="0" y="0"/>
                </a:moveTo>
                <a:lnTo>
                  <a:pt x="454" y="0"/>
                </a:lnTo>
                <a:lnTo>
                  <a:pt x="227" y="453"/>
                </a:lnTo>
                <a:lnTo>
                  <a:pt x="0" y="453"/>
                </a:lnTo>
              </a:path>
            </a:pathLst>
          </a:custGeom>
          <a:ln>
            <a:headEnd type="none" w="med" len="med"/>
            <a:tailEnd type="none" w="med" len="med"/>
          </a:ln>
        </p:spPr>
        <p:style>
          <a:lnRef idx="1">
            <a:schemeClr val="accent2"/>
          </a:lnRef>
          <a:fillRef idx="2">
            <a:schemeClr val="accent2"/>
          </a:fillRef>
          <a:effectRef idx="1">
            <a:schemeClr val="accent2"/>
          </a:effectRef>
          <a:fontRef idx="minor">
            <a:schemeClr val="dk1"/>
          </a:fontRef>
        </p:style>
        <p:txBody>
          <a:bodyPr/>
          <a:lstStyle/>
          <a:p>
            <a:endParaRPr lang="ja-JP" altLang="en-US"/>
          </a:p>
        </p:txBody>
      </p:sp>
      <p:sp>
        <p:nvSpPr>
          <p:cNvPr id="10" name="Freeform 7">
            <a:extLst>
              <a:ext uri="{FF2B5EF4-FFF2-40B4-BE49-F238E27FC236}">
                <a16:creationId xmlns:a16="http://schemas.microsoft.com/office/drawing/2014/main" id="{FC1A5FA5-C1B7-5EE2-6671-1CE915E88AEA}"/>
              </a:ext>
            </a:extLst>
          </p:cNvPr>
          <p:cNvSpPr>
            <a:spLocks/>
          </p:cNvSpPr>
          <p:nvPr/>
        </p:nvSpPr>
        <p:spPr bwMode="auto">
          <a:xfrm flipH="1">
            <a:off x="8616435" y="5228827"/>
            <a:ext cx="720725" cy="719137"/>
          </a:xfrm>
          <a:custGeom>
            <a:avLst/>
            <a:gdLst/>
            <a:ahLst/>
            <a:cxnLst>
              <a:cxn ang="0">
                <a:pos x="0" y="0"/>
              </a:cxn>
              <a:cxn ang="0">
                <a:pos x="454" y="0"/>
              </a:cxn>
              <a:cxn ang="0">
                <a:pos x="227" y="453"/>
              </a:cxn>
              <a:cxn ang="0">
                <a:pos x="0" y="453"/>
              </a:cxn>
            </a:cxnLst>
            <a:rect l="0" t="0" r="r" b="b"/>
            <a:pathLst>
              <a:path w="454" h="453">
                <a:moveTo>
                  <a:pt x="0" y="0"/>
                </a:moveTo>
                <a:lnTo>
                  <a:pt x="454" y="0"/>
                </a:lnTo>
                <a:lnTo>
                  <a:pt x="227" y="453"/>
                </a:lnTo>
                <a:lnTo>
                  <a:pt x="0" y="453"/>
                </a:lnTo>
              </a:path>
            </a:pathLst>
          </a:custGeom>
          <a:ln>
            <a:headEnd type="none" w="med" len="med"/>
            <a:tailEnd type="none" w="med" len="med"/>
          </a:ln>
        </p:spPr>
        <p:style>
          <a:lnRef idx="1">
            <a:schemeClr val="accent2"/>
          </a:lnRef>
          <a:fillRef idx="2">
            <a:schemeClr val="accent2"/>
          </a:fillRef>
          <a:effectRef idx="1">
            <a:schemeClr val="accent2"/>
          </a:effectRef>
          <a:fontRef idx="minor">
            <a:schemeClr val="dk1"/>
          </a:fontRef>
        </p:style>
        <p:txBody>
          <a:bodyPr/>
          <a:lstStyle/>
          <a:p>
            <a:endParaRPr lang="ja-JP" altLang="en-US"/>
          </a:p>
        </p:txBody>
      </p:sp>
      <p:sp>
        <p:nvSpPr>
          <p:cNvPr id="11" name="Line 10">
            <a:extLst>
              <a:ext uri="{FF2B5EF4-FFF2-40B4-BE49-F238E27FC236}">
                <a16:creationId xmlns:a16="http://schemas.microsoft.com/office/drawing/2014/main" id="{41EE8F78-6B9D-87FB-5C9E-EA124ECE1DF5}"/>
              </a:ext>
            </a:extLst>
          </p:cNvPr>
          <p:cNvSpPr>
            <a:spLocks noChangeShapeType="1"/>
          </p:cNvSpPr>
          <p:nvPr/>
        </p:nvSpPr>
        <p:spPr bwMode="auto">
          <a:xfrm>
            <a:off x="6455817" y="4959119"/>
            <a:ext cx="2879725" cy="0"/>
          </a:xfrm>
          <a:prstGeom prst="line">
            <a:avLst/>
          </a:prstGeom>
          <a:noFill/>
          <a:ln w="19050">
            <a:solidFill>
              <a:schemeClr val="tx1"/>
            </a:solidFill>
            <a:round/>
            <a:headEnd/>
            <a:tailEnd/>
          </a:ln>
          <a:effectLst/>
        </p:spPr>
        <p:txBody>
          <a:bodyPr/>
          <a:lstStyle/>
          <a:p>
            <a:endParaRPr lang="ja-JP" altLang="en-US"/>
          </a:p>
        </p:txBody>
      </p:sp>
      <p:sp>
        <p:nvSpPr>
          <p:cNvPr id="12" name="Line 11">
            <a:extLst>
              <a:ext uri="{FF2B5EF4-FFF2-40B4-BE49-F238E27FC236}">
                <a16:creationId xmlns:a16="http://schemas.microsoft.com/office/drawing/2014/main" id="{3E5B1AE8-146D-632F-B084-6E8E07394F08}"/>
              </a:ext>
            </a:extLst>
          </p:cNvPr>
          <p:cNvSpPr>
            <a:spLocks noChangeShapeType="1"/>
          </p:cNvSpPr>
          <p:nvPr/>
        </p:nvSpPr>
        <p:spPr bwMode="auto">
          <a:xfrm>
            <a:off x="6455847" y="6668688"/>
            <a:ext cx="2879725" cy="0"/>
          </a:xfrm>
          <a:prstGeom prst="line">
            <a:avLst/>
          </a:prstGeom>
          <a:noFill/>
          <a:ln w="19050">
            <a:solidFill>
              <a:schemeClr val="tx1"/>
            </a:solidFill>
            <a:round/>
            <a:headEnd/>
            <a:tailEnd/>
          </a:ln>
          <a:effectLst/>
        </p:spPr>
        <p:txBody>
          <a:bodyPr/>
          <a:lstStyle/>
          <a:p>
            <a:endParaRPr lang="ja-JP" altLang="en-US"/>
          </a:p>
        </p:txBody>
      </p:sp>
      <p:sp>
        <p:nvSpPr>
          <p:cNvPr id="13" name="Rectangle 12">
            <a:extLst>
              <a:ext uri="{FF2B5EF4-FFF2-40B4-BE49-F238E27FC236}">
                <a16:creationId xmlns:a16="http://schemas.microsoft.com/office/drawing/2014/main" id="{B78E739C-A35D-E813-A09F-BDDE4446ACC7}"/>
              </a:ext>
            </a:extLst>
          </p:cNvPr>
          <p:cNvSpPr>
            <a:spLocks noChangeArrowheads="1"/>
          </p:cNvSpPr>
          <p:nvPr/>
        </p:nvSpPr>
        <p:spPr bwMode="auto">
          <a:xfrm>
            <a:off x="6455847" y="5409802"/>
            <a:ext cx="360363" cy="358775"/>
          </a:xfrm>
          <a:prstGeom prst="rect">
            <a:avLst/>
          </a:prstGeom>
          <a:noFill/>
          <a:ln w="9525">
            <a:noFill/>
            <a:miter lim="800000"/>
            <a:headEnd/>
            <a:tailEnd/>
          </a:ln>
          <a:effectLst/>
        </p:spPr>
        <p:txBody>
          <a:bodyPr wrap="none" anchor="ctr"/>
          <a:lstStyle/>
          <a:p>
            <a:pPr algn="ctr"/>
            <a:r>
              <a:rPr lang="en-US" altLang="ja-JP"/>
              <a:t>S</a:t>
            </a:r>
          </a:p>
        </p:txBody>
      </p:sp>
      <p:sp>
        <p:nvSpPr>
          <p:cNvPr id="14" name="Rectangle 15">
            <a:extLst>
              <a:ext uri="{FF2B5EF4-FFF2-40B4-BE49-F238E27FC236}">
                <a16:creationId xmlns:a16="http://schemas.microsoft.com/office/drawing/2014/main" id="{7C36156A-44D4-D73B-C427-F28FC938BD51}"/>
              </a:ext>
            </a:extLst>
          </p:cNvPr>
          <p:cNvSpPr>
            <a:spLocks noChangeArrowheads="1"/>
          </p:cNvSpPr>
          <p:nvPr/>
        </p:nvSpPr>
        <p:spPr bwMode="auto">
          <a:xfrm>
            <a:off x="8976797" y="5409802"/>
            <a:ext cx="360363" cy="358775"/>
          </a:xfrm>
          <a:prstGeom prst="rect">
            <a:avLst/>
          </a:prstGeom>
          <a:noFill/>
          <a:ln w="9525">
            <a:noFill/>
            <a:miter lim="800000"/>
            <a:headEnd/>
            <a:tailEnd/>
          </a:ln>
          <a:effectLst/>
        </p:spPr>
        <p:txBody>
          <a:bodyPr wrap="none" anchor="ctr"/>
          <a:lstStyle/>
          <a:p>
            <a:pPr algn="ctr"/>
            <a:r>
              <a:rPr lang="en-US" altLang="ja-JP"/>
              <a:t>D</a:t>
            </a:r>
          </a:p>
        </p:txBody>
      </p:sp>
      <p:sp>
        <p:nvSpPr>
          <p:cNvPr id="15" name="Rectangle 16">
            <a:extLst>
              <a:ext uri="{FF2B5EF4-FFF2-40B4-BE49-F238E27FC236}">
                <a16:creationId xmlns:a16="http://schemas.microsoft.com/office/drawing/2014/main" id="{ABE9B84A-7551-C927-B0D3-AC1CA3F22F18}"/>
              </a:ext>
            </a:extLst>
          </p:cNvPr>
          <p:cNvSpPr>
            <a:spLocks noChangeArrowheads="1"/>
          </p:cNvSpPr>
          <p:nvPr/>
        </p:nvSpPr>
        <p:spPr bwMode="auto">
          <a:xfrm>
            <a:off x="7716991" y="4418397"/>
            <a:ext cx="360363" cy="358775"/>
          </a:xfrm>
          <a:prstGeom prst="rect">
            <a:avLst/>
          </a:prstGeom>
          <a:noFill/>
          <a:ln w="9525">
            <a:noFill/>
            <a:miter lim="800000"/>
            <a:headEnd/>
            <a:tailEnd/>
          </a:ln>
          <a:effectLst/>
        </p:spPr>
        <p:txBody>
          <a:bodyPr wrap="none" anchor="ctr"/>
          <a:lstStyle/>
          <a:p>
            <a:pPr algn="ctr"/>
            <a:r>
              <a:rPr lang="en-US" altLang="ja-JP"/>
              <a:t>G</a:t>
            </a:r>
          </a:p>
        </p:txBody>
      </p:sp>
      <p:grpSp>
        <p:nvGrpSpPr>
          <p:cNvPr id="19" name="グループ化 18">
            <a:extLst>
              <a:ext uri="{FF2B5EF4-FFF2-40B4-BE49-F238E27FC236}">
                <a16:creationId xmlns:a16="http://schemas.microsoft.com/office/drawing/2014/main" id="{EFF559BE-F1D7-8ADD-E44C-23F236B57921}"/>
              </a:ext>
            </a:extLst>
          </p:cNvPr>
          <p:cNvGrpSpPr/>
          <p:nvPr/>
        </p:nvGrpSpPr>
        <p:grpSpPr>
          <a:xfrm>
            <a:off x="7446016" y="5319022"/>
            <a:ext cx="900113" cy="180975"/>
            <a:chOff x="1962150" y="5499100"/>
            <a:chExt cx="900113" cy="180975"/>
          </a:xfrm>
        </p:grpSpPr>
        <p:grpSp>
          <p:nvGrpSpPr>
            <p:cNvPr id="20" name="Group 19">
              <a:extLst>
                <a:ext uri="{FF2B5EF4-FFF2-40B4-BE49-F238E27FC236}">
                  <a16:creationId xmlns:a16="http://schemas.microsoft.com/office/drawing/2014/main" id="{8366906E-799E-5CEF-9E73-7D0C37CC9673}"/>
                </a:ext>
              </a:extLst>
            </p:cNvPr>
            <p:cNvGrpSpPr>
              <a:grpSpLocks/>
            </p:cNvGrpSpPr>
            <p:nvPr/>
          </p:nvGrpSpPr>
          <p:grpSpPr bwMode="auto">
            <a:xfrm>
              <a:off x="1962150" y="5499100"/>
              <a:ext cx="180975" cy="180975"/>
              <a:chOff x="2823" y="3464"/>
              <a:chExt cx="114" cy="114"/>
            </a:xfrm>
          </p:grpSpPr>
          <p:sp>
            <p:nvSpPr>
              <p:cNvPr id="27" name="Oval 17">
                <a:extLst>
                  <a:ext uri="{FF2B5EF4-FFF2-40B4-BE49-F238E27FC236}">
                    <a16:creationId xmlns:a16="http://schemas.microsoft.com/office/drawing/2014/main" id="{8CC16491-E66F-3BDC-C8FA-5AD5DA0D2660}"/>
                  </a:ext>
                </a:extLst>
              </p:cNvPr>
              <p:cNvSpPr>
                <a:spLocks noChangeArrowheads="1"/>
              </p:cNvSpPr>
              <p:nvPr/>
            </p:nvSpPr>
            <p:spPr bwMode="auto">
              <a:xfrm>
                <a:off x="2823" y="3464"/>
                <a:ext cx="114" cy="114"/>
              </a:xfrm>
              <a:prstGeom prst="ellipse">
                <a:avLst/>
              </a:prstGeom>
              <a:ln>
                <a:headEnd/>
                <a:tailEnd/>
              </a:ln>
            </p:spPr>
            <p:style>
              <a:lnRef idx="1">
                <a:schemeClr val="accent6"/>
              </a:lnRef>
              <a:fillRef idx="2">
                <a:schemeClr val="accent6"/>
              </a:fillRef>
              <a:effectRef idx="1">
                <a:schemeClr val="accent6"/>
              </a:effectRef>
              <a:fontRef idx="minor">
                <a:schemeClr val="dk1"/>
              </a:fontRef>
            </p:style>
            <p:txBody>
              <a:bodyPr wrap="none" anchor="ctr"/>
              <a:lstStyle/>
              <a:p>
                <a:endParaRPr lang="ja-JP" altLang="en-US"/>
              </a:p>
            </p:txBody>
          </p:sp>
          <p:sp>
            <p:nvSpPr>
              <p:cNvPr id="28" name="Line 18">
                <a:extLst>
                  <a:ext uri="{FF2B5EF4-FFF2-40B4-BE49-F238E27FC236}">
                    <a16:creationId xmlns:a16="http://schemas.microsoft.com/office/drawing/2014/main" id="{E4B388A9-E03F-0314-C692-0AF1FEE523B2}"/>
                  </a:ext>
                </a:extLst>
              </p:cNvPr>
              <p:cNvSpPr>
                <a:spLocks noChangeShapeType="1"/>
              </p:cNvSpPr>
              <p:nvPr/>
            </p:nvSpPr>
            <p:spPr bwMode="auto">
              <a:xfrm>
                <a:off x="2852" y="3521"/>
                <a:ext cx="56" cy="0"/>
              </a:xfrm>
              <a:prstGeom prst="line">
                <a:avLst/>
              </a:prstGeom>
              <a:ln w="19050">
                <a:headEnd/>
                <a:tailEnd/>
              </a:ln>
              <a:effectLst/>
            </p:spPr>
            <p:style>
              <a:lnRef idx="1">
                <a:schemeClr val="accent6"/>
              </a:lnRef>
              <a:fillRef idx="2">
                <a:schemeClr val="accent6"/>
              </a:fillRef>
              <a:effectRef idx="1">
                <a:schemeClr val="accent6"/>
              </a:effectRef>
              <a:fontRef idx="minor">
                <a:schemeClr val="dk1"/>
              </a:fontRef>
            </p:style>
            <p:txBody>
              <a:bodyPr/>
              <a:lstStyle/>
              <a:p>
                <a:endParaRPr lang="ja-JP" altLang="en-US"/>
              </a:p>
            </p:txBody>
          </p:sp>
        </p:grpSp>
        <p:grpSp>
          <p:nvGrpSpPr>
            <p:cNvPr id="21" name="Group 20">
              <a:extLst>
                <a:ext uri="{FF2B5EF4-FFF2-40B4-BE49-F238E27FC236}">
                  <a16:creationId xmlns:a16="http://schemas.microsoft.com/office/drawing/2014/main" id="{D29F5FD8-8030-4AA8-46ED-50E865E8C4AB}"/>
                </a:ext>
              </a:extLst>
            </p:cNvPr>
            <p:cNvGrpSpPr>
              <a:grpSpLocks/>
            </p:cNvGrpSpPr>
            <p:nvPr/>
          </p:nvGrpSpPr>
          <p:grpSpPr bwMode="auto">
            <a:xfrm>
              <a:off x="2322513" y="5499100"/>
              <a:ext cx="180975" cy="180975"/>
              <a:chOff x="2823" y="3464"/>
              <a:chExt cx="114" cy="114"/>
            </a:xfrm>
          </p:grpSpPr>
          <p:sp>
            <p:nvSpPr>
              <p:cNvPr id="25" name="Oval 21">
                <a:extLst>
                  <a:ext uri="{FF2B5EF4-FFF2-40B4-BE49-F238E27FC236}">
                    <a16:creationId xmlns:a16="http://schemas.microsoft.com/office/drawing/2014/main" id="{E263F852-92FD-ED3E-12E9-CE2B8F024205}"/>
                  </a:ext>
                </a:extLst>
              </p:cNvPr>
              <p:cNvSpPr>
                <a:spLocks noChangeArrowheads="1"/>
              </p:cNvSpPr>
              <p:nvPr/>
            </p:nvSpPr>
            <p:spPr bwMode="auto">
              <a:xfrm>
                <a:off x="2823" y="3464"/>
                <a:ext cx="114" cy="114"/>
              </a:xfrm>
              <a:prstGeom prst="ellipse">
                <a:avLst/>
              </a:prstGeom>
              <a:ln>
                <a:headEnd/>
                <a:tailEnd/>
              </a:ln>
            </p:spPr>
            <p:style>
              <a:lnRef idx="1">
                <a:schemeClr val="accent6"/>
              </a:lnRef>
              <a:fillRef idx="2">
                <a:schemeClr val="accent6"/>
              </a:fillRef>
              <a:effectRef idx="1">
                <a:schemeClr val="accent6"/>
              </a:effectRef>
              <a:fontRef idx="minor">
                <a:schemeClr val="dk1"/>
              </a:fontRef>
            </p:style>
            <p:txBody>
              <a:bodyPr wrap="none" anchor="ctr"/>
              <a:lstStyle/>
              <a:p>
                <a:endParaRPr lang="ja-JP" altLang="en-US"/>
              </a:p>
            </p:txBody>
          </p:sp>
          <p:sp>
            <p:nvSpPr>
              <p:cNvPr id="26" name="Line 22">
                <a:extLst>
                  <a:ext uri="{FF2B5EF4-FFF2-40B4-BE49-F238E27FC236}">
                    <a16:creationId xmlns:a16="http://schemas.microsoft.com/office/drawing/2014/main" id="{878A30F6-9405-EEDF-0C79-797D412FCA86}"/>
                  </a:ext>
                </a:extLst>
              </p:cNvPr>
              <p:cNvSpPr>
                <a:spLocks noChangeShapeType="1"/>
              </p:cNvSpPr>
              <p:nvPr/>
            </p:nvSpPr>
            <p:spPr bwMode="auto">
              <a:xfrm>
                <a:off x="2852" y="3521"/>
                <a:ext cx="56" cy="0"/>
              </a:xfrm>
              <a:prstGeom prst="line">
                <a:avLst/>
              </a:prstGeom>
              <a:ln w="19050">
                <a:headEnd/>
                <a:tailEnd/>
              </a:ln>
              <a:effectLst/>
            </p:spPr>
            <p:style>
              <a:lnRef idx="1">
                <a:schemeClr val="accent6"/>
              </a:lnRef>
              <a:fillRef idx="2">
                <a:schemeClr val="accent6"/>
              </a:fillRef>
              <a:effectRef idx="1">
                <a:schemeClr val="accent6"/>
              </a:effectRef>
              <a:fontRef idx="minor">
                <a:schemeClr val="dk1"/>
              </a:fontRef>
            </p:style>
            <p:txBody>
              <a:bodyPr/>
              <a:lstStyle/>
              <a:p>
                <a:endParaRPr lang="ja-JP" altLang="en-US"/>
              </a:p>
            </p:txBody>
          </p:sp>
        </p:grpSp>
        <p:grpSp>
          <p:nvGrpSpPr>
            <p:cNvPr id="22" name="Group 23">
              <a:extLst>
                <a:ext uri="{FF2B5EF4-FFF2-40B4-BE49-F238E27FC236}">
                  <a16:creationId xmlns:a16="http://schemas.microsoft.com/office/drawing/2014/main" id="{1B637B3A-E433-8320-EC77-4C1FE525D962}"/>
                </a:ext>
              </a:extLst>
            </p:cNvPr>
            <p:cNvGrpSpPr>
              <a:grpSpLocks/>
            </p:cNvGrpSpPr>
            <p:nvPr/>
          </p:nvGrpSpPr>
          <p:grpSpPr bwMode="auto">
            <a:xfrm>
              <a:off x="2681288" y="5499100"/>
              <a:ext cx="180975" cy="180975"/>
              <a:chOff x="2823" y="3464"/>
              <a:chExt cx="114" cy="114"/>
            </a:xfrm>
          </p:grpSpPr>
          <p:sp>
            <p:nvSpPr>
              <p:cNvPr id="23" name="Oval 24">
                <a:extLst>
                  <a:ext uri="{FF2B5EF4-FFF2-40B4-BE49-F238E27FC236}">
                    <a16:creationId xmlns:a16="http://schemas.microsoft.com/office/drawing/2014/main" id="{19DCBB86-BFF2-9606-6793-252FF5475106}"/>
                  </a:ext>
                </a:extLst>
              </p:cNvPr>
              <p:cNvSpPr>
                <a:spLocks noChangeArrowheads="1"/>
              </p:cNvSpPr>
              <p:nvPr/>
            </p:nvSpPr>
            <p:spPr bwMode="auto">
              <a:xfrm>
                <a:off x="2823" y="3464"/>
                <a:ext cx="114" cy="114"/>
              </a:xfrm>
              <a:prstGeom prst="ellipse">
                <a:avLst/>
              </a:prstGeom>
              <a:ln>
                <a:headEnd/>
                <a:tailEnd/>
              </a:ln>
            </p:spPr>
            <p:style>
              <a:lnRef idx="1">
                <a:schemeClr val="accent6"/>
              </a:lnRef>
              <a:fillRef idx="2">
                <a:schemeClr val="accent6"/>
              </a:fillRef>
              <a:effectRef idx="1">
                <a:schemeClr val="accent6"/>
              </a:effectRef>
              <a:fontRef idx="minor">
                <a:schemeClr val="dk1"/>
              </a:fontRef>
            </p:style>
            <p:txBody>
              <a:bodyPr wrap="none" anchor="ctr"/>
              <a:lstStyle/>
              <a:p>
                <a:endParaRPr lang="ja-JP" altLang="en-US"/>
              </a:p>
            </p:txBody>
          </p:sp>
          <p:sp>
            <p:nvSpPr>
              <p:cNvPr id="24" name="Line 25">
                <a:extLst>
                  <a:ext uri="{FF2B5EF4-FFF2-40B4-BE49-F238E27FC236}">
                    <a16:creationId xmlns:a16="http://schemas.microsoft.com/office/drawing/2014/main" id="{54E16104-C51D-A5B5-3F3E-CF8F267763D7}"/>
                  </a:ext>
                </a:extLst>
              </p:cNvPr>
              <p:cNvSpPr>
                <a:spLocks noChangeShapeType="1"/>
              </p:cNvSpPr>
              <p:nvPr/>
            </p:nvSpPr>
            <p:spPr bwMode="auto">
              <a:xfrm>
                <a:off x="2852" y="3521"/>
                <a:ext cx="56" cy="0"/>
              </a:xfrm>
              <a:prstGeom prst="line">
                <a:avLst/>
              </a:prstGeom>
              <a:ln w="19050">
                <a:headEnd/>
                <a:tailEnd/>
              </a:ln>
              <a:effectLst/>
            </p:spPr>
            <p:style>
              <a:lnRef idx="1">
                <a:schemeClr val="accent6"/>
              </a:lnRef>
              <a:fillRef idx="2">
                <a:schemeClr val="accent6"/>
              </a:fillRef>
              <a:effectRef idx="1">
                <a:schemeClr val="accent6"/>
              </a:effectRef>
              <a:fontRef idx="minor">
                <a:schemeClr val="dk1"/>
              </a:fontRef>
            </p:style>
            <p:txBody>
              <a:bodyPr/>
              <a:lstStyle/>
              <a:p>
                <a:endParaRPr lang="ja-JP" altLang="en-US"/>
              </a:p>
            </p:txBody>
          </p:sp>
        </p:grpSp>
      </p:grpSp>
      <p:cxnSp>
        <p:nvCxnSpPr>
          <p:cNvPr id="30" name="直線矢印コネクタ 29">
            <a:extLst>
              <a:ext uri="{FF2B5EF4-FFF2-40B4-BE49-F238E27FC236}">
                <a16:creationId xmlns:a16="http://schemas.microsoft.com/office/drawing/2014/main" id="{8280BC87-7615-05B2-F4D5-26B9B6616364}"/>
              </a:ext>
            </a:extLst>
          </p:cNvPr>
          <p:cNvCxnSpPr/>
          <p:nvPr/>
        </p:nvCxnSpPr>
        <p:spPr bwMode="auto">
          <a:xfrm>
            <a:off x="6726007" y="5319021"/>
            <a:ext cx="2340026" cy="0"/>
          </a:xfrm>
          <a:prstGeom prst="straightConnector1">
            <a:avLst/>
          </a:prstGeom>
          <a:ln>
            <a:headEnd type="none" w="med" len="med"/>
            <a:tailEnd type="triangle"/>
          </a:ln>
        </p:spPr>
        <p:style>
          <a:lnRef idx="3">
            <a:schemeClr val="accent6"/>
          </a:lnRef>
          <a:fillRef idx="0">
            <a:schemeClr val="accent6"/>
          </a:fillRef>
          <a:effectRef idx="2">
            <a:schemeClr val="accent6"/>
          </a:effectRef>
          <a:fontRef idx="minor">
            <a:schemeClr val="tx1"/>
          </a:fontRef>
        </p:style>
      </p:cxnSp>
    </p:spTree>
    <p:extLst>
      <p:ext uri="{BB962C8B-B14F-4D97-AF65-F5344CB8AC3E}">
        <p14:creationId xmlns:p14="http://schemas.microsoft.com/office/powerpoint/2010/main" val="153334121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MOS </a:t>
            </a:r>
            <a:r>
              <a:rPr lang="ja-JP" altLang="en-US" dirty="0"/>
              <a:t>には </a:t>
            </a:r>
            <a:r>
              <a:rPr lang="en-US" altLang="ja-JP" dirty="0"/>
              <a:t>NMOS </a:t>
            </a:r>
            <a:r>
              <a:rPr lang="ja-JP" altLang="en-US" dirty="0"/>
              <a:t>と </a:t>
            </a:r>
            <a:r>
              <a:rPr lang="en-US" altLang="ja-JP" dirty="0"/>
              <a:t>PMOS </a:t>
            </a:r>
            <a:r>
              <a:rPr lang="ja-JP" altLang="en-US" dirty="0"/>
              <a:t>の２つがある</a:t>
            </a:r>
          </a:p>
        </p:txBody>
      </p:sp>
      <p:sp>
        <p:nvSpPr>
          <p:cNvPr id="3" name="コンテンツ プレースホルダ 2"/>
          <p:cNvSpPr>
            <a:spLocks noGrp="1"/>
          </p:cNvSpPr>
          <p:nvPr>
            <p:ph idx="10"/>
          </p:nvPr>
        </p:nvSpPr>
        <p:spPr>
          <a:xfrm>
            <a:off x="2135188" y="1089025"/>
            <a:ext cx="8280400" cy="5219700"/>
          </a:xfrm>
        </p:spPr>
        <p:txBody>
          <a:bodyPr/>
          <a:lstStyle/>
          <a:p>
            <a:r>
              <a:rPr lang="en-US" altLang="ja-JP" dirty="0"/>
              <a:t>Negative (N)</a:t>
            </a:r>
          </a:p>
          <a:p>
            <a:pPr lvl="1"/>
            <a:r>
              <a:rPr lang="ja-JP" altLang="en-US" dirty="0"/>
              <a:t>電子がキャリア</a:t>
            </a:r>
            <a:endParaRPr lang="en-US" altLang="ja-JP" dirty="0"/>
          </a:p>
          <a:p>
            <a:pPr lvl="1"/>
            <a:r>
              <a:rPr lang="ja-JP" altLang="en-US" dirty="0"/>
              <a:t>低電位しか通せない</a:t>
            </a:r>
            <a:endParaRPr lang="en-US" altLang="ja-JP" dirty="0"/>
          </a:p>
          <a:p>
            <a:pPr lvl="1"/>
            <a:r>
              <a:rPr lang="ja-JP" altLang="en-US" dirty="0"/>
              <a:t>接地側に配置</a:t>
            </a:r>
            <a:endParaRPr lang="en-US" altLang="ja-JP" dirty="0"/>
          </a:p>
          <a:p>
            <a:pPr lvl="1"/>
            <a:endParaRPr lang="en-US" altLang="ja-JP" dirty="0"/>
          </a:p>
          <a:p>
            <a:r>
              <a:rPr lang="en-US" altLang="ja-JP" dirty="0"/>
              <a:t>Positive (P)</a:t>
            </a:r>
          </a:p>
          <a:p>
            <a:pPr lvl="1"/>
            <a:r>
              <a:rPr lang="ja-JP" altLang="en-US" dirty="0"/>
              <a:t>正孔 </a:t>
            </a:r>
            <a:r>
              <a:rPr lang="en-US" altLang="ja-JP" dirty="0"/>
              <a:t>(hole)</a:t>
            </a:r>
            <a:r>
              <a:rPr lang="ja-JP" altLang="en-US" dirty="0"/>
              <a:t> がキャリア</a:t>
            </a:r>
            <a:endParaRPr lang="en-US" altLang="ja-JP" dirty="0"/>
          </a:p>
          <a:p>
            <a:pPr lvl="1"/>
            <a:r>
              <a:rPr lang="ja-JP" altLang="en-US" dirty="0"/>
              <a:t>高電位しか通せない</a:t>
            </a:r>
            <a:endParaRPr lang="en-US" altLang="ja-JP" dirty="0"/>
          </a:p>
          <a:p>
            <a:pPr lvl="1"/>
            <a:r>
              <a:rPr lang="ja-JP" altLang="en-US" dirty="0"/>
              <a:t>電源側に配置</a:t>
            </a:r>
            <a:endParaRPr lang="en-US" altLang="ja-JP" dirty="0"/>
          </a:p>
          <a:p>
            <a:pPr lvl="1"/>
            <a:r>
              <a:rPr lang="en-US" altLang="ja-JP" dirty="0"/>
              <a:t>Gate </a:t>
            </a:r>
            <a:r>
              <a:rPr lang="ja-JP" altLang="en-US" dirty="0"/>
              <a:t>に○がついている</a:t>
            </a:r>
            <a:endParaRPr lang="en-US" altLang="ja-JP" dirty="0"/>
          </a:p>
          <a:p>
            <a:r>
              <a:rPr lang="ja-JP" altLang="en-US" dirty="0"/>
              <a:t>この２つを相補的に組み合わせるので </a:t>
            </a:r>
            <a:r>
              <a:rPr lang="en-US" altLang="ja-JP" dirty="0"/>
              <a:t>CMOS </a:t>
            </a:r>
            <a:r>
              <a:rPr lang="ja-JP" altLang="en-US" dirty="0"/>
              <a:t>という</a:t>
            </a:r>
            <a:endParaRPr lang="en-US" altLang="ja-JP" dirty="0"/>
          </a:p>
        </p:txBody>
      </p:sp>
      <p:grpSp>
        <p:nvGrpSpPr>
          <p:cNvPr id="6" name="グループ化 5"/>
          <p:cNvGrpSpPr/>
          <p:nvPr/>
        </p:nvGrpSpPr>
        <p:grpSpPr>
          <a:xfrm>
            <a:off x="6906009" y="3969006"/>
            <a:ext cx="2160240" cy="1475975"/>
            <a:chOff x="5292080" y="3203975"/>
            <a:chExt cx="2160240" cy="1475975"/>
          </a:xfrm>
        </p:grpSpPr>
        <p:cxnSp>
          <p:nvCxnSpPr>
            <p:cNvPr id="7" name="直線コネクタ 6"/>
            <p:cNvCxnSpPr/>
            <p:nvPr/>
          </p:nvCxnSpPr>
          <p:spPr bwMode="auto">
            <a:xfrm>
              <a:off x="6372200" y="3203975"/>
              <a:ext cx="0" cy="356394"/>
            </a:xfrm>
            <a:prstGeom prst="line">
              <a:avLst/>
            </a:prstGeom>
            <a:noFill/>
            <a:ln w="12700" cap="rnd" cmpd="sng" algn="ctr">
              <a:solidFill>
                <a:schemeClr val="tx1"/>
              </a:solidFill>
              <a:prstDash val="solid"/>
              <a:round/>
              <a:headEnd type="none" w="med" len="med"/>
              <a:tailEnd type="none" w="med" len="med"/>
            </a:ln>
            <a:effectLst/>
          </p:spPr>
        </p:cxnSp>
        <p:cxnSp>
          <p:nvCxnSpPr>
            <p:cNvPr id="8" name="直線コネクタ 7"/>
            <p:cNvCxnSpPr/>
            <p:nvPr/>
          </p:nvCxnSpPr>
          <p:spPr bwMode="auto">
            <a:xfrm>
              <a:off x="5292080" y="4149080"/>
              <a:ext cx="720080" cy="1"/>
            </a:xfrm>
            <a:prstGeom prst="line">
              <a:avLst/>
            </a:prstGeom>
            <a:noFill/>
            <a:ln w="12700" cap="rnd" cmpd="sng" algn="ctr">
              <a:solidFill>
                <a:schemeClr val="tx1"/>
              </a:solidFill>
              <a:prstDash val="solid"/>
              <a:round/>
              <a:headEnd type="none" w="med" len="med"/>
              <a:tailEnd type="none" w="med" len="med"/>
            </a:ln>
            <a:effectLst/>
          </p:spPr>
        </p:cxnSp>
        <p:cxnSp>
          <p:nvCxnSpPr>
            <p:cNvPr id="9" name="直線コネクタ 8"/>
            <p:cNvCxnSpPr/>
            <p:nvPr/>
          </p:nvCxnSpPr>
          <p:spPr bwMode="auto">
            <a:xfrm>
              <a:off x="6732240" y="4149080"/>
              <a:ext cx="720080" cy="0"/>
            </a:xfrm>
            <a:prstGeom prst="line">
              <a:avLst/>
            </a:prstGeom>
            <a:noFill/>
            <a:ln w="12700" cap="rnd" cmpd="sng" algn="ctr">
              <a:solidFill>
                <a:schemeClr val="tx1"/>
              </a:solidFill>
              <a:prstDash val="solid"/>
              <a:round/>
              <a:headEnd type="none" w="med" len="med"/>
              <a:tailEnd type="none" w="med" len="med"/>
            </a:ln>
            <a:effectLst/>
          </p:spPr>
        </p:cxnSp>
        <p:cxnSp>
          <p:nvCxnSpPr>
            <p:cNvPr id="10" name="直線コネクタ 9"/>
            <p:cNvCxnSpPr/>
            <p:nvPr/>
          </p:nvCxnSpPr>
          <p:spPr bwMode="auto">
            <a:xfrm>
              <a:off x="6012160" y="3789040"/>
              <a:ext cx="720080" cy="0"/>
            </a:xfrm>
            <a:prstGeom prst="line">
              <a:avLst/>
            </a:prstGeom>
            <a:noFill/>
            <a:ln w="38100" cap="rnd" cmpd="sng" algn="ctr">
              <a:solidFill>
                <a:schemeClr val="tx1"/>
              </a:solidFill>
              <a:prstDash val="solid"/>
              <a:round/>
              <a:headEnd type="none" w="med" len="med"/>
              <a:tailEnd type="none" w="med" len="med"/>
            </a:ln>
            <a:effectLst/>
          </p:spPr>
        </p:cxnSp>
        <p:cxnSp>
          <p:nvCxnSpPr>
            <p:cNvPr id="11" name="直線コネクタ 10"/>
            <p:cNvCxnSpPr/>
            <p:nvPr/>
          </p:nvCxnSpPr>
          <p:spPr bwMode="auto">
            <a:xfrm>
              <a:off x="6012160" y="3789040"/>
              <a:ext cx="0" cy="360040"/>
            </a:xfrm>
            <a:prstGeom prst="line">
              <a:avLst/>
            </a:prstGeom>
            <a:noFill/>
            <a:ln w="38100" cap="rnd" cmpd="sng" algn="ctr">
              <a:solidFill>
                <a:schemeClr val="tx1"/>
              </a:solidFill>
              <a:prstDash val="solid"/>
              <a:round/>
              <a:headEnd type="none" w="med" len="med"/>
              <a:tailEnd type="none" w="med" len="med"/>
            </a:ln>
            <a:effectLst/>
          </p:spPr>
        </p:cxnSp>
        <p:cxnSp>
          <p:nvCxnSpPr>
            <p:cNvPr id="12" name="直線コネクタ 11"/>
            <p:cNvCxnSpPr/>
            <p:nvPr/>
          </p:nvCxnSpPr>
          <p:spPr bwMode="auto">
            <a:xfrm>
              <a:off x="6732240" y="3789040"/>
              <a:ext cx="0" cy="360040"/>
            </a:xfrm>
            <a:prstGeom prst="line">
              <a:avLst/>
            </a:prstGeom>
            <a:noFill/>
            <a:ln w="38100" cap="rnd" cmpd="sng" algn="ctr">
              <a:solidFill>
                <a:schemeClr val="tx1"/>
              </a:solidFill>
              <a:prstDash val="solid"/>
              <a:round/>
              <a:headEnd type="none" w="med" len="med"/>
              <a:tailEnd type="none" w="med" len="med"/>
            </a:ln>
            <a:effectLst/>
          </p:spPr>
        </p:cxnSp>
        <p:cxnSp>
          <p:nvCxnSpPr>
            <p:cNvPr id="13" name="直線コネクタ 12"/>
            <p:cNvCxnSpPr/>
            <p:nvPr/>
          </p:nvCxnSpPr>
          <p:spPr bwMode="auto">
            <a:xfrm>
              <a:off x="6012160" y="3654025"/>
              <a:ext cx="720080" cy="0"/>
            </a:xfrm>
            <a:prstGeom prst="line">
              <a:avLst/>
            </a:prstGeom>
            <a:noFill/>
            <a:ln w="38100" cap="rnd" cmpd="sng" algn="ctr">
              <a:solidFill>
                <a:schemeClr val="tx1"/>
              </a:solidFill>
              <a:prstDash val="solid"/>
              <a:round/>
              <a:headEnd type="none" w="med" len="med"/>
              <a:tailEnd type="none" w="med" len="med"/>
            </a:ln>
            <a:effectLst/>
          </p:spPr>
        </p:cxnSp>
        <p:sp useBgFill="1">
          <p:nvSpPr>
            <p:cNvPr id="14" name="円/楕円 13"/>
            <p:cNvSpPr/>
            <p:nvPr/>
          </p:nvSpPr>
          <p:spPr bwMode="auto">
            <a:xfrm>
              <a:off x="6304693" y="3519010"/>
              <a:ext cx="135015" cy="132239"/>
            </a:xfrm>
            <a:prstGeom prst="ellipse">
              <a:avLst/>
            </a:prstGeom>
            <a:ln w="38100" cap="flat" cmpd="sng" algn="ctr">
              <a:solidFill>
                <a:schemeClr val="accent6"/>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fontAlgn="base">
                <a:spcBef>
                  <a:spcPct val="0"/>
                </a:spcBef>
                <a:spcAft>
                  <a:spcPct val="0"/>
                </a:spcAft>
              </a:pPr>
              <a:endParaRPr lang="ja-JP" altLang="en-US" baseline="60000">
                <a:latin typeface="Times New Roman" pitchFamily="18" charset="0"/>
                <a:ea typeface="HG丸ｺﾞｼｯｸM-PRO" pitchFamily="50" charset="-128"/>
              </a:endParaRPr>
            </a:p>
          </p:txBody>
        </p:sp>
        <p:sp>
          <p:nvSpPr>
            <p:cNvPr id="15" name="正方形/長方形 14"/>
            <p:cNvSpPr/>
            <p:nvPr/>
          </p:nvSpPr>
          <p:spPr bwMode="auto">
            <a:xfrm>
              <a:off x="5683250" y="4362450"/>
              <a:ext cx="1466850" cy="317500"/>
            </a:xfrm>
            <a:prstGeom prst="rect">
              <a:avLst/>
            </a:prstGeom>
            <a:noFill/>
            <a:ln>
              <a:noFill/>
              <a:headEnd type="none" w="med" len="med"/>
              <a:tailEnd type="none" w="med" len="med"/>
            </a:ln>
          </p:spPr>
          <p:style>
            <a:lnRef idx="2">
              <a:schemeClr val="accent3"/>
            </a:lnRef>
            <a:fillRef idx="1">
              <a:schemeClr val="lt1"/>
            </a:fillRef>
            <a:effectRef idx="0">
              <a:schemeClr val="accent3"/>
            </a:effectRef>
            <a:fontRef idx="minor">
              <a:schemeClr val="dk1"/>
            </a:fontRef>
          </p:style>
          <p:txBody>
            <a:bodyPr vert="horz" wrap="square" lIns="91440" tIns="45720" rIns="91440" bIns="45720" numCol="1" rtlCol="0" anchor="ctr" anchorCtr="0" compatLnSpc="1">
              <a:prstTxWarp prst="textNoShape">
                <a:avLst/>
              </a:prstTxWarp>
            </a:bodyPr>
            <a:lstStyle/>
            <a:p>
              <a:pPr algn="ctr" fontAlgn="base">
                <a:spcBef>
                  <a:spcPct val="0"/>
                </a:spcBef>
                <a:spcAft>
                  <a:spcPct val="0"/>
                </a:spcAft>
              </a:pPr>
              <a:r>
                <a:rPr lang="en-US" altLang="ja-JP" dirty="0">
                  <a:solidFill>
                    <a:schemeClr val="tx1"/>
                  </a:solidFill>
                  <a:latin typeface="Times New Roman" pitchFamily="18" charset="0"/>
                  <a:ea typeface="HG丸ｺﾞｼｯｸM-PRO" pitchFamily="50" charset="-128"/>
                </a:rPr>
                <a:t>PMOS</a:t>
              </a:r>
              <a:endParaRPr lang="ja-JP" altLang="en-US" dirty="0">
                <a:solidFill>
                  <a:schemeClr val="tx1"/>
                </a:solidFill>
                <a:latin typeface="Times New Roman" pitchFamily="18" charset="0"/>
                <a:ea typeface="HG丸ｺﾞｼｯｸM-PRO" pitchFamily="50" charset="-128"/>
              </a:endParaRPr>
            </a:p>
          </p:txBody>
        </p:sp>
      </p:grpSp>
      <p:grpSp>
        <p:nvGrpSpPr>
          <p:cNvPr id="16" name="グループ化 15"/>
          <p:cNvGrpSpPr/>
          <p:nvPr/>
        </p:nvGrpSpPr>
        <p:grpSpPr>
          <a:xfrm>
            <a:off x="6906009" y="1538979"/>
            <a:ext cx="2160240" cy="1487513"/>
            <a:chOff x="5292080" y="5004175"/>
            <a:chExt cx="2160240" cy="1487513"/>
          </a:xfrm>
        </p:grpSpPr>
        <p:cxnSp>
          <p:nvCxnSpPr>
            <p:cNvPr id="17" name="直線コネクタ 16"/>
            <p:cNvCxnSpPr/>
            <p:nvPr/>
          </p:nvCxnSpPr>
          <p:spPr bwMode="auto">
            <a:xfrm>
              <a:off x="5292080" y="5949280"/>
              <a:ext cx="720080" cy="0"/>
            </a:xfrm>
            <a:prstGeom prst="line">
              <a:avLst/>
            </a:prstGeom>
            <a:noFill/>
            <a:ln w="12700" cap="rnd" cmpd="sng" algn="ctr">
              <a:solidFill>
                <a:schemeClr val="tx1"/>
              </a:solidFill>
              <a:prstDash val="solid"/>
              <a:round/>
              <a:headEnd type="none" w="med" len="med"/>
              <a:tailEnd type="none" w="med" len="med"/>
            </a:ln>
            <a:effectLst/>
          </p:spPr>
        </p:cxnSp>
        <p:cxnSp>
          <p:nvCxnSpPr>
            <p:cNvPr id="18" name="直線コネクタ 17"/>
            <p:cNvCxnSpPr/>
            <p:nvPr/>
          </p:nvCxnSpPr>
          <p:spPr bwMode="auto">
            <a:xfrm>
              <a:off x="6732240" y="5949280"/>
              <a:ext cx="720080" cy="0"/>
            </a:xfrm>
            <a:prstGeom prst="line">
              <a:avLst/>
            </a:prstGeom>
            <a:noFill/>
            <a:ln w="12700" cap="rnd" cmpd="sng" algn="ctr">
              <a:solidFill>
                <a:schemeClr val="tx1"/>
              </a:solidFill>
              <a:prstDash val="solid"/>
              <a:round/>
              <a:headEnd type="none" w="med" len="med"/>
              <a:tailEnd type="none" w="med" len="med"/>
            </a:ln>
            <a:effectLst/>
          </p:spPr>
        </p:cxnSp>
        <p:cxnSp>
          <p:nvCxnSpPr>
            <p:cNvPr id="19" name="直線コネクタ 18"/>
            <p:cNvCxnSpPr/>
            <p:nvPr/>
          </p:nvCxnSpPr>
          <p:spPr bwMode="auto">
            <a:xfrm>
              <a:off x="6012160" y="5589240"/>
              <a:ext cx="720080" cy="0"/>
            </a:xfrm>
            <a:prstGeom prst="line">
              <a:avLst/>
            </a:prstGeom>
            <a:noFill/>
            <a:ln w="38100" cap="rnd" cmpd="sng" algn="ctr">
              <a:solidFill>
                <a:schemeClr val="tx1"/>
              </a:solidFill>
              <a:prstDash val="solid"/>
              <a:round/>
              <a:headEnd type="none" w="med" len="med"/>
              <a:tailEnd type="none" w="med" len="med"/>
            </a:ln>
            <a:effectLst/>
          </p:spPr>
        </p:cxnSp>
        <p:cxnSp>
          <p:nvCxnSpPr>
            <p:cNvPr id="20" name="直線コネクタ 19"/>
            <p:cNvCxnSpPr/>
            <p:nvPr/>
          </p:nvCxnSpPr>
          <p:spPr bwMode="auto">
            <a:xfrm>
              <a:off x="6012160" y="5589240"/>
              <a:ext cx="0" cy="360040"/>
            </a:xfrm>
            <a:prstGeom prst="line">
              <a:avLst/>
            </a:prstGeom>
            <a:noFill/>
            <a:ln w="38100" cap="rnd" cmpd="sng" algn="ctr">
              <a:solidFill>
                <a:schemeClr val="tx1"/>
              </a:solidFill>
              <a:prstDash val="solid"/>
              <a:round/>
              <a:headEnd type="none" w="med" len="med"/>
              <a:tailEnd type="none" w="med" len="med"/>
            </a:ln>
            <a:effectLst/>
          </p:spPr>
        </p:cxnSp>
        <p:cxnSp>
          <p:nvCxnSpPr>
            <p:cNvPr id="21" name="直線コネクタ 20"/>
            <p:cNvCxnSpPr/>
            <p:nvPr/>
          </p:nvCxnSpPr>
          <p:spPr bwMode="auto">
            <a:xfrm>
              <a:off x="6732240" y="5589240"/>
              <a:ext cx="0" cy="360040"/>
            </a:xfrm>
            <a:prstGeom prst="line">
              <a:avLst/>
            </a:prstGeom>
            <a:noFill/>
            <a:ln w="38100" cap="rnd" cmpd="sng" algn="ctr">
              <a:solidFill>
                <a:schemeClr val="tx1"/>
              </a:solidFill>
              <a:prstDash val="solid"/>
              <a:round/>
              <a:headEnd type="none" w="med" len="med"/>
              <a:tailEnd type="none" w="med" len="med"/>
            </a:ln>
            <a:effectLst/>
          </p:spPr>
        </p:cxnSp>
        <p:cxnSp>
          <p:nvCxnSpPr>
            <p:cNvPr id="22" name="直線コネクタ 21"/>
            <p:cNvCxnSpPr/>
            <p:nvPr/>
          </p:nvCxnSpPr>
          <p:spPr bwMode="auto">
            <a:xfrm>
              <a:off x="6012160" y="5454225"/>
              <a:ext cx="720080" cy="1"/>
            </a:xfrm>
            <a:prstGeom prst="line">
              <a:avLst/>
            </a:prstGeom>
            <a:noFill/>
            <a:ln w="38100" cap="rnd" cmpd="sng" algn="ctr">
              <a:solidFill>
                <a:schemeClr val="tx1"/>
              </a:solidFill>
              <a:prstDash val="solid"/>
              <a:round/>
              <a:headEnd type="none" w="med" len="med"/>
              <a:tailEnd type="none" w="med" len="med"/>
            </a:ln>
            <a:effectLst/>
          </p:spPr>
        </p:cxnSp>
        <p:cxnSp>
          <p:nvCxnSpPr>
            <p:cNvPr id="23" name="直線コネクタ 22"/>
            <p:cNvCxnSpPr/>
            <p:nvPr/>
          </p:nvCxnSpPr>
          <p:spPr bwMode="auto">
            <a:xfrm>
              <a:off x="6372200" y="5004175"/>
              <a:ext cx="0" cy="450050"/>
            </a:xfrm>
            <a:prstGeom prst="line">
              <a:avLst/>
            </a:prstGeom>
            <a:noFill/>
            <a:ln w="12700" cap="rnd" cmpd="sng" algn="ctr">
              <a:solidFill>
                <a:schemeClr val="tx1"/>
              </a:solidFill>
              <a:prstDash val="solid"/>
              <a:round/>
              <a:headEnd type="none" w="med" len="med"/>
              <a:tailEnd type="none" w="med" len="med"/>
            </a:ln>
            <a:effectLst/>
          </p:spPr>
        </p:cxnSp>
        <p:sp>
          <p:nvSpPr>
            <p:cNvPr id="24" name="正方形/長方形 23"/>
            <p:cNvSpPr/>
            <p:nvPr/>
          </p:nvSpPr>
          <p:spPr bwMode="auto">
            <a:xfrm>
              <a:off x="5652084" y="6174188"/>
              <a:ext cx="1466850" cy="317500"/>
            </a:xfrm>
            <a:prstGeom prst="rect">
              <a:avLst/>
            </a:prstGeom>
            <a:noFill/>
            <a:ln>
              <a:noFill/>
              <a:headEnd type="none" w="med" len="med"/>
              <a:tailEnd type="none" w="med" len="med"/>
            </a:ln>
          </p:spPr>
          <p:style>
            <a:lnRef idx="2">
              <a:schemeClr val="accent3"/>
            </a:lnRef>
            <a:fillRef idx="1">
              <a:schemeClr val="lt1"/>
            </a:fillRef>
            <a:effectRef idx="0">
              <a:schemeClr val="accent3"/>
            </a:effectRef>
            <a:fontRef idx="minor">
              <a:schemeClr val="dk1"/>
            </a:fontRef>
          </p:style>
          <p:txBody>
            <a:bodyPr vert="horz" wrap="square" lIns="91440" tIns="45720" rIns="91440" bIns="45720" numCol="1" rtlCol="0" anchor="ctr" anchorCtr="0" compatLnSpc="1">
              <a:prstTxWarp prst="textNoShape">
                <a:avLst/>
              </a:prstTxWarp>
            </a:bodyPr>
            <a:lstStyle/>
            <a:p>
              <a:pPr algn="ctr" fontAlgn="base">
                <a:spcBef>
                  <a:spcPct val="0"/>
                </a:spcBef>
                <a:spcAft>
                  <a:spcPct val="0"/>
                </a:spcAft>
              </a:pPr>
              <a:r>
                <a:rPr lang="en-US" altLang="ja-JP" dirty="0">
                  <a:solidFill>
                    <a:schemeClr val="tx1"/>
                  </a:solidFill>
                  <a:latin typeface="Times New Roman" pitchFamily="18" charset="0"/>
                  <a:ea typeface="HG丸ｺﾞｼｯｸM-PRO" pitchFamily="50" charset="-128"/>
                </a:rPr>
                <a:t>NMOS</a:t>
              </a:r>
              <a:endParaRPr lang="ja-JP" altLang="en-US" dirty="0">
                <a:solidFill>
                  <a:schemeClr val="tx1"/>
                </a:solidFill>
                <a:latin typeface="Times New Roman" pitchFamily="18" charset="0"/>
                <a:ea typeface="HG丸ｺﾞｼｯｸM-PRO" pitchFamily="50" charset="-128"/>
              </a:endParaRPr>
            </a:p>
          </p:txBody>
        </p:sp>
      </p:grpSp>
      <p:sp>
        <p:nvSpPr>
          <p:cNvPr id="25" name="Rectangle 93"/>
          <p:cNvSpPr>
            <a:spLocks noChangeArrowheads="1"/>
          </p:cNvSpPr>
          <p:nvPr/>
        </p:nvSpPr>
        <p:spPr bwMode="auto">
          <a:xfrm>
            <a:off x="7626018" y="1178974"/>
            <a:ext cx="721083" cy="360362"/>
          </a:xfrm>
          <a:prstGeom prst="rect">
            <a:avLst/>
          </a:prstGeom>
          <a:noFill/>
          <a:ln w="12700" algn="ctr">
            <a:noFill/>
            <a:miter lim="800000"/>
            <a:headEnd/>
            <a:tailEnd/>
          </a:ln>
          <a:effectLst/>
        </p:spPr>
        <p:txBody>
          <a:bodyPr wrap="none" lIns="90000" tIns="46800" rIns="90000" bIns="46800" anchor="ctr"/>
          <a:lstStyle/>
          <a:p>
            <a:r>
              <a:rPr lang="en-US" altLang="ja-JP" dirty="0"/>
              <a:t>Gate</a:t>
            </a:r>
          </a:p>
        </p:txBody>
      </p:sp>
      <p:sp>
        <p:nvSpPr>
          <p:cNvPr id="26" name="Rectangle 93"/>
          <p:cNvSpPr>
            <a:spLocks noChangeArrowheads="1"/>
          </p:cNvSpPr>
          <p:nvPr/>
        </p:nvSpPr>
        <p:spPr bwMode="auto">
          <a:xfrm>
            <a:off x="6546006" y="2078984"/>
            <a:ext cx="721083" cy="360362"/>
          </a:xfrm>
          <a:prstGeom prst="rect">
            <a:avLst/>
          </a:prstGeom>
          <a:noFill/>
          <a:ln w="12700" algn="ctr">
            <a:noFill/>
            <a:miter lim="800000"/>
            <a:headEnd/>
            <a:tailEnd/>
          </a:ln>
          <a:effectLst/>
        </p:spPr>
        <p:txBody>
          <a:bodyPr wrap="none" lIns="90000" tIns="46800" rIns="90000" bIns="46800" anchor="ctr"/>
          <a:lstStyle/>
          <a:p>
            <a:r>
              <a:rPr lang="en-US" altLang="ja-JP" dirty="0"/>
              <a:t>Source</a:t>
            </a:r>
          </a:p>
        </p:txBody>
      </p:sp>
      <p:sp>
        <p:nvSpPr>
          <p:cNvPr id="27" name="Rectangle 93"/>
          <p:cNvSpPr>
            <a:spLocks noChangeArrowheads="1"/>
          </p:cNvSpPr>
          <p:nvPr/>
        </p:nvSpPr>
        <p:spPr bwMode="auto">
          <a:xfrm>
            <a:off x="8526028" y="2078984"/>
            <a:ext cx="721083" cy="360362"/>
          </a:xfrm>
          <a:prstGeom prst="rect">
            <a:avLst/>
          </a:prstGeom>
          <a:noFill/>
          <a:ln w="12700" algn="ctr">
            <a:noFill/>
            <a:miter lim="800000"/>
            <a:headEnd/>
            <a:tailEnd/>
          </a:ln>
          <a:effectLst/>
        </p:spPr>
        <p:txBody>
          <a:bodyPr wrap="none" lIns="90000" tIns="46800" rIns="90000" bIns="46800" anchor="ctr"/>
          <a:lstStyle/>
          <a:p>
            <a:r>
              <a:rPr lang="en-US" altLang="ja-JP" dirty="0"/>
              <a:t>Drain</a:t>
            </a:r>
          </a:p>
        </p:txBody>
      </p:sp>
      <p:sp>
        <p:nvSpPr>
          <p:cNvPr id="28" name="Rectangle 93"/>
          <p:cNvSpPr>
            <a:spLocks noChangeArrowheads="1"/>
          </p:cNvSpPr>
          <p:nvPr/>
        </p:nvSpPr>
        <p:spPr bwMode="auto">
          <a:xfrm>
            <a:off x="7626018" y="3609001"/>
            <a:ext cx="721083" cy="360362"/>
          </a:xfrm>
          <a:prstGeom prst="rect">
            <a:avLst/>
          </a:prstGeom>
          <a:noFill/>
          <a:ln w="12700" algn="ctr">
            <a:noFill/>
            <a:miter lim="800000"/>
            <a:headEnd/>
            <a:tailEnd/>
          </a:ln>
          <a:effectLst/>
        </p:spPr>
        <p:txBody>
          <a:bodyPr wrap="none" lIns="90000" tIns="46800" rIns="90000" bIns="46800" anchor="ctr"/>
          <a:lstStyle/>
          <a:p>
            <a:r>
              <a:rPr lang="en-US" altLang="ja-JP" dirty="0"/>
              <a:t>Gate</a:t>
            </a:r>
          </a:p>
        </p:txBody>
      </p:sp>
      <p:sp>
        <p:nvSpPr>
          <p:cNvPr id="29" name="Rectangle 93"/>
          <p:cNvSpPr>
            <a:spLocks noChangeArrowheads="1"/>
          </p:cNvSpPr>
          <p:nvPr/>
        </p:nvSpPr>
        <p:spPr bwMode="auto">
          <a:xfrm>
            <a:off x="6546006" y="4509011"/>
            <a:ext cx="721083" cy="360362"/>
          </a:xfrm>
          <a:prstGeom prst="rect">
            <a:avLst/>
          </a:prstGeom>
          <a:noFill/>
          <a:ln w="12700" algn="ctr">
            <a:noFill/>
            <a:miter lim="800000"/>
            <a:headEnd/>
            <a:tailEnd/>
          </a:ln>
          <a:effectLst/>
        </p:spPr>
        <p:txBody>
          <a:bodyPr wrap="none" lIns="90000" tIns="46800" rIns="90000" bIns="46800" anchor="ctr"/>
          <a:lstStyle/>
          <a:p>
            <a:r>
              <a:rPr lang="en-US" altLang="ja-JP" dirty="0"/>
              <a:t>Source</a:t>
            </a:r>
          </a:p>
        </p:txBody>
      </p:sp>
      <p:sp>
        <p:nvSpPr>
          <p:cNvPr id="30" name="Rectangle 93"/>
          <p:cNvSpPr>
            <a:spLocks noChangeArrowheads="1"/>
          </p:cNvSpPr>
          <p:nvPr/>
        </p:nvSpPr>
        <p:spPr bwMode="auto">
          <a:xfrm>
            <a:off x="8526028" y="4509011"/>
            <a:ext cx="721083" cy="360362"/>
          </a:xfrm>
          <a:prstGeom prst="rect">
            <a:avLst/>
          </a:prstGeom>
          <a:noFill/>
          <a:ln w="12700" algn="ctr">
            <a:noFill/>
            <a:miter lim="800000"/>
            <a:headEnd/>
            <a:tailEnd/>
          </a:ln>
          <a:effectLst/>
        </p:spPr>
        <p:txBody>
          <a:bodyPr wrap="none" lIns="90000" tIns="46800" rIns="90000" bIns="46800" anchor="ctr"/>
          <a:lstStyle/>
          <a:p>
            <a:r>
              <a:rPr lang="en-US" altLang="ja-JP" dirty="0"/>
              <a:t>Drain</a:t>
            </a:r>
          </a:p>
        </p:txBody>
      </p:sp>
    </p:spTree>
    <p:extLst>
      <p:ext uri="{BB962C8B-B14F-4D97-AF65-F5344CB8AC3E}">
        <p14:creationId xmlns:p14="http://schemas.microsoft.com/office/powerpoint/2010/main" val="340964026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sz="2800" dirty="0"/>
              <a:t>入力で </a:t>
            </a:r>
            <a:r>
              <a:rPr lang="en-US" altLang="ja-JP" sz="2800" dirty="0"/>
              <a:t>ON/OFF </a:t>
            </a:r>
            <a:r>
              <a:rPr lang="ja-JP" altLang="en-US" sz="2800" dirty="0"/>
              <a:t>が切り替わるスイッチと考える事ができる</a:t>
            </a:r>
          </a:p>
        </p:txBody>
      </p:sp>
      <p:sp>
        <p:nvSpPr>
          <p:cNvPr id="3" name="コンテンツ プレースホルダ 2"/>
          <p:cNvSpPr>
            <a:spLocks noGrp="1"/>
          </p:cNvSpPr>
          <p:nvPr>
            <p:ph idx="10"/>
          </p:nvPr>
        </p:nvSpPr>
        <p:spPr>
          <a:xfrm>
            <a:off x="1775952" y="1089025"/>
            <a:ext cx="8280400" cy="5219700"/>
          </a:xfrm>
        </p:spPr>
        <p:txBody>
          <a:bodyPr/>
          <a:lstStyle/>
          <a:p>
            <a:r>
              <a:rPr lang="en-US" altLang="ja-JP" dirty="0"/>
              <a:t>Negative</a:t>
            </a:r>
          </a:p>
          <a:p>
            <a:pPr lvl="1"/>
            <a:r>
              <a:rPr lang="en-US" altLang="ja-JP" dirty="0"/>
              <a:t>Gate (G) </a:t>
            </a:r>
            <a:r>
              <a:rPr lang="ja-JP" altLang="en-US" dirty="0"/>
              <a:t>を </a:t>
            </a:r>
            <a:r>
              <a:rPr lang="en-US" altLang="ja-JP" dirty="0"/>
              <a:t>1 </a:t>
            </a:r>
            <a:r>
              <a:rPr lang="ja-JP" altLang="en-US" dirty="0"/>
              <a:t>にすると</a:t>
            </a:r>
            <a:br>
              <a:rPr lang="en-US" altLang="ja-JP" dirty="0"/>
            </a:br>
            <a:r>
              <a:rPr lang="en-US" altLang="ja-JP" dirty="0"/>
              <a:t>ON </a:t>
            </a:r>
            <a:r>
              <a:rPr lang="ja-JP" altLang="en-US" dirty="0"/>
              <a:t>になる</a:t>
            </a:r>
            <a:endParaRPr lang="en-US" altLang="ja-JP" dirty="0"/>
          </a:p>
          <a:p>
            <a:pPr lvl="1"/>
            <a:endParaRPr lang="en-US" altLang="ja-JP" dirty="0"/>
          </a:p>
          <a:p>
            <a:pPr lvl="1"/>
            <a:endParaRPr lang="en-US" altLang="ja-JP" dirty="0"/>
          </a:p>
          <a:p>
            <a:r>
              <a:rPr lang="en-US" altLang="ja-JP" dirty="0"/>
              <a:t>Positive</a:t>
            </a:r>
          </a:p>
          <a:p>
            <a:pPr lvl="1"/>
            <a:r>
              <a:rPr lang="en-US" altLang="ja-JP" dirty="0"/>
              <a:t>Gate (G) </a:t>
            </a:r>
            <a:r>
              <a:rPr lang="ja-JP" altLang="en-US" dirty="0"/>
              <a:t>を ０</a:t>
            </a:r>
            <a:r>
              <a:rPr lang="en-US" altLang="ja-JP" dirty="0"/>
              <a:t> </a:t>
            </a:r>
            <a:r>
              <a:rPr lang="ja-JP" altLang="en-US" dirty="0"/>
              <a:t>にすると</a:t>
            </a:r>
            <a:br>
              <a:rPr lang="en-US" altLang="ja-JP" dirty="0"/>
            </a:br>
            <a:r>
              <a:rPr lang="en-US" altLang="ja-JP" dirty="0"/>
              <a:t>ON </a:t>
            </a:r>
            <a:r>
              <a:rPr lang="ja-JP" altLang="en-US" dirty="0"/>
              <a:t>になる</a:t>
            </a:r>
            <a:endParaRPr lang="en-US" altLang="ja-JP" dirty="0"/>
          </a:p>
        </p:txBody>
      </p:sp>
      <p:grpSp>
        <p:nvGrpSpPr>
          <p:cNvPr id="6" name="グループ化 5"/>
          <p:cNvGrpSpPr/>
          <p:nvPr/>
        </p:nvGrpSpPr>
        <p:grpSpPr>
          <a:xfrm>
            <a:off x="5915998" y="4419012"/>
            <a:ext cx="2160240" cy="1475975"/>
            <a:chOff x="5292080" y="3203975"/>
            <a:chExt cx="2160240" cy="1475975"/>
          </a:xfrm>
        </p:grpSpPr>
        <p:cxnSp>
          <p:nvCxnSpPr>
            <p:cNvPr id="7" name="直線コネクタ 6"/>
            <p:cNvCxnSpPr/>
            <p:nvPr/>
          </p:nvCxnSpPr>
          <p:spPr bwMode="auto">
            <a:xfrm>
              <a:off x="6372200" y="3203975"/>
              <a:ext cx="0" cy="356394"/>
            </a:xfrm>
            <a:prstGeom prst="line">
              <a:avLst/>
            </a:prstGeom>
            <a:noFill/>
            <a:ln w="12700" cap="rnd" cmpd="sng" algn="ctr">
              <a:solidFill>
                <a:schemeClr val="tx1"/>
              </a:solidFill>
              <a:prstDash val="solid"/>
              <a:round/>
              <a:headEnd type="none" w="med" len="med"/>
              <a:tailEnd type="none" w="med" len="med"/>
            </a:ln>
            <a:effectLst/>
          </p:spPr>
        </p:cxnSp>
        <p:cxnSp>
          <p:nvCxnSpPr>
            <p:cNvPr id="8" name="直線コネクタ 7"/>
            <p:cNvCxnSpPr/>
            <p:nvPr/>
          </p:nvCxnSpPr>
          <p:spPr bwMode="auto">
            <a:xfrm>
              <a:off x="5292080" y="4149080"/>
              <a:ext cx="720080" cy="1"/>
            </a:xfrm>
            <a:prstGeom prst="line">
              <a:avLst/>
            </a:prstGeom>
            <a:noFill/>
            <a:ln w="12700" cap="rnd" cmpd="sng" algn="ctr">
              <a:solidFill>
                <a:schemeClr val="tx1"/>
              </a:solidFill>
              <a:prstDash val="solid"/>
              <a:round/>
              <a:headEnd type="none" w="med" len="med"/>
              <a:tailEnd type="none" w="med" len="med"/>
            </a:ln>
            <a:effectLst/>
          </p:spPr>
        </p:cxnSp>
        <p:cxnSp>
          <p:nvCxnSpPr>
            <p:cNvPr id="9" name="直線コネクタ 8"/>
            <p:cNvCxnSpPr/>
            <p:nvPr/>
          </p:nvCxnSpPr>
          <p:spPr bwMode="auto">
            <a:xfrm>
              <a:off x="6732240" y="4149080"/>
              <a:ext cx="720080" cy="0"/>
            </a:xfrm>
            <a:prstGeom prst="line">
              <a:avLst/>
            </a:prstGeom>
            <a:noFill/>
            <a:ln w="12700" cap="rnd" cmpd="sng" algn="ctr">
              <a:solidFill>
                <a:schemeClr val="tx1"/>
              </a:solidFill>
              <a:prstDash val="solid"/>
              <a:round/>
              <a:headEnd type="none" w="med" len="med"/>
              <a:tailEnd type="none" w="med" len="med"/>
            </a:ln>
            <a:effectLst/>
          </p:spPr>
        </p:cxnSp>
        <p:cxnSp>
          <p:nvCxnSpPr>
            <p:cNvPr id="10" name="直線コネクタ 9"/>
            <p:cNvCxnSpPr/>
            <p:nvPr/>
          </p:nvCxnSpPr>
          <p:spPr bwMode="auto">
            <a:xfrm>
              <a:off x="6012160" y="3789040"/>
              <a:ext cx="720080" cy="0"/>
            </a:xfrm>
            <a:prstGeom prst="line">
              <a:avLst/>
            </a:prstGeom>
            <a:noFill/>
            <a:ln w="38100" cap="rnd" cmpd="sng" algn="ctr">
              <a:solidFill>
                <a:schemeClr val="tx1"/>
              </a:solidFill>
              <a:prstDash val="solid"/>
              <a:round/>
              <a:headEnd type="none" w="med" len="med"/>
              <a:tailEnd type="none" w="med" len="med"/>
            </a:ln>
            <a:effectLst/>
          </p:spPr>
        </p:cxnSp>
        <p:cxnSp>
          <p:nvCxnSpPr>
            <p:cNvPr id="11" name="直線コネクタ 10"/>
            <p:cNvCxnSpPr/>
            <p:nvPr/>
          </p:nvCxnSpPr>
          <p:spPr bwMode="auto">
            <a:xfrm>
              <a:off x="6012160" y="3789040"/>
              <a:ext cx="0" cy="360040"/>
            </a:xfrm>
            <a:prstGeom prst="line">
              <a:avLst/>
            </a:prstGeom>
            <a:noFill/>
            <a:ln w="38100" cap="rnd" cmpd="sng" algn="ctr">
              <a:solidFill>
                <a:schemeClr val="tx1"/>
              </a:solidFill>
              <a:prstDash val="solid"/>
              <a:round/>
              <a:headEnd type="none" w="med" len="med"/>
              <a:tailEnd type="none" w="med" len="med"/>
            </a:ln>
            <a:effectLst/>
          </p:spPr>
        </p:cxnSp>
        <p:cxnSp>
          <p:nvCxnSpPr>
            <p:cNvPr id="12" name="直線コネクタ 11"/>
            <p:cNvCxnSpPr/>
            <p:nvPr/>
          </p:nvCxnSpPr>
          <p:spPr bwMode="auto">
            <a:xfrm>
              <a:off x="6732240" y="3789040"/>
              <a:ext cx="0" cy="360040"/>
            </a:xfrm>
            <a:prstGeom prst="line">
              <a:avLst/>
            </a:prstGeom>
            <a:noFill/>
            <a:ln w="38100" cap="rnd" cmpd="sng" algn="ctr">
              <a:solidFill>
                <a:schemeClr val="tx1"/>
              </a:solidFill>
              <a:prstDash val="solid"/>
              <a:round/>
              <a:headEnd type="none" w="med" len="med"/>
              <a:tailEnd type="none" w="med" len="med"/>
            </a:ln>
            <a:effectLst/>
          </p:spPr>
        </p:cxnSp>
        <p:cxnSp>
          <p:nvCxnSpPr>
            <p:cNvPr id="13" name="直線コネクタ 12"/>
            <p:cNvCxnSpPr/>
            <p:nvPr/>
          </p:nvCxnSpPr>
          <p:spPr bwMode="auto">
            <a:xfrm>
              <a:off x="6012160" y="3654025"/>
              <a:ext cx="720080" cy="0"/>
            </a:xfrm>
            <a:prstGeom prst="line">
              <a:avLst/>
            </a:prstGeom>
            <a:noFill/>
            <a:ln w="38100" cap="rnd" cmpd="sng" algn="ctr">
              <a:solidFill>
                <a:schemeClr val="tx1"/>
              </a:solidFill>
              <a:prstDash val="solid"/>
              <a:round/>
              <a:headEnd type="none" w="med" len="med"/>
              <a:tailEnd type="none" w="med" len="med"/>
            </a:ln>
            <a:effectLst/>
          </p:spPr>
        </p:cxnSp>
        <p:sp useBgFill="1">
          <p:nvSpPr>
            <p:cNvPr id="14" name="円/楕円 13"/>
            <p:cNvSpPr/>
            <p:nvPr/>
          </p:nvSpPr>
          <p:spPr bwMode="auto">
            <a:xfrm>
              <a:off x="6304693" y="3519010"/>
              <a:ext cx="135015" cy="132239"/>
            </a:xfrm>
            <a:prstGeom prst="ellipse">
              <a:avLst/>
            </a:prstGeom>
            <a:ln w="381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fontAlgn="base">
                <a:spcBef>
                  <a:spcPct val="0"/>
                </a:spcBef>
                <a:spcAft>
                  <a:spcPct val="0"/>
                </a:spcAft>
              </a:pPr>
              <a:endParaRPr lang="ja-JP" altLang="en-US" baseline="60000">
                <a:latin typeface="Times New Roman" pitchFamily="18" charset="0"/>
                <a:ea typeface="HG丸ｺﾞｼｯｸM-PRO" pitchFamily="50" charset="-128"/>
              </a:endParaRPr>
            </a:p>
          </p:txBody>
        </p:sp>
        <p:sp>
          <p:nvSpPr>
            <p:cNvPr id="15" name="正方形/長方形 14"/>
            <p:cNvSpPr/>
            <p:nvPr/>
          </p:nvSpPr>
          <p:spPr bwMode="auto">
            <a:xfrm>
              <a:off x="5683250" y="4362450"/>
              <a:ext cx="1466850" cy="317500"/>
            </a:xfrm>
            <a:prstGeom prst="rect">
              <a:avLst/>
            </a:prstGeom>
            <a:noFill/>
            <a:ln>
              <a:noFill/>
              <a:headEnd type="none" w="med" len="med"/>
              <a:tailEnd type="none" w="med" len="med"/>
            </a:ln>
          </p:spPr>
          <p:style>
            <a:lnRef idx="2">
              <a:schemeClr val="accent3"/>
            </a:lnRef>
            <a:fillRef idx="1">
              <a:schemeClr val="lt1"/>
            </a:fillRef>
            <a:effectRef idx="0">
              <a:schemeClr val="accent3"/>
            </a:effectRef>
            <a:fontRef idx="minor">
              <a:schemeClr val="dk1"/>
            </a:fontRef>
          </p:style>
          <p:txBody>
            <a:bodyPr vert="horz" wrap="square" lIns="91440" tIns="45720" rIns="91440" bIns="45720" numCol="1" rtlCol="0" anchor="ctr" anchorCtr="0" compatLnSpc="1">
              <a:prstTxWarp prst="textNoShape">
                <a:avLst/>
              </a:prstTxWarp>
            </a:bodyPr>
            <a:lstStyle/>
            <a:p>
              <a:pPr algn="ctr" fontAlgn="base">
                <a:spcBef>
                  <a:spcPct val="0"/>
                </a:spcBef>
                <a:spcAft>
                  <a:spcPct val="0"/>
                </a:spcAft>
              </a:pPr>
              <a:r>
                <a:rPr lang="en-US" altLang="ja-JP" dirty="0">
                  <a:solidFill>
                    <a:schemeClr val="tx1"/>
                  </a:solidFill>
                  <a:latin typeface="Times New Roman" pitchFamily="18" charset="0"/>
                  <a:ea typeface="HG丸ｺﾞｼｯｸM-PRO" pitchFamily="50" charset="-128"/>
                </a:rPr>
                <a:t>PMOS</a:t>
              </a:r>
              <a:endParaRPr lang="ja-JP" altLang="en-US" dirty="0">
                <a:solidFill>
                  <a:schemeClr val="tx1"/>
                </a:solidFill>
                <a:latin typeface="Times New Roman" pitchFamily="18" charset="0"/>
                <a:ea typeface="HG丸ｺﾞｼｯｸM-PRO" pitchFamily="50" charset="-128"/>
              </a:endParaRPr>
            </a:p>
          </p:txBody>
        </p:sp>
      </p:grpSp>
      <p:grpSp>
        <p:nvGrpSpPr>
          <p:cNvPr id="16" name="グループ化 15"/>
          <p:cNvGrpSpPr/>
          <p:nvPr/>
        </p:nvGrpSpPr>
        <p:grpSpPr>
          <a:xfrm>
            <a:off x="5915998" y="1988985"/>
            <a:ext cx="2160240" cy="1487513"/>
            <a:chOff x="5292080" y="5004175"/>
            <a:chExt cx="2160240" cy="1487513"/>
          </a:xfrm>
        </p:grpSpPr>
        <p:cxnSp>
          <p:nvCxnSpPr>
            <p:cNvPr id="17" name="直線コネクタ 16"/>
            <p:cNvCxnSpPr/>
            <p:nvPr/>
          </p:nvCxnSpPr>
          <p:spPr bwMode="auto">
            <a:xfrm>
              <a:off x="5292080" y="5949280"/>
              <a:ext cx="720080" cy="0"/>
            </a:xfrm>
            <a:prstGeom prst="line">
              <a:avLst/>
            </a:prstGeom>
            <a:noFill/>
            <a:ln w="12700" cap="rnd" cmpd="sng" algn="ctr">
              <a:solidFill>
                <a:schemeClr val="tx1"/>
              </a:solidFill>
              <a:prstDash val="solid"/>
              <a:round/>
              <a:headEnd type="none" w="med" len="med"/>
              <a:tailEnd type="none" w="med" len="med"/>
            </a:ln>
            <a:effectLst/>
          </p:spPr>
        </p:cxnSp>
        <p:cxnSp>
          <p:nvCxnSpPr>
            <p:cNvPr id="18" name="直線コネクタ 17"/>
            <p:cNvCxnSpPr/>
            <p:nvPr/>
          </p:nvCxnSpPr>
          <p:spPr bwMode="auto">
            <a:xfrm>
              <a:off x="6732240" y="5949280"/>
              <a:ext cx="720080" cy="0"/>
            </a:xfrm>
            <a:prstGeom prst="line">
              <a:avLst/>
            </a:prstGeom>
            <a:noFill/>
            <a:ln w="12700" cap="rnd" cmpd="sng" algn="ctr">
              <a:solidFill>
                <a:schemeClr val="tx1"/>
              </a:solidFill>
              <a:prstDash val="solid"/>
              <a:round/>
              <a:headEnd type="none" w="med" len="med"/>
              <a:tailEnd type="none" w="med" len="med"/>
            </a:ln>
            <a:effectLst/>
          </p:spPr>
        </p:cxnSp>
        <p:cxnSp>
          <p:nvCxnSpPr>
            <p:cNvPr id="19" name="直線コネクタ 18"/>
            <p:cNvCxnSpPr/>
            <p:nvPr/>
          </p:nvCxnSpPr>
          <p:spPr bwMode="auto">
            <a:xfrm>
              <a:off x="6012160" y="5589240"/>
              <a:ext cx="720080" cy="0"/>
            </a:xfrm>
            <a:prstGeom prst="line">
              <a:avLst/>
            </a:prstGeom>
            <a:noFill/>
            <a:ln w="38100" cap="rnd" cmpd="sng" algn="ctr">
              <a:solidFill>
                <a:schemeClr val="tx1"/>
              </a:solidFill>
              <a:prstDash val="solid"/>
              <a:round/>
              <a:headEnd type="none" w="med" len="med"/>
              <a:tailEnd type="none" w="med" len="med"/>
            </a:ln>
            <a:effectLst/>
          </p:spPr>
        </p:cxnSp>
        <p:cxnSp>
          <p:nvCxnSpPr>
            <p:cNvPr id="20" name="直線コネクタ 19"/>
            <p:cNvCxnSpPr/>
            <p:nvPr/>
          </p:nvCxnSpPr>
          <p:spPr bwMode="auto">
            <a:xfrm>
              <a:off x="6012160" y="5589240"/>
              <a:ext cx="0" cy="360040"/>
            </a:xfrm>
            <a:prstGeom prst="line">
              <a:avLst/>
            </a:prstGeom>
            <a:noFill/>
            <a:ln w="38100" cap="rnd" cmpd="sng" algn="ctr">
              <a:solidFill>
                <a:schemeClr val="tx1"/>
              </a:solidFill>
              <a:prstDash val="solid"/>
              <a:round/>
              <a:headEnd type="none" w="med" len="med"/>
              <a:tailEnd type="none" w="med" len="med"/>
            </a:ln>
            <a:effectLst/>
          </p:spPr>
        </p:cxnSp>
        <p:cxnSp>
          <p:nvCxnSpPr>
            <p:cNvPr id="21" name="直線コネクタ 20"/>
            <p:cNvCxnSpPr/>
            <p:nvPr/>
          </p:nvCxnSpPr>
          <p:spPr bwMode="auto">
            <a:xfrm>
              <a:off x="6732240" y="5589240"/>
              <a:ext cx="0" cy="360040"/>
            </a:xfrm>
            <a:prstGeom prst="line">
              <a:avLst/>
            </a:prstGeom>
            <a:noFill/>
            <a:ln w="38100" cap="rnd" cmpd="sng" algn="ctr">
              <a:solidFill>
                <a:schemeClr val="tx1"/>
              </a:solidFill>
              <a:prstDash val="solid"/>
              <a:round/>
              <a:headEnd type="none" w="med" len="med"/>
              <a:tailEnd type="none" w="med" len="med"/>
            </a:ln>
            <a:effectLst/>
          </p:spPr>
        </p:cxnSp>
        <p:cxnSp>
          <p:nvCxnSpPr>
            <p:cNvPr id="22" name="直線コネクタ 21"/>
            <p:cNvCxnSpPr/>
            <p:nvPr/>
          </p:nvCxnSpPr>
          <p:spPr bwMode="auto">
            <a:xfrm>
              <a:off x="6012160" y="5454225"/>
              <a:ext cx="720080" cy="1"/>
            </a:xfrm>
            <a:prstGeom prst="line">
              <a:avLst/>
            </a:prstGeom>
            <a:noFill/>
            <a:ln w="38100" cap="rnd" cmpd="sng" algn="ctr">
              <a:solidFill>
                <a:schemeClr val="tx1"/>
              </a:solidFill>
              <a:prstDash val="solid"/>
              <a:round/>
              <a:headEnd type="none" w="med" len="med"/>
              <a:tailEnd type="none" w="med" len="med"/>
            </a:ln>
            <a:effectLst/>
          </p:spPr>
        </p:cxnSp>
        <p:cxnSp>
          <p:nvCxnSpPr>
            <p:cNvPr id="23" name="直線コネクタ 22"/>
            <p:cNvCxnSpPr/>
            <p:nvPr/>
          </p:nvCxnSpPr>
          <p:spPr bwMode="auto">
            <a:xfrm>
              <a:off x="6372200" y="5004175"/>
              <a:ext cx="0" cy="450050"/>
            </a:xfrm>
            <a:prstGeom prst="line">
              <a:avLst/>
            </a:prstGeom>
            <a:noFill/>
            <a:ln w="12700" cap="rnd" cmpd="sng" algn="ctr">
              <a:solidFill>
                <a:schemeClr val="tx1"/>
              </a:solidFill>
              <a:prstDash val="solid"/>
              <a:round/>
              <a:headEnd type="none" w="med" len="med"/>
              <a:tailEnd type="none" w="med" len="med"/>
            </a:ln>
            <a:effectLst/>
          </p:spPr>
        </p:cxnSp>
        <p:sp>
          <p:nvSpPr>
            <p:cNvPr id="24" name="正方形/長方形 23"/>
            <p:cNvSpPr/>
            <p:nvPr/>
          </p:nvSpPr>
          <p:spPr bwMode="auto">
            <a:xfrm>
              <a:off x="5652084" y="6174188"/>
              <a:ext cx="1466850" cy="317500"/>
            </a:xfrm>
            <a:prstGeom prst="rect">
              <a:avLst/>
            </a:prstGeom>
            <a:noFill/>
            <a:ln>
              <a:noFill/>
              <a:headEnd type="none" w="med" len="med"/>
              <a:tailEnd type="none" w="med" len="med"/>
            </a:ln>
          </p:spPr>
          <p:style>
            <a:lnRef idx="2">
              <a:schemeClr val="accent3"/>
            </a:lnRef>
            <a:fillRef idx="1">
              <a:schemeClr val="lt1"/>
            </a:fillRef>
            <a:effectRef idx="0">
              <a:schemeClr val="accent3"/>
            </a:effectRef>
            <a:fontRef idx="minor">
              <a:schemeClr val="dk1"/>
            </a:fontRef>
          </p:style>
          <p:txBody>
            <a:bodyPr vert="horz" wrap="square" lIns="91440" tIns="45720" rIns="91440" bIns="45720" numCol="1" rtlCol="0" anchor="ctr" anchorCtr="0" compatLnSpc="1">
              <a:prstTxWarp prst="textNoShape">
                <a:avLst/>
              </a:prstTxWarp>
            </a:bodyPr>
            <a:lstStyle/>
            <a:p>
              <a:pPr algn="ctr" fontAlgn="base">
                <a:spcBef>
                  <a:spcPct val="0"/>
                </a:spcBef>
                <a:spcAft>
                  <a:spcPct val="0"/>
                </a:spcAft>
              </a:pPr>
              <a:r>
                <a:rPr lang="en-US" altLang="ja-JP" dirty="0">
                  <a:solidFill>
                    <a:schemeClr val="tx1"/>
                  </a:solidFill>
                  <a:latin typeface="Times New Roman" pitchFamily="18" charset="0"/>
                  <a:ea typeface="HG丸ｺﾞｼｯｸM-PRO" pitchFamily="50" charset="-128"/>
                </a:rPr>
                <a:t>NMOS</a:t>
              </a:r>
              <a:endParaRPr lang="ja-JP" altLang="en-US" dirty="0">
                <a:solidFill>
                  <a:schemeClr val="tx1"/>
                </a:solidFill>
                <a:latin typeface="Times New Roman" pitchFamily="18" charset="0"/>
                <a:ea typeface="HG丸ｺﾞｼｯｸM-PRO" pitchFamily="50" charset="-128"/>
              </a:endParaRPr>
            </a:p>
          </p:txBody>
        </p:sp>
      </p:grpSp>
      <p:sp>
        <p:nvSpPr>
          <p:cNvPr id="25" name="Rectangle 93"/>
          <p:cNvSpPr>
            <a:spLocks noChangeArrowheads="1"/>
          </p:cNvSpPr>
          <p:nvPr/>
        </p:nvSpPr>
        <p:spPr bwMode="auto">
          <a:xfrm>
            <a:off x="6636007" y="1628980"/>
            <a:ext cx="721083" cy="360362"/>
          </a:xfrm>
          <a:prstGeom prst="rect">
            <a:avLst/>
          </a:prstGeom>
          <a:noFill/>
          <a:ln w="12700" algn="ctr">
            <a:noFill/>
            <a:miter lim="800000"/>
            <a:headEnd/>
            <a:tailEnd/>
          </a:ln>
          <a:effectLst/>
        </p:spPr>
        <p:txBody>
          <a:bodyPr wrap="none" lIns="90000" tIns="46800" rIns="90000" bIns="46800" anchor="ctr"/>
          <a:lstStyle/>
          <a:p>
            <a:r>
              <a:rPr lang="en-US" altLang="ja-JP" dirty="0"/>
              <a:t>Gate</a:t>
            </a:r>
          </a:p>
        </p:txBody>
      </p:sp>
      <p:sp>
        <p:nvSpPr>
          <p:cNvPr id="26" name="Rectangle 93"/>
          <p:cNvSpPr>
            <a:spLocks noChangeArrowheads="1"/>
          </p:cNvSpPr>
          <p:nvPr/>
        </p:nvSpPr>
        <p:spPr bwMode="auto">
          <a:xfrm>
            <a:off x="5555995" y="2528990"/>
            <a:ext cx="721083" cy="360362"/>
          </a:xfrm>
          <a:prstGeom prst="rect">
            <a:avLst/>
          </a:prstGeom>
          <a:noFill/>
          <a:ln w="12700" algn="ctr">
            <a:noFill/>
            <a:miter lim="800000"/>
            <a:headEnd/>
            <a:tailEnd/>
          </a:ln>
          <a:effectLst/>
        </p:spPr>
        <p:txBody>
          <a:bodyPr wrap="none" lIns="90000" tIns="46800" rIns="90000" bIns="46800" anchor="ctr"/>
          <a:lstStyle/>
          <a:p>
            <a:r>
              <a:rPr lang="en-US" altLang="ja-JP" dirty="0"/>
              <a:t>Source</a:t>
            </a:r>
          </a:p>
        </p:txBody>
      </p:sp>
      <p:sp>
        <p:nvSpPr>
          <p:cNvPr id="27" name="Rectangle 93"/>
          <p:cNvSpPr>
            <a:spLocks noChangeArrowheads="1"/>
          </p:cNvSpPr>
          <p:nvPr/>
        </p:nvSpPr>
        <p:spPr bwMode="auto">
          <a:xfrm>
            <a:off x="7536017" y="2528990"/>
            <a:ext cx="721083" cy="360362"/>
          </a:xfrm>
          <a:prstGeom prst="rect">
            <a:avLst/>
          </a:prstGeom>
          <a:noFill/>
          <a:ln w="12700" algn="ctr">
            <a:noFill/>
            <a:miter lim="800000"/>
            <a:headEnd/>
            <a:tailEnd/>
          </a:ln>
          <a:effectLst/>
        </p:spPr>
        <p:txBody>
          <a:bodyPr wrap="none" lIns="90000" tIns="46800" rIns="90000" bIns="46800" anchor="ctr"/>
          <a:lstStyle/>
          <a:p>
            <a:r>
              <a:rPr lang="en-US" altLang="ja-JP" dirty="0"/>
              <a:t>Drain</a:t>
            </a:r>
          </a:p>
        </p:txBody>
      </p:sp>
      <p:sp>
        <p:nvSpPr>
          <p:cNvPr id="28" name="Rectangle 93"/>
          <p:cNvSpPr>
            <a:spLocks noChangeArrowheads="1"/>
          </p:cNvSpPr>
          <p:nvPr/>
        </p:nvSpPr>
        <p:spPr bwMode="auto">
          <a:xfrm>
            <a:off x="6636007" y="4059007"/>
            <a:ext cx="721083" cy="360362"/>
          </a:xfrm>
          <a:prstGeom prst="rect">
            <a:avLst/>
          </a:prstGeom>
          <a:noFill/>
          <a:ln w="12700" algn="ctr">
            <a:noFill/>
            <a:miter lim="800000"/>
            <a:headEnd/>
            <a:tailEnd/>
          </a:ln>
          <a:effectLst/>
        </p:spPr>
        <p:txBody>
          <a:bodyPr wrap="none" lIns="90000" tIns="46800" rIns="90000" bIns="46800" anchor="ctr"/>
          <a:lstStyle/>
          <a:p>
            <a:r>
              <a:rPr lang="en-US" altLang="ja-JP" dirty="0"/>
              <a:t>Gate</a:t>
            </a:r>
          </a:p>
        </p:txBody>
      </p:sp>
      <p:sp>
        <p:nvSpPr>
          <p:cNvPr id="29" name="Rectangle 93"/>
          <p:cNvSpPr>
            <a:spLocks noChangeArrowheads="1"/>
          </p:cNvSpPr>
          <p:nvPr/>
        </p:nvSpPr>
        <p:spPr bwMode="auto">
          <a:xfrm>
            <a:off x="5555995" y="4959017"/>
            <a:ext cx="721083" cy="360362"/>
          </a:xfrm>
          <a:prstGeom prst="rect">
            <a:avLst/>
          </a:prstGeom>
          <a:noFill/>
          <a:ln w="12700" algn="ctr">
            <a:noFill/>
            <a:miter lim="800000"/>
            <a:headEnd/>
            <a:tailEnd/>
          </a:ln>
          <a:effectLst/>
        </p:spPr>
        <p:txBody>
          <a:bodyPr wrap="none" lIns="90000" tIns="46800" rIns="90000" bIns="46800" anchor="ctr"/>
          <a:lstStyle/>
          <a:p>
            <a:r>
              <a:rPr lang="en-US" altLang="ja-JP" dirty="0"/>
              <a:t>Source</a:t>
            </a:r>
          </a:p>
        </p:txBody>
      </p:sp>
      <p:sp>
        <p:nvSpPr>
          <p:cNvPr id="30" name="Rectangle 93"/>
          <p:cNvSpPr>
            <a:spLocks noChangeArrowheads="1"/>
          </p:cNvSpPr>
          <p:nvPr/>
        </p:nvSpPr>
        <p:spPr bwMode="auto">
          <a:xfrm>
            <a:off x="7536017" y="4959017"/>
            <a:ext cx="721083" cy="360362"/>
          </a:xfrm>
          <a:prstGeom prst="rect">
            <a:avLst/>
          </a:prstGeom>
          <a:noFill/>
          <a:ln w="12700" algn="ctr">
            <a:noFill/>
            <a:miter lim="800000"/>
            <a:headEnd/>
            <a:tailEnd/>
          </a:ln>
          <a:effectLst/>
        </p:spPr>
        <p:txBody>
          <a:bodyPr wrap="none" lIns="90000" tIns="46800" rIns="90000" bIns="46800" anchor="ctr"/>
          <a:lstStyle/>
          <a:p>
            <a:r>
              <a:rPr lang="en-US" altLang="ja-JP" dirty="0"/>
              <a:t>Drain</a:t>
            </a:r>
          </a:p>
        </p:txBody>
      </p:sp>
      <p:grpSp>
        <p:nvGrpSpPr>
          <p:cNvPr id="4" name="グループ化 3">
            <a:extLst>
              <a:ext uri="{FF2B5EF4-FFF2-40B4-BE49-F238E27FC236}">
                <a16:creationId xmlns:a16="http://schemas.microsoft.com/office/drawing/2014/main" id="{4D20A9FF-C273-68EE-AAE2-2B4C85DB41B1}"/>
              </a:ext>
            </a:extLst>
          </p:cNvPr>
          <p:cNvGrpSpPr/>
          <p:nvPr/>
        </p:nvGrpSpPr>
        <p:grpSpPr>
          <a:xfrm>
            <a:off x="8526027" y="1988984"/>
            <a:ext cx="1531092" cy="1440374"/>
            <a:chOff x="5202007" y="3068996"/>
            <a:chExt cx="1531092" cy="1440374"/>
          </a:xfrm>
        </p:grpSpPr>
        <p:sp>
          <p:nvSpPr>
            <p:cNvPr id="5" name="正方形/長方形 4">
              <a:extLst>
                <a:ext uri="{FF2B5EF4-FFF2-40B4-BE49-F238E27FC236}">
                  <a16:creationId xmlns:a16="http://schemas.microsoft.com/office/drawing/2014/main" id="{AE9BBB44-7DA6-F8D8-A556-7E2D0EED10FF}"/>
                </a:ext>
              </a:extLst>
            </p:cNvPr>
            <p:cNvSpPr/>
            <p:nvPr/>
          </p:nvSpPr>
          <p:spPr bwMode="auto">
            <a:xfrm>
              <a:off x="5652012" y="3338999"/>
              <a:ext cx="720008" cy="900010"/>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US" dirty="0">
                <a:solidFill>
                  <a:schemeClr val="tx1">
                    <a:lumMod val="75000"/>
                    <a:lumOff val="25000"/>
                  </a:schemeClr>
                </a:solidFill>
                <a:latin typeface="+mn-ea"/>
              </a:endParaRPr>
            </a:p>
          </p:txBody>
        </p:sp>
        <p:sp>
          <p:nvSpPr>
            <p:cNvPr id="31" name="円/楕円 69">
              <a:extLst>
                <a:ext uri="{FF2B5EF4-FFF2-40B4-BE49-F238E27FC236}">
                  <a16:creationId xmlns:a16="http://schemas.microsoft.com/office/drawing/2014/main" id="{EC5410DB-3924-6636-3A98-1D6EB6539C55}"/>
                </a:ext>
              </a:extLst>
            </p:cNvPr>
            <p:cNvSpPr/>
            <p:nvPr/>
          </p:nvSpPr>
          <p:spPr>
            <a:xfrm rot="5400000">
              <a:off x="5968271" y="3609002"/>
              <a:ext cx="90012" cy="89990"/>
            </a:xfrm>
            <a:prstGeom prst="ellipse">
              <a:avLst/>
            </a:prstGeom>
            <a:solidFill>
              <a:schemeClr val="bg1"/>
            </a:solidFill>
            <a:ln w="190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cxnSp>
          <p:nvCxnSpPr>
            <p:cNvPr id="32" name="直線コネクタ 31">
              <a:extLst>
                <a:ext uri="{FF2B5EF4-FFF2-40B4-BE49-F238E27FC236}">
                  <a16:creationId xmlns:a16="http://schemas.microsoft.com/office/drawing/2014/main" id="{7592A6B3-7EA6-9E62-03DB-DA9A1FAE83F7}"/>
                </a:ext>
              </a:extLst>
            </p:cNvPr>
            <p:cNvCxnSpPr>
              <a:cxnSpLocks/>
            </p:cNvCxnSpPr>
            <p:nvPr/>
          </p:nvCxnSpPr>
          <p:spPr>
            <a:xfrm flipH="1">
              <a:off x="5292008" y="3789004"/>
              <a:ext cx="360004"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33" name="直線コネクタ 32">
              <a:extLst>
                <a:ext uri="{FF2B5EF4-FFF2-40B4-BE49-F238E27FC236}">
                  <a16:creationId xmlns:a16="http://schemas.microsoft.com/office/drawing/2014/main" id="{4249CCA0-38C8-EBD7-336F-8F819F32A5FE}"/>
                </a:ext>
              </a:extLst>
            </p:cNvPr>
            <p:cNvCxnSpPr>
              <a:cxnSpLocks/>
              <a:endCxn id="34" idx="4"/>
            </p:cNvCxnSpPr>
            <p:nvPr/>
          </p:nvCxnSpPr>
          <p:spPr>
            <a:xfrm>
              <a:off x="5832014" y="3609002"/>
              <a:ext cx="133734" cy="315009"/>
            </a:xfrm>
            <a:prstGeom prst="line">
              <a:avLst/>
            </a:prstGeom>
            <a:ln w="34925" cap="rnd">
              <a:solidFill>
                <a:schemeClr val="accent5"/>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34" name="円/楕円 68">
              <a:extLst>
                <a:ext uri="{FF2B5EF4-FFF2-40B4-BE49-F238E27FC236}">
                  <a16:creationId xmlns:a16="http://schemas.microsoft.com/office/drawing/2014/main" id="{FB5FF257-823C-17F1-D152-A7CBA118DD6A}"/>
                </a:ext>
              </a:extLst>
            </p:cNvPr>
            <p:cNvSpPr/>
            <p:nvPr/>
          </p:nvSpPr>
          <p:spPr>
            <a:xfrm rot="5400000">
              <a:off x="5965737" y="3879016"/>
              <a:ext cx="90012" cy="89990"/>
            </a:xfrm>
            <a:prstGeom prst="ellipse">
              <a:avLst/>
            </a:prstGeom>
            <a:solidFill>
              <a:schemeClr val="bg1"/>
            </a:solidFill>
            <a:ln w="190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cxnSp>
          <p:nvCxnSpPr>
            <p:cNvPr id="35" name="直線コネクタ 34">
              <a:extLst>
                <a:ext uri="{FF2B5EF4-FFF2-40B4-BE49-F238E27FC236}">
                  <a16:creationId xmlns:a16="http://schemas.microsoft.com/office/drawing/2014/main" id="{EE5941DD-A771-5A4B-C27F-081E04532EA7}"/>
                </a:ext>
              </a:extLst>
            </p:cNvPr>
            <p:cNvCxnSpPr>
              <a:cxnSpLocks/>
              <a:endCxn id="31" idx="2"/>
            </p:cNvCxnSpPr>
            <p:nvPr/>
          </p:nvCxnSpPr>
          <p:spPr>
            <a:xfrm>
              <a:off x="6012016" y="3429000"/>
              <a:ext cx="1261" cy="179991"/>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36" name="直線コネクタ 35">
              <a:extLst>
                <a:ext uri="{FF2B5EF4-FFF2-40B4-BE49-F238E27FC236}">
                  <a16:creationId xmlns:a16="http://schemas.microsoft.com/office/drawing/2014/main" id="{7B77D66B-CB44-DCF4-3F98-5C736F258D6A}"/>
                </a:ext>
              </a:extLst>
            </p:cNvPr>
            <p:cNvCxnSpPr>
              <a:cxnSpLocks/>
            </p:cNvCxnSpPr>
            <p:nvPr/>
          </p:nvCxnSpPr>
          <p:spPr>
            <a:xfrm>
              <a:off x="6012016" y="3969006"/>
              <a:ext cx="0" cy="180002"/>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37" name="Rectangle 93">
              <a:extLst>
                <a:ext uri="{FF2B5EF4-FFF2-40B4-BE49-F238E27FC236}">
                  <a16:creationId xmlns:a16="http://schemas.microsoft.com/office/drawing/2014/main" id="{F51FEFD8-9C75-EB34-4E28-7AFC4F3427B5}"/>
                </a:ext>
              </a:extLst>
            </p:cNvPr>
            <p:cNvSpPr>
              <a:spLocks noChangeArrowheads="1"/>
            </p:cNvSpPr>
            <p:nvPr/>
          </p:nvSpPr>
          <p:spPr bwMode="auto">
            <a:xfrm>
              <a:off x="5202007" y="3429000"/>
              <a:ext cx="361079" cy="360004"/>
            </a:xfrm>
            <a:prstGeom prst="rect">
              <a:avLst/>
            </a:prstGeom>
            <a:noFill/>
            <a:ln w="12700" algn="ctr">
              <a:noFill/>
              <a:miter lim="800000"/>
              <a:headEnd/>
              <a:tailEnd/>
            </a:ln>
            <a:effectLst/>
          </p:spPr>
          <p:txBody>
            <a:bodyPr wrap="none" lIns="90000" tIns="46800" rIns="90000" bIns="46800" anchor="ctr"/>
            <a:lstStyle/>
            <a:p>
              <a:r>
                <a:rPr lang="en-US" altLang="ja-JP" dirty="0"/>
                <a:t>G</a:t>
              </a:r>
            </a:p>
          </p:txBody>
        </p:sp>
        <p:sp>
          <p:nvSpPr>
            <p:cNvPr id="38" name="Rectangle 93">
              <a:extLst>
                <a:ext uri="{FF2B5EF4-FFF2-40B4-BE49-F238E27FC236}">
                  <a16:creationId xmlns:a16="http://schemas.microsoft.com/office/drawing/2014/main" id="{972DE9FD-CF0A-A8A2-4258-80F65EE0E4CB}"/>
                </a:ext>
              </a:extLst>
            </p:cNvPr>
            <p:cNvSpPr>
              <a:spLocks noChangeArrowheads="1"/>
            </p:cNvSpPr>
            <p:nvPr/>
          </p:nvSpPr>
          <p:spPr bwMode="auto">
            <a:xfrm>
              <a:off x="6372020" y="4149008"/>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S</a:t>
              </a:r>
            </a:p>
          </p:txBody>
        </p:sp>
        <p:sp>
          <p:nvSpPr>
            <p:cNvPr id="39" name="Rectangle 93">
              <a:extLst>
                <a:ext uri="{FF2B5EF4-FFF2-40B4-BE49-F238E27FC236}">
                  <a16:creationId xmlns:a16="http://schemas.microsoft.com/office/drawing/2014/main" id="{22674F4A-A4D4-419D-7995-64F739CEEDDD}"/>
                </a:ext>
              </a:extLst>
            </p:cNvPr>
            <p:cNvSpPr>
              <a:spLocks noChangeArrowheads="1"/>
            </p:cNvSpPr>
            <p:nvPr/>
          </p:nvSpPr>
          <p:spPr bwMode="auto">
            <a:xfrm>
              <a:off x="6372020" y="3068996"/>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D</a:t>
              </a:r>
            </a:p>
          </p:txBody>
        </p:sp>
        <p:cxnSp>
          <p:nvCxnSpPr>
            <p:cNvPr id="40" name="直線コネクタ 39">
              <a:extLst>
                <a:ext uri="{FF2B5EF4-FFF2-40B4-BE49-F238E27FC236}">
                  <a16:creationId xmlns:a16="http://schemas.microsoft.com/office/drawing/2014/main" id="{65F37BEC-6C6B-9A8F-9427-D4CEA6FD52F1}"/>
                </a:ext>
              </a:extLst>
            </p:cNvPr>
            <p:cNvCxnSpPr>
              <a:cxnSpLocks/>
            </p:cNvCxnSpPr>
            <p:nvPr/>
          </p:nvCxnSpPr>
          <p:spPr>
            <a:xfrm flipH="1">
              <a:off x="6012016" y="4149008"/>
              <a:ext cx="720008"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41" name="直線コネクタ 40">
              <a:extLst>
                <a:ext uri="{FF2B5EF4-FFF2-40B4-BE49-F238E27FC236}">
                  <a16:creationId xmlns:a16="http://schemas.microsoft.com/office/drawing/2014/main" id="{48C6C3AF-B87E-AE92-61E4-40F1D8E98EFA}"/>
                </a:ext>
              </a:extLst>
            </p:cNvPr>
            <p:cNvCxnSpPr>
              <a:cxnSpLocks/>
            </p:cNvCxnSpPr>
            <p:nvPr/>
          </p:nvCxnSpPr>
          <p:spPr>
            <a:xfrm flipH="1">
              <a:off x="6012016" y="3429000"/>
              <a:ext cx="720008"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grpSp>
      <p:grpSp>
        <p:nvGrpSpPr>
          <p:cNvPr id="42" name="グループ化 41">
            <a:extLst>
              <a:ext uri="{FF2B5EF4-FFF2-40B4-BE49-F238E27FC236}">
                <a16:creationId xmlns:a16="http://schemas.microsoft.com/office/drawing/2014/main" id="{1CAB5E11-FB11-73F8-1975-8233A1F05954}"/>
              </a:ext>
            </a:extLst>
          </p:cNvPr>
          <p:cNvGrpSpPr/>
          <p:nvPr/>
        </p:nvGrpSpPr>
        <p:grpSpPr>
          <a:xfrm>
            <a:off x="8526027" y="4509012"/>
            <a:ext cx="1531092" cy="1440374"/>
            <a:chOff x="5202007" y="2708992"/>
            <a:chExt cx="1531092" cy="1440374"/>
          </a:xfrm>
        </p:grpSpPr>
        <p:grpSp>
          <p:nvGrpSpPr>
            <p:cNvPr id="43" name="グループ化 42">
              <a:extLst>
                <a:ext uri="{FF2B5EF4-FFF2-40B4-BE49-F238E27FC236}">
                  <a16:creationId xmlns:a16="http://schemas.microsoft.com/office/drawing/2014/main" id="{A042DA85-F4FC-3014-7360-4E12AFDA9657}"/>
                </a:ext>
              </a:extLst>
            </p:cNvPr>
            <p:cNvGrpSpPr/>
            <p:nvPr/>
          </p:nvGrpSpPr>
          <p:grpSpPr>
            <a:xfrm>
              <a:off x="5202007" y="2708992"/>
              <a:ext cx="1531092" cy="1440374"/>
              <a:chOff x="5202007" y="3068996"/>
              <a:chExt cx="1531092" cy="1440374"/>
            </a:xfrm>
          </p:grpSpPr>
          <p:sp>
            <p:nvSpPr>
              <p:cNvPr id="45" name="正方形/長方形 44">
                <a:extLst>
                  <a:ext uri="{FF2B5EF4-FFF2-40B4-BE49-F238E27FC236}">
                    <a16:creationId xmlns:a16="http://schemas.microsoft.com/office/drawing/2014/main" id="{C47CB782-1FD7-AA68-4291-A60A9F4712F9}"/>
                  </a:ext>
                </a:extLst>
              </p:cNvPr>
              <p:cNvSpPr/>
              <p:nvPr/>
            </p:nvSpPr>
            <p:spPr bwMode="auto">
              <a:xfrm>
                <a:off x="5652012" y="3338999"/>
                <a:ext cx="720008" cy="900010"/>
              </a:xfrm>
              <a:prstGeom prst="rect">
                <a:avLst/>
              </a:prstGeom>
              <a:ln>
                <a:headEnd/>
                <a:tailEnd type="triangle" w="sm" len="med"/>
              </a:ln>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US" dirty="0">
                  <a:solidFill>
                    <a:schemeClr val="tx1">
                      <a:lumMod val="75000"/>
                      <a:lumOff val="25000"/>
                    </a:schemeClr>
                  </a:solidFill>
                  <a:latin typeface="+mn-ea"/>
                </a:endParaRPr>
              </a:p>
            </p:txBody>
          </p:sp>
          <p:sp>
            <p:nvSpPr>
              <p:cNvPr id="46" name="円/楕円 69">
                <a:extLst>
                  <a:ext uri="{FF2B5EF4-FFF2-40B4-BE49-F238E27FC236}">
                    <a16:creationId xmlns:a16="http://schemas.microsoft.com/office/drawing/2014/main" id="{8A7C1364-F621-F3F1-F9F8-C556888428EF}"/>
                  </a:ext>
                </a:extLst>
              </p:cNvPr>
              <p:cNvSpPr/>
              <p:nvPr/>
            </p:nvSpPr>
            <p:spPr>
              <a:xfrm rot="5400000">
                <a:off x="5968271" y="3609002"/>
                <a:ext cx="90012" cy="89990"/>
              </a:xfrm>
              <a:prstGeom prst="ellipse">
                <a:avLst/>
              </a:prstGeom>
              <a:solidFill>
                <a:schemeClr val="bg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cxnSp>
            <p:nvCxnSpPr>
              <p:cNvPr id="47" name="直線コネクタ 46">
                <a:extLst>
                  <a:ext uri="{FF2B5EF4-FFF2-40B4-BE49-F238E27FC236}">
                    <a16:creationId xmlns:a16="http://schemas.microsoft.com/office/drawing/2014/main" id="{2CB88CDD-FAF5-A353-D7E1-CB59ABF52E34}"/>
                  </a:ext>
                </a:extLst>
              </p:cNvPr>
              <p:cNvCxnSpPr>
                <a:cxnSpLocks/>
              </p:cNvCxnSpPr>
              <p:nvPr/>
            </p:nvCxnSpPr>
            <p:spPr>
              <a:xfrm flipH="1">
                <a:off x="5292008" y="3789004"/>
                <a:ext cx="360004"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48" name="直線コネクタ 47">
                <a:extLst>
                  <a:ext uri="{FF2B5EF4-FFF2-40B4-BE49-F238E27FC236}">
                    <a16:creationId xmlns:a16="http://schemas.microsoft.com/office/drawing/2014/main" id="{01AB4057-928F-3ED5-7334-CEDAD8129450}"/>
                  </a:ext>
                </a:extLst>
              </p:cNvPr>
              <p:cNvCxnSpPr>
                <a:cxnSpLocks/>
                <a:endCxn id="49" idx="4"/>
              </p:cNvCxnSpPr>
              <p:nvPr/>
            </p:nvCxnSpPr>
            <p:spPr>
              <a:xfrm>
                <a:off x="5832014" y="3609002"/>
                <a:ext cx="133734" cy="315009"/>
              </a:xfrm>
              <a:prstGeom prst="line">
                <a:avLst/>
              </a:prstGeom>
              <a:ln w="34925" cap="rnd">
                <a:solidFill>
                  <a:schemeClr val="accent6"/>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49" name="円/楕円 68">
                <a:extLst>
                  <a:ext uri="{FF2B5EF4-FFF2-40B4-BE49-F238E27FC236}">
                    <a16:creationId xmlns:a16="http://schemas.microsoft.com/office/drawing/2014/main" id="{210B036E-6956-443C-39F6-447118F9E1ED}"/>
                  </a:ext>
                </a:extLst>
              </p:cNvPr>
              <p:cNvSpPr/>
              <p:nvPr/>
            </p:nvSpPr>
            <p:spPr>
              <a:xfrm rot="5400000">
                <a:off x="5965737" y="3879016"/>
                <a:ext cx="90012" cy="89990"/>
              </a:xfrm>
              <a:prstGeom prst="ellipse">
                <a:avLst/>
              </a:prstGeom>
              <a:solidFill>
                <a:schemeClr val="bg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cxnSp>
            <p:nvCxnSpPr>
              <p:cNvPr id="50" name="直線コネクタ 49">
                <a:extLst>
                  <a:ext uri="{FF2B5EF4-FFF2-40B4-BE49-F238E27FC236}">
                    <a16:creationId xmlns:a16="http://schemas.microsoft.com/office/drawing/2014/main" id="{AFC405F1-A1A9-8E8E-2E95-B3AD1E3C7F4D}"/>
                  </a:ext>
                </a:extLst>
              </p:cNvPr>
              <p:cNvCxnSpPr>
                <a:cxnSpLocks/>
                <a:endCxn id="46" idx="2"/>
              </p:cNvCxnSpPr>
              <p:nvPr/>
            </p:nvCxnSpPr>
            <p:spPr>
              <a:xfrm>
                <a:off x="6012016" y="3429000"/>
                <a:ext cx="1261" cy="179991"/>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51" name="直線コネクタ 50">
                <a:extLst>
                  <a:ext uri="{FF2B5EF4-FFF2-40B4-BE49-F238E27FC236}">
                    <a16:creationId xmlns:a16="http://schemas.microsoft.com/office/drawing/2014/main" id="{2BB484EB-B9AD-A7D3-ED7C-3167ABDCD0E1}"/>
                  </a:ext>
                </a:extLst>
              </p:cNvPr>
              <p:cNvCxnSpPr>
                <a:cxnSpLocks/>
              </p:cNvCxnSpPr>
              <p:nvPr/>
            </p:nvCxnSpPr>
            <p:spPr>
              <a:xfrm>
                <a:off x="6012016" y="3969006"/>
                <a:ext cx="0" cy="180002"/>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52" name="Rectangle 93">
                <a:extLst>
                  <a:ext uri="{FF2B5EF4-FFF2-40B4-BE49-F238E27FC236}">
                    <a16:creationId xmlns:a16="http://schemas.microsoft.com/office/drawing/2014/main" id="{8EB3165D-6DEB-6E31-472A-0AC8123BF5E6}"/>
                  </a:ext>
                </a:extLst>
              </p:cNvPr>
              <p:cNvSpPr>
                <a:spLocks noChangeArrowheads="1"/>
              </p:cNvSpPr>
              <p:nvPr/>
            </p:nvSpPr>
            <p:spPr bwMode="auto">
              <a:xfrm>
                <a:off x="5202007" y="3429000"/>
                <a:ext cx="361079" cy="360004"/>
              </a:xfrm>
              <a:prstGeom prst="rect">
                <a:avLst/>
              </a:prstGeom>
              <a:noFill/>
              <a:ln w="12700" algn="ctr">
                <a:noFill/>
                <a:miter lim="800000"/>
                <a:headEnd/>
                <a:tailEnd/>
              </a:ln>
              <a:effectLst/>
            </p:spPr>
            <p:txBody>
              <a:bodyPr wrap="none" lIns="90000" tIns="46800" rIns="90000" bIns="46800" anchor="ctr"/>
              <a:lstStyle/>
              <a:p>
                <a:r>
                  <a:rPr lang="en-US" altLang="ja-JP" dirty="0"/>
                  <a:t>G</a:t>
                </a:r>
              </a:p>
            </p:txBody>
          </p:sp>
          <p:sp>
            <p:nvSpPr>
              <p:cNvPr id="53" name="Rectangle 93">
                <a:extLst>
                  <a:ext uri="{FF2B5EF4-FFF2-40B4-BE49-F238E27FC236}">
                    <a16:creationId xmlns:a16="http://schemas.microsoft.com/office/drawing/2014/main" id="{35DAE38D-AFE0-8F42-CDB7-443EEBD2A425}"/>
                  </a:ext>
                </a:extLst>
              </p:cNvPr>
              <p:cNvSpPr>
                <a:spLocks noChangeArrowheads="1"/>
              </p:cNvSpPr>
              <p:nvPr/>
            </p:nvSpPr>
            <p:spPr bwMode="auto">
              <a:xfrm>
                <a:off x="6372020" y="4149008"/>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D</a:t>
                </a:r>
              </a:p>
            </p:txBody>
          </p:sp>
          <p:sp>
            <p:nvSpPr>
              <p:cNvPr id="54" name="Rectangle 93">
                <a:extLst>
                  <a:ext uri="{FF2B5EF4-FFF2-40B4-BE49-F238E27FC236}">
                    <a16:creationId xmlns:a16="http://schemas.microsoft.com/office/drawing/2014/main" id="{E08D5D87-3BF5-F011-A1D2-5A7143F12B56}"/>
                  </a:ext>
                </a:extLst>
              </p:cNvPr>
              <p:cNvSpPr>
                <a:spLocks noChangeArrowheads="1"/>
              </p:cNvSpPr>
              <p:nvPr/>
            </p:nvSpPr>
            <p:spPr bwMode="auto">
              <a:xfrm>
                <a:off x="6372020" y="3068996"/>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S</a:t>
                </a:r>
              </a:p>
            </p:txBody>
          </p:sp>
          <p:cxnSp>
            <p:nvCxnSpPr>
              <p:cNvPr id="55" name="直線コネクタ 54">
                <a:extLst>
                  <a:ext uri="{FF2B5EF4-FFF2-40B4-BE49-F238E27FC236}">
                    <a16:creationId xmlns:a16="http://schemas.microsoft.com/office/drawing/2014/main" id="{24612928-DF70-61AF-FEDC-1CB3D070E630}"/>
                  </a:ext>
                </a:extLst>
              </p:cNvPr>
              <p:cNvCxnSpPr>
                <a:cxnSpLocks/>
              </p:cNvCxnSpPr>
              <p:nvPr/>
            </p:nvCxnSpPr>
            <p:spPr>
              <a:xfrm flipH="1">
                <a:off x="6012016" y="4149008"/>
                <a:ext cx="720008"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56" name="直線コネクタ 55">
                <a:extLst>
                  <a:ext uri="{FF2B5EF4-FFF2-40B4-BE49-F238E27FC236}">
                    <a16:creationId xmlns:a16="http://schemas.microsoft.com/office/drawing/2014/main" id="{2D71FEA6-831D-09D4-8CE5-553F6336A58E}"/>
                  </a:ext>
                </a:extLst>
              </p:cNvPr>
              <p:cNvCxnSpPr>
                <a:cxnSpLocks/>
              </p:cNvCxnSpPr>
              <p:nvPr/>
            </p:nvCxnSpPr>
            <p:spPr>
              <a:xfrm flipH="1">
                <a:off x="6012016" y="3429000"/>
                <a:ext cx="720008"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grpSp>
        <p:sp>
          <p:nvSpPr>
            <p:cNvPr id="44" name="円/楕円 69">
              <a:extLst>
                <a:ext uri="{FF2B5EF4-FFF2-40B4-BE49-F238E27FC236}">
                  <a16:creationId xmlns:a16="http://schemas.microsoft.com/office/drawing/2014/main" id="{A1898B93-7A45-E9F4-19F4-52FD98B933DE}"/>
                </a:ext>
              </a:extLst>
            </p:cNvPr>
            <p:cNvSpPr/>
            <p:nvPr/>
          </p:nvSpPr>
          <p:spPr>
            <a:xfrm rot="5400000">
              <a:off x="5553531" y="3381340"/>
              <a:ext cx="90012" cy="89990"/>
            </a:xfrm>
            <a:prstGeom prst="ellipse">
              <a:avLst/>
            </a:prstGeom>
            <a:solidFill>
              <a:schemeClr val="bg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spTree>
    <p:extLst>
      <p:ext uri="{BB962C8B-B14F-4D97-AF65-F5344CB8AC3E}">
        <p14:creationId xmlns:p14="http://schemas.microsoft.com/office/powerpoint/2010/main" val="337726728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0AB1F67-BE7D-CC4F-AEAE-473F52A9739A}"/>
              </a:ext>
            </a:extLst>
          </p:cNvPr>
          <p:cNvSpPr>
            <a:spLocks noGrp="1"/>
          </p:cNvSpPr>
          <p:nvPr>
            <p:ph type="title"/>
          </p:nvPr>
        </p:nvSpPr>
        <p:spPr/>
        <p:txBody>
          <a:bodyPr/>
          <a:lstStyle/>
          <a:p>
            <a:r>
              <a:rPr kumimoji="1" lang="ja-JP" altLang="en-US" dirty="0"/>
              <a:t>だがしかし</a:t>
            </a:r>
            <a:endParaRPr kumimoji="1" lang="en-US" dirty="0"/>
          </a:p>
        </p:txBody>
      </p:sp>
      <p:sp>
        <p:nvSpPr>
          <p:cNvPr id="3" name="テキスト プレースホルダー 2">
            <a:extLst>
              <a:ext uri="{FF2B5EF4-FFF2-40B4-BE49-F238E27FC236}">
                <a16:creationId xmlns:a16="http://schemas.microsoft.com/office/drawing/2014/main" id="{F8408C9E-8C29-3967-B494-68886E31D5DD}"/>
              </a:ext>
            </a:extLst>
          </p:cNvPr>
          <p:cNvSpPr>
            <a:spLocks noGrp="1"/>
          </p:cNvSpPr>
          <p:nvPr>
            <p:ph type="body" sz="quarter" idx="10"/>
          </p:nvPr>
        </p:nvSpPr>
        <p:spPr/>
        <p:txBody>
          <a:bodyPr/>
          <a:lstStyle/>
          <a:p>
            <a:r>
              <a:rPr kumimoji="1" lang="ja-JP" altLang="en-US" dirty="0"/>
              <a:t>いきなり </a:t>
            </a:r>
            <a:r>
              <a:rPr kumimoji="1" lang="en-US" altLang="ja-JP" dirty="0"/>
              <a:t>MOS </a:t>
            </a:r>
            <a:r>
              <a:rPr kumimoji="1" lang="ja-JP" altLang="en-US" dirty="0"/>
              <a:t>とか言われても，何もわからないのではないか</a:t>
            </a:r>
            <a:endParaRPr kumimoji="1" lang="en-US" altLang="ja-JP" dirty="0"/>
          </a:p>
          <a:p>
            <a:pPr lvl="1"/>
            <a:r>
              <a:rPr kumimoji="1" lang="ja-JP" altLang="en-US" dirty="0"/>
              <a:t>消費電力はコンデンサへの充放電により説明されるが，</a:t>
            </a:r>
            <a:br>
              <a:rPr kumimoji="1" lang="en-US" altLang="ja-JP" dirty="0"/>
            </a:br>
            <a:r>
              <a:rPr kumimoji="1" lang="ja-JP" altLang="en-US" dirty="0"/>
              <a:t>コンデンサが何かとか憶えてない（</a:t>
            </a:r>
            <a:r>
              <a:rPr kumimoji="1" lang="en-US" altLang="ja-JP" dirty="0"/>
              <a:t>or </a:t>
            </a:r>
            <a:r>
              <a:rPr kumimoji="1" lang="ja-JP" altLang="en-US" dirty="0"/>
              <a:t>知らない）のでは</a:t>
            </a:r>
            <a:endParaRPr kumimoji="1" lang="en-US" altLang="ja-JP" dirty="0"/>
          </a:p>
          <a:p>
            <a:r>
              <a:rPr kumimoji="1" lang="ja-JP" altLang="en-US" dirty="0"/>
              <a:t>もうちょっと直感的な例を使って</a:t>
            </a:r>
            <a:r>
              <a:rPr lang="ja-JP" altLang="en-US" dirty="0"/>
              <a:t>イメージを掴みたい</a:t>
            </a:r>
            <a:endParaRPr kumimoji="1" lang="en-US" altLang="ja-JP" dirty="0"/>
          </a:p>
          <a:p>
            <a:pPr lvl="1"/>
            <a:r>
              <a:rPr kumimoji="1" lang="ja-JP" altLang="en-US" dirty="0"/>
              <a:t>ここでは水の流れに例えて説明</a:t>
            </a:r>
            <a:endParaRPr kumimoji="1" lang="en-US" altLang="ja-JP" dirty="0"/>
          </a:p>
          <a:p>
            <a:pPr lvl="1"/>
            <a:r>
              <a:rPr kumimoji="1" lang="ja-JP" altLang="en-US" dirty="0"/>
              <a:t>技術的に正確ではないが，かなりイメージは一致する</a:t>
            </a:r>
            <a:endParaRPr kumimoji="1" lang="en-US" altLang="ja-JP" dirty="0"/>
          </a:p>
          <a:p>
            <a:pPr lvl="2"/>
            <a:r>
              <a:rPr lang="ja-JP" altLang="en-US" dirty="0"/>
              <a:t>一次近似としては良くあっているはず</a:t>
            </a:r>
            <a:endParaRPr kumimoji="1" lang="en-US" altLang="ja-JP" dirty="0"/>
          </a:p>
          <a:p>
            <a:pPr lvl="2"/>
            <a:r>
              <a:rPr kumimoji="1" lang="ja-JP" altLang="en-US" dirty="0"/>
              <a:t>消費電力のイメージもかなり伝えやすい</a:t>
            </a:r>
            <a:endParaRPr kumimoji="1" lang="en-US" altLang="ja-JP" dirty="0"/>
          </a:p>
          <a:p>
            <a:r>
              <a:rPr lang="ja-JP" altLang="en-US" dirty="0"/>
              <a:t>回路の量（大きさ）と，電力の関係のイメージを掴んでほしい</a:t>
            </a:r>
            <a:endParaRPr lang="en-US" altLang="ja-JP" dirty="0"/>
          </a:p>
        </p:txBody>
      </p:sp>
    </p:spTree>
    <p:extLst>
      <p:ext uri="{BB962C8B-B14F-4D97-AF65-F5344CB8AC3E}">
        <p14:creationId xmlns:p14="http://schemas.microsoft.com/office/powerpoint/2010/main" val="428009684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E30CCA5-EB2A-1758-EBB5-1A51DEBD2793}"/>
              </a:ext>
            </a:extLst>
          </p:cNvPr>
          <p:cNvSpPr>
            <a:spLocks noGrp="1"/>
          </p:cNvSpPr>
          <p:nvPr>
            <p:ph type="title"/>
          </p:nvPr>
        </p:nvSpPr>
        <p:spPr/>
        <p:txBody>
          <a:bodyPr/>
          <a:lstStyle/>
          <a:p>
            <a:r>
              <a:rPr kumimoji="1" lang="ja-JP" altLang="en-US" dirty="0"/>
              <a:t>水の流れで例えることにする</a:t>
            </a:r>
            <a:endParaRPr kumimoji="1" lang="en-US" dirty="0"/>
          </a:p>
        </p:txBody>
      </p:sp>
      <p:sp>
        <p:nvSpPr>
          <p:cNvPr id="3" name="テキスト プレースホルダー 2">
            <a:extLst>
              <a:ext uri="{FF2B5EF4-FFF2-40B4-BE49-F238E27FC236}">
                <a16:creationId xmlns:a16="http://schemas.microsoft.com/office/drawing/2014/main" id="{0FAF7A46-B8E3-23D8-12A2-0F7E8F98C48D}"/>
              </a:ext>
            </a:extLst>
          </p:cNvPr>
          <p:cNvSpPr>
            <a:spLocks noGrp="1"/>
          </p:cNvSpPr>
          <p:nvPr>
            <p:ph type="body" sz="quarter" idx="10"/>
          </p:nvPr>
        </p:nvSpPr>
        <p:spPr>
          <a:xfrm>
            <a:off x="1055944" y="3609002"/>
            <a:ext cx="9360104" cy="2700030"/>
          </a:xfrm>
        </p:spPr>
        <p:txBody>
          <a:bodyPr/>
          <a:lstStyle/>
          <a:p>
            <a:r>
              <a:rPr kumimoji="1" lang="ja-JP" altLang="en-US" dirty="0">
                <a:solidFill>
                  <a:schemeClr val="accent5"/>
                </a:solidFill>
              </a:rPr>
              <a:t>水流タンクシステム：</a:t>
            </a:r>
            <a:endParaRPr kumimoji="1" lang="en-US" altLang="ja-JP" dirty="0">
              <a:solidFill>
                <a:schemeClr val="accent5"/>
              </a:solidFill>
            </a:endParaRPr>
          </a:p>
          <a:p>
            <a:pPr lvl="1"/>
            <a:r>
              <a:rPr kumimoji="1" lang="ja-JP" altLang="en-US" dirty="0"/>
              <a:t>水が流れるパイプとタンク＋栓を考える</a:t>
            </a:r>
            <a:endParaRPr kumimoji="1" lang="en-US" altLang="ja-JP" dirty="0"/>
          </a:p>
          <a:p>
            <a:pPr lvl="1"/>
            <a:r>
              <a:rPr kumimoji="1" lang="ja-JP" altLang="en-US" dirty="0">
                <a:solidFill>
                  <a:schemeClr val="accent5"/>
                </a:solidFill>
              </a:rPr>
              <a:t>タンクに水がたまっているかどうかに連動して動く栓を持つ</a:t>
            </a:r>
            <a:endParaRPr kumimoji="1" lang="en-US" altLang="ja-JP" dirty="0">
              <a:solidFill>
                <a:schemeClr val="accent5"/>
              </a:solidFill>
            </a:endParaRPr>
          </a:p>
          <a:p>
            <a:pPr lvl="2"/>
            <a:r>
              <a:rPr lang="ja-JP" altLang="en-US" dirty="0"/>
              <a:t>栓には</a:t>
            </a:r>
            <a:r>
              <a:rPr kumimoji="1" lang="ja-JP" altLang="en-US" dirty="0"/>
              <a:t>水が通れる部分があって，水流を制御できる</a:t>
            </a:r>
            <a:endParaRPr kumimoji="1" lang="en-US" altLang="ja-JP" dirty="0"/>
          </a:p>
          <a:p>
            <a:r>
              <a:rPr kumimoji="1" lang="en-US" altLang="ja-JP" dirty="0"/>
              <a:t>PMOS </a:t>
            </a:r>
            <a:r>
              <a:rPr kumimoji="1" lang="ja-JP" altLang="en-US" dirty="0"/>
              <a:t>と同様の挙動：</a:t>
            </a:r>
            <a:endParaRPr kumimoji="1" lang="en-US" altLang="ja-JP" dirty="0"/>
          </a:p>
          <a:p>
            <a:pPr lvl="1"/>
            <a:r>
              <a:rPr lang="ja-JP" altLang="en-US" dirty="0"/>
              <a:t>「タンクが空だと，</a:t>
            </a:r>
            <a:r>
              <a:rPr lang="en-US" altLang="ja-JP" dirty="0"/>
              <a:t>S </a:t>
            </a:r>
            <a:r>
              <a:rPr lang="ja-JP" altLang="en-US" dirty="0"/>
              <a:t>から </a:t>
            </a:r>
            <a:r>
              <a:rPr lang="en-US" altLang="ja-JP" dirty="0"/>
              <a:t>D </a:t>
            </a:r>
            <a:r>
              <a:rPr lang="ja-JP" altLang="en-US" dirty="0"/>
              <a:t>に水が流れる」</a:t>
            </a:r>
            <a:endParaRPr lang="en-US" altLang="ja-JP" dirty="0"/>
          </a:p>
          <a:p>
            <a:pPr lvl="1"/>
            <a:r>
              <a:rPr kumimoji="1" lang="ja-JP" altLang="en-US" dirty="0"/>
              <a:t>「電荷が </a:t>
            </a:r>
            <a:r>
              <a:rPr kumimoji="1" lang="en-US" altLang="ja-JP" dirty="0"/>
              <a:t>Gate </a:t>
            </a:r>
            <a:r>
              <a:rPr kumimoji="1" lang="ja-JP" altLang="en-US" dirty="0"/>
              <a:t>から抜けて空だと，</a:t>
            </a:r>
            <a:r>
              <a:rPr lang="en-US" altLang="ja-JP" dirty="0"/>
              <a:t>S </a:t>
            </a:r>
            <a:r>
              <a:rPr lang="ja-JP" altLang="en-US" dirty="0"/>
              <a:t>から </a:t>
            </a:r>
            <a:r>
              <a:rPr lang="en-US" altLang="ja-JP" dirty="0"/>
              <a:t>D </a:t>
            </a:r>
            <a:r>
              <a:rPr lang="ja-JP" altLang="en-US" dirty="0"/>
              <a:t>に電荷が流れる」</a:t>
            </a:r>
          </a:p>
        </p:txBody>
      </p:sp>
      <p:cxnSp>
        <p:nvCxnSpPr>
          <p:cNvPr id="185" name="直線コネクタ 184">
            <a:extLst>
              <a:ext uri="{FF2B5EF4-FFF2-40B4-BE49-F238E27FC236}">
                <a16:creationId xmlns:a16="http://schemas.microsoft.com/office/drawing/2014/main" id="{243B26EC-4D37-A9E5-CAC1-E6876022B997}"/>
              </a:ext>
            </a:extLst>
          </p:cNvPr>
          <p:cNvCxnSpPr>
            <a:cxnSpLocks/>
          </p:cNvCxnSpPr>
          <p:nvPr/>
        </p:nvCxnSpPr>
        <p:spPr bwMode="auto">
          <a:xfrm>
            <a:off x="3845977" y="3338998"/>
            <a:ext cx="7290081" cy="0"/>
          </a:xfrm>
          <a:prstGeom prst="line">
            <a:avLst/>
          </a:prstGeom>
          <a:noFill/>
          <a:ln w="6350" cap="flat" cmpd="sng" algn="ctr">
            <a:solidFill>
              <a:schemeClr val="tx1"/>
            </a:solidFill>
            <a:prstDash val="solid"/>
            <a:round/>
            <a:headEnd type="none" w="med" len="med"/>
            <a:tailEnd type="none" w="med" len="med"/>
          </a:ln>
          <a:effectLst/>
        </p:spPr>
      </p:cxnSp>
      <p:grpSp>
        <p:nvGrpSpPr>
          <p:cNvPr id="313" name="グループ化 312">
            <a:extLst>
              <a:ext uri="{FF2B5EF4-FFF2-40B4-BE49-F238E27FC236}">
                <a16:creationId xmlns:a16="http://schemas.microsoft.com/office/drawing/2014/main" id="{C6D83E9D-93CE-35EF-79D4-C6F2C1CA8999}"/>
              </a:ext>
            </a:extLst>
          </p:cNvPr>
          <p:cNvGrpSpPr/>
          <p:nvPr/>
        </p:nvGrpSpPr>
        <p:grpSpPr>
          <a:xfrm>
            <a:off x="875942" y="1448977"/>
            <a:ext cx="2160240" cy="1475975"/>
            <a:chOff x="5292080" y="3203975"/>
            <a:chExt cx="2160240" cy="1475975"/>
          </a:xfrm>
        </p:grpSpPr>
        <p:cxnSp>
          <p:nvCxnSpPr>
            <p:cNvPr id="314" name="直線コネクタ 313">
              <a:extLst>
                <a:ext uri="{FF2B5EF4-FFF2-40B4-BE49-F238E27FC236}">
                  <a16:creationId xmlns:a16="http://schemas.microsoft.com/office/drawing/2014/main" id="{127055AE-9783-BE19-FB72-AF109AB90721}"/>
                </a:ext>
              </a:extLst>
            </p:cNvPr>
            <p:cNvCxnSpPr/>
            <p:nvPr/>
          </p:nvCxnSpPr>
          <p:spPr bwMode="auto">
            <a:xfrm>
              <a:off x="6372200" y="3203975"/>
              <a:ext cx="0" cy="356394"/>
            </a:xfrm>
            <a:prstGeom prst="line">
              <a:avLst/>
            </a:prstGeom>
            <a:noFill/>
            <a:ln w="12700" cap="rnd" cmpd="sng" algn="ctr">
              <a:solidFill>
                <a:schemeClr val="tx1"/>
              </a:solidFill>
              <a:prstDash val="solid"/>
              <a:round/>
              <a:headEnd type="none" w="med" len="med"/>
              <a:tailEnd type="none" w="med" len="med"/>
            </a:ln>
            <a:effectLst/>
          </p:spPr>
        </p:cxnSp>
        <p:cxnSp>
          <p:nvCxnSpPr>
            <p:cNvPr id="315" name="直線コネクタ 314">
              <a:extLst>
                <a:ext uri="{FF2B5EF4-FFF2-40B4-BE49-F238E27FC236}">
                  <a16:creationId xmlns:a16="http://schemas.microsoft.com/office/drawing/2014/main" id="{830A3127-30AB-EF22-6A57-BF30D2BF9C0A}"/>
                </a:ext>
              </a:extLst>
            </p:cNvPr>
            <p:cNvCxnSpPr/>
            <p:nvPr/>
          </p:nvCxnSpPr>
          <p:spPr bwMode="auto">
            <a:xfrm>
              <a:off x="5292080" y="4149080"/>
              <a:ext cx="720080" cy="1"/>
            </a:xfrm>
            <a:prstGeom prst="line">
              <a:avLst/>
            </a:prstGeom>
            <a:noFill/>
            <a:ln w="12700" cap="rnd" cmpd="sng" algn="ctr">
              <a:solidFill>
                <a:schemeClr val="tx1"/>
              </a:solidFill>
              <a:prstDash val="solid"/>
              <a:round/>
              <a:headEnd type="none" w="med" len="med"/>
              <a:tailEnd type="none" w="med" len="med"/>
            </a:ln>
            <a:effectLst/>
          </p:spPr>
        </p:cxnSp>
        <p:cxnSp>
          <p:nvCxnSpPr>
            <p:cNvPr id="316" name="直線コネクタ 315">
              <a:extLst>
                <a:ext uri="{FF2B5EF4-FFF2-40B4-BE49-F238E27FC236}">
                  <a16:creationId xmlns:a16="http://schemas.microsoft.com/office/drawing/2014/main" id="{59865F86-B6A0-0517-857B-C4FBE208E165}"/>
                </a:ext>
              </a:extLst>
            </p:cNvPr>
            <p:cNvCxnSpPr/>
            <p:nvPr/>
          </p:nvCxnSpPr>
          <p:spPr bwMode="auto">
            <a:xfrm>
              <a:off x="6732240" y="4149080"/>
              <a:ext cx="720080" cy="0"/>
            </a:xfrm>
            <a:prstGeom prst="line">
              <a:avLst/>
            </a:prstGeom>
            <a:noFill/>
            <a:ln w="12700" cap="rnd" cmpd="sng" algn="ctr">
              <a:solidFill>
                <a:schemeClr val="tx1"/>
              </a:solidFill>
              <a:prstDash val="solid"/>
              <a:round/>
              <a:headEnd type="none" w="med" len="med"/>
              <a:tailEnd type="none" w="med" len="med"/>
            </a:ln>
            <a:effectLst/>
          </p:spPr>
        </p:cxnSp>
        <p:cxnSp>
          <p:nvCxnSpPr>
            <p:cNvPr id="317" name="直線コネクタ 316">
              <a:extLst>
                <a:ext uri="{FF2B5EF4-FFF2-40B4-BE49-F238E27FC236}">
                  <a16:creationId xmlns:a16="http://schemas.microsoft.com/office/drawing/2014/main" id="{5F52F240-AFB7-40CB-7138-64CE2A293594}"/>
                </a:ext>
              </a:extLst>
            </p:cNvPr>
            <p:cNvCxnSpPr/>
            <p:nvPr/>
          </p:nvCxnSpPr>
          <p:spPr bwMode="auto">
            <a:xfrm>
              <a:off x="6012160" y="3789040"/>
              <a:ext cx="720080" cy="0"/>
            </a:xfrm>
            <a:prstGeom prst="line">
              <a:avLst/>
            </a:prstGeom>
            <a:noFill/>
            <a:ln w="38100" cap="rnd" cmpd="sng" algn="ctr">
              <a:solidFill>
                <a:schemeClr val="tx1"/>
              </a:solidFill>
              <a:prstDash val="solid"/>
              <a:round/>
              <a:headEnd type="none" w="med" len="med"/>
              <a:tailEnd type="none" w="med" len="med"/>
            </a:ln>
            <a:effectLst/>
          </p:spPr>
        </p:cxnSp>
        <p:cxnSp>
          <p:nvCxnSpPr>
            <p:cNvPr id="318" name="直線コネクタ 317">
              <a:extLst>
                <a:ext uri="{FF2B5EF4-FFF2-40B4-BE49-F238E27FC236}">
                  <a16:creationId xmlns:a16="http://schemas.microsoft.com/office/drawing/2014/main" id="{EDCB114F-ABD9-40D3-C60A-01242440777B}"/>
                </a:ext>
              </a:extLst>
            </p:cNvPr>
            <p:cNvCxnSpPr/>
            <p:nvPr/>
          </p:nvCxnSpPr>
          <p:spPr bwMode="auto">
            <a:xfrm>
              <a:off x="6012160" y="3789040"/>
              <a:ext cx="0" cy="360040"/>
            </a:xfrm>
            <a:prstGeom prst="line">
              <a:avLst/>
            </a:prstGeom>
            <a:noFill/>
            <a:ln w="38100" cap="rnd" cmpd="sng" algn="ctr">
              <a:solidFill>
                <a:schemeClr val="tx1"/>
              </a:solidFill>
              <a:prstDash val="solid"/>
              <a:round/>
              <a:headEnd type="none" w="med" len="med"/>
              <a:tailEnd type="none" w="med" len="med"/>
            </a:ln>
            <a:effectLst/>
          </p:spPr>
        </p:cxnSp>
        <p:cxnSp>
          <p:nvCxnSpPr>
            <p:cNvPr id="319" name="直線コネクタ 318">
              <a:extLst>
                <a:ext uri="{FF2B5EF4-FFF2-40B4-BE49-F238E27FC236}">
                  <a16:creationId xmlns:a16="http://schemas.microsoft.com/office/drawing/2014/main" id="{B071A40D-9419-FFAB-4862-8E0E2A018D5A}"/>
                </a:ext>
              </a:extLst>
            </p:cNvPr>
            <p:cNvCxnSpPr/>
            <p:nvPr/>
          </p:nvCxnSpPr>
          <p:spPr bwMode="auto">
            <a:xfrm>
              <a:off x="6732240" y="3789040"/>
              <a:ext cx="0" cy="360040"/>
            </a:xfrm>
            <a:prstGeom prst="line">
              <a:avLst/>
            </a:prstGeom>
            <a:noFill/>
            <a:ln w="38100" cap="rnd" cmpd="sng" algn="ctr">
              <a:solidFill>
                <a:schemeClr val="tx1"/>
              </a:solidFill>
              <a:prstDash val="solid"/>
              <a:round/>
              <a:headEnd type="none" w="med" len="med"/>
              <a:tailEnd type="none" w="med" len="med"/>
            </a:ln>
            <a:effectLst/>
          </p:spPr>
        </p:cxnSp>
        <p:cxnSp>
          <p:nvCxnSpPr>
            <p:cNvPr id="320" name="直線コネクタ 319">
              <a:extLst>
                <a:ext uri="{FF2B5EF4-FFF2-40B4-BE49-F238E27FC236}">
                  <a16:creationId xmlns:a16="http://schemas.microsoft.com/office/drawing/2014/main" id="{8580DF30-ADFA-551D-7855-763C747DD9E1}"/>
                </a:ext>
              </a:extLst>
            </p:cNvPr>
            <p:cNvCxnSpPr/>
            <p:nvPr/>
          </p:nvCxnSpPr>
          <p:spPr bwMode="auto">
            <a:xfrm>
              <a:off x="6012160" y="3654025"/>
              <a:ext cx="720080" cy="0"/>
            </a:xfrm>
            <a:prstGeom prst="line">
              <a:avLst/>
            </a:prstGeom>
            <a:noFill/>
            <a:ln w="38100" cap="rnd" cmpd="sng" algn="ctr">
              <a:solidFill>
                <a:schemeClr val="tx1"/>
              </a:solidFill>
              <a:prstDash val="solid"/>
              <a:round/>
              <a:headEnd type="none" w="med" len="med"/>
              <a:tailEnd type="none" w="med" len="med"/>
            </a:ln>
            <a:effectLst/>
          </p:spPr>
        </p:cxnSp>
        <p:sp useBgFill="1">
          <p:nvSpPr>
            <p:cNvPr id="321" name="円/楕円 13">
              <a:extLst>
                <a:ext uri="{FF2B5EF4-FFF2-40B4-BE49-F238E27FC236}">
                  <a16:creationId xmlns:a16="http://schemas.microsoft.com/office/drawing/2014/main" id="{727A7DC3-D1C5-5AB9-7F08-FE2D4D96F1E1}"/>
                </a:ext>
              </a:extLst>
            </p:cNvPr>
            <p:cNvSpPr/>
            <p:nvPr/>
          </p:nvSpPr>
          <p:spPr bwMode="auto">
            <a:xfrm>
              <a:off x="6304693" y="3519010"/>
              <a:ext cx="135015" cy="132239"/>
            </a:xfrm>
            <a:prstGeom prst="ellipse">
              <a:avLst/>
            </a:prstGeom>
            <a:ln w="381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fontAlgn="base">
                <a:spcBef>
                  <a:spcPct val="0"/>
                </a:spcBef>
                <a:spcAft>
                  <a:spcPct val="0"/>
                </a:spcAft>
              </a:pPr>
              <a:endParaRPr lang="ja-JP" altLang="en-US" baseline="60000">
                <a:latin typeface="Times New Roman" pitchFamily="18" charset="0"/>
                <a:ea typeface="HG丸ｺﾞｼｯｸM-PRO" pitchFamily="50" charset="-128"/>
              </a:endParaRPr>
            </a:p>
          </p:txBody>
        </p:sp>
        <p:sp>
          <p:nvSpPr>
            <p:cNvPr id="322" name="正方形/長方形 321">
              <a:extLst>
                <a:ext uri="{FF2B5EF4-FFF2-40B4-BE49-F238E27FC236}">
                  <a16:creationId xmlns:a16="http://schemas.microsoft.com/office/drawing/2014/main" id="{AB400B23-78AD-CAA2-1934-9857F35FF6C4}"/>
                </a:ext>
              </a:extLst>
            </p:cNvPr>
            <p:cNvSpPr/>
            <p:nvPr/>
          </p:nvSpPr>
          <p:spPr bwMode="auto">
            <a:xfrm>
              <a:off x="5683250" y="4362450"/>
              <a:ext cx="1466850" cy="317500"/>
            </a:xfrm>
            <a:prstGeom prst="rect">
              <a:avLst/>
            </a:prstGeom>
            <a:noFill/>
            <a:ln>
              <a:noFill/>
              <a:headEnd type="none" w="med" len="med"/>
              <a:tailEnd type="none" w="med" len="med"/>
            </a:ln>
          </p:spPr>
          <p:style>
            <a:lnRef idx="2">
              <a:schemeClr val="accent3"/>
            </a:lnRef>
            <a:fillRef idx="1">
              <a:schemeClr val="lt1"/>
            </a:fillRef>
            <a:effectRef idx="0">
              <a:schemeClr val="accent3"/>
            </a:effectRef>
            <a:fontRef idx="minor">
              <a:schemeClr val="dk1"/>
            </a:fontRef>
          </p:style>
          <p:txBody>
            <a:bodyPr vert="horz" wrap="square" lIns="91440" tIns="45720" rIns="91440" bIns="45720" numCol="1" rtlCol="0" anchor="ctr" anchorCtr="0" compatLnSpc="1">
              <a:prstTxWarp prst="textNoShape">
                <a:avLst/>
              </a:prstTxWarp>
            </a:bodyPr>
            <a:lstStyle/>
            <a:p>
              <a:pPr algn="ctr" fontAlgn="base">
                <a:spcBef>
                  <a:spcPct val="0"/>
                </a:spcBef>
                <a:spcAft>
                  <a:spcPct val="0"/>
                </a:spcAft>
              </a:pPr>
              <a:r>
                <a:rPr lang="en-US" altLang="ja-JP" dirty="0">
                  <a:solidFill>
                    <a:schemeClr val="tx1"/>
                  </a:solidFill>
                  <a:latin typeface="Times New Roman" pitchFamily="18" charset="0"/>
                  <a:ea typeface="HG丸ｺﾞｼｯｸM-PRO" pitchFamily="50" charset="-128"/>
                </a:rPr>
                <a:t>PMOS</a:t>
              </a:r>
              <a:endParaRPr lang="ja-JP" altLang="en-US" dirty="0">
                <a:solidFill>
                  <a:schemeClr val="tx1"/>
                </a:solidFill>
                <a:latin typeface="Times New Roman" pitchFamily="18" charset="0"/>
                <a:ea typeface="HG丸ｺﾞｼｯｸM-PRO" pitchFamily="50" charset="-128"/>
              </a:endParaRPr>
            </a:p>
          </p:txBody>
        </p:sp>
      </p:grpSp>
      <p:sp>
        <p:nvSpPr>
          <p:cNvPr id="323" name="Rectangle 93">
            <a:extLst>
              <a:ext uri="{FF2B5EF4-FFF2-40B4-BE49-F238E27FC236}">
                <a16:creationId xmlns:a16="http://schemas.microsoft.com/office/drawing/2014/main" id="{FB59D1F6-ECB0-8A25-296D-9EA976AB1665}"/>
              </a:ext>
            </a:extLst>
          </p:cNvPr>
          <p:cNvSpPr>
            <a:spLocks noChangeArrowheads="1"/>
          </p:cNvSpPr>
          <p:nvPr/>
        </p:nvSpPr>
        <p:spPr bwMode="auto">
          <a:xfrm>
            <a:off x="1595951" y="1088972"/>
            <a:ext cx="721083" cy="360362"/>
          </a:xfrm>
          <a:prstGeom prst="rect">
            <a:avLst/>
          </a:prstGeom>
          <a:noFill/>
          <a:ln w="12700" algn="ctr">
            <a:noFill/>
            <a:miter lim="800000"/>
            <a:headEnd/>
            <a:tailEnd/>
          </a:ln>
          <a:effectLst/>
        </p:spPr>
        <p:txBody>
          <a:bodyPr wrap="none" lIns="90000" tIns="46800" rIns="90000" bIns="46800" anchor="ctr"/>
          <a:lstStyle/>
          <a:p>
            <a:r>
              <a:rPr lang="en-US" altLang="ja-JP" dirty="0"/>
              <a:t>Gate</a:t>
            </a:r>
          </a:p>
        </p:txBody>
      </p:sp>
      <p:sp>
        <p:nvSpPr>
          <p:cNvPr id="324" name="Rectangle 93">
            <a:extLst>
              <a:ext uri="{FF2B5EF4-FFF2-40B4-BE49-F238E27FC236}">
                <a16:creationId xmlns:a16="http://schemas.microsoft.com/office/drawing/2014/main" id="{F9FA0BB3-70F2-6DFB-0BE0-CFAA42238F1D}"/>
              </a:ext>
            </a:extLst>
          </p:cNvPr>
          <p:cNvSpPr>
            <a:spLocks noChangeArrowheads="1"/>
          </p:cNvSpPr>
          <p:nvPr/>
        </p:nvSpPr>
        <p:spPr bwMode="auto">
          <a:xfrm>
            <a:off x="515939" y="1988982"/>
            <a:ext cx="721083" cy="360362"/>
          </a:xfrm>
          <a:prstGeom prst="rect">
            <a:avLst/>
          </a:prstGeom>
          <a:noFill/>
          <a:ln w="12700" algn="ctr">
            <a:noFill/>
            <a:miter lim="800000"/>
            <a:headEnd/>
            <a:tailEnd/>
          </a:ln>
          <a:effectLst/>
        </p:spPr>
        <p:txBody>
          <a:bodyPr wrap="none" lIns="90000" tIns="46800" rIns="90000" bIns="46800" anchor="ctr"/>
          <a:lstStyle/>
          <a:p>
            <a:r>
              <a:rPr lang="en-US" altLang="ja-JP" dirty="0"/>
              <a:t>Source</a:t>
            </a:r>
          </a:p>
        </p:txBody>
      </p:sp>
      <p:sp>
        <p:nvSpPr>
          <p:cNvPr id="325" name="Rectangle 93">
            <a:extLst>
              <a:ext uri="{FF2B5EF4-FFF2-40B4-BE49-F238E27FC236}">
                <a16:creationId xmlns:a16="http://schemas.microsoft.com/office/drawing/2014/main" id="{E90ADCEF-D758-B488-EE95-210E1E9F86C7}"/>
              </a:ext>
            </a:extLst>
          </p:cNvPr>
          <p:cNvSpPr>
            <a:spLocks noChangeArrowheads="1"/>
          </p:cNvSpPr>
          <p:nvPr/>
        </p:nvSpPr>
        <p:spPr bwMode="auto">
          <a:xfrm>
            <a:off x="2495961" y="1988982"/>
            <a:ext cx="721083" cy="360362"/>
          </a:xfrm>
          <a:prstGeom prst="rect">
            <a:avLst/>
          </a:prstGeom>
          <a:noFill/>
          <a:ln w="12700" algn="ctr">
            <a:noFill/>
            <a:miter lim="800000"/>
            <a:headEnd/>
            <a:tailEnd/>
          </a:ln>
          <a:effectLst/>
        </p:spPr>
        <p:txBody>
          <a:bodyPr wrap="none" lIns="90000" tIns="46800" rIns="90000" bIns="46800" anchor="ctr"/>
          <a:lstStyle/>
          <a:p>
            <a:r>
              <a:rPr lang="en-US" altLang="ja-JP" dirty="0"/>
              <a:t>Drain</a:t>
            </a:r>
          </a:p>
        </p:txBody>
      </p:sp>
      <p:grpSp>
        <p:nvGrpSpPr>
          <p:cNvPr id="4" name="グループ化 3">
            <a:extLst>
              <a:ext uri="{FF2B5EF4-FFF2-40B4-BE49-F238E27FC236}">
                <a16:creationId xmlns:a16="http://schemas.microsoft.com/office/drawing/2014/main" id="{3A257138-6FB7-AA50-9BE8-779B5BF86754}"/>
              </a:ext>
            </a:extLst>
          </p:cNvPr>
          <p:cNvGrpSpPr/>
          <p:nvPr/>
        </p:nvGrpSpPr>
        <p:grpSpPr>
          <a:xfrm>
            <a:off x="3845975" y="908972"/>
            <a:ext cx="3240037" cy="2430026"/>
            <a:chOff x="8166024" y="908972"/>
            <a:chExt cx="3240037" cy="2430026"/>
          </a:xfrm>
        </p:grpSpPr>
        <p:cxnSp>
          <p:nvCxnSpPr>
            <p:cNvPr id="138" name="直線コネクタ 137">
              <a:extLst>
                <a:ext uri="{FF2B5EF4-FFF2-40B4-BE49-F238E27FC236}">
                  <a16:creationId xmlns:a16="http://schemas.microsoft.com/office/drawing/2014/main" id="{3D1BDB27-E911-73E0-10A0-25A7BA915B3A}"/>
                </a:ext>
              </a:extLst>
            </p:cNvPr>
            <p:cNvCxnSpPr>
              <a:cxnSpLocks/>
            </p:cNvCxnSpPr>
            <p:nvPr/>
          </p:nvCxnSpPr>
          <p:spPr bwMode="auto">
            <a:xfrm>
              <a:off x="9336038" y="1628980"/>
              <a:ext cx="540006" cy="0"/>
            </a:xfrm>
            <a:prstGeom prst="line">
              <a:avLst/>
            </a:prstGeom>
            <a:noFill/>
            <a:ln w="19050" cap="rnd" cmpd="sng" algn="ctr">
              <a:solidFill>
                <a:schemeClr val="accent6"/>
              </a:solidFill>
              <a:prstDash val="solid"/>
              <a:round/>
              <a:headEnd type="none" w="med" len="med"/>
              <a:tailEnd type="none" w="med" len="med"/>
            </a:ln>
            <a:effectLst/>
          </p:spPr>
        </p:cxnSp>
        <p:cxnSp>
          <p:nvCxnSpPr>
            <p:cNvPr id="139" name="直線コネクタ 138">
              <a:extLst>
                <a:ext uri="{FF2B5EF4-FFF2-40B4-BE49-F238E27FC236}">
                  <a16:creationId xmlns:a16="http://schemas.microsoft.com/office/drawing/2014/main" id="{E9A89B82-A0B5-8A2E-EB7B-F84A7D1715CE}"/>
                </a:ext>
              </a:extLst>
            </p:cNvPr>
            <p:cNvCxnSpPr>
              <a:cxnSpLocks/>
            </p:cNvCxnSpPr>
            <p:nvPr/>
          </p:nvCxnSpPr>
          <p:spPr bwMode="auto">
            <a:xfrm>
              <a:off x="9336038" y="1178974"/>
              <a:ext cx="0" cy="450041"/>
            </a:xfrm>
            <a:prstGeom prst="line">
              <a:avLst/>
            </a:prstGeom>
            <a:noFill/>
            <a:ln w="19050" cap="rnd" cmpd="sng" algn="ctr">
              <a:solidFill>
                <a:schemeClr val="accent6"/>
              </a:solidFill>
              <a:prstDash val="solid"/>
              <a:round/>
              <a:headEnd type="none" w="med" len="med"/>
              <a:tailEnd type="none" w="med" len="med"/>
            </a:ln>
            <a:effectLst/>
          </p:spPr>
        </p:cxnSp>
        <p:cxnSp>
          <p:nvCxnSpPr>
            <p:cNvPr id="140" name="直線コネクタ 139">
              <a:extLst>
                <a:ext uri="{FF2B5EF4-FFF2-40B4-BE49-F238E27FC236}">
                  <a16:creationId xmlns:a16="http://schemas.microsoft.com/office/drawing/2014/main" id="{06F0BF4F-4BE9-2CDB-9C18-548EAB7730D7}"/>
                </a:ext>
              </a:extLst>
            </p:cNvPr>
            <p:cNvCxnSpPr>
              <a:cxnSpLocks/>
            </p:cNvCxnSpPr>
            <p:nvPr/>
          </p:nvCxnSpPr>
          <p:spPr bwMode="auto">
            <a:xfrm>
              <a:off x="9876044" y="1178974"/>
              <a:ext cx="0" cy="450041"/>
            </a:xfrm>
            <a:prstGeom prst="line">
              <a:avLst/>
            </a:prstGeom>
            <a:noFill/>
            <a:ln w="19050" cap="rnd" cmpd="sng" algn="ctr">
              <a:solidFill>
                <a:schemeClr val="accent6"/>
              </a:solidFill>
              <a:prstDash val="solid"/>
              <a:round/>
              <a:headEnd type="none" w="med" len="med"/>
              <a:tailEnd type="none" w="med" len="med"/>
            </a:ln>
            <a:effectLst/>
          </p:spPr>
        </p:cxnSp>
        <p:cxnSp>
          <p:nvCxnSpPr>
            <p:cNvPr id="141" name="直線コネクタ 140">
              <a:extLst>
                <a:ext uri="{FF2B5EF4-FFF2-40B4-BE49-F238E27FC236}">
                  <a16:creationId xmlns:a16="http://schemas.microsoft.com/office/drawing/2014/main" id="{2A711A06-F65D-0F7A-06EF-E9ED85649217}"/>
                </a:ext>
              </a:extLst>
            </p:cNvPr>
            <p:cNvCxnSpPr>
              <a:cxnSpLocks/>
            </p:cNvCxnSpPr>
            <p:nvPr/>
          </p:nvCxnSpPr>
          <p:spPr bwMode="auto">
            <a:xfrm flipV="1">
              <a:off x="9606039" y="1628980"/>
              <a:ext cx="0" cy="180002"/>
            </a:xfrm>
            <a:prstGeom prst="line">
              <a:avLst/>
            </a:prstGeom>
            <a:noFill/>
            <a:ln w="19050" cap="flat" cmpd="sng" algn="ctr">
              <a:solidFill>
                <a:schemeClr val="accent6"/>
              </a:solidFill>
              <a:prstDash val="solid"/>
              <a:round/>
              <a:headEnd type="none" w="med" len="med"/>
              <a:tailEnd type="none" w="med" len="med"/>
            </a:ln>
            <a:effectLst/>
          </p:spPr>
        </p:cxnSp>
        <p:sp>
          <p:nvSpPr>
            <p:cNvPr id="142" name="正方形/長方形 141">
              <a:extLst>
                <a:ext uri="{FF2B5EF4-FFF2-40B4-BE49-F238E27FC236}">
                  <a16:creationId xmlns:a16="http://schemas.microsoft.com/office/drawing/2014/main" id="{E1AF8E8E-DFBC-A1C8-E91C-F5BD4398029D}"/>
                </a:ext>
              </a:extLst>
            </p:cNvPr>
            <p:cNvSpPr/>
            <p:nvPr/>
          </p:nvSpPr>
          <p:spPr bwMode="auto">
            <a:xfrm rot="5400000">
              <a:off x="9516040" y="998973"/>
              <a:ext cx="180002" cy="2880033"/>
            </a:xfrm>
            <a:prstGeom prst="rect">
              <a:avLst/>
            </a:prstGeom>
            <a:solidFill>
              <a:schemeClr val="accent5">
                <a:lumMod val="20000"/>
                <a:lumOff val="80000"/>
              </a:schemeClr>
            </a:solid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cxnSp>
          <p:nvCxnSpPr>
            <p:cNvPr id="143" name="直線コネクタ 142">
              <a:extLst>
                <a:ext uri="{FF2B5EF4-FFF2-40B4-BE49-F238E27FC236}">
                  <a16:creationId xmlns:a16="http://schemas.microsoft.com/office/drawing/2014/main" id="{9F3EA5DE-21C2-B9FF-CE51-9D9637C5C226}"/>
                </a:ext>
              </a:extLst>
            </p:cNvPr>
            <p:cNvCxnSpPr>
              <a:cxnSpLocks/>
            </p:cNvCxnSpPr>
            <p:nvPr/>
          </p:nvCxnSpPr>
          <p:spPr bwMode="auto">
            <a:xfrm>
              <a:off x="9696044" y="2348990"/>
              <a:ext cx="1350015" cy="0"/>
            </a:xfrm>
            <a:prstGeom prst="line">
              <a:avLst/>
            </a:prstGeom>
            <a:noFill/>
            <a:ln w="19050" cap="flat" cmpd="sng" algn="ctr">
              <a:solidFill>
                <a:schemeClr val="tx1"/>
              </a:solidFill>
              <a:prstDash val="solid"/>
              <a:round/>
              <a:headEnd type="none" w="med" len="med"/>
              <a:tailEnd type="none" w="med" len="med"/>
            </a:ln>
            <a:effectLst/>
          </p:spPr>
        </p:cxnSp>
        <p:cxnSp>
          <p:nvCxnSpPr>
            <p:cNvPr id="144" name="直線コネクタ 143">
              <a:extLst>
                <a:ext uri="{FF2B5EF4-FFF2-40B4-BE49-F238E27FC236}">
                  <a16:creationId xmlns:a16="http://schemas.microsoft.com/office/drawing/2014/main" id="{32CC6C35-DDB5-893A-9560-35D4B6178DA2}"/>
                </a:ext>
              </a:extLst>
            </p:cNvPr>
            <p:cNvCxnSpPr>
              <a:cxnSpLocks/>
            </p:cNvCxnSpPr>
            <p:nvPr/>
          </p:nvCxnSpPr>
          <p:spPr bwMode="auto">
            <a:xfrm>
              <a:off x="8166024" y="2528990"/>
              <a:ext cx="2880035" cy="0"/>
            </a:xfrm>
            <a:prstGeom prst="line">
              <a:avLst/>
            </a:prstGeom>
            <a:noFill/>
            <a:ln w="19050" cap="flat" cmpd="sng" algn="ctr">
              <a:solidFill>
                <a:schemeClr val="tx1"/>
              </a:solidFill>
              <a:prstDash val="solid"/>
              <a:round/>
              <a:headEnd type="none" w="med" len="med"/>
              <a:tailEnd type="none" w="med" len="med"/>
            </a:ln>
            <a:effectLst/>
          </p:spPr>
        </p:cxnSp>
        <p:cxnSp>
          <p:nvCxnSpPr>
            <p:cNvPr id="145" name="直線コネクタ 144">
              <a:extLst>
                <a:ext uri="{FF2B5EF4-FFF2-40B4-BE49-F238E27FC236}">
                  <a16:creationId xmlns:a16="http://schemas.microsoft.com/office/drawing/2014/main" id="{884578CE-614B-D8D9-CB42-EA777C006AEC}"/>
                </a:ext>
              </a:extLst>
            </p:cNvPr>
            <p:cNvCxnSpPr>
              <a:cxnSpLocks/>
            </p:cNvCxnSpPr>
            <p:nvPr/>
          </p:nvCxnSpPr>
          <p:spPr bwMode="auto">
            <a:xfrm>
              <a:off x="8166024" y="2348988"/>
              <a:ext cx="1350016" cy="0"/>
            </a:xfrm>
            <a:prstGeom prst="line">
              <a:avLst/>
            </a:prstGeom>
            <a:noFill/>
            <a:ln w="19050" cap="flat" cmpd="sng" algn="ctr">
              <a:solidFill>
                <a:schemeClr val="tx1"/>
              </a:solidFill>
              <a:prstDash val="solid"/>
              <a:round/>
              <a:headEnd type="none" w="med" len="med"/>
              <a:tailEnd type="none" w="med" len="med"/>
            </a:ln>
            <a:effectLst/>
          </p:spPr>
        </p:cxnSp>
        <p:sp>
          <p:nvSpPr>
            <p:cNvPr id="146" name="正方形/長方形 145">
              <a:extLst>
                <a:ext uri="{FF2B5EF4-FFF2-40B4-BE49-F238E27FC236}">
                  <a16:creationId xmlns:a16="http://schemas.microsoft.com/office/drawing/2014/main" id="{0836A2F0-B7EC-6471-BAFB-4930CF9C58E1}"/>
                </a:ext>
              </a:extLst>
            </p:cNvPr>
            <p:cNvSpPr/>
            <p:nvPr/>
          </p:nvSpPr>
          <p:spPr bwMode="auto">
            <a:xfrm rot="5400000">
              <a:off x="9336036" y="1988984"/>
              <a:ext cx="540006" cy="180001"/>
            </a:xfrm>
            <a:prstGeom prst="rect">
              <a:avLst/>
            </a:prstGeom>
            <a:solidFill>
              <a:schemeClr val="accent6"/>
            </a:solidFill>
            <a:ln>
              <a:solidFill>
                <a:schemeClr val="accent6"/>
              </a:solidFill>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grpSp>
          <p:nvGrpSpPr>
            <p:cNvPr id="147" name="グループ化 146">
              <a:extLst>
                <a:ext uri="{FF2B5EF4-FFF2-40B4-BE49-F238E27FC236}">
                  <a16:creationId xmlns:a16="http://schemas.microsoft.com/office/drawing/2014/main" id="{4DB04772-9190-6B3F-6B84-5293D9EB77C2}"/>
                </a:ext>
              </a:extLst>
            </p:cNvPr>
            <p:cNvGrpSpPr/>
            <p:nvPr/>
          </p:nvGrpSpPr>
          <p:grpSpPr>
            <a:xfrm>
              <a:off x="9516040" y="2618989"/>
              <a:ext cx="180003" cy="720009"/>
              <a:chOff x="3131985" y="5049018"/>
              <a:chExt cx="180002" cy="437056"/>
            </a:xfrm>
          </p:grpSpPr>
          <p:grpSp>
            <p:nvGrpSpPr>
              <p:cNvPr id="148" name="グループ化 147">
                <a:extLst>
                  <a:ext uri="{FF2B5EF4-FFF2-40B4-BE49-F238E27FC236}">
                    <a16:creationId xmlns:a16="http://schemas.microsoft.com/office/drawing/2014/main" id="{8C5923D4-6EDC-5946-AAD3-73B6D9B2C1D4}"/>
                  </a:ext>
                </a:extLst>
              </p:cNvPr>
              <p:cNvGrpSpPr/>
              <p:nvPr/>
            </p:nvGrpSpPr>
            <p:grpSpPr>
              <a:xfrm>
                <a:off x="3131985" y="5139021"/>
                <a:ext cx="180002" cy="254126"/>
                <a:chOff x="3131984" y="5191944"/>
                <a:chExt cx="270003" cy="201854"/>
              </a:xfrm>
            </p:grpSpPr>
            <p:sp>
              <p:nvSpPr>
                <p:cNvPr id="151" name="Freeform 42">
                  <a:extLst>
                    <a:ext uri="{FF2B5EF4-FFF2-40B4-BE49-F238E27FC236}">
                      <a16:creationId xmlns:a16="http://schemas.microsoft.com/office/drawing/2014/main" id="{7172C465-3584-FBD2-B44F-142E95F20F09}"/>
                    </a:ext>
                  </a:extLst>
                </p:cNvPr>
                <p:cNvSpPr>
                  <a:spLocks/>
                </p:cNvSpPr>
                <p:nvPr/>
              </p:nvSpPr>
              <p:spPr bwMode="auto">
                <a:xfrm>
                  <a:off x="3131984" y="5229020"/>
                  <a:ext cx="270003" cy="90001"/>
                </a:xfrm>
                <a:custGeom>
                  <a:avLst/>
                  <a:gdLst>
                    <a:gd name="T0" fmla="*/ 3025 w 5991"/>
                    <a:gd name="T1" fmla="*/ 3393 h 3396"/>
                    <a:gd name="T2" fmla="*/ 3330 w 5991"/>
                    <a:gd name="T3" fmla="*/ 3377 h 3396"/>
                    <a:gd name="T4" fmla="*/ 3627 w 5991"/>
                    <a:gd name="T5" fmla="*/ 3342 h 3396"/>
                    <a:gd name="T6" fmla="*/ 3916 w 5991"/>
                    <a:gd name="T7" fmla="*/ 3293 h 3396"/>
                    <a:gd name="T8" fmla="*/ 4193 w 5991"/>
                    <a:gd name="T9" fmla="*/ 3228 h 3396"/>
                    <a:gd name="T10" fmla="*/ 4458 w 5991"/>
                    <a:gd name="T11" fmla="*/ 3150 h 3396"/>
                    <a:gd name="T12" fmla="*/ 4708 w 5991"/>
                    <a:gd name="T13" fmla="*/ 3059 h 3396"/>
                    <a:gd name="T14" fmla="*/ 4941 w 5991"/>
                    <a:gd name="T15" fmla="*/ 2955 h 3396"/>
                    <a:gd name="T16" fmla="*/ 5157 w 5991"/>
                    <a:gd name="T17" fmla="*/ 2839 h 3396"/>
                    <a:gd name="T18" fmla="*/ 5350 w 5991"/>
                    <a:gd name="T19" fmla="*/ 2714 h 3396"/>
                    <a:gd name="T20" fmla="*/ 5523 w 5991"/>
                    <a:gd name="T21" fmla="*/ 2578 h 3396"/>
                    <a:gd name="T22" fmla="*/ 5671 w 5991"/>
                    <a:gd name="T23" fmla="*/ 2434 h 3396"/>
                    <a:gd name="T24" fmla="*/ 5794 w 5991"/>
                    <a:gd name="T25" fmla="*/ 2282 h 3396"/>
                    <a:gd name="T26" fmla="*/ 5889 w 5991"/>
                    <a:gd name="T27" fmla="*/ 2123 h 3396"/>
                    <a:gd name="T28" fmla="*/ 5953 w 5991"/>
                    <a:gd name="T29" fmla="*/ 1956 h 3396"/>
                    <a:gd name="T30" fmla="*/ 5986 w 5991"/>
                    <a:gd name="T31" fmla="*/ 1786 h 3396"/>
                    <a:gd name="T32" fmla="*/ 5990 w 5991"/>
                    <a:gd name="T33" fmla="*/ 1654 h 3396"/>
                    <a:gd name="T34" fmla="*/ 5964 w 5991"/>
                    <a:gd name="T35" fmla="*/ 1482 h 3396"/>
                    <a:gd name="T36" fmla="*/ 5908 w 5991"/>
                    <a:gd name="T37" fmla="*/ 1315 h 3396"/>
                    <a:gd name="T38" fmla="*/ 5819 w 5991"/>
                    <a:gd name="T39" fmla="*/ 1154 h 3396"/>
                    <a:gd name="T40" fmla="*/ 5704 w 5991"/>
                    <a:gd name="T41" fmla="*/ 1000 h 3396"/>
                    <a:gd name="T42" fmla="*/ 5563 w 5991"/>
                    <a:gd name="T43" fmla="*/ 852 h 3396"/>
                    <a:gd name="T44" fmla="*/ 5396 w 5991"/>
                    <a:gd name="T45" fmla="*/ 715 h 3396"/>
                    <a:gd name="T46" fmla="*/ 5207 w 5991"/>
                    <a:gd name="T47" fmla="*/ 587 h 3396"/>
                    <a:gd name="T48" fmla="*/ 4996 w 5991"/>
                    <a:gd name="T49" fmla="*/ 469 h 3396"/>
                    <a:gd name="T50" fmla="*/ 4768 w 5991"/>
                    <a:gd name="T51" fmla="*/ 363 h 3396"/>
                    <a:gd name="T52" fmla="*/ 4522 w 5991"/>
                    <a:gd name="T53" fmla="*/ 268 h 3396"/>
                    <a:gd name="T54" fmla="*/ 4261 w 5991"/>
                    <a:gd name="T55" fmla="*/ 186 h 3396"/>
                    <a:gd name="T56" fmla="*/ 3986 w 5991"/>
                    <a:gd name="T57" fmla="*/ 118 h 3396"/>
                    <a:gd name="T58" fmla="*/ 3700 w 5991"/>
                    <a:gd name="T59" fmla="*/ 65 h 3396"/>
                    <a:gd name="T60" fmla="*/ 3404 w 5991"/>
                    <a:gd name="T61" fmla="*/ 27 h 3396"/>
                    <a:gd name="T62" fmla="*/ 3102 w 5991"/>
                    <a:gd name="T63" fmla="*/ 5 h 3396"/>
                    <a:gd name="T64" fmla="*/ 2870 w 5991"/>
                    <a:gd name="T65" fmla="*/ 0 h 3396"/>
                    <a:gd name="T66" fmla="*/ 2272 w 5991"/>
                    <a:gd name="T67" fmla="*/ 20 h 3396"/>
                    <a:gd name="T68" fmla="*/ 1724 w 5991"/>
                    <a:gd name="T69" fmla="*/ 79 h 3396"/>
                    <a:gd name="T70" fmla="*/ 1235 w 5991"/>
                    <a:gd name="T71" fmla="*/ 170 h 3396"/>
                    <a:gd name="T72" fmla="*/ 862 w 5991"/>
                    <a:gd name="T73" fmla="*/ 276 h 3396"/>
                    <a:gd name="T74" fmla="*/ 677 w 5991"/>
                    <a:gd name="T75" fmla="*/ 345 h 3396"/>
                    <a:gd name="T76" fmla="*/ 510 w 5991"/>
                    <a:gd name="T77" fmla="*/ 420 h 3396"/>
                    <a:gd name="T78" fmla="*/ 365 w 5991"/>
                    <a:gd name="T79" fmla="*/ 502 h 3396"/>
                    <a:gd name="T80" fmla="*/ 242 w 5991"/>
                    <a:gd name="T81" fmla="*/ 588 h 3396"/>
                    <a:gd name="T82" fmla="*/ 143 w 5991"/>
                    <a:gd name="T83" fmla="*/ 678 h 3396"/>
                    <a:gd name="T84" fmla="*/ 69 w 5991"/>
                    <a:gd name="T85" fmla="*/ 773 h 3396"/>
                    <a:gd name="T86" fmla="*/ 21 w 5991"/>
                    <a:gd name="T87" fmla="*/ 872 h 3396"/>
                    <a:gd name="T88" fmla="*/ 0 w 5991"/>
                    <a:gd name="T89" fmla="*/ 973 h 3396"/>
                    <a:gd name="T90" fmla="*/ 2 w 5991"/>
                    <a:gd name="T91" fmla="*/ 1050 h 3396"/>
                    <a:gd name="T92" fmla="*/ 30 w 5991"/>
                    <a:gd name="T93" fmla="*/ 1151 h 3396"/>
                    <a:gd name="T94" fmla="*/ 86 w 5991"/>
                    <a:gd name="T95" fmla="*/ 1249 h 3396"/>
                    <a:gd name="T96" fmla="*/ 166 w 5991"/>
                    <a:gd name="T97" fmla="*/ 1342 h 3396"/>
                    <a:gd name="T98" fmla="*/ 270 w 5991"/>
                    <a:gd name="T99" fmla="*/ 1432 h 3396"/>
                    <a:gd name="T100" fmla="*/ 398 w 5991"/>
                    <a:gd name="T101" fmla="*/ 1517 h 3396"/>
                    <a:gd name="T102" fmla="*/ 550 w 5991"/>
                    <a:gd name="T103" fmla="*/ 1596 h 3396"/>
                    <a:gd name="T104" fmla="*/ 721 w 5991"/>
                    <a:gd name="T105" fmla="*/ 1670 h 3396"/>
                    <a:gd name="T106" fmla="*/ 912 w 5991"/>
                    <a:gd name="T107" fmla="*/ 1738 h 3396"/>
                    <a:gd name="T108" fmla="*/ 1351 w 5991"/>
                    <a:gd name="T109" fmla="*/ 1854 h 3396"/>
                    <a:gd name="T110" fmla="*/ 1856 w 5991"/>
                    <a:gd name="T111" fmla="*/ 1937 h 3396"/>
                    <a:gd name="T112" fmla="*/ 2417 w 5991"/>
                    <a:gd name="T113" fmla="*/ 1986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991" h="3396">
                      <a:moveTo>
                        <a:pt x="2870" y="3396"/>
                      </a:moveTo>
                      <a:lnTo>
                        <a:pt x="2870" y="3396"/>
                      </a:lnTo>
                      <a:lnTo>
                        <a:pt x="2948" y="3395"/>
                      </a:lnTo>
                      <a:lnTo>
                        <a:pt x="3025" y="3393"/>
                      </a:lnTo>
                      <a:lnTo>
                        <a:pt x="3102" y="3391"/>
                      </a:lnTo>
                      <a:lnTo>
                        <a:pt x="3179" y="3387"/>
                      </a:lnTo>
                      <a:lnTo>
                        <a:pt x="3254" y="3382"/>
                      </a:lnTo>
                      <a:lnTo>
                        <a:pt x="3330" y="3377"/>
                      </a:lnTo>
                      <a:lnTo>
                        <a:pt x="3404" y="3369"/>
                      </a:lnTo>
                      <a:lnTo>
                        <a:pt x="3480" y="3361"/>
                      </a:lnTo>
                      <a:lnTo>
                        <a:pt x="3553" y="3352"/>
                      </a:lnTo>
                      <a:lnTo>
                        <a:pt x="3627" y="3342"/>
                      </a:lnTo>
                      <a:lnTo>
                        <a:pt x="3700" y="3332"/>
                      </a:lnTo>
                      <a:lnTo>
                        <a:pt x="3772" y="3319"/>
                      </a:lnTo>
                      <a:lnTo>
                        <a:pt x="3844" y="3306"/>
                      </a:lnTo>
                      <a:lnTo>
                        <a:pt x="3916" y="3293"/>
                      </a:lnTo>
                      <a:lnTo>
                        <a:pt x="3986" y="3278"/>
                      </a:lnTo>
                      <a:lnTo>
                        <a:pt x="4056" y="3262"/>
                      </a:lnTo>
                      <a:lnTo>
                        <a:pt x="4125" y="3246"/>
                      </a:lnTo>
                      <a:lnTo>
                        <a:pt x="4193" y="3228"/>
                      </a:lnTo>
                      <a:lnTo>
                        <a:pt x="4261" y="3210"/>
                      </a:lnTo>
                      <a:lnTo>
                        <a:pt x="4327" y="3191"/>
                      </a:lnTo>
                      <a:lnTo>
                        <a:pt x="4393" y="3170"/>
                      </a:lnTo>
                      <a:lnTo>
                        <a:pt x="4458" y="3150"/>
                      </a:lnTo>
                      <a:lnTo>
                        <a:pt x="4522" y="3128"/>
                      </a:lnTo>
                      <a:lnTo>
                        <a:pt x="4585" y="3106"/>
                      </a:lnTo>
                      <a:lnTo>
                        <a:pt x="4647" y="3083"/>
                      </a:lnTo>
                      <a:lnTo>
                        <a:pt x="4708" y="3059"/>
                      </a:lnTo>
                      <a:lnTo>
                        <a:pt x="4768" y="3033"/>
                      </a:lnTo>
                      <a:lnTo>
                        <a:pt x="4827" y="3009"/>
                      </a:lnTo>
                      <a:lnTo>
                        <a:pt x="4885" y="2982"/>
                      </a:lnTo>
                      <a:lnTo>
                        <a:pt x="4941" y="2955"/>
                      </a:lnTo>
                      <a:lnTo>
                        <a:pt x="4996" y="2927"/>
                      </a:lnTo>
                      <a:lnTo>
                        <a:pt x="5052" y="2898"/>
                      </a:lnTo>
                      <a:lnTo>
                        <a:pt x="5104" y="2869"/>
                      </a:lnTo>
                      <a:lnTo>
                        <a:pt x="5157" y="2839"/>
                      </a:lnTo>
                      <a:lnTo>
                        <a:pt x="5207" y="2809"/>
                      </a:lnTo>
                      <a:lnTo>
                        <a:pt x="5255" y="2778"/>
                      </a:lnTo>
                      <a:lnTo>
                        <a:pt x="5304" y="2746"/>
                      </a:lnTo>
                      <a:lnTo>
                        <a:pt x="5350" y="2714"/>
                      </a:lnTo>
                      <a:lnTo>
                        <a:pt x="5396" y="2680"/>
                      </a:lnTo>
                      <a:lnTo>
                        <a:pt x="5440" y="2647"/>
                      </a:lnTo>
                      <a:lnTo>
                        <a:pt x="5482" y="2613"/>
                      </a:lnTo>
                      <a:lnTo>
                        <a:pt x="5523" y="2578"/>
                      </a:lnTo>
                      <a:lnTo>
                        <a:pt x="5563" y="2543"/>
                      </a:lnTo>
                      <a:lnTo>
                        <a:pt x="5600" y="2507"/>
                      </a:lnTo>
                      <a:lnTo>
                        <a:pt x="5636" y="2470"/>
                      </a:lnTo>
                      <a:lnTo>
                        <a:pt x="5671" y="2434"/>
                      </a:lnTo>
                      <a:lnTo>
                        <a:pt x="5704" y="2397"/>
                      </a:lnTo>
                      <a:lnTo>
                        <a:pt x="5736" y="2359"/>
                      </a:lnTo>
                      <a:lnTo>
                        <a:pt x="5766" y="2320"/>
                      </a:lnTo>
                      <a:lnTo>
                        <a:pt x="5794" y="2282"/>
                      </a:lnTo>
                      <a:lnTo>
                        <a:pt x="5819" y="2242"/>
                      </a:lnTo>
                      <a:lnTo>
                        <a:pt x="5845" y="2202"/>
                      </a:lnTo>
                      <a:lnTo>
                        <a:pt x="5867" y="2163"/>
                      </a:lnTo>
                      <a:lnTo>
                        <a:pt x="5889" y="2123"/>
                      </a:lnTo>
                      <a:lnTo>
                        <a:pt x="5908" y="2082"/>
                      </a:lnTo>
                      <a:lnTo>
                        <a:pt x="5925" y="2040"/>
                      </a:lnTo>
                      <a:lnTo>
                        <a:pt x="5940" y="1999"/>
                      </a:lnTo>
                      <a:lnTo>
                        <a:pt x="5953" y="1956"/>
                      </a:lnTo>
                      <a:lnTo>
                        <a:pt x="5964" y="1914"/>
                      </a:lnTo>
                      <a:lnTo>
                        <a:pt x="5973" y="1872"/>
                      </a:lnTo>
                      <a:lnTo>
                        <a:pt x="5981" y="1828"/>
                      </a:lnTo>
                      <a:lnTo>
                        <a:pt x="5986" y="1786"/>
                      </a:lnTo>
                      <a:lnTo>
                        <a:pt x="5990" y="1742"/>
                      </a:lnTo>
                      <a:lnTo>
                        <a:pt x="5991" y="1699"/>
                      </a:lnTo>
                      <a:lnTo>
                        <a:pt x="5991" y="1699"/>
                      </a:lnTo>
                      <a:lnTo>
                        <a:pt x="5990" y="1654"/>
                      </a:lnTo>
                      <a:lnTo>
                        <a:pt x="5986" y="1610"/>
                      </a:lnTo>
                      <a:lnTo>
                        <a:pt x="5981" y="1568"/>
                      </a:lnTo>
                      <a:lnTo>
                        <a:pt x="5973" y="1524"/>
                      </a:lnTo>
                      <a:lnTo>
                        <a:pt x="5964" y="1482"/>
                      </a:lnTo>
                      <a:lnTo>
                        <a:pt x="5953" y="1440"/>
                      </a:lnTo>
                      <a:lnTo>
                        <a:pt x="5940" y="1397"/>
                      </a:lnTo>
                      <a:lnTo>
                        <a:pt x="5925" y="1356"/>
                      </a:lnTo>
                      <a:lnTo>
                        <a:pt x="5908" y="1315"/>
                      </a:lnTo>
                      <a:lnTo>
                        <a:pt x="5889" y="1274"/>
                      </a:lnTo>
                      <a:lnTo>
                        <a:pt x="5867" y="1233"/>
                      </a:lnTo>
                      <a:lnTo>
                        <a:pt x="5845" y="1193"/>
                      </a:lnTo>
                      <a:lnTo>
                        <a:pt x="5819" y="1154"/>
                      </a:lnTo>
                      <a:lnTo>
                        <a:pt x="5794" y="1114"/>
                      </a:lnTo>
                      <a:lnTo>
                        <a:pt x="5766" y="1076"/>
                      </a:lnTo>
                      <a:lnTo>
                        <a:pt x="5736" y="1037"/>
                      </a:lnTo>
                      <a:lnTo>
                        <a:pt x="5704" y="1000"/>
                      </a:lnTo>
                      <a:lnTo>
                        <a:pt x="5671" y="961"/>
                      </a:lnTo>
                      <a:lnTo>
                        <a:pt x="5636" y="926"/>
                      </a:lnTo>
                      <a:lnTo>
                        <a:pt x="5600" y="888"/>
                      </a:lnTo>
                      <a:lnTo>
                        <a:pt x="5563" y="852"/>
                      </a:lnTo>
                      <a:lnTo>
                        <a:pt x="5523" y="818"/>
                      </a:lnTo>
                      <a:lnTo>
                        <a:pt x="5482" y="783"/>
                      </a:lnTo>
                      <a:lnTo>
                        <a:pt x="5440" y="749"/>
                      </a:lnTo>
                      <a:lnTo>
                        <a:pt x="5396" y="715"/>
                      </a:lnTo>
                      <a:lnTo>
                        <a:pt x="5350" y="682"/>
                      </a:lnTo>
                      <a:lnTo>
                        <a:pt x="5304" y="650"/>
                      </a:lnTo>
                      <a:lnTo>
                        <a:pt x="5255" y="618"/>
                      </a:lnTo>
                      <a:lnTo>
                        <a:pt x="5207" y="587"/>
                      </a:lnTo>
                      <a:lnTo>
                        <a:pt x="5157" y="556"/>
                      </a:lnTo>
                      <a:lnTo>
                        <a:pt x="5104" y="527"/>
                      </a:lnTo>
                      <a:lnTo>
                        <a:pt x="5052" y="497"/>
                      </a:lnTo>
                      <a:lnTo>
                        <a:pt x="4996" y="469"/>
                      </a:lnTo>
                      <a:lnTo>
                        <a:pt x="4941" y="441"/>
                      </a:lnTo>
                      <a:lnTo>
                        <a:pt x="4885" y="414"/>
                      </a:lnTo>
                      <a:lnTo>
                        <a:pt x="4827" y="388"/>
                      </a:lnTo>
                      <a:lnTo>
                        <a:pt x="4768" y="363"/>
                      </a:lnTo>
                      <a:lnTo>
                        <a:pt x="4708" y="337"/>
                      </a:lnTo>
                      <a:lnTo>
                        <a:pt x="4647" y="314"/>
                      </a:lnTo>
                      <a:lnTo>
                        <a:pt x="4585" y="290"/>
                      </a:lnTo>
                      <a:lnTo>
                        <a:pt x="4522" y="268"/>
                      </a:lnTo>
                      <a:lnTo>
                        <a:pt x="4458" y="246"/>
                      </a:lnTo>
                      <a:lnTo>
                        <a:pt x="4393" y="226"/>
                      </a:lnTo>
                      <a:lnTo>
                        <a:pt x="4327" y="205"/>
                      </a:lnTo>
                      <a:lnTo>
                        <a:pt x="4261" y="186"/>
                      </a:lnTo>
                      <a:lnTo>
                        <a:pt x="4193" y="168"/>
                      </a:lnTo>
                      <a:lnTo>
                        <a:pt x="4125" y="150"/>
                      </a:lnTo>
                      <a:lnTo>
                        <a:pt x="4056" y="133"/>
                      </a:lnTo>
                      <a:lnTo>
                        <a:pt x="3986" y="118"/>
                      </a:lnTo>
                      <a:lnTo>
                        <a:pt x="3916" y="104"/>
                      </a:lnTo>
                      <a:lnTo>
                        <a:pt x="3844" y="90"/>
                      </a:lnTo>
                      <a:lnTo>
                        <a:pt x="3772" y="77"/>
                      </a:lnTo>
                      <a:lnTo>
                        <a:pt x="3700" y="65"/>
                      </a:lnTo>
                      <a:lnTo>
                        <a:pt x="3627" y="54"/>
                      </a:lnTo>
                      <a:lnTo>
                        <a:pt x="3553" y="44"/>
                      </a:lnTo>
                      <a:lnTo>
                        <a:pt x="3480" y="35"/>
                      </a:lnTo>
                      <a:lnTo>
                        <a:pt x="3404" y="27"/>
                      </a:lnTo>
                      <a:lnTo>
                        <a:pt x="3330" y="20"/>
                      </a:lnTo>
                      <a:lnTo>
                        <a:pt x="3254" y="14"/>
                      </a:lnTo>
                      <a:lnTo>
                        <a:pt x="3179" y="9"/>
                      </a:lnTo>
                      <a:lnTo>
                        <a:pt x="3102" y="5"/>
                      </a:lnTo>
                      <a:lnTo>
                        <a:pt x="3025" y="3"/>
                      </a:lnTo>
                      <a:lnTo>
                        <a:pt x="2948" y="1"/>
                      </a:lnTo>
                      <a:lnTo>
                        <a:pt x="2870" y="0"/>
                      </a:lnTo>
                      <a:lnTo>
                        <a:pt x="2870" y="0"/>
                      </a:lnTo>
                      <a:lnTo>
                        <a:pt x="2716" y="1"/>
                      </a:lnTo>
                      <a:lnTo>
                        <a:pt x="2566" y="5"/>
                      </a:lnTo>
                      <a:lnTo>
                        <a:pt x="2417" y="12"/>
                      </a:lnTo>
                      <a:lnTo>
                        <a:pt x="2272" y="20"/>
                      </a:lnTo>
                      <a:lnTo>
                        <a:pt x="2130" y="32"/>
                      </a:lnTo>
                      <a:lnTo>
                        <a:pt x="1990" y="45"/>
                      </a:lnTo>
                      <a:lnTo>
                        <a:pt x="1856" y="62"/>
                      </a:lnTo>
                      <a:lnTo>
                        <a:pt x="1724" y="79"/>
                      </a:lnTo>
                      <a:lnTo>
                        <a:pt x="1596" y="99"/>
                      </a:lnTo>
                      <a:lnTo>
                        <a:pt x="1471" y="120"/>
                      </a:lnTo>
                      <a:lnTo>
                        <a:pt x="1351" y="145"/>
                      </a:lnTo>
                      <a:lnTo>
                        <a:pt x="1235" y="170"/>
                      </a:lnTo>
                      <a:lnTo>
                        <a:pt x="1123" y="199"/>
                      </a:lnTo>
                      <a:lnTo>
                        <a:pt x="1015" y="228"/>
                      </a:lnTo>
                      <a:lnTo>
                        <a:pt x="912" y="260"/>
                      </a:lnTo>
                      <a:lnTo>
                        <a:pt x="862" y="276"/>
                      </a:lnTo>
                      <a:lnTo>
                        <a:pt x="815" y="292"/>
                      </a:lnTo>
                      <a:lnTo>
                        <a:pt x="768" y="310"/>
                      </a:lnTo>
                      <a:lnTo>
                        <a:pt x="721" y="328"/>
                      </a:lnTo>
                      <a:lnTo>
                        <a:pt x="677" y="345"/>
                      </a:lnTo>
                      <a:lnTo>
                        <a:pt x="633" y="364"/>
                      </a:lnTo>
                      <a:lnTo>
                        <a:pt x="591" y="382"/>
                      </a:lnTo>
                      <a:lnTo>
                        <a:pt x="550" y="401"/>
                      </a:lnTo>
                      <a:lnTo>
                        <a:pt x="510" y="420"/>
                      </a:lnTo>
                      <a:lnTo>
                        <a:pt x="471" y="441"/>
                      </a:lnTo>
                      <a:lnTo>
                        <a:pt x="434" y="460"/>
                      </a:lnTo>
                      <a:lnTo>
                        <a:pt x="398" y="481"/>
                      </a:lnTo>
                      <a:lnTo>
                        <a:pt x="365" y="502"/>
                      </a:lnTo>
                      <a:lnTo>
                        <a:pt x="332" y="523"/>
                      </a:lnTo>
                      <a:lnTo>
                        <a:pt x="301" y="545"/>
                      </a:lnTo>
                      <a:lnTo>
                        <a:pt x="270" y="567"/>
                      </a:lnTo>
                      <a:lnTo>
                        <a:pt x="242" y="588"/>
                      </a:lnTo>
                      <a:lnTo>
                        <a:pt x="215" y="610"/>
                      </a:lnTo>
                      <a:lnTo>
                        <a:pt x="189" y="633"/>
                      </a:lnTo>
                      <a:lnTo>
                        <a:pt x="166" y="655"/>
                      </a:lnTo>
                      <a:lnTo>
                        <a:pt x="143" y="678"/>
                      </a:lnTo>
                      <a:lnTo>
                        <a:pt x="123" y="702"/>
                      </a:lnTo>
                      <a:lnTo>
                        <a:pt x="104" y="726"/>
                      </a:lnTo>
                      <a:lnTo>
                        <a:pt x="86" y="750"/>
                      </a:lnTo>
                      <a:lnTo>
                        <a:pt x="69" y="773"/>
                      </a:lnTo>
                      <a:lnTo>
                        <a:pt x="55" y="797"/>
                      </a:lnTo>
                      <a:lnTo>
                        <a:pt x="42" y="822"/>
                      </a:lnTo>
                      <a:lnTo>
                        <a:pt x="30" y="847"/>
                      </a:lnTo>
                      <a:lnTo>
                        <a:pt x="21" y="872"/>
                      </a:lnTo>
                      <a:lnTo>
                        <a:pt x="14" y="897"/>
                      </a:lnTo>
                      <a:lnTo>
                        <a:pt x="7" y="922"/>
                      </a:lnTo>
                      <a:lnTo>
                        <a:pt x="2" y="947"/>
                      </a:lnTo>
                      <a:lnTo>
                        <a:pt x="0" y="973"/>
                      </a:lnTo>
                      <a:lnTo>
                        <a:pt x="0" y="999"/>
                      </a:lnTo>
                      <a:lnTo>
                        <a:pt x="0" y="999"/>
                      </a:lnTo>
                      <a:lnTo>
                        <a:pt x="0" y="1024"/>
                      </a:lnTo>
                      <a:lnTo>
                        <a:pt x="2" y="1050"/>
                      </a:lnTo>
                      <a:lnTo>
                        <a:pt x="7" y="1076"/>
                      </a:lnTo>
                      <a:lnTo>
                        <a:pt x="14" y="1101"/>
                      </a:lnTo>
                      <a:lnTo>
                        <a:pt x="21" y="1127"/>
                      </a:lnTo>
                      <a:lnTo>
                        <a:pt x="30" y="1151"/>
                      </a:lnTo>
                      <a:lnTo>
                        <a:pt x="42" y="1176"/>
                      </a:lnTo>
                      <a:lnTo>
                        <a:pt x="55" y="1200"/>
                      </a:lnTo>
                      <a:lnTo>
                        <a:pt x="69" y="1224"/>
                      </a:lnTo>
                      <a:lnTo>
                        <a:pt x="86" y="1249"/>
                      </a:lnTo>
                      <a:lnTo>
                        <a:pt x="104" y="1273"/>
                      </a:lnTo>
                      <a:lnTo>
                        <a:pt x="123" y="1296"/>
                      </a:lnTo>
                      <a:lnTo>
                        <a:pt x="143" y="1319"/>
                      </a:lnTo>
                      <a:lnTo>
                        <a:pt x="166" y="1342"/>
                      </a:lnTo>
                      <a:lnTo>
                        <a:pt x="189" y="1365"/>
                      </a:lnTo>
                      <a:lnTo>
                        <a:pt x="215" y="1388"/>
                      </a:lnTo>
                      <a:lnTo>
                        <a:pt x="242" y="1410"/>
                      </a:lnTo>
                      <a:lnTo>
                        <a:pt x="270" y="1432"/>
                      </a:lnTo>
                      <a:lnTo>
                        <a:pt x="301" y="1454"/>
                      </a:lnTo>
                      <a:lnTo>
                        <a:pt x="332" y="1475"/>
                      </a:lnTo>
                      <a:lnTo>
                        <a:pt x="365" y="1496"/>
                      </a:lnTo>
                      <a:lnTo>
                        <a:pt x="398" y="1517"/>
                      </a:lnTo>
                      <a:lnTo>
                        <a:pt x="434" y="1537"/>
                      </a:lnTo>
                      <a:lnTo>
                        <a:pt x="471" y="1558"/>
                      </a:lnTo>
                      <a:lnTo>
                        <a:pt x="510" y="1577"/>
                      </a:lnTo>
                      <a:lnTo>
                        <a:pt x="550" y="1596"/>
                      </a:lnTo>
                      <a:lnTo>
                        <a:pt x="591" y="1615"/>
                      </a:lnTo>
                      <a:lnTo>
                        <a:pt x="633" y="1634"/>
                      </a:lnTo>
                      <a:lnTo>
                        <a:pt x="677" y="1652"/>
                      </a:lnTo>
                      <a:lnTo>
                        <a:pt x="721" y="1670"/>
                      </a:lnTo>
                      <a:lnTo>
                        <a:pt x="768" y="1688"/>
                      </a:lnTo>
                      <a:lnTo>
                        <a:pt x="815" y="1705"/>
                      </a:lnTo>
                      <a:lnTo>
                        <a:pt x="862" y="1722"/>
                      </a:lnTo>
                      <a:lnTo>
                        <a:pt x="912" y="1738"/>
                      </a:lnTo>
                      <a:lnTo>
                        <a:pt x="1015" y="1769"/>
                      </a:lnTo>
                      <a:lnTo>
                        <a:pt x="1123" y="1800"/>
                      </a:lnTo>
                      <a:lnTo>
                        <a:pt x="1235" y="1827"/>
                      </a:lnTo>
                      <a:lnTo>
                        <a:pt x="1351" y="1854"/>
                      </a:lnTo>
                      <a:lnTo>
                        <a:pt x="1471" y="1877"/>
                      </a:lnTo>
                      <a:lnTo>
                        <a:pt x="1596" y="1899"/>
                      </a:lnTo>
                      <a:lnTo>
                        <a:pt x="1724" y="1919"/>
                      </a:lnTo>
                      <a:lnTo>
                        <a:pt x="1856" y="1937"/>
                      </a:lnTo>
                      <a:lnTo>
                        <a:pt x="1990" y="1952"/>
                      </a:lnTo>
                      <a:lnTo>
                        <a:pt x="2130" y="1966"/>
                      </a:lnTo>
                      <a:lnTo>
                        <a:pt x="2272" y="1977"/>
                      </a:lnTo>
                      <a:lnTo>
                        <a:pt x="2417" y="1986"/>
                      </a:lnTo>
                      <a:lnTo>
                        <a:pt x="2566" y="1992"/>
                      </a:lnTo>
                      <a:lnTo>
                        <a:pt x="2716" y="1996"/>
                      </a:lnTo>
                      <a:lnTo>
                        <a:pt x="2870" y="1997"/>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478093" rtl="0" eaLnBrk="1" latinLnBrk="0" hangingPunct="1">
                    <a:defRPr sz="1883" kern="1200">
                      <a:solidFill>
                        <a:schemeClr val="tx1"/>
                      </a:solidFill>
                      <a:latin typeface="+mn-lt"/>
                      <a:ea typeface="+mn-ea"/>
                      <a:cs typeface="+mn-cs"/>
                    </a:defRPr>
                  </a:lvl1pPr>
                  <a:lvl2pPr marL="478093" algn="l" defTabSz="478093" rtl="0" eaLnBrk="1" latinLnBrk="0" hangingPunct="1">
                    <a:defRPr sz="1883" kern="1200">
                      <a:solidFill>
                        <a:schemeClr val="tx1"/>
                      </a:solidFill>
                      <a:latin typeface="+mn-lt"/>
                      <a:ea typeface="+mn-ea"/>
                      <a:cs typeface="+mn-cs"/>
                    </a:defRPr>
                  </a:lvl2pPr>
                  <a:lvl3pPr marL="956184" algn="l" defTabSz="478093" rtl="0" eaLnBrk="1" latinLnBrk="0" hangingPunct="1">
                    <a:defRPr sz="1883" kern="1200">
                      <a:solidFill>
                        <a:schemeClr val="tx1"/>
                      </a:solidFill>
                      <a:latin typeface="+mn-lt"/>
                      <a:ea typeface="+mn-ea"/>
                      <a:cs typeface="+mn-cs"/>
                    </a:defRPr>
                  </a:lvl3pPr>
                  <a:lvl4pPr marL="1434277" algn="l" defTabSz="478093" rtl="0" eaLnBrk="1" latinLnBrk="0" hangingPunct="1">
                    <a:defRPr sz="1883" kern="1200">
                      <a:solidFill>
                        <a:schemeClr val="tx1"/>
                      </a:solidFill>
                      <a:latin typeface="+mn-lt"/>
                      <a:ea typeface="+mn-ea"/>
                      <a:cs typeface="+mn-cs"/>
                    </a:defRPr>
                  </a:lvl4pPr>
                  <a:lvl5pPr marL="1912370" algn="l" defTabSz="478093" rtl="0" eaLnBrk="1" latinLnBrk="0" hangingPunct="1">
                    <a:defRPr sz="1883" kern="1200">
                      <a:solidFill>
                        <a:schemeClr val="tx1"/>
                      </a:solidFill>
                      <a:latin typeface="+mn-lt"/>
                      <a:ea typeface="+mn-ea"/>
                      <a:cs typeface="+mn-cs"/>
                    </a:defRPr>
                  </a:lvl5pPr>
                  <a:lvl6pPr marL="2390462" algn="l" defTabSz="478093" rtl="0" eaLnBrk="1" latinLnBrk="0" hangingPunct="1">
                    <a:defRPr sz="1883" kern="1200">
                      <a:solidFill>
                        <a:schemeClr val="tx1"/>
                      </a:solidFill>
                      <a:latin typeface="+mn-lt"/>
                      <a:ea typeface="+mn-ea"/>
                      <a:cs typeface="+mn-cs"/>
                    </a:defRPr>
                  </a:lvl6pPr>
                  <a:lvl7pPr marL="2868554" algn="l" defTabSz="478093" rtl="0" eaLnBrk="1" latinLnBrk="0" hangingPunct="1">
                    <a:defRPr sz="1883" kern="1200">
                      <a:solidFill>
                        <a:schemeClr val="tx1"/>
                      </a:solidFill>
                      <a:latin typeface="+mn-lt"/>
                      <a:ea typeface="+mn-ea"/>
                      <a:cs typeface="+mn-cs"/>
                    </a:defRPr>
                  </a:lvl7pPr>
                  <a:lvl8pPr marL="3346646" algn="l" defTabSz="478093" rtl="0" eaLnBrk="1" latinLnBrk="0" hangingPunct="1">
                    <a:defRPr sz="1883" kern="1200">
                      <a:solidFill>
                        <a:schemeClr val="tx1"/>
                      </a:solidFill>
                      <a:latin typeface="+mn-lt"/>
                      <a:ea typeface="+mn-ea"/>
                      <a:cs typeface="+mn-cs"/>
                    </a:defRPr>
                  </a:lvl8pPr>
                  <a:lvl9pPr marL="3824739" algn="l" defTabSz="478093" rtl="0" eaLnBrk="1" latinLnBrk="0" hangingPunct="1">
                    <a:defRPr sz="1883" kern="1200">
                      <a:solidFill>
                        <a:schemeClr val="tx1"/>
                      </a:solidFill>
                      <a:latin typeface="+mn-lt"/>
                      <a:ea typeface="+mn-ea"/>
                      <a:cs typeface="+mn-cs"/>
                    </a:defRPr>
                  </a:lvl9pPr>
                </a:lstStyle>
                <a:p>
                  <a:endParaRPr lang="ja-JP" altLang="en-US"/>
                </a:p>
              </p:txBody>
            </p:sp>
            <p:sp>
              <p:nvSpPr>
                <p:cNvPr id="152" name="Freeform 42">
                  <a:extLst>
                    <a:ext uri="{FF2B5EF4-FFF2-40B4-BE49-F238E27FC236}">
                      <a16:creationId xmlns:a16="http://schemas.microsoft.com/office/drawing/2014/main" id="{452CBD54-1EBF-0643-8FD3-182145594D35}"/>
                    </a:ext>
                  </a:extLst>
                </p:cNvPr>
                <p:cNvSpPr>
                  <a:spLocks/>
                </p:cNvSpPr>
                <p:nvPr/>
              </p:nvSpPr>
              <p:spPr bwMode="auto">
                <a:xfrm>
                  <a:off x="3131984" y="5267334"/>
                  <a:ext cx="270003" cy="90001"/>
                </a:xfrm>
                <a:custGeom>
                  <a:avLst/>
                  <a:gdLst>
                    <a:gd name="T0" fmla="*/ 3025 w 5991"/>
                    <a:gd name="T1" fmla="*/ 3393 h 3396"/>
                    <a:gd name="T2" fmla="*/ 3330 w 5991"/>
                    <a:gd name="T3" fmla="*/ 3377 h 3396"/>
                    <a:gd name="T4" fmla="*/ 3627 w 5991"/>
                    <a:gd name="T5" fmla="*/ 3342 h 3396"/>
                    <a:gd name="T6" fmla="*/ 3916 w 5991"/>
                    <a:gd name="T7" fmla="*/ 3293 h 3396"/>
                    <a:gd name="T8" fmla="*/ 4193 w 5991"/>
                    <a:gd name="T9" fmla="*/ 3228 h 3396"/>
                    <a:gd name="T10" fmla="*/ 4458 w 5991"/>
                    <a:gd name="T11" fmla="*/ 3150 h 3396"/>
                    <a:gd name="T12" fmla="*/ 4708 w 5991"/>
                    <a:gd name="T13" fmla="*/ 3059 h 3396"/>
                    <a:gd name="T14" fmla="*/ 4941 w 5991"/>
                    <a:gd name="T15" fmla="*/ 2955 h 3396"/>
                    <a:gd name="T16" fmla="*/ 5157 w 5991"/>
                    <a:gd name="T17" fmla="*/ 2839 h 3396"/>
                    <a:gd name="T18" fmla="*/ 5350 w 5991"/>
                    <a:gd name="T19" fmla="*/ 2714 h 3396"/>
                    <a:gd name="T20" fmla="*/ 5523 w 5991"/>
                    <a:gd name="T21" fmla="*/ 2578 h 3396"/>
                    <a:gd name="T22" fmla="*/ 5671 w 5991"/>
                    <a:gd name="T23" fmla="*/ 2434 h 3396"/>
                    <a:gd name="T24" fmla="*/ 5794 w 5991"/>
                    <a:gd name="T25" fmla="*/ 2282 h 3396"/>
                    <a:gd name="T26" fmla="*/ 5889 w 5991"/>
                    <a:gd name="T27" fmla="*/ 2123 h 3396"/>
                    <a:gd name="T28" fmla="*/ 5953 w 5991"/>
                    <a:gd name="T29" fmla="*/ 1956 h 3396"/>
                    <a:gd name="T30" fmla="*/ 5986 w 5991"/>
                    <a:gd name="T31" fmla="*/ 1786 h 3396"/>
                    <a:gd name="T32" fmla="*/ 5990 w 5991"/>
                    <a:gd name="T33" fmla="*/ 1654 h 3396"/>
                    <a:gd name="T34" fmla="*/ 5964 w 5991"/>
                    <a:gd name="T35" fmla="*/ 1482 h 3396"/>
                    <a:gd name="T36" fmla="*/ 5908 w 5991"/>
                    <a:gd name="T37" fmla="*/ 1315 h 3396"/>
                    <a:gd name="T38" fmla="*/ 5819 w 5991"/>
                    <a:gd name="T39" fmla="*/ 1154 h 3396"/>
                    <a:gd name="T40" fmla="*/ 5704 w 5991"/>
                    <a:gd name="T41" fmla="*/ 1000 h 3396"/>
                    <a:gd name="T42" fmla="*/ 5563 w 5991"/>
                    <a:gd name="T43" fmla="*/ 852 h 3396"/>
                    <a:gd name="T44" fmla="*/ 5396 w 5991"/>
                    <a:gd name="T45" fmla="*/ 715 h 3396"/>
                    <a:gd name="T46" fmla="*/ 5207 w 5991"/>
                    <a:gd name="T47" fmla="*/ 587 h 3396"/>
                    <a:gd name="T48" fmla="*/ 4996 w 5991"/>
                    <a:gd name="T49" fmla="*/ 469 h 3396"/>
                    <a:gd name="T50" fmla="*/ 4768 w 5991"/>
                    <a:gd name="T51" fmla="*/ 363 h 3396"/>
                    <a:gd name="T52" fmla="*/ 4522 w 5991"/>
                    <a:gd name="T53" fmla="*/ 268 h 3396"/>
                    <a:gd name="T54" fmla="*/ 4261 w 5991"/>
                    <a:gd name="T55" fmla="*/ 186 h 3396"/>
                    <a:gd name="T56" fmla="*/ 3986 w 5991"/>
                    <a:gd name="T57" fmla="*/ 118 h 3396"/>
                    <a:gd name="T58" fmla="*/ 3700 w 5991"/>
                    <a:gd name="T59" fmla="*/ 65 h 3396"/>
                    <a:gd name="T60" fmla="*/ 3404 w 5991"/>
                    <a:gd name="T61" fmla="*/ 27 h 3396"/>
                    <a:gd name="T62" fmla="*/ 3102 w 5991"/>
                    <a:gd name="T63" fmla="*/ 5 h 3396"/>
                    <a:gd name="T64" fmla="*/ 2870 w 5991"/>
                    <a:gd name="T65" fmla="*/ 0 h 3396"/>
                    <a:gd name="T66" fmla="*/ 2272 w 5991"/>
                    <a:gd name="T67" fmla="*/ 20 h 3396"/>
                    <a:gd name="T68" fmla="*/ 1724 w 5991"/>
                    <a:gd name="T69" fmla="*/ 79 h 3396"/>
                    <a:gd name="T70" fmla="*/ 1235 w 5991"/>
                    <a:gd name="T71" fmla="*/ 170 h 3396"/>
                    <a:gd name="T72" fmla="*/ 862 w 5991"/>
                    <a:gd name="T73" fmla="*/ 276 h 3396"/>
                    <a:gd name="T74" fmla="*/ 677 w 5991"/>
                    <a:gd name="T75" fmla="*/ 345 h 3396"/>
                    <a:gd name="T76" fmla="*/ 510 w 5991"/>
                    <a:gd name="T77" fmla="*/ 420 h 3396"/>
                    <a:gd name="T78" fmla="*/ 365 w 5991"/>
                    <a:gd name="T79" fmla="*/ 502 h 3396"/>
                    <a:gd name="T80" fmla="*/ 242 w 5991"/>
                    <a:gd name="T81" fmla="*/ 588 h 3396"/>
                    <a:gd name="T82" fmla="*/ 143 w 5991"/>
                    <a:gd name="T83" fmla="*/ 678 h 3396"/>
                    <a:gd name="T84" fmla="*/ 69 w 5991"/>
                    <a:gd name="T85" fmla="*/ 773 h 3396"/>
                    <a:gd name="T86" fmla="*/ 21 w 5991"/>
                    <a:gd name="T87" fmla="*/ 872 h 3396"/>
                    <a:gd name="T88" fmla="*/ 0 w 5991"/>
                    <a:gd name="T89" fmla="*/ 973 h 3396"/>
                    <a:gd name="T90" fmla="*/ 2 w 5991"/>
                    <a:gd name="T91" fmla="*/ 1050 h 3396"/>
                    <a:gd name="T92" fmla="*/ 30 w 5991"/>
                    <a:gd name="T93" fmla="*/ 1151 h 3396"/>
                    <a:gd name="T94" fmla="*/ 86 w 5991"/>
                    <a:gd name="T95" fmla="*/ 1249 h 3396"/>
                    <a:gd name="T96" fmla="*/ 166 w 5991"/>
                    <a:gd name="T97" fmla="*/ 1342 h 3396"/>
                    <a:gd name="T98" fmla="*/ 270 w 5991"/>
                    <a:gd name="T99" fmla="*/ 1432 h 3396"/>
                    <a:gd name="T100" fmla="*/ 398 w 5991"/>
                    <a:gd name="T101" fmla="*/ 1517 h 3396"/>
                    <a:gd name="T102" fmla="*/ 550 w 5991"/>
                    <a:gd name="T103" fmla="*/ 1596 h 3396"/>
                    <a:gd name="T104" fmla="*/ 721 w 5991"/>
                    <a:gd name="T105" fmla="*/ 1670 h 3396"/>
                    <a:gd name="T106" fmla="*/ 912 w 5991"/>
                    <a:gd name="T107" fmla="*/ 1738 h 3396"/>
                    <a:gd name="T108" fmla="*/ 1351 w 5991"/>
                    <a:gd name="T109" fmla="*/ 1854 h 3396"/>
                    <a:gd name="T110" fmla="*/ 1856 w 5991"/>
                    <a:gd name="T111" fmla="*/ 1937 h 3396"/>
                    <a:gd name="T112" fmla="*/ 2417 w 5991"/>
                    <a:gd name="T113" fmla="*/ 1986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991" h="3396">
                      <a:moveTo>
                        <a:pt x="2870" y="3396"/>
                      </a:moveTo>
                      <a:lnTo>
                        <a:pt x="2870" y="3396"/>
                      </a:lnTo>
                      <a:lnTo>
                        <a:pt x="2948" y="3395"/>
                      </a:lnTo>
                      <a:lnTo>
                        <a:pt x="3025" y="3393"/>
                      </a:lnTo>
                      <a:lnTo>
                        <a:pt x="3102" y="3391"/>
                      </a:lnTo>
                      <a:lnTo>
                        <a:pt x="3179" y="3387"/>
                      </a:lnTo>
                      <a:lnTo>
                        <a:pt x="3254" y="3382"/>
                      </a:lnTo>
                      <a:lnTo>
                        <a:pt x="3330" y="3377"/>
                      </a:lnTo>
                      <a:lnTo>
                        <a:pt x="3404" y="3369"/>
                      </a:lnTo>
                      <a:lnTo>
                        <a:pt x="3480" y="3361"/>
                      </a:lnTo>
                      <a:lnTo>
                        <a:pt x="3553" y="3352"/>
                      </a:lnTo>
                      <a:lnTo>
                        <a:pt x="3627" y="3342"/>
                      </a:lnTo>
                      <a:lnTo>
                        <a:pt x="3700" y="3332"/>
                      </a:lnTo>
                      <a:lnTo>
                        <a:pt x="3772" y="3319"/>
                      </a:lnTo>
                      <a:lnTo>
                        <a:pt x="3844" y="3306"/>
                      </a:lnTo>
                      <a:lnTo>
                        <a:pt x="3916" y="3293"/>
                      </a:lnTo>
                      <a:lnTo>
                        <a:pt x="3986" y="3278"/>
                      </a:lnTo>
                      <a:lnTo>
                        <a:pt x="4056" y="3262"/>
                      </a:lnTo>
                      <a:lnTo>
                        <a:pt x="4125" y="3246"/>
                      </a:lnTo>
                      <a:lnTo>
                        <a:pt x="4193" y="3228"/>
                      </a:lnTo>
                      <a:lnTo>
                        <a:pt x="4261" y="3210"/>
                      </a:lnTo>
                      <a:lnTo>
                        <a:pt x="4327" y="3191"/>
                      </a:lnTo>
                      <a:lnTo>
                        <a:pt x="4393" y="3170"/>
                      </a:lnTo>
                      <a:lnTo>
                        <a:pt x="4458" y="3150"/>
                      </a:lnTo>
                      <a:lnTo>
                        <a:pt x="4522" y="3128"/>
                      </a:lnTo>
                      <a:lnTo>
                        <a:pt x="4585" y="3106"/>
                      </a:lnTo>
                      <a:lnTo>
                        <a:pt x="4647" y="3083"/>
                      </a:lnTo>
                      <a:lnTo>
                        <a:pt x="4708" y="3059"/>
                      </a:lnTo>
                      <a:lnTo>
                        <a:pt x="4768" y="3033"/>
                      </a:lnTo>
                      <a:lnTo>
                        <a:pt x="4827" y="3009"/>
                      </a:lnTo>
                      <a:lnTo>
                        <a:pt x="4885" y="2982"/>
                      </a:lnTo>
                      <a:lnTo>
                        <a:pt x="4941" y="2955"/>
                      </a:lnTo>
                      <a:lnTo>
                        <a:pt x="4996" y="2927"/>
                      </a:lnTo>
                      <a:lnTo>
                        <a:pt x="5052" y="2898"/>
                      </a:lnTo>
                      <a:lnTo>
                        <a:pt x="5104" y="2869"/>
                      </a:lnTo>
                      <a:lnTo>
                        <a:pt x="5157" y="2839"/>
                      </a:lnTo>
                      <a:lnTo>
                        <a:pt x="5207" y="2809"/>
                      </a:lnTo>
                      <a:lnTo>
                        <a:pt x="5255" y="2778"/>
                      </a:lnTo>
                      <a:lnTo>
                        <a:pt x="5304" y="2746"/>
                      </a:lnTo>
                      <a:lnTo>
                        <a:pt x="5350" y="2714"/>
                      </a:lnTo>
                      <a:lnTo>
                        <a:pt x="5396" y="2680"/>
                      </a:lnTo>
                      <a:lnTo>
                        <a:pt x="5440" y="2647"/>
                      </a:lnTo>
                      <a:lnTo>
                        <a:pt x="5482" y="2613"/>
                      </a:lnTo>
                      <a:lnTo>
                        <a:pt x="5523" y="2578"/>
                      </a:lnTo>
                      <a:lnTo>
                        <a:pt x="5563" y="2543"/>
                      </a:lnTo>
                      <a:lnTo>
                        <a:pt x="5600" y="2507"/>
                      </a:lnTo>
                      <a:lnTo>
                        <a:pt x="5636" y="2470"/>
                      </a:lnTo>
                      <a:lnTo>
                        <a:pt x="5671" y="2434"/>
                      </a:lnTo>
                      <a:lnTo>
                        <a:pt x="5704" y="2397"/>
                      </a:lnTo>
                      <a:lnTo>
                        <a:pt x="5736" y="2359"/>
                      </a:lnTo>
                      <a:lnTo>
                        <a:pt x="5766" y="2320"/>
                      </a:lnTo>
                      <a:lnTo>
                        <a:pt x="5794" y="2282"/>
                      </a:lnTo>
                      <a:lnTo>
                        <a:pt x="5819" y="2242"/>
                      </a:lnTo>
                      <a:lnTo>
                        <a:pt x="5845" y="2202"/>
                      </a:lnTo>
                      <a:lnTo>
                        <a:pt x="5867" y="2163"/>
                      </a:lnTo>
                      <a:lnTo>
                        <a:pt x="5889" y="2123"/>
                      </a:lnTo>
                      <a:lnTo>
                        <a:pt x="5908" y="2082"/>
                      </a:lnTo>
                      <a:lnTo>
                        <a:pt x="5925" y="2040"/>
                      </a:lnTo>
                      <a:lnTo>
                        <a:pt x="5940" y="1999"/>
                      </a:lnTo>
                      <a:lnTo>
                        <a:pt x="5953" y="1956"/>
                      </a:lnTo>
                      <a:lnTo>
                        <a:pt x="5964" y="1914"/>
                      </a:lnTo>
                      <a:lnTo>
                        <a:pt x="5973" y="1872"/>
                      </a:lnTo>
                      <a:lnTo>
                        <a:pt x="5981" y="1828"/>
                      </a:lnTo>
                      <a:lnTo>
                        <a:pt x="5986" y="1786"/>
                      </a:lnTo>
                      <a:lnTo>
                        <a:pt x="5990" y="1742"/>
                      </a:lnTo>
                      <a:lnTo>
                        <a:pt x="5991" y="1699"/>
                      </a:lnTo>
                      <a:lnTo>
                        <a:pt x="5991" y="1699"/>
                      </a:lnTo>
                      <a:lnTo>
                        <a:pt x="5990" y="1654"/>
                      </a:lnTo>
                      <a:lnTo>
                        <a:pt x="5986" y="1610"/>
                      </a:lnTo>
                      <a:lnTo>
                        <a:pt x="5981" y="1568"/>
                      </a:lnTo>
                      <a:lnTo>
                        <a:pt x="5973" y="1524"/>
                      </a:lnTo>
                      <a:lnTo>
                        <a:pt x="5964" y="1482"/>
                      </a:lnTo>
                      <a:lnTo>
                        <a:pt x="5953" y="1440"/>
                      </a:lnTo>
                      <a:lnTo>
                        <a:pt x="5940" y="1397"/>
                      </a:lnTo>
                      <a:lnTo>
                        <a:pt x="5925" y="1356"/>
                      </a:lnTo>
                      <a:lnTo>
                        <a:pt x="5908" y="1315"/>
                      </a:lnTo>
                      <a:lnTo>
                        <a:pt x="5889" y="1274"/>
                      </a:lnTo>
                      <a:lnTo>
                        <a:pt x="5867" y="1233"/>
                      </a:lnTo>
                      <a:lnTo>
                        <a:pt x="5845" y="1193"/>
                      </a:lnTo>
                      <a:lnTo>
                        <a:pt x="5819" y="1154"/>
                      </a:lnTo>
                      <a:lnTo>
                        <a:pt x="5794" y="1114"/>
                      </a:lnTo>
                      <a:lnTo>
                        <a:pt x="5766" y="1076"/>
                      </a:lnTo>
                      <a:lnTo>
                        <a:pt x="5736" y="1037"/>
                      </a:lnTo>
                      <a:lnTo>
                        <a:pt x="5704" y="1000"/>
                      </a:lnTo>
                      <a:lnTo>
                        <a:pt x="5671" y="961"/>
                      </a:lnTo>
                      <a:lnTo>
                        <a:pt x="5636" y="926"/>
                      </a:lnTo>
                      <a:lnTo>
                        <a:pt x="5600" y="888"/>
                      </a:lnTo>
                      <a:lnTo>
                        <a:pt x="5563" y="852"/>
                      </a:lnTo>
                      <a:lnTo>
                        <a:pt x="5523" y="818"/>
                      </a:lnTo>
                      <a:lnTo>
                        <a:pt x="5482" y="783"/>
                      </a:lnTo>
                      <a:lnTo>
                        <a:pt x="5440" y="749"/>
                      </a:lnTo>
                      <a:lnTo>
                        <a:pt x="5396" y="715"/>
                      </a:lnTo>
                      <a:lnTo>
                        <a:pt x="5350" y="682"/>
                      </a:lnTo>
                      <a:lnTo>
                        <a:pt x="5304" y="650"/>
                      </a:lnTo>
                      <a:lnTo>
                        <a:pt x="5255" y="618"/>
                      </a:lnTo>
                      <a:lnTo>
                        <a:pt x="5207" y="587"/>
                      </a:lnTo>
                      <a:lnTo>
                        <a:pt x="5157" y="556"/>
                      </a:lnTo>
                      <a:lnTo>
                        <a:pt x="5104" y="527"/>
                      </a:lnTo>
                      <a:lnTo>
                        <a:pt x="5052" y="497"/>
                      </a:lnTo>
                      <a:lnTo>
                        <a:pt x="4996" y="469"/>
                      </a:lnTo>
                      <a:lnTo>
                        <a:pt x="4941" y="441"/>
                      </a:lnTo>
                      <a:lnTo>
                        <a:pt x="4885" y="414"/>
                      </a:lnTo>
                      <a:lnTo>
                        <a:pt x="4827" y="388"/>
                      </a:lnTo>
                      <a:lnTo>
                        <a:pt x="4768" y="363"/>
                      </a:lnTo>
                      <a:lnTo>
                        <a:pt x="4708" y="337"/>
                      </a:lnTo>
                      <a:lnTo>
                        <a:pt x="4647" y="314"/>
                      </a:lnTo>
                      <a:lnTo>
                        <a:pt x="4585" y="290"/>
                      </a:lnTo>
                      <a:lnTo>
                        <a:pt x="4522" y="268"/>
                      </a:lnTo>
                      <a:lnTo>
                        <a:pt x="4458" y="246"/>
                      </a:lnTo>
                      <a:lnTo>
                        <a:pt x="4393" y="226"/>
                      </a:lnTo>
                      <a:lnTo>
                        <a:pt x="4327" y="205"/>
                      </a:lnTo>
                      <a:lnTo>
                        <a:pt x="4261" y="186"/>
                      </a:lnTo>
                      <a:lnTo>
                        <a:pt x="4193" y="168"/>
                      </a:lnTo>
                      <a:lnTo>
                        <a:pt x="4125" y="150"/>
                      </a:lnTo>
                      <a:lnTo>
                        <a:pt x="4056" y="133"/>
                      </a:lnTo>
                      <a:lnTo>
                        <a:pt x="3986" y="118"/>
                      </a:lnTo>
                      <a:lnTo>
                        <a:pt x="3916" y="104"/>
                      </a:lnTo>
                      <a:lnTo>
                        <a:pt x="3844" y="90"/>
                      </a:lnTo>
                      <a:lnTo>
                        <a:pt x="3772" y="77"/>
                      </a:lnTo>
                      <a:lnTo>
                        <a:pt x="3700" y="65"/>
                      </a:lnTo>
                      <a:lnTo>
                        <a:pt x="3627" y="54"/>
                      </a:lnTo>
                      <a:lnTo>
                        <a:pt x="3553" y="44"/>
                      </a:lnTo>
                      <a:lnTo>
                        <a:pt x="3480" y="35"/>
                      </a:lnTo>
                      <a:lnTo>
                        <a:pt x="3404" y="27"/>
                      </a:lnTo>
                      <a:lnTo>
                        <a:pt x="3330" y="20"/>
                      </a:lnTo>
                      <a:lnTo>
                        <a:pt x="3254" y="14"/>
                      </a:lnTo>
                      <a:lnTo>
                        <a:pt x="3179" y="9"/>
                      </a:lnTo>
                      <a:lnTo>
                        <a:pt x="3102" y="5"/>
                      </a:lnTo>
                      <a:lnTo>
                        <a:pt x="3025" y="3"/>
                      </a:lnTo>
                      <a:lnTo>
                        <a:pt x="2948" y="1"/>
                      </a:lnTo>
                      <a:lnTo>
                        <a:pt x="2870" y="0"/>
                      </a:lnTo>
                      <a:lnTo>
                        <a:pt x="2870" y="0"/>
                      </a:lnTo>
                      <a:lnTo>
                        <a:pt x="2716" y="1"/>
                      </a:lnTo>
                      <a:lnTo>
                        <a:pt x="2566" y="5"/>
                      </a:lnTo>
                      <a:lnTo>
                        <a:pt x="2417" y="12"/>
                      </a:lnTo>
                      <a:lnTo>
                        <a:pt x="2272" y="20"/>
                      </a:lnTo>
                      <a:lnTo>
                        <a:pt x="2130" y="32"/>
                      </a:lnTo>
                      <a:lnTo>
                        <a:pt x="1990" y="45"/>
                      </a:lnTo>
                      <a:lnTo>
                        <a:pt x="1856" y="62"/>
                      </a:lnTo>
                      <a:lnTo>
                        <a:pt x="1724" y="79"/>
                      </a:lnTo>
                      <a:lnTo>
                        <a:pt x="1596" y="99"/>
                      </a:lnTo>
                      <a:lnTo>
                        <a:pt x="1471" y="120"/>
                      </a:lnTo>
                      <a:lnTo>
                        <a:pt x="1351" y="145"/>
                      </a:lnTo>
                      <a:lnTo>
                        <a:pt x="1235" y="170"/>
                      </a:lnTo>
                      <a:lnTo>
                        <a:pt x="1123" y="199"/>
                      </a:lnTo>
                      <a:lnTo>
                        <a:pt x="1015" y="228"/>
                      </a:lnTo>
                      <a:lnTo>
                        <a:pt x="912" y="260"/>
                      </a:lnTo>
                      <a:lnTo>
                        <a:pt x="862" y="276"/>
                      </a:lnTo>
                      <a:lnTo>
                        <a:pt x="815" y="292"/>
                      </a:lnTo>
                      <a:lnTo>
                        <a:pt x="768" y="310"/>
                      </a:lnTo>
                      <a:lnTo>
                        <a:pt x="721" y="328"/>
                      </a:lnTo>
                      <a:lnTo>
                        <a:pt x="677" y="345"/>
                      </a:lnTo>
                      <a:lnTo>
                        <a:pt x="633" y="364"/>
                      </a:lnTo>
                      <a:lnTo>
                        <a:pt x="591" y="382"/>
                      </a:lnTo>
                      <a:lnTo>
                        <a:pt x="550" y="401"/>
                      </a:lnTo>
                      <a:lnTo>
                        <a:pt x="510" y="420"/>
                      </a:lnTo>
                      <a:lnTo>
                        <a:pt x="471" y="441"/>
                      </a:lnTo>
                      <a:lnTo>
                        <a:pt x="434" y="460"/>
                      </a:lnTo>
                      <a:lnTo>
                        <a:pt x="398" y="481"/>
                      </a:lnTo>
                      <a:lnTo>
                        <a:pt x="365" y="502"/>
                      </a:lnTo>
                      <a:lnTo>
                        <a:pt x="332" y="523"/>
                      </a:lnTo>
                      <a:lnTo>
                        <a:pt x="301" y="545"/>
                      </a:lnTo>
                      <a:lnTo>
                        <a:pt x="270" y="567"/>
                      </a:lnTo>
                      <a:lnTo>
                        <a:pt x="242" y="588"/>
                      </a:lnTo>
                      <a:lnTo>
                        <a:pt x="215" y="610"/>
                      </a:lnTo>
                      <a:lnTo>
                        <a:pt x="189" y="633"/>
                      </a:lnTo>
                      <a:lnTo>
                        <a:pt x="166" y="655"/>
                      </a:lnTo>
                      <a:lnTo>
                        <a:pt x="143" y="678"/>
                      </a:lnTo>
                      <a:lnTo>
                        <a:pt x="123" y="702"/>
                      </a:lnTo>
                      <a:lnTo>
                        <a:pt x="104" y="726"/>
                      </a:lnTo>
                      <a:lnTo>
                        <a:pt x="86" y="750"/>
                      </a:lnTo>
                      <a:lnTo>
                        <a:pt x="69" y="773"/>
                      </a:lnTo>
                      <a:lnTo>
                        <a:pt x="55" y="797"/>
                      </a:lnTo>
                      <a:lnTo>
                        <a:pt x="42" y="822"/>
                      </a:lnTo>
                      <a:lnTo>
                        <a:pt x="30" y="847"/>
                      </a:lnTo>
                      <a:lnTo>
                        <a:pt x="21" y="872"/>
                      </a:lnTo>
                      <a:lnTo>
                        <a:pt x="14" y="897"/>
                      </a:lnTo>
                      <a:lnTo>
                        <a:pt x="7" y="922"/>
                      </a:lnTo>
                      <a:lnTo>
                        <a:pt x="2" y="947"/>
                      </a:lnTo>
                      <a:lnTo>
                        <a:pt x="0" y="973"/>
                      </a:lnTo>
                      <a:lnTo>
                        <a:pt x="0" y="999"/>
                      </a:lnTo>
                      <a:lnTo>
                        <a:pt x="0" y="999"/>
                      </a:lnTo>
                      <a:lnTo>
                        <a:pt x="0" y="1024"/>
                      </a:lnTo>
                      <a:lnTo>
                        <a:pt x="2" y="1050"/>
                      </a:lnTo>
                      <a:lnTo>
                        <a:pt x="7" y="1076"/>
                      </a:lnTo>
                      <a:lnTo>
                        <a:pt x="14" y="1101"/>
                      </a:lnTo>
                      <a:lnTo>
                        <a:pt x="21" y="1127"/>
                      </a:lnTo>
                      <a:lnTo>
                        <a:pt x="30" y="1151"/>
                      </a:lnTo>
                      <a:lnTo>
                        <a:pt x="42" y="1176"/>
                      </a:lnTo>
                      <a:lnTo>
                        <a:pt x="55" y="1200"/>
                      </a:lnTo>
                      <a:lnTo>
                        <a:pt x="69" y="1224"/>
                      </a:lnTo>
                      <a:lnTo>
                        <a:pt x="86" y="1249"/>
                      </a:lnTo>
                      <a:lnTo>
                        <a:pt x="104" y="1273"/>
                      </a:lnTo>
                      <a:lnTo>
                        <a:pt x="123" y="1296"/>
                      </a:lnTo>
                      <a:lnTo>
                        <a:pt x="143" y="1319"/>
                      </a:lnTo>
                      <a:lnTo>
                        <a:pt x="166" y="1342"/>
                      </a:lnTo>
                      <a:lnTo>
                        <a:pt x="189" y="1365"/>
                      </a:lnTo>
                      <a:lnTo>
                        <a:pt x="215" y="1388"/>
                      </a:lnTo>
                      <a:lnTo>
                        <a:pt x="242" y="1410"/>
                      </a:lnTo>
                      <a:lnTo>
                        <a:pt x="270" y="1432"/>
                      </a:lnTo>
                      <a:lnTo>
                        <a:pt x="301" y="1454"/>
                      </a:lnTo>
                      <a:lnTo>
                        <a:pt x="332" y="1475"/>
                      </a:lnTo>
                      <a:lnTo>
                        <a:pt x="365" y="1496"/>
                      </a:lnTo>
                      <a:lnTo>
                        <a:pt x="398" y="1517"/>
                      </a:lnTo>
                      <a:lnTo>
                        <a:pt x="434" y="1537"/>
                      </a:lnTo>
                      <a:lnTo>
                        <a:pt x="471" y="1558"/>
                      </a:lnTo>
                      <a:lnTo>
                        <a:pt x="510" y="1577"/>
                      </a:lnTo>
                      <a:lnTo>
                        <a:pt x="550" y="1596"/>
                      </a:lnTo>
                      <a:lnTo>
                        <a:pt x="591" y="1615"/>
                      </a:lnTo>
                      <a:lnTo>
                        <a:pt x="633" y="1634"/>
                      </a:lnTo>
                      <a:lnTo>
                        <a:pt x="677" y="1652"/>
                      </a:lnTo>
                      <a:lnTo>
                        <a:pt x="721" y="1670"/>
                      </a:lnTo>
                      <a:lnTo>
                        <a:pt x="768" y="1688"/>
                      </a:lnTo>
                      <a:lnTo>
                        <a:pt x="815" y="1705"/>
                      </a:lnTo>
                      <a:lnTo>
                        <a:pt x="862" y="1722"/>
                      </a:lnTo>
                      <a:lnTo>
                        <a:pt x="912" y="1738"/>
                      </a:lnTo>
                      <a:lnTo>
                        <a:pt x="1015" y="1769"/>
                      </a:lnTo>
                      <a:lnTo>
                        <a:pt x="1123" y="1800"/>
                      </a:lnTo>
                      <a:lnTo>
                        <a:pt x="1235" y="1827"/>
                      </a:lnTo>
                      <a:lnTo>
                        <a:pt x="1351" y="1854"/>
                      </a:lnTo>
                      <a:lnTo>
                        <a:pt x="1471" y="1877"/>
                      </a:lnTo>
                      <a:lnTo>
                        <a:pt x="1596" y="1899"/>
                      </a:lnTo>
                      <a:lnTo>
                        <a:pt x="1724" y="1919"/>
                      </a:lnTo>
                      <a:lnTo>
                        <a:pt x="1856" y="1937"/>
                      </a:lnTo>
                      <a:lnTo>
                        <a:pt x="1990" y="1952"/>
                      </a:lnTo>
                      <a:lnTo>
                        <a:pt x="2130" y="1966"/>
                      </a:lnTo>
                      <a:lnTo>
                        <a:pt x="2272" y="1977"/>
                      </a:lnTo>
                      <a:lnTo>
                        <a:pt x="2417" y="1986"/>
                      </a:lnTo>
                      <a:lnTo>
                        <a:pt x="2566" y="1992"/>
                      </a:lnTo>
                      <a:lnTo>
                        <a:pt x="2716" y="1996"/>
                      </a:lnTo>
                      <a:lnTo>
                        <a:pt x="2870" y="1997"/>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478093" rtl="0" eaLnBrk="1" latinLnBrk="0" hangingPunct="1">
                    <a:defRPr sz="1883" kern="1200">
                      <a:solidFill>
                        <a:schemeClr val="tx1"/>
                      </a:solidFill>
                      <a:latin typeface="+mn-lt"/>
                      <a:ea typeface="+mn-ea"/>
                      <a:cs typeface="+mn-cs"/>
                    </a:defRPr>
                  </a:lvl1pPr>
                  <a:lvl2pPr marL="478093" algn="l" defTabSz="478093" rtl="0" eaLnBrk="1" latinLnBrk="0" hangingPunct="1">
                    <a:defRPr sz="1883" kern="1200">
                      <a:solidFill>
                        <a:schemeClr val="tx1"/>
                      </a:solidFill>
                      <a:latin typeface="+mn-lt"/>
                      <a:ea typeface="+mn-ea"/>
                      <a:cs typeface="+mn-cs"/>
                    </a:defRPr>
                  </a:lvl2pPr>
                  <a:lvl3pPr marL="956184" algn="l" defTabSz="478093" rtl="0" eaLnBrk="1" latinLnBrk="0" hangingPunct="1">
                    <a:defRPr sz="1883" kern="1200">
                      <a:solidFill>
                        <a:schemeClr val="tx1"/>
                      </a:solidFill>
                      <a:latin typeface="+mn-lt"/>
                      <a:ea typeface="+mn-ea"/>
                      <a:cs typeface="+mn-cs"/>
                    </a:defRPr>
                  </a:lvl3pPr>
                  <a:lvl4pPr marL="1434277" algn="l" defTabSz="478093" rtl="0" eaLnBrk="1" latinLnBrk="0" hangingPunct="1">
                    <a:defRPr sz="1883" kern="1200">
                      <a:solidFill>
                        <a:schemeClr val="tx1"/>
                      </a:solidFill>
                      <a:latin typeface="+mn-lt"/>
                      <a:ea typeface="+mn-ea"/>
                      <a:cs typeface="+mn-cs"/>
                    </a:defRPr>
                  </a:lvl4pPr>
                  <a:lvl5pPr marL="1912370" algn="l" defTabSz="478093" rtl="0" eaLnBrk="1" latinLnBrk="0" hangingPunct="1">
                    <a:defRPr sz="1883" kern="1200">
                      <a:solidFill>
                        <a:schemeClr val="tx1"/>
                      </a:solidFill>
                      <a:latin typeface="+mn-lt"/>
                      <a:ea typeface="+mn-ea"/>
                      <a:cs typeface="+mn-cs"/>
                    </a:defRPr>
                  </a:lvl5pPr>
                  <a:lvl6pPr marL="2390462" algn="l" defTabSz="478093" rtl="0" eaLnBrk="1" latinLnBrk="0" hangingPunct="1">
                    <a:defRPr sz="1883" kern="1200">
                      <a:solidFill>
                        <a:schemeClr val="tx1"/>
                      </a:solidFill>
                      <a:latin typeface="+mn-lt"/>
                      <a:ea typeface="+mn-ea"/>
                      <a:cs typeface="+mn-cs"/>
                    </a:defRPr>
                  </a:lvl6pPr>
                  <a:lvl7pPr marL="2868554" algn="l" defTabSz="478093" rtl="0" eaLnBrk="1" latinLnBrk="0" hangingPunct="1">
                    <a:defRPr sz="1883" kern="1200">
                      <a:solidFill>
                        <a:schemeClr val="tx1"/>
                      </a:solidFill>
                      <a:latin typeface="+mn-lt"/>
                      <a:ea typeface="+mn-ea"/>
                      <a:cs typeface="+mn-cs"/>
                    </a:defRPr>
                  </a:lvl7pPr>
                  <a:lvl8pPr marL="3346646" algn="l" defTabSz="478093" rtl="0" eaLnBrk="1" latinLnBrk="0" hangingPunct="1">
                    <a:defRPr sz="1883" kern="1200">
                      <a:solidFill>
                        <a:schemeClr val="tx1"/>
                      </a:solidFill>
                      <a:latin typeface="+mn-lt"/>
                      <a:ea typeface="+mn-ea"/>
                      <a:cs typeface="+mn-cs"/>
                    </a:defRPr>
                  </a:lvl8pPr>
                  <a:lvl9pPr marL="3824739" algn="l" defTabSz="478093" rtl="0" eaLnBrk="1" latinLnBrk="0" hangingPunct="1">
                    <a:defRPr sz="1883" kern="1200">
                      <a:solidFill>
                        <a:schemeClr val="tx1"/>
                      </a:solidFill>
                      <a:latin typeface="+mn-lt"/>
                      <a:ea typeface="+mn-ea"/>
                      <a:cs typeface="+mn-cs"/>
                    </a:defRPr>
                  </a:lvl9pPr>
                </a:lstStyle>
                <a:p>
                  <a:endParaRPr lang="ja-JP" altLang="en-US"/>
                </a:p>
              </p:txBody>
            </p:sp>
            <p:sp>
              <p:nvSpPr>
                <p:cNvPr id="153" name="Freeform 42">
                  <a:extLst>
                    <a:ext uri="{FF2B5EF4-FFF2-40B4-BE49-F238E27FC236}">
                      <a16:creationId xmlns:a16="http://schemas.microsoft.com/office/drawing/2014/main" id="{2A1C9113-94B4-70FE-E828-85F9AAA57101}"/>
                    </a:ext>
                  </a:extLst>
                </p:cNvPr>
                <p:cNvSpPr>
                  <a:spLocks/>
                </p:cNvSpPr>
                <p:nvPr/>
              </p:nvSpPr>
              <p:spPr bwMode="auto">
                <a:xfrm>
                  <a:off x="3131984" y="5303797"/>
                  <a:ext cx="270003" cy="90001"/>
                </a:xfrm>
                <a:custGeom>
                  <a:avLst/>
                  <a:gdLst>
                    <a:gd name="T0" fmla="*/ 3025 w 5991"/>
                    <a:gd name="T1" fmla="*/ 3393 h 3396"/>
                    <a:gd name="T2" fmla="*/ 3330 w 5991"/>
                    <a:gd name="T3" fmla="*/ 3377 h 3396"/>
                    <a:gd name="T4" fmla="*/ 3627 w 5991"/>
                    <a:gd name="T5" fmla="*/ 3342 h 3396"/>
                    <a:gd name="T6" fmla="*/ 3916 w 5991"/>
                    <a:gd name="T7" fmla="*/ 3293 h 3396"/>
                    <a:gd name="T8" fmla="*/ 4193 w 5991"/>
                    <a:gd name="T9" fmla="*/ 3228 h 3396"/>
                    <a:gd name="T10" fmla="*/ 4458 w 5991"/>
                    <a:gd name="T11" fmla="*/ 3150 h 3396"/>
                    <a:gd name="T12" fmla="*/ 4708 w 5991"/>
                    <a:gd name="T13" fmla="*/ 3059 h 3396"/>
                    <a:gd name="T14" fmla="*/ 4941 w 5991"/>
                    <a:gd name="T15" fmla="*/ 2955 h 3396"/>
                    <a:gd name="T16" fmla="*/ 5157 w 5991"/>
                    <a:gd name="T17" fmla="*/ 2839 h 3396"/>
                    <a:gd name="T18" fmla="*/ 5350 w 5991"/>
                    <a:gd name="T19" fmla="*/ 2714 h 3396"/>
                    <a:gd name="T20" fmla="*/ 5523 w 5991"/>
                    <a:gd name="T21" fmla="*/ 2578 h 3396"/>
                    <a:gd name="T22" fmla="*/ 5671 w 5991"/>
                    <a:gd name="T23" fmla="*/ 2434 h 3396"/>
                    <a:gd name="T24" fmla="*/ 5794 w 5991"/>
                    <a:gd name="T25" fmla="*/ 2282 h 3396"/>
                    <a:gd name="T26" fmla="*/ 5889 w 5991"/>
                    <a:gd name="T27" fmla="*/ 2123 h 3396"/>
                    <a:gd name="T28" fmla="*/ 5953 w 5991"/>
                    <a:gd name="T29" fmla="*/ 1956 h 3396"/>
                    <a:gd name="T30" fmla="*/ 5986 w 5991"/>
                    <a:gd name="T31" fmla="*/ 1786 h 3396"/>
                    <a:gd name="T32" fmla="*/ 5990 w 5991"/>
                    <a:gd name="T33" fmla="*/ 1654 h 3396"/>
                    <a:gd name="T34" fmla="*/ 5964 w 5991"/>
                    <a:gd name="T35" fmla="*/ 1482 h 3396"/>
                    <a:gd name="T36" fmla="*/ 5908 w 5991"/>
                    <a:gd name="T37" fmla="*/ 1315 h 3396"/>
                    <a:gd name="T38" fmla="*/ 5819 w 5991"/>
                    <a:gd name="T39" fmla="*/ 1154 h 3396"/>
                    <a:gd name="T40" fmla="*/ 5704 w 5991"/>
                    <a:gd name="T41" fmla="*/ 1000 h 3396"/>
                    <a:gd name="T42" fmla="*/ 5563 w 5991"/>
                    <a:gd name="T43" fmla="*/ 852 h 3396"/>
                    <a:gd name="T44" fmla="*/ 5396 w 5991"/>
                    <a:gd name="T45" fmla="*/ 715 h 3396"/>
                    <a:gd name="T46" fmla="*/ 5207 w 5991"/>
                    <a:gd name="T47" fmla="*/ 587 h 3396"/>
                    <a:gd name="T48" fmla="*/ 4996 w 5991"/>
                    <a:gd name="T49" fmla="*/ 469 h 3396"/>
                    <a:gd name="T50" fmla="*/ 4768 w 5991"/>
                    <a:gd name="T51" fmla="*/ 363 h 3396"/>
                    <a:gd name="T52" fmla="*/ 4522 w 5991"/>
                    <a:gd name="T53" fmla="*/ 268 h 3396"/>
                    <a:gd name="T54" fmla="*/ 4261 w 5991"/>
                    <a:gd name="T55" fmla="*/ 186 h 3396"/>
                    <a:gd name="T56" fmla="*/ 3986 w 5991"/>
                    <a:gd name="T57" fmla="*/ 118 h 3396"/>
                    <a:gd name="T58" fmla="*/ 3700 w 5991"/>
                    <a:gd name="T59" fmla="*/ 65 h 3396"/>
                    <a:gd name="T60" fmla="*/ 3404 w 5991"/>
                    <a:gd name="T61" fmla="*/ 27 h 3396"/>
                    <a:gd name="T62" fmla="*/ 3102 w 5991"/>
                    <a:gd name="T63" fmla="*/ 5 h 3396"/>
                    <a:gd name="T64" fmla="*/ 2870 w 5991"/>
                    <a:gd name="T65" fmla="*/ 0 h 3396"/>
                    <a:gd name="T66" fmla="*/ 2272 w 5991"/>
                    <a:gd name="T67" fmla="*/ 20 h 3396"/>
                    <a:gd name="T68" fmla="*/ 1724 w 5991"/>
                    <a:gd name="T69" fmla="*/ 79 h 3396"/>
                    <a:gd name="T70" fmla="*/ 1235 w 5991"/>
                    <a:gd name="T71" fmla="*/ 170 h 3396"/>
                    <a:gd name="T72" fmla="*/ 862 w 5991"/>
                    <a:gd name="T73" fmla="*/ 276 h 3396"/>
                    <a:gd name="T74" fmla="*/ 677 w 5991"/>
                    <a:gd name="T75" fmla="*/ 345 h 3396"/>
                    <a:gd name="T76" fmla="*/ 510 w 5991"/>
                    <a:gd name="T77" fmla="*/ 420 h 3396"/>
                    <a:gd name="T78" fmla="*/ 365 w 5991"/>
                    <a:gd name="T79" fmla="*/ 502 h 3396"/>
                    <a:gd name="T80" fmla="*/ 242 w 5991"/>
                    <a:gd name="T81" fmla="*/ 588 h 3396"/>
                    <a:gd name="T82" fmla="*/ 143 w 5991"/>
                    <a:gd name="T83" fmla="*/ 678 h 3396"/>
                    <a:gd name="T84" fmla="*/ 69 w 5991"/>
                    <a:gd name="T85" fmla="*/ 773 h 3396"/>
                    <a:gd name="T86" fmla="*/ 21 w 5991"/>
                    <a:gd name="T87" fmla="*/ 872 h 3396"/>
                    <a:gd name="T88" fmla="*/ 0 w 5991"/>
                    <a:gd name="T89" fmla="*/ 973 h 3396"/>
                    <a:gd name="T90" fmla="*/ 2 w 5991"/>
                    <a:gd name="T91" fmla="*/ 1050 h 3396"/>
                    <a:gd name="T92" fmla="*/ 30 w 5991"/>
                    <a:gd name="T93" fmla="*/ 1151 h 3396"/>
                    <a:gd name="T94" fmla="*/ 86 w 5991"/>
                    <a:gd name="T95" fmla="*/ 1249 h 3396"/>
                    <a:gd name="T96" fmla="*/ 166 w 5991"/>
                    <a:gd name="T97" fmla="*/ 1342 h 3396"/>
                    <a:gd name="T98" fmla="*/ 270 w 5991"/>
                    <a:gd name="T99" fmla="*/ 1432 h 3396"/>
                    <a:gd name="T100" fmla="*/ 398 w 5991"/>
                    <a:gd name="T101" fmla="*/ 1517 h 3396"/>
                    <a:gd name="T102" fmla="*/ 550 w 5991"/>
                    <a:gd name="T103" fmla="*/ 1596 h 3396"/>
                    <a:gd name="T104" fmla="*/ 721 w 5991"/>
                    <a:gd name="T105" fmla="*/ 1670 h 3396"/>
                    <a:gd name="T106" fmla="*/ 912 w 5991"/>
                    <a:gd name="T107" fmla="*/ 1738 h 3396"/>
                    <a:gd name="T108" fmla="*/ 1351 w 5991"/>
                    <a:gd name="T109" fmla="*/ 1854 h 3396"/>
                    <a:gd name="T110" fmla="*/ 1856 w 5991"/>
                    <a:gd name="T111" fmla="*/ 1937 h 3396"/>
                    <a:gd name="T112" fmla="*/ 2417 w 5991"/>
                    <a:gd name="T113" fmla="*/ 1986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991" h="3396">
                      <a:moveTo>
                        <a:pt x="2870" y="3396"/>
                      </a:moveTo>
                      <a:lnTo>
                        <a:pt x="2870" y="3396"/>
                      </a:lnTo>
                      <a:lnTo>
                        <a:pt x="2948" y="3395"/>
                      </a:lnTo>
                      <a:lnTo>
                        <a:pt x="3025" y="3393"/>
                      </a:lnTo>
                      <a:lnTo>
                        <a:pt x="3102" y="3391"/>
                      </a:lnTo>
                      <a:lnTo>
                        <a:pt x="3179" y="3387"/>
                      </a:lnTo>
                      <a:lnTo>
                        <a:pt x="3254" y="3382"/>
                      </a:lnTo>
                      <a:lnTo>
                        <a:pt x="3330" y="3377"/>
                      </a:lnTo>
                      <a:lnTo>
                        <a:pt x="3404" y="3369"/>
                      </a:lnTo>
                      <a:lnTo>
                        <a:pt x="3480" y="3361"/>
                      </a:lnTo>
                      <a:lnTo>
                        <a:pt x="3553" y="3352"/>
                      </a:lnTo>
                      <a:lnTo>
                        <a:pt x="3627" y="3342"/>
                      </a:lnTo>
                      <a:lnTo>
                        <a:pt x="3700" y="3332"/>
                      </a:lnTo>
                      <a:lnTo>
                        <a:pt x="3772" y="3319"/>
                      </a:lnTo>
                      <a:lnTo>
                        <a:pt x="3844" y="3306"/>
                      </a:lnTo>
                      <a:lnTo>
                        <a:pt x="3916" y="3293"/>
                      </a:lnTo>
                      <a:lnTo>
                        <a:pt x="3986" y="3278"/>
                      </a:lnTo>
                      <a:lnTo>
                        <a:pt x="4056" y="3262"/>
                      </a:lnTo>
                      <a:lnTo>
                        <a:pt x="4125" y="3246"/>
                      </a:lnTo>
                      <a:lnTo>
                        <a:pt x="4193" y="3228"/>
                      </a:lnTo>
                      <a:lnTo>
                        <a:pt x="4261" y="3210"/>
                      </a:lnTo>
                      <a:lnTo>
                        <a:pt x="4327" y="3191"/>
                      </a:lnTo>
                      <a:lnTo>
                        <a:pt x="4393" y="3170"/>
                      </a:lnTo>
                      <a:lnTo>
                        <a:pt x="4458" y="3150"/>
                      </a:lnTo>
                      <a:lnTo>
                        <a:pt x="4522" y="3128"/>
                      </a:lnTo>
                      <a:lnTo>
                        <a:pt x="4585" y="3106"/>
                      </a:lnTo>
                      <a:lnTo>
                        <a:pt x="4647" y="3083"/>
                      </a:lnTo>
                      <a:lnTo>
                        <a:pt x="4708" y="3059"/>
                      </a:lnTo>
                      <a:lnTo>
                        <a:pt x="4768" y="3033"/>
                      </a:lnTo>
                      <a:lnTo>
                        <a:pt x="4827" y="3009"/>
                      </a:lnTo>
                      <a:lnTo>
                        <a:pt x="4885" y="2982"/>
                      </a:lnTo>
                      <a:lnTo>
                        <a:pt x="4941" y="2955"/>
                      </a:lnTo>
                      <a:lnTo>
                        <a:pt x="4996" y="2927"/>
                      </a:lnTo>
                      <a:lnTo>
                        <a:pt x="5052" y="2898"/>
                      </a:lnTo>
                      <a:lnTo>
                        <a:pt x="5104" y="2869"/>
                      </a:lnTo>
                      <a:lnTo>
                        <a:pt x="5157" y="2839"/>
                      </a:lnTo>
                      <a:lnTo>
                        <a:pt x="5207" y="2809"/>
                      </a:lnTo>
                      <a:lnTo>
                        <a:pt x="5255" y="2778"/>
                      </a:lnTo>
                      <a:lnTo>
                        <a:pt x="5304" y="2746"/>
                      </a:lnTo>
                      <a:lnTo>
                        <a:pt x="5350" y="2714"/>
                      </a:lnTo>
                      <a:lnTo>
                        <a:pt x="5396" y="2680"/>
                      </a:lnTo>
                      <a:lnTo>
                        <a:pt x="5440" y="2647"/>
                      </a:lnTo>
                      <a:lnTo>
                        <a:pt x="5482" y="2613"/>
                      </a:lnTo>
                      <a:lnTo>
                        <a:pt x="5523" y="2578"/>
                      </a:lnTo>
                      <a:lnTo>
                        <a:pt x="5563" y="2543"/>
                      </a:lnTo>
                      <a:lnTo>
                        <a:pt x="5600" y="2507"/>
                      </a:lnTo>
                      <a:lnTo>
                        <a:pt x="5636" y="2470"/>
                      </a:lnTo>
                      <a:lnTo>
                        <a:pt x="5671" y="2434"/>
                      </a:lnTo>
                      <a:lnTo>
                        <a:pt x="5704" y="2397"/>
                      </a:lnTo>
                      <a:lnTo>
                        <a:pt x="5736" y="2359"/>
                      </a:lnTo>
                      <a:lnTo>
                        <a:pt x="5766" y="2320"/>
                      </a:lnTo>
                      <a:lnTo>
                        <a:pt x="5794" y="2282"/>
                      </a:lnTo>
                      <a:lnTo>
                        <a:pt x="5819" y="2242"/>
                      </a:lnTo>
                      <a:lnTo>
                        <a:pt x="5845" y="2202"/>
                      </a:lnTo>
                      <a:lnTo>
                        <a:pt x="5867" y="2163"/>
                      </a:lnTo>
                      <a:lnTo>
                        <a:pt x="5889" y="2123"/>
                      </a:lnTo>
                      <a:lnTo>
                        <a:pt x="5908" y="2082"/>
                      </a:lnTo>
                      <a:lnTo>
                        <a:pt x="5925" y="2040"/>
                      </a:lnTo>
                      <a:lnTo>
                        <a:pt x="5940" y="1999"/>
                      </a:lnTo>
                      <a:lnTo>
                        <a:pt x="5953" y="1956"/>
                      </a:lnTo>
                      <a:lnTo>
                        <a:pt x="5964" y="1914"/>
                      </a:lnTo>
                      <a:lnTo>
                        <a:pt x="5973" y="1872"/>
                      </a:lnTo>
                      <a:lnTo>
                        <a:pt x="5981" y="1828"/>
                      </a:lnTo>
                      <a:lnTo>
                        <a:pt x="5986" y="1786"/>
                      </a:lnTo>
                      <a:lnTo>
                        <a:pt x="5990" y="1742"/>
                      </a:lnTo>
                      <a:lnTo>
                        <a:pt x="5991" y="1699"/>
                      </a:lnTo>
                      <a:lnTo>
                        <a:pt x="5991" y="1699"/>
                      </a:lnTo>
                      <a:lnTo>
                        <a:pt x="5990" y="1654"/>
                      </a:lnTo>
                      <a:lnTo>
                        <a:pt x="5986" y="1610"/>
                      </a:lnTo>
                      <a:lnTo>
                        <a:pt x="5981" y="1568"/>
                      </a:lnTo>
                      <a:lnTo>
                        <a:pt x="5973" y="1524"/>
                      </a:lnTo>
                      <a:lnTo>
                        <a:pt x="5964" y="1482"/>
                      </a:lnTo>
                      <a:lnTo>
                        <a:pt x="5953" y="1440"/>
                      </a:lnTo>
                      <a:lnTo>
                        <a:pt x="5940" y="1397"/>
                      </a:lnTo>
                      <a:lnTo>
                        <a:pt x="5925" y="1356"/>
                      </a:lnTo>
                      <a:lnTo>
                        <a:pt x="5908" y="1315"/>
                      </a:lnTo>
                      <a:lnTo>
                        <a:pt x="5889" y="1274"/>
                      </a:lnTo>
                      <a:lnTo>
                        <a:pt x="5867" y="1233"/>
                      </a:lnTo>
                      <a:lnTo>
                        <a:pt x="5845" y="1193"/>
                      </a:lnTo>
                      <a:lnTo>
                        <a:pt x="5819" y="1154"/>
                      </a:lnTo>
                      <a:lnTo>
                        <a:pt x="5794" y="1114"/>
                      </a:lnTo>
                      <a:lnTo>
                        <a:pt x="5766" y="1076"/>
                      </a:lnTo>
                      <a:lnTo>
                        <a:pt x="5736" y="1037"/>
                      </a:lnTo>
                      <a:lnTo>
                        <a:pt x="5704" y="1000"/>
                      </a:lnTo>
                      <a:lnTo>
                        <a:pt x="5671" y="961"/>
                      </a:lnTo>
                      <a:lnTo>
                        <a:pt x="5636" y="926"/>
                      </a:lnTo>
                      <a:lnTo>
                        <a:pt x="5600" y="888"/>
                      </a:lnTo>
                      <a:lnTo>
                        <a:pt x="5563" y="852"/>
                      </a:lnTo>
                      <a:lnTo>
                        <a:pt x="5523" y="818"/>
                      </a:lnTo>
                      <a:lnTo>
                        <a:pt x="5482" y="783"/>
                      </a:lnTo>
                      <a:lnTo>
                        <a:pt x="5440" y="749"/>
                      </a:lnTo>
                      <a:lnTo>
                        <a:pt x="5396" y="715"/>
                      </a:lnTo>
                      <a:lnTo>
                        <a:pt x="5350" y="682"/>
                      </a:lnTo>
                      <a:lnTo>
                        <a:pt x="5304" y="650"/>
                      </a:lnTo>
                      <a:lnTo>
                        <a:pt x="5255" y="618"/>
                      </a:lnTo>
                      <a:lnTo>
                        <a:pt x="5207" y="587"/>
                      </a:lnTo>
                      <a:lnTo>
                        <a:pt x="5157" y="556"/>
                      </a:lnTo>
                      <a:lnTo>
                        <a:pt x="5104" y="527"/>
                      </a:lnTo>
                      <a:lnTo>
                        <a:pt x="5052" y="497"/>
                      </a:lnTo>
                      <a:lnTo>
                        <a:pt x="4996" y="469"/>
                      </a:lnTo>
                      <a:lnTo>
                        <a:pt x="4941" y="441"/>
                      </a:lnTo>
                      <a:lnTo>
                        <a:pt x="4885" y="414"/>
                      </a:lnTo>
                      <a:lnTo>
                        <a:pt x="4827" y="388"/>
                      </a:lnTo>
                      <a:lnTo>
                        <a:pt x="4768" y="363"/>
                      </a:lnTo>
                      <a:lnTo>
                        <a:pt x="4708" y="337"/>
                      </a:lnTo>
                      <a:lnTo>
                        <a:pt x="4647" y="314"/>
                      </a:lnTo>
                      <a:lnTo>
                        <a:pt x="4585" y="290"/>
                      </a:lnTo>
                      <a:lnTo>
                        <a:pt x="4522" y="268"/>
                      </a:lnTo>
                      <a:lnTo>
                        <a:pt x="4458" y="246"/>
                      </a:lnTo>
                      <a:lnTo>
                        <a:pt x="4393" y="226"/>
                      </a:lnTo>
                      <a:lnTo>
                        <a:pt x="4327" y="205"/>
                      </a:lnTo>
                      <a:lnTo>
                        <a:pt x="4261" y="186"/>
                      </a:lnTo>
                      <a:lnTo>
                        <a:pt x="4193" y="168"/>
                      </a:lnTo>
                      <a:lnTo>
                        <a:pt x="4125" y="150"/>
                      </a:lnTo>
                      <a:lnTo>
                        <a:pt x="4056" y="133"/>
                      </a:lnTo>
                      <a:lnTo>
                        <a:pt x="3986" y="118"/>
                      </a:lnTo>
                      <a:lnTo>
                        <a:pt x="3916" y="104"/>
                      </a:lnTo>
                      <a:lnTo>
                        <a:pt x="3844" y="90"/>
                      </a:lnTo>
                      <a:lnTo>
                        <a:pt x="3772" y="77"/>
                      </a:lnTo>
                      <a:lnTo>
                        <a:pt x="3700" y="65"/>
                      </a:lnTo>
                      <a:lnTo>
                        <a:pt x="3627" y="54"/>
                      </a:lnTo>
                      <a:lnTo>
                        <a:pt x="3553" y="44"/>
                      </a:lnTo>
                      <a:lnTo>
                        <a:pt x="3480" y="35"/>
                      </a:lnTo>
                      <a:lnTo>
                        <a:pt x="3404" y="27"/>
                      </a:lnTo>
                      <a:lnTo>
                        <a:pt x="3330" y="20"/>
                      </a:lnTo>
                      <a:lnTo>
                        <a:pt x="3254" y="14"/>
                      </a:lnTo>
                      <a:lnTo>
                        <a:pt x="3179" y="9"/>
                      </a:lnTo>
                      <a:lnTo>
                        <a:pt x="3102" y="5"/>
                      </a:lnTo>
                      <a:lnTo>
                        <a:pt x="3025" y="3"/>
                      </a:lnTo>
                      <a:lnTo>
                        <a:pt x="2948" y="1"/>
                      </a:lnTo>
                      <a:lnTo>
                        <a:pt x="2870" y="0"/>
                      </a:lnTo>
                      <a:lnTo>
                        <a:pt x="2870" y="0"/>
                      </a:lnTo>
                      <a:lnTo>
                        <a:pt x="2716" y="1"/>
                      </a:lnTo>
                      <a:lnTo>
                        <a:pt x="2566" y="5"/>
                      </a:lnTo>
                      <a:lnTo>
                        <a:pt x="2417" y="12"/>
                      </a:lnTo>
                      <a:lnTo>
                        <a:pt x="2272" y="20"/>
                      </a:lnTo>
                      <a:lnTo>
                        <a:pt x="2130" y="32"/>
                      </a:lnTo>
                      <a:lnTo>
                        <a:pt x="1990" y="45"/>
                      </a:lnTo>
                      <a:lnTo>
                        <a:pt x="1856" y="62"/>
                      </a:lnTo>
                      <a:lnTo>
                        <a:pt x="1724" y="79"/>
                      </a:lnTo>
                      <a:lnTo>
                        <a:pt x="1596" y="99"/>
                      </a:lnTo>
                      <a:lnTo>
                        <a:pt x="1471" y="120"/>
                      </a:lnTo>
                      <a:lnTo>
                        <a:pt x="1351" y="145"/>
                      </a:lnTo>
                      <a:lnTo>
                        <a:pt x="1235" y="170"/>
                      </a:lnTo>
                      <a:lnTo>
                        <a:pt x="1123" y="199"/>
                      </a:lnTo>
                      <a:lnTo>
                        <a:pt x="1015" y="228"/>
                      </a:lnTo>
                      <a:lnTo>
                        <a:pt x="912" y="260"/>
                      </a:lnTo>
                      <a:lnTo>
                        <a:pt x="862" y="276"/>
                      </a:lnTo>
                      <a:lnTo>
                        <a:pt x="815" y="292"/>
                      </a:lnTo>
                      <a:lnTo>
                        <a:pt x="768" y="310"/>
                      </a:lnTo>
                      <a:lnTo>
                        <a:pt x="721" y="328"/>
                      </a:lnTo>
                      <a:lnTo>
                        <a:pt x="677" y="345"/>
                      </a:lnTo>
                      <a:lnTo>
                        <a:pt x="633" y="364"/>
                      </a:lnTo>
                      <a:lnTo>
                        <a:pt x="591" y="382"/>
                      </a:lnTo>
                      <a:lnTo>
                        <a:pt x="550" y="401"/>
                      </a:lnTo>
                      <a:lnTo>
                        <a:pt x="510" y="420"/>
                      </a:lnTo>
                      <a:lnTo>
                        <a:pt x="471" y="441"/>
                      </a:lnTo>
                      <a:lnTo>
                        <a:pt x="434" y="460"/>
                      </a:lnTo>
                      <a:lnTo>
                        <a:pt x="398" y="481"/>
                      </a:lnTo>
                      <a:lnTo>
                        <a:pt x="365" y="502"/>
                      </a:lnTo>
                      <a:lnTo>
                        <a:pt x="332" y="523"/>
                      </a:lnTo>
                      <a:lnTo>
                        <a:pt x="301" y="545"/>
                      </a:lnTo>
                      <a:lnTo>
                        <a:pt x="270" y="567"/>
                      </a:lnTo>
                      <a:lnTo>
                        <a:pt x="242" y="588"/>
                      </a:lnTo>
                      <a:lnTo>
                        <a:pt x="215" y="610"/>
                      </a:lnTo>
                      <a:lnTo>
                        <a:pt x="189" y="633"/>
                      </a:lnTo>
                      <a:lnTo>
                        <a:pt x="166" y="655"/>
                      </a:lnTo>
                      <a:lnTo>
                        <a:pt x="143" y="678"/>
                      </a:lnTo>
                      <a:lnTo>
                        <a:pt x="123" y="702"/>
                      </a:lnTo>
                      <a:lnTo>
                        <a:pt x="104" y="726"/>
                      </a:lnTo>
                      <a:lnTo>
                        <a:pt x="86" y="750"/>
                      </a:lnTo>
                      <a:lnTo>
                        <a:pt x="69" y="773"/>
                      </a:lnTo>
                      <a:lnTo>
                        <a:pt x="55" y="797"/>
                      </a:lnTo>
                      <a:lnTo>
                        <a:pt x="42" y="822"/>
                      </a:lnTo>
                      <a:lnTo>
                        <a:pt x="30" y="847"/>
                      </a:lnTo>
                      <a:lnTo>
                        <a:pt x="21" y="872"/>
                      </a:lnTo>
                      <a:lnTo>
                        <a:pt x="14" y="897"/>
                      </a:lnTo>
                      <a:lnTo>
                        <a:pt x="7" y="922"/>
                      </a:lnTo>
                      <a:lnTo>
                        <a:pt x="2" y="947"/>
                      </a:lnTo>
                      <a:lnTo>
                        <a:pt x="0" y="973"/>
                      </a:lnTo>
                      <a:lnTo>
                        <a:pt x="0" y="999"/>
                      </a:lnTo>
                      <a:lnTo>
                        <a:pt x="0" y="999"/>
                      </a:lnTo>
                      <a:lnTo>
                        <a:pt x="0" y="1024"/>
                      </a:lnTo>
                      <a:lnTo>
                        <a:pt x="2" y="1050"/>
                      </a:lnTo>
                      <a:lnTo>
                        <a:pt x="7" y="1076"/>
                      </a:lnTo>
                      <a:lnTo>
                        <a:pt x="14" y="1101"/>
                      </a:lnTo>
                      <a:lnTo>
                        <a:pt x="21" y="1127"/>
                      </a:lnTo>
                      <a:lnTo>
                        <a:pt x="30" y="1151"/>
                      </a:lnTo>
                      <a:lnTo>
                        <a:pt x="42" y="1176"/>
                      </a:lnTo>
                      <a:lnTo>
                        <a:pt x="55" y="1200"/>
                      </a:lnTo>
                      <a:lnTo>
                        <a:pt x="69" y="1224"/>
                      </a:lnTo>
                      <a:lnTo>
                        <a:pt x="86" y="1249"/>
                      </a:lnTo>
                      <a:lnTo>
                        <a:pt x="104" y="1273"/>
                      </a:lnTo>
                      <a:lnTo>
                        <a:pt x="123" y="1296"/>
                      </a:lnTo>
                      <a:lnTo>
                        <a:pt x="143" y="1319"/>
                      </a:lnTo>
                      <a:lnTo>
                        <a:pt x="166" y="1342"/>
                      </a:lnTo>
                      <a:lnTo>
                        <a:pt x="189" y="1365"/>
                      </a:lnTo>
                      <a:lnTo>
                        <a:pt x="215" y="1388"/>
                      </a:lnTo>
                      <a:lnTo>
                        <a:pt x="242" y="1410"/>
                      </a:lnTo>
                      <a:lnTo>
                        <a:pt x="270" y="1432"/>
                      </a:lnTo>
                      <a:lnTo>
                        <a:pt x="301" y="1454"/>
                      </a:lnTo>
                      <a:lnTo>
                        <a:pt x="332" y="1475"/>
                      </a:lnTo>
                      <a:lnTo>
                        <a:pt x="365" y="1496"/>
                      </a:lnTo>
                      <a:lnTo>
                        <a:pt x="398" y="1517"/>
                      </a:lnTo>
                      <a:lnTo>
                        <a:pt x="434" y="1537"/>
                      </a:lnTo>
                      <a:lnTo>
                        <a:pt x="471" y="1558"/>
                      </a:lnTo>
                      <a:lnTo>
                        <a:pt x="510" y="1577"/>
                      </a:lnTo>
                      <a:lnTo>
                        <a:pt x="550" y="1596"/>
                      </a:lnTo>
                      <a:lnTo>
                        <a:pt x="591" y="1615"/>
                      </a:lnTo>
                      <a:lnTo>
                        <a:pt x="633" y="1634"/>
                      </a:lnTo>
                      <a:lnTo>
                        <a:pt x="677" y="1652"/>
                      </a:lnTo>
                      <a:lnTo>
                        <a:pt x="721" y="1670"/>
                      </a:lnTo>
                      <a:lnTo>
                        <a:pt x="768" y="1688"/>
                      </a:lnTo>
                      <a:lnTo>
                        <a:pt x="815" y="1705"/>
                      </a:lnTo>
                      <a:lnTo>
                        <a:pt x="862" y="1722"/>
                      </a:lnTo>
                      <a:lnTo>
                        <a:pt x="912" y="1738"/>
                      </a:lnTo>
                      <a:lnTo>
                        <a:pt x="1015" y="1769"/>
                      </a:lnTo>
                      <a:lnTo>
                        <a:pt x="1123" y="1800"/>
                      </a:lnTo>
                      <a:lnTo>
                        <a:pt x="1235" y="1827"/>
                      </a:lnTo>
                      <a:lnTo>
                        <a:pt x="1351" y="1854"/>
                      </a:lnTo>
                      <a:lnTo>
                        <a:pt x="1471" y="1877"/>
                      </a:lnTo>
                      <a:lnTo>
                        <a:pt x="1596" y="1899"/>
                      </a:lnTo>
                      <a:lnTo>
                        <a:pt x="1724" y="1919"/>
                      </a:lnTo>
                      <a:lnTo>
                        <a:pt x="1856" y="1937"/>
                      </a:lnTo>
                      <a:lnTo>
                        <a:pt x="1990" y="1952"/>
                      </a:lnTo>
                      <a:lnTo>
                        <a:pt x="2130" y="1966"/>
                      </a:lnTo>
                      <a:lnTo>
                        <a:pt x="2272" y="1977"/>
                      </a:lnTo>
                      <a:lnTo>
                        <a:pt x="2417" y="1986"/>
                      </a:lnTo>
                      <a:lnTo>
                        <a:pt x="2566" y="1992"/>
                      </a:lnTo>
                      <a:lnTo>
                        <a:pt x="2716" y="1996"/>
                      </a:lnTo>
                      <a:lnTo>
                        <a:pt x="2870" y="1997"/>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478093" rtl="0" eaLnBrk="1" latinLnBrk="0" hangingPunct="1">
                    <a:defRPr sz="1883" kern="1200">
                      <a:solidFill>
                        <a:schemeClr val="tx1"/>
                      </a:solidFill>
                      <a:latin typeface="+mn-lt"/>
                      <a:ea typeface="+mn-ea"/>
                      <a:cs typeface="+mn-cs"/>
                    </a:defRPr>
                  </a:lvl1pPr>
                  <a:lvl2pPr marL="478093" algn="l" defTabSz="478093" rtl="0" eaLnBrk="1" latinLnBrk="0" hangingPunct="1">
                    <a:defRPr sz="1883" kern="1200">
                      <a:solidFill>
                        <a:schemeClr val="tx1"/>
                      </a:solidFill>
                      <a:latin typeface="+mn-lt"/>
                      <a:ea typeface="+mn-ea"/>
                      <a:cs typeface="+mn-cs"/>
                    </a:defRPr>
                  </a:lvl2pPr>
                  <a:lvl3pPr marL="956184" algn="l" defTabSz="478093" rtl="0" eaLnBrk="1" latinLnBrk="0" hangingPunct="1">
                    <a:defRPr sz="1883" kern="1200">
                      <a:solidFill>
                        <a:schemeClr val="tx1"/>
                      </a:solidFill>
                      <a:latin typeface="+mn-lt"/>
                      <a:ea typeface="+mn-ea"/>
                      <a:cs typeface="+mn-cs"/>
                    </a:defRPr>
                  </a:lvl3pPr>
                  <a:lvl4pPr marL="1434277" algn="l" defTabSz="478093" rtl="0" eaLnBrk="1" latinLnBrk="0" hangingPunct="1">
                    <a:defRPr sz="1883" kern="1200">
                      <a:solidFill>
                        <a:schemeClr val="tx1"/>
                      </a:solidFill>
                      <a:latin typeface="+mn-lt"/>
                      <a:ea typeface="+mn-ea"/>
                      <a:cs typeface="+mn-cs"/>
                    </a:defRPr>
                  </a:lvl4pPr>
                  <a:lvl5pPr marL="1912370" algn="l" defTabSz="478093" rtl="0" eaLnBrk="1" latinLnBrk="0" hangingPunct="1">
                    <a:defRPr sz="1883" kern="1200">
                      <a:solidFill>
                        <a:schemeClr val="tx1"/>
                      </a:solidFill>
                      <a:latin typeface="+mn-lt"/>
                      <a:ea typeface="+mn-ea"/>
                      <a:cs typeface="+mn-cs"/>
                    </a:defRPr>
                  </a:lvl5pPr>
                  <a:lvl6pPr marL="2390462" algn="l" defTabSz="478093" rtl="0" eaLnBrk="1" latinLnBrk="0" hangingPunct="1">
                    <a:defRPr sz="1883" kern="1200">
                      <a:solidFill>
                        <a:schemeClr val="tx1"/>
                      </a:solidFill>
                      <a:latin typeface="+mn-lt"/>
                      <a:ea typeface="+mn-ea"/>
                      <a:cs typeface="+mn-cs"/>
                    </a:defRPr>
                  </a:lvl6pPr>
                  <a:lvl7pPr marL="2868554" algn="l" defTabSz="478093" rtl="0" eaLnBrk="1" latinLnBrk="0" hangingPunct="1">
                    <a:defRPr sz="1883" kern="1200">
                      <a:solidFill>
                        <a:schemeClr val="tx1"/>
                      </a:solidFill>
                      <a:latin typeface="+mn-lt"/>
                      <a:ea typeface="+mn-ea"/>
                      <a:cs typeface="+mn-cs"/>
                    </a:defRPr>
                  </a:lvl7pPr>
                  <a:lvl8pPr marL="3346646" algn="l" defTabSz="478093" rtl="0" eaLnBrk="1" latinLnBrk="0" hangingPunct="1">
                    <a:defRPr sz="1883" kern="1200">
                      <a:solidFill>
                        <a:schemeClr val="tx1"/>
                      </a:solidFill>
                      <a:latin typeface="+mn-lt"/>
                      <a:ea typeface="+mn-ea"/>
                      <a:cs typeface="+mn-cs"/>
                    </a:defRPr>
                  </a:lvl8pPr>
                  <a:lvl9pPr marL="3824739" algn="l" defTabSz="478093" rtl="0" eaLnBrk="1" latinLnBrk="0" hangingPunct="1">
                    <a:defRPr sz="1883" kern="1200">
                      <a:solidFill>
                        <a:schemeClr val="tx1"/>
                      </a:solidFill>
                      <a:latin typeface="+mn-lt"/>
                      <a:ea typeface="+mn-ea"/>
                      <a:cs typeface="+mn-cs"/>
                    </a:defRPr>
                  </a:lvl9pPr>
                </a:lstStyle>
                <a:p>
                  <a:endParaRPr lang="ja-JP" altLang="en-US"/>
                </a:p>
              </p:txBody>
            </p:sp>
            <p:sp>
              <p:nvSpPr>
                <p:cNvPr id="154" name="Freeform 42">
                  <a:extLst>
                    <a:ext uri="{FF2B5EF4-FFF2-40B4-BE49-F238E27FC236}">
                      <a16:creationId xmlns:a16="http://schemas.microsoft.com/office/drawing/2014/main" id="{31597B0A-42BD-BD2B-6AF6-420A0027A14F}"/>
                    </a:ext>
                  </a:extLst>
                </p:cNvPr>
                <p:cNvSpPr>
                  <a:spLocks/>
                </p:cNvSpPr>
                <p:nvPr/>
              </p:nvSpPr>
              <p:spPr bwMode="auto">
                <a:xfrm flipV="1">
                  <a:off x="3131984" y="5191944"/>
                  <a:ext cx="270003" cy="90001"/>
                </a:xfrm>
                <a:custGeom>
                  <a:avLst/>
                  <a:gdLst>
                    <a:gd name="T0" fmla="*/ 3025 w 5991"/>
                    <a:gd name="T1" fmla="*/ 3393 h 3396"/>
                    <a:gd name="T2" fmla="*/ 3330 w 5991"/>
                    <a:gd name="T3" fmla="*/ 3377 h 3396"/>
                    <a:gd name="T4" fmla="*/ 3627 w 5991"/>
                    <a:gd name="T5" fmla="*/ 3342 h 3396"/>
                    <a:gd name="T6" fmla="*/ 3916 w 5991"/>
                    <a:gd name="T7" fmla="*/ 3293 h 3396"/>
                    <a:gd name="T8" fmla="*/ 4193 w 5991"/>
                    <a:gd name="T9" fmla="*/ 3228 h 3396"/>
                    <a:gd name="T10" fmla="*/ 4458 w 5991"/>
                    <a:gd name="T11" fmla="*/ 3150 h 3396"/>
                    <a:gd name="T12" fmla="*/ 4708 w 5991"/>
                    <a:gd name="T13" fmla="*/ 3059 h 3396"/>
                    <a:gd name="T14" fmla="*/ 4941 w 5991"/>
                    <a:gd name="T15" fmla="*/ 2955 h 3396"/>
                    <a:gd name="T16" fmla="*/ 5157 w 5991"/>
                    <a:gd name="T17" fmla="*/ 2839 h 3396"/>
                    <a:gd name="T18" fmla="*/ 5350 w 5991"/>
                    <a:gd name="T19" fmla="*/ 2714 h 3396"/>
                    <a:gd name="T20" fmla="*/ 5523 w 5991"/>
                    <a:gd name="T21" fmla="*/ 2578 h 3396"/>
                    <a:gd name="T22" fmla="*/ 5671 w 5991"/>
                    <a:gd name="T23" fmla="*/ 2434 h 3396"/>
                    <a:gd name="T24" fmla="*/ 5794 w 5991"/>
                    <a:gd name="T25" fmla="*/ 2282 h 3396"/>
                    <a:gd name="T26" fmla="*/ 5889 w 5991"/>
                    <a:gd name="T27" fmla="*/ 2123 h 3396"/>
                    <a:gd name="T28" fmla="*/ 5953 w 5991"/>
                    <a:gd name="T29" fmla="*/ 1956 h 3396"/>
                    <a:gd name="T30" fmla="*/ 5986 w 5991"/>
                    <a:gd name="T31" fmla="*/ 1786 h 3396"/>
                    <a:gd name="T32" fmla="*/ 5990 w 5991"/>
                    <a:gd name="T33" fmla="*/ 1654 h 3396"/>
                    <a:gd name="T34" fmla="*/ 5964 w 5991"/>
                    <a:gd name="T35" fmla="*/ 1482 h 3396"/>
                    <a:gd name="T36" fmla="*/ 5908 w 5991"/>
                    <a:gd name="T37" fmla="*/ 1315 h 3396"/>
                    <a:gd name="T38" fmla="*/ 5819 w 5991"/>
                    <a:gd name="T39" fmla="*/ 1154 h 3396"/>
                    <a:gd name="T40" fmla="*/ 5704 w 5991"/>
                    <a:gd name="T41" fmla="*/ 1000 h 3396"/>
                    <a:gd name="T42" fmla="*/ 5563 w 5991"/>
                    <a:gd name="T43" fmla="*/ 852 h 3396"/>
                    <a:gd name="T44" fmla="*/ 5396 w 5991"/>
                    <a:gd name="T45" fmla="*/ 715 h 3396"/>
                    <a:gd name="T46" fmla="*/ 5207 w 5991"/>
                    <a:gd name="T47" fmla="*/ 587 h 3396"/>
                    <a:gd name="T48" fmla="*/ 4996 w 5991"/>
                    <a:gd name="T49" fmla="*/ 469 h 3396"/>
                    <a:gd name="T50" fmla="*/ 4768 w 5991"/>
                    <a:gd name="T51" fmla="*/ 363 h 3396"/>
                    <a:gd name="T52" fmla="*/ 4522 w 5991"/>
                    <a:gd name="T53" fmla="*/ 268 h 3396"/>
                    <a:gd name="T54" fmla="*/ 4261 w 5991"/>
                    <a:gd name="T55" fmla="*/ 186 h 3396"/>
                    <a:gd name="T56" fmla="*/ 3986 w 5991"/>
                    <a:gd name="T57" fmla="*/ 118 h 3396"/>
                    <a:gd name="T58" fmla="*/ 3700 w 5991"/>
                    <a:gd name="T59" fmla="*/ 65 h 3396"/>
                    <a:gd name="T60" fmla="*/ 3404 w 5991"/>
                    <a:gd name="T61" fmla="*/ 27 h 3396"/>
                    <a:gd name="T62" fmla="*/ 3102 w 5991"/>
                    <a:gd name="T63" fmla="*/ 5 h 3396"/>
                    <a:gd name="T64" fmla="*/ 2870 w 5991"/>
                    <a:gd name="T65" fmla="*/ 0 h 3396"/>
                    <a:gd name="T66" fmla="*/ 2272 w 5991"/>
                    <a:gd name="T67" fmla="*/ 20 h 3396"/>
                    <a:gd name="T68" fmla="*/ 1724 w 5991"/>
                    <a:gd name="T69" fmla="*/ 79 h 3396"/>
                    <a:gd name="T70" fmla="*/ 1235 w 5991"/>
                    <a:gd name="T71" fmla="*/ 170 h 3396"/>
                    <a:gd name="T72" fmla="*/ 862 w 5991"/>
                    <a:gd name="T73" fmla="*/ 276 h 3396"/>
                    <a:gd name="T74" fmla="*/ 677 w 5991"/>
                    <a:gd name="T75" fmla="*/ 345 h 3396"/>
                    <a:gd name="T76" fmla="*/ 510 w 5991"/>
                    <a:gd name="T77" fmla="*/ 420 h 3396"/>
                    <a:gd name="T78" fmla="*/ 365 w 5991"/>
                    <a:gd name="T79" fmla="*/ 502 h 3396"/>
                    <a:gd name="T80" fmla="*/ 242 w 5991"/>
                    <a:gd name="T81" fmla="*/ 588 h 3396"/>
                    <a:gd name="T82" fmla="*/ 143 w 5991"/>
                    <a:gd name="T83" fmla="*/ 678 h 3396"/>
                    <a:gd name="T84" fmla="*/ 69 w 5991"/>
                    <a:gd name="T85" fmla="*/ 773 h 3396"/>
                    <a:gd name="T86" fmla="*/ 21 w 5991"/>
                    <a:gd name="T87" fmla="*/ 872 h 3396"/>
                    <a:gd name="T88" fmla="*/ 0 w 5991"/>
                    <a:gd name="T89" fmla="*/ 973 h 3396"/>
                    <a:gd name="T90" fmla="*/ 2 w 5991"/>
                    <a:gd name="T91" fmla="*/ 1050 h 3396"/>
                    <a:gd name="T92" fmla="*/ 30 w 5991"/>
                    <a:gd name="T93" fmla="*/ 1151 h 3396"/>
                    <a:gd name="T94" fmla="*/ 86 w 5991"/>
                    <a:gd name="T95" fmla="*/ 1249 h 3396"/>
                    <a:gd name="T96" fmla="*/ 166 w 5991"/>
                    <a:gd name="T97" fmla="*/ 1342 h 3396"/>
                    <a:gd name="T98" fmla="*/ 270 w 5991"/>
                    <a:gd name="T99" fmla="*/ 1432 h 3396"/>
                    <a:gd name="T100" fmla="*/ 398 w 5991"/>
                    <a:gd name="T101" fmla="*/ 1517 h 3396"/>
                    <a:gd name="T102" fmla="*/ 550 w 5991"/>
                    <a:gd name="T103" fmla="*/ 1596 h 3396"/>
                    <a:gd name="T104" fmla="*/ 721 w 5991"/>
                    <a:gd name="T105" fmla="*/ 1670 h 3396"/>
                    <a:gd name="T106" fmla="*/ 912 w 5991"/>
                    <a:gd name="T107" fmla="*/ 1738 h 3396"/>
                    <a:gd name="T108" fmla="*/ 1351 w 5991"/>
                    <a:gd name="T109" fmla="*/ 1854 h 3396"/>
                    <a:gd name="T110" fmla="*/ 1856 w 5991"/>
                    <a:gd name="T111" fmla="*/ 1937 h 3396"/>
                    <a:gd name="T112" fmla="*/ 2417 w 5991"/>
                    <a:gd name="T113" fmla="*/ 1986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991" h="3396">
                      <a:moveTo>
                        <a:pt x="2870" y="3396"/>
                      </a:moveTo>
                      <a:lnTo>
                        <a:pt x="2870" y="3396"/>
                      </a:lnTo>
                      <a:lnTo>
                        <a:pt x="2948" y="3395"/>
                      </a:lnTo>
                      <a:lnTo>
                        <a:pt x="3025" y="3393"/>
                      </a:lnTo>
                      <a:lnTo>
                        <a:pt x="3102" y="3391"/>
                      </a:lnTo>
                      <a:lnTo>
                        <a:pt x="3179" y="3387"/>
                      </a:lnTo>
                      <a:lnTo>
                        <a:pt x="3254" y="3382"/>
                      </a:lnTo>
                      <a:lnTo>
                        <a:pt x="3330" y="3377"/>
                      </a:lnTo>
                      <a:lnTo>
                        <a:pt x="3404" y="3369"/>
                      </a:lnTo>
                      <a:lnTo>
                        <a:pt x="3480" y="3361"/>
                      </a:lnTo>
                      <a:lnTo>
                        <a:pt x="3553" y="3352"/>
                      </a:lnTo>
                      <a:lnTo>
                        <a:pt x="3627" y="3342"/>
                      </a:lnTo>
                      <a:lnTo>
                        <a:pt x="3700" y="3332"/>
                      </a:lnTo>
                      <a:lnTo>
                        <a:pt x="3772" y="3319"/>
                      </a:lnTo>
                      <a:lnTo>
                        <a:pt x="3844" y="3306"/>
                      </a:lnTo>
                      <a:lnTo>
                        <a:pt x="3916" y="3293"/>
                      </a:lnTo>
                      <a:lnTo>
                        <a:pt x="3986" y="3278"/>
                      </a:lnTo>
                      <a:lnTo>
                        <a:pt x="4056" y="3262"/>
                      </a:lnTo>
                      <a:lnTo>
                        <a:pt x="4125" y="3246"/>
                      </a:lnTo>
                      <a:lnTo>
                        <a:pt x="4193" y="3228"/>
                      </a:lnTo>
                      <a:lnTo>
                        <a:pt x="4261" y="3210"/>
                      </a:lnTo>
                      <a:lnTo>
                        <a:pt x="4327" y="3191"/>
                      </a:lnTo>
                      <a:lnTo>
                        <a:pt x="4393" y="3170"/>
                      </a:lnTo>
                      <a:lnTo>
                        <a:pt x="4458" y="3150"/>
                      </a:lnTo>
                      <a:lnTo>
                        <a:pt x="4522" y="3128"/>
                      </a:lnTo>
                      <a:lnTo>
                        <a:pt x="4585" y="3106"/>
                      </a:lnTo>
                      <a:lnTo>
                        <a:pt x="4647" y="3083"/>
                      </a:lnTo>
                      <a:lnTo>
                        <a:pt x="4708" y="3059"/>
                      </a:lnTo>
                      <a:lnTo>
                        <a:pt x="4768" y="3033"/>
                      </a:lnTo>
                      <a:lnTo>
                        <a:pt x="4827" y="3009"/>
                      </a:lnTo>
                      <a:lnTo>
                        <a:pt x="4885" y="2982"/>
                      </a:lnTo>
                      <a:lnTo>
                        <a:pt x="4941" y="2955"/>
                      </a:lnTo>
                      <a:lnTo>
                        <a:pt x="4996" y="2927"/>
                      </a:lnTo>
                      <a:lnTo>
                        <a:pt x="5052" y="2898"/>
                      </a:lnTo>
                      <a:lnTo>
                        <a:pt x="5104" y="2869"/>
                      </a:lnTo>
                      <a:lnTo>
                        <a:pt x="5157" y="2839"/>
                      </a:lnTo>
                      <a:lnTo>
                        <a:pt x="5207" y="2809"/>
                      </a:lnTo>
                      <a:lnTo>
                        <a:pt x="5255" y="2778"/>
                      </a:lnTo>
                      <a:lnTo>
                        <a:pt x="5304" y="2746"/>
                      </a:lnTo>
                      <a:lnTo>
                        <a:pt x="5350" y="2714"/>
                      </a:lnTo>
                      <a:lnTo>
                        <a:pt x="5396" y="2680"/>
                      </a:lnTo>
                      <a:lnTo>
                        <a:pt x="5440" y="2647"/>
                      </a:lnTo>
                      <a:lnTo>
                        <a:pt x="5482" y="2613"/>
                      </a:lnTo>
                      <a:lnTo>
                        <a:pt x="5523" y="2578"/>
                      </a:lnTo>
                      <a:lnTo>
                        <a:pt x="5563" y="2543"/>
                      </a:lnTo>
                      <a:lnTo>
                        <a:pt x="5600" y="2507"/>
                      </a:lnTo>
                      <a:lnTo>
                        <a:pt x="5636" y="2470"/>
                      </a:lnTo>
                      <a:lnTo>
                        <a:pt x="5671" y="2434"/>
                      </a:lnTo>
                      <a:lnTo>
                        <a:pt x="5704" y="2397"/>
                      </a:lnTo>
                      <a:lnTo>
                        <a:pt x="5736" y="2359"/>
                      </a:lnTo>
                      <a:lnTo>
                        <a:pt x="5766" y="2320"/>
                      </a:lnTo>
                      <a:lnTo>
                        <a:pt x="5794" y="2282"/>
                      </a:lnTo>
                      <a:lnTo>
                        <a:pt x="5819" y="2242"/>
                      </a:lnTo>
                      <a:lnTo>
                        <a:pt x="5845" y="2202"/>
                      </a:lnTo>
                      <a:lnTo>
                        <a:pt x="5867" y="2163"/>
                      </a:lnTo>
                      <a:lnTo>
                        <a:pt x="5889" y="2123"/>
                      </a:lnTo>
                      <a:lnTo>
                        <a:pt x="5908" y="2082"/>
                      </a:lnTo>
                      <a:lnTo>
                        <a:pt x="5925" y="2040"/>
                      </a:lnTo>
                      <a:lnTo>
                        <a:pt x="5940" y="1999"/>
                      </a:lnTo>
                      <a:lnTo>
                        <a:pt x="5953" y="1956"/>
                      </a:lnTo>
                      <a:lnTo>
                        <a:pt x="5964" y="1914"/>
                      </a:lnTo>
                      <a:lnTo>
                        <a:pt x="5973" y="1872"/>
                      </a:lnTo>
                      <a:lnTo>
                        <a:pt x="5981" y="1828"/>
                      </a:lnTo>
                      <a:lnTo>
                        <a:pt x="5986" y="1786"/>
                      </a:lnTo>
                      <a:lnTo>
                        <a:pt x="5990" y="1742"/>
                      </a:lnTo>
                      <a:lnTo>
                        <a:pt x="5991" y="1699"/>
                      </a:lnTo>
                      <a:lnTo>
                        <a:pt x="5991" y="1699"/>
                      </a:lnTo>
                      <a:lnTo>
                        <a:pt x="5990" y="1654"/>
                      </a:lnTo>
                      <a:lnTo>
                        <a:pt x="5986" y="1610"/>
                      </a:lnTo>
                      <a:lnTo>
                        <a:pt x="5981" y="1568"/>
                      </a:lnTo>
                      <a:lnTo>
                        <a:pt x="5973" y="1524"/>
                      </a:lnTo>
                      <a:lnTo>
                        <a:pt x="5964" y="1482"/>
                      </a:lnTo>
                      <a:lnTo>
                        <a:pt x="5953" y="1440"/>
                      </a:lnTo>
                      <a:lnTo>
                        <a:pt x="5940" y="1397"/>
                      </a:lnTo>
                      <a:lnTo>
                        <a:pt x="5925" y="1356"/>
                      </a:lnTo>
                      <a:lnTo>
                        <a:pt x="5908" y="1315"/>
                      </a:lnTo>
                      <a:lnTo>
                        <a:pt x="5889" y="1274"/>
                      </a:lnTo>
                      <a:lnTo>
                        <a:pt x="5867" y="1233"/>
                      </a:lnTo>
                      <a:lnTo>
                        <a:pt x="5845" y="1193"/>
                      </a:lnTo>
                      <a:lnTo>
                        <a:pt x="5819" y="1154"/>
                      </a:lnTo>
                      <a:lnTo>
                        <a:pt x="5794" y="1114"/>
                      </a:lnTo>
                      <a:lnTo>
                        <a:pt x="5766" y="1076"/>
                      </a:lnTo>
                      <a:lnTo>
                        <a:pt x="5736" y="1037"/>
                      </a:lnTo>
                      <a:lnTo>
                        <a:pt x="5704" y="1000"/>
                      </a:lnTo>
                      <a:lnTo>
                        <a:pt x="5671" y="961"/>
                      </a:lnTo>
                      <a:lnTo>
                        <a:pt x="5636" y="926"/>
                      </a:lnTo>
                      <a:lnTo>
                        <a:pt x="5600" y="888"/>
                      </a:lnTo>
                      <a:lnTo>
                        <a:pt x="5563" y="852"/>
                      </a:lnTo>
                      <a:lnTo>
                        <a:pt x="5523" y="818"/>
                      </a:lnTo>
                      <a:lnTo>
                        <a:pt x="5482" y="783"/>
                      </a:lnTo>
                      <a:lnTo>
                        <a:pt x="5440" y="749"/>
                      </a:lnTo>
                      <a:lnTo>
                        <a:pt x="5396" y="715"/>
                      </a:lnTo>
                      <a:lnTo>
                        <a:pt x="5350" y="682"/>
                      </a:lnTo>
                      <a:lnTo>
                        <a:pt x="5304" y="650"/>
                      </a:lnTo>
                      <a:lnTo>
                        <a:pt x="5255" y="618"/>
                      </a:lnTo>
                      <a:lnTo>
                        <a:pt x="5207" y="587"/>
                      </a:lnTo>
                      <a:lnTo>
                        <a:pt x="5157" y="556"/>
                      </a:lnTo>
                      <a:lnTo>
                        <a:pt x="5104" y="527"/>
                      </a:lnTo>
                      <a:lnTo>
                        <a:pt x="5052" y="497"/>
                      </a:lnTo>
                      <a:lnTo>
                        <a:pt x="4996" y="469"/>
                      </a:lnTo>
                      <a:lnTo>
                        <a:pt x="4941" y="441"/>
                      </a:lnTo>
                      <a:lnTo>
                        <a:pt x="4885" y="414"/>
                      </a:lnTo>
                      <a:lnTo>
                        <a:pt x="4827" y="388"/>
                      </a:lnTo>
                      <a:lnTo>
                        <a:pt x="4768" y="363"/>
                      </a:lnTo>
                      <a:lnTo>
                        <a:pt x="4708" y="337"/>
                      </a:lnTo>
                      <a:lnTo>
                        <a:pt x="4647" y="314"/>
                      </a:lnTo>
                      <a:lnTo>
                        <a:pt x="4585" y="290"/>
                      </a:lnTo>
                      <a:lnTo>
                        <a:pt x="4522" y="268"/>
                      </a:lnTo>
                      <a:lnTo>
                        <a:pt x="4458" y="246"/>
                      </a:lnTo>
                      <a:lnTo>
                        <a:pt x="4393" y="226"/>
                      </a:lnTo>
                      <a:lnTo>
                        <a:pt x="4327" y="205"/>
                      </a:lnTo>
                      <a:lnTo>
                        <a:pt x="4261" y="186"/>
                      </a:lnTo>
                      <a:lnTo>
                        <a:pt x="4193" y="168"/>
                      </a:lnTo>
                      <a:lnTo>
                        <a:pt x="4125" y="150"/>
                      </a:lnTo>
                      <a:lnTo>
                        <a:pt x="4056" y="133"/>
                      </a:lnTo>
                      <a:lnTo>
                        <a:pt x="3986" y="118"/>
                      </a:lnTo>
                      <a:lnTo>
                        <a:pt x="3916" y="104"/>
                      </a:lnTo>
                      <a:lnTo>
                        <a:pt x="3844" y="90"/>
                      </a:lnTo>
                      <a:lnTo>
                        <a:pt x="3772" y="77"/>
                      </a:lnTo>
                      <a:lnTo>
                        <a:pt x="3700" y="65"/>
                      </a:lnTo>
                      <a:lnTo>
                        <a:pt x="3627" y="54"/>
                      </a:lnTo>
                      <a:lnTo>
                        <a:pt x="3553" y="44"/>
                      </a:lnTo>
                      <a:lnTo>
                        <a:pt x="3480" y="35"/>
                      </a:lnTo>
                      <a:lnTo>
                        <a:pt x="3404" y="27"/>
                      </a:lnTo>
                      <a:lnTo>
                        <a:pt x="3330" y="20"/>
                      </a:lnTo>
                      <a:lnTo>
                        <a:pt x="3254" y="14"/>
                      </a:lnTo>
                      <a:lnTo>
                        <a:pt x="3179" y="9"/>
                      </a:lnTo>
                      <a:lnTo>
                        <a:pt x="3102" y="5"/>
                      </a:lnTo>
                      <a:lnTo>
                        <a:pt x="3025" y="3"/>
                      </a:lnTo>
                      <a:lnTo>
                        <a:pt x="2948" y="1"/>
                      </a:lnTo>
                      <a:lnTo>
                        <a:pt x="2870" y="0"/>
                      </a:lnTo>
                      <a:lnTo>
                        <a:pt x="2870" y="0"/>
                      </a:lnTo>
                      <a:lnTo>
                        <a:pt x="2716" y="1"/>
                      </a:lnTo>
                      <a:lnTo>
                        <a:pt x="2566" y="5"/>
                      </a:lnTo>
                      <a:lnTo>
                        <a:pt x="2417" y="12"/>
                      </a:lnTo>
                      <a:lnTo>
                        <a:pt x="2272" y="20"/>
                      </a:lnTo>
                      <a:lnTo>
                        <a:pt x="2130" y="32"/>
                      </a:lnTo>
                      <a:lnTo>
                        <a:pt x="1990" y="45"/>
                      </a:lnTo>
                      <a:lnTo>
                        <a:pt x="1856" y="62"/>
                      </a:lnTo>
                      <a:lnTo>
                        <a:pt x="1724" y="79"/>
                      </a:lnTo>
                      <a:lnTo>
                        <a:pt x="1596" y="99"/>
                      </a:lnTo>
                      <a:lnTo>
                        <a:pt x="1471" y="120"/>
                      </a:lnTo>
                      <a:lnTo>
                        <a:pt x="1351" y="145"/>
                      </a:lnTo>
                      <a:lnTo>
                        <a:pt x="1235" y="170"/>
                      </a:lnTo>
                      <a:lnTo>
                        <a:pt x="1123" y="199"/>
                      </a:lnTo>
                      <a:lnTo>
                        <a:pt x="1015" y="228"/>
                      </a:lnTo>
                      <a:lnTo>
                        <a:pt x="912" y="260"/>
                      </a:lnTo>
                      <a:lnTo>
                        <a:pt x="862" y="276"/>
                      </a:lnTo>
                      <a:lnTo>
                        <a:pt x="815" y="292"/>
                      </a:lnTo>
                      <a:lnTo>
                        <a:pt x="768" y="310"/>
                      </a:lnTo>
                      <a:lnTo>
                        <a:pt x="721" y="328"/>
                      </a:lnTo>
                      <a:lnTo>
                        <a:pt x="677" y="345"/>
                      </a:lnTo>
                      <a:lnTo>
                        <a:pt x="633" y="364"/>
                      </a:lnTo>
                      <a:lnTo>
                        <a:pt x="591" y="382"/>
                      </a:lnTo>
                      <a:lnTo>
                        <a:pt x="550" y="401"/>
                      </a:lnTo>
                      <a:lnTo>
                        <a:pt x="510" y="420"/>
                      </a:lnTo>
                      <a:lnTo>
                        <a:pt x="471" y="441"/>
                      </a:lnTo>
                      <a:lnTo>
                        <a:pt x="434" y="460"/>
                      </a:lnTo>
                      <a:lnTo>
                        <a:pt x="398" y="481"/>
                      </a:lnTo>
                      <a:lnTo>
                        <a:pt x="365" y="502"/>
                      </a:lnTo>
                      <a:lnTo>
                        <a:pt x="332" y="523"/>
                      </a:lnTo>
                      <a:lnTo>
                        <a:pt x="301" y="545"/>
                      </a:lnTo>
                      <a:lnTo>
                        <a:pt x="270" y="567"/>
                      </a:lnTo>
                      <a:lnTo>
                        <a:pt x="242" y="588"/>
                      </a:lnTo>
                      <a:lnTo>
                        <a:pt x="215" y="610"/>
                      </a:lnTo>
                      <a:lnTo>
                        <a:pt x="189" y="633"/>
                      </a:lnTo>
                      <a:lnTo>
                        <a:pt x="166" y="655"/>
                      </a:lnTo>
                      <a:lnTo>
                        <a:pt x="143" y="678"/>
                      </a:lnTo>
                      <a:lnTo>
                        <a:pt x="123" y="702"/>
                      </a:lnTo>
                      <a:lnTo>
                        <a:pt x="104" y="726"/>
                      </a:lnTo>
                      <a:lnTo>
                        <a:pt x="86" y="750"/>
                      </a:lnTo>
                      <a:lnTo>
                        <a:pt x="69" y="773"/>
                      </a:lnTo>
                      <a:lnTo>
                        <a:pt x="55" y="797"/>
                      </a:lnTo>
                      <a:lnTo>
                        <a:pt x="42" y="822"/>
                      </a:lnTo>
                      <a:lnTo>
                        <a:pt x="30" y="847"/>
                      </a:lnTo>
                      <a:lnTo>
                        <a:pt x="21" y="872"/>
                      </a:lnTo>
                      <a:lnTo>
                        <a:pt x="14" y="897"/>
                      </a:lnTo>
                      <a:lnTo>
                        <a:pt x="7" y="922"/>
                      </a:lnTo>
                      <a:lnTo>
                        <a:pt x="2" y="947"/>
                      </a:lnTo>
                      <a:lnTo>
                        <a:pt x="0" y="973"/>
                      </a:lnTo>
                      <a:lnTo>
                        <a:pt x="0" y="999"/>
                      </a:lnTo>
                      <a:lnTo>
                        <a:pt x="0" y="999"/>
                      </a:lnTo>
                      <a:lnTo>
                        <a:pt x="0" y="1024"/>
                      </a:lnTo>
                      <a:lnTo>
                        <a:pt x="2" y="1050"/>
                      </a:lnTo>
                      <a:lnTo>
                        <a:pt x="7" y="1076"/>
                      </a:lnTo>
                      <a:lnTo>
                        <a:pt x="14" y="1101"/>
                      </a:lnTo>
                      <a:lnTo>
                        <a:pt x="21" y="1127"/>
                      </a:lnTo>
                      <a:lnTo>
                        <a:pt x="30" y="1151"/>
                      </a:lnTo>
                      <a:lnTo>
                        <a:pt x="42" y="1176"/>
                      </a:lnTo>
                      <a:lnTo>
                        <a:pt x="55" y="1200"/>
                      </a:lnTo>
                      <a:lnTo>
                        <a:pt x="69" y="1224"/>
                      </a:lnTo>
                      <a:lnTo>
                        <a:pt x="86" y="1249"/>
                      </a:lnTo>
                      <a:lnTo>
                        <a:pt x="104" y="1273"/>
                      </a:lnTo>
                      <a:lnTo>
                        <a:pt x="123" y="1296"/>
                      </a:lnTo>
                      <a:lnTo>
                        <a:pt x="143" y="1319"/>
                      </a:lnTo>
                      <a:lnTo>
                        <a:pt x="166" y="1342"/>
                      </a:lnTo>
                      <a:lnTo>
                        <a:pt x="189" y="1365"/>
                      </a:lnTo>
                      <a:lnTo>
                        <a:pt x="215" y="1388"/>
                      </a:lnTo>
                      <a:lnTo>
                        <a:pt x="242" y="1410"/>
                      </a:lnTo>
                      <a:lnTo>
                        <a:pt x="270" y="1432"/>
                      </a:lnTo>
                      <a:lnTo>
                        <a:pt x="301" y="1454"/>
                      </a:lnTo>
                      <a:lnTo>
                        <a:pt x="332" y="1475"/>
                      </a:lnTo>
                      <a:lnTo>
                        <a:pt x="365" y="1496"/>
                      </a:lnTo>
                      <a:lnTo>
                        <a:pt x="398" y="1517"/>
                      </a:lnTo>
                      <a:lnTo>
                        <a:pt x="434" y="1537"/>
                      </a:lnTo>
                      <a:lnTo>
                        <a:pt x="471" y="1558"/>
                      </a:lnTo>
                      <a:lnTo>
                        <a:pt x="510" y="1577"/>
                      </a:lnTo>
                      <a:lnTo>
                        <a:pt x="550" y="1596"/>
                      </a:lnTo>
                      <a:lnTo>
                        <a:pt x="591" y="1615"/>
                      </a:lnTo>
                      <a:lnTo>
                        <a:pt x="633" y="1634"/>
                      </a:lnTo>
                      <a:lnTo>
                        <a:pt x="677" y="1652"/>
                      </a:lnTo>
                      <a:lnTo>
                        <a:pt x="721" y="1670"/>
                      </a:lnTo>
                      <a:lnTo>
                        <a:pt x="768" y="1688"/>
                      </a:lnTo>
                      <a:lnTo>
                        <a:pt x="815" y="1705"/>
                      </a:lnTo>
                      <a:lnTo>
                        <a:pt x="862" y="1722"/>
                      </a:lnTo>
                      <a:lnTo>
                        <a:pt x="912" y="1738"/>
                      </a:lnTo>
                      <a:lnTo>
                        <a:pt x="1015" y="1769"/>
                      </a:lnTo>
                      <a:lnTo>
                        <a:pt x="1123" y="1800"/>
                      </a:lnTo>
                      <a:lnTo>
                        <a:pt x="1235" y="1827"/>
                      </a:lnTo>
                      <a:lnTo>
                        <a:pt x="1351" y="1854"/>
                      </a:lnTo>
                      <a:lnTo>
                        <a:pt x="1471" y="1877"/>
                      </a:lnTo>
                      <a:lnTo>
                        <a:pt x="1596" y="1899"/>
                      </a:lnTo>
                      <a:lnTo>
                        <a:pt x="1724" y="1919"/>
                      </a:lnTo>
                      <a:lnTo>
                        <a:pt x="1856" y="1937"/>
                      </a:lnTo>
                      <a:lnTo>
                        <a:pt x="1990" y="1952"/>
                      </a:lnTo>
                      <a:lnTo>
                        <a:pt x="2130" y="1966"/>
                      </a:lnTo>
                      <a:lnTo>
                        <a:pt x="2272" y="1977"/>
                      </a:lnTo>
                      <a:lnTo>
                        <a:pt x="2417" y="1986"/>
                      </a:lnTo>
                      <a:lnTo>
                        <a:pt x="2566" y="1992"/>
                      </a:lnTo>
                      <a:lnTo>
                        <a:pt x="2716" y="1996"/>
                      </a:lnTo>
                      <a:lnTo>
                        <a:pt x="2870" y="1997"/>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478093" rtl="0" eaLnBrk="1" latinLnBrk="0" hangingPunct="1">
                    <a:defRPr sz="1883" kern="1200">
                      <a:solidFill>
                        <a:schemeClr val="tx1"/>
                      </a:solidFill>
                      <a:latin typeface="+mn-lt"/>
                      <a:ea typeface="+mn-ea"/>
                      <a:cs typeface="+mn-cs"/>
                    </a:defRPr>
                  </a:lvl1pPr>
                  <a:lvl2pPr marL="478093" algn="l" defTabSz="478093" rtl="0" eaLnBrk="1" latinLnBrk="0" hangingPunct="1">
                    <a:defRPr sz="1883" kern="1200">
                      <a:solidFill>
                        <a:schemeClr val="tx1"/>
                      </a:solidFill>
                      <a:latin typeface="+mn-lt"/>
                      <a:ea typeface="+mn-ea"/>
                      <a:cs typeface="+mn-cs"/>
                    </a:defRPr>
                  </a:lvl2pPr>
                  <a:lvl3pPr marL="956184" algn="l" defTabSz="478093" rtl="0" eaLnBrk="1" latinLnBrk="0" hangingPunct="1">
                    <a:defRPr sz="1883" kern="1200">
                      <a:solidFill>
                        <a:schemeClr val="tx1"/>
                      </a:solidFill>
                      <a:latin typeface="+mn-lt"/>
                      <a:ea typeface="+mn-ea"/>
                      <a:cs typeface="+mn-cs"/>
                    </a:defRPr>
                  </a:lvl3pPr>
                  <a:lvl4pPr marL="1434277" algn="l" defTabSz="478093" rtl="0" eaLnBrk="1" latinLnBrk="0" hangingPunct="1">
                    <a:defRPr sz="1883" kern="1200">
                      <a:solidFill>
                        <a:schemeClr val="tx1"/>
                      </a:solidFill>
                      <a:latin typeface="+mn-lt"/>
                      <a:ea typeface="+mn-ea"/>
                      <a:cs typeface="+mn-cs"/>
                    </a:defRPr>
                  </a:lvl4pPr>
                  <a:lvl5pPr marL="1912370" algn="l" defTabSz="478093" rtl="0" eaLnBrk="1" latinLnBrk="0" hangingPunct="1">
                    <a:defRPr sz="1883" kern="1200">
                      <a:solidFill>
                        <a:schemeClr val="tx1"/>
                      </a:solidFill>
                      <a:latin typeface="+mn-lt"/>
                      <a:ea typeface="+mn-ea"/>
                      <a:cs typeface="+mn-cs"/>
                    </a:defRPr>
                  </a:lvl5pPr>
                  <a:lvl6pPr marL="2390462" algn="l" defTabSz="478093" rtl="0" eaLnBrk="1" latinLnBrk="0" hangingPunct="1">
                    <a:defRPr sz="1883" kern="1200">
                      <a:solidFill>
                        <a:schemeClr val="tx1"/>
                      </a:solidFill>
                      <a:latin typeface="+mn-lt"/>
                      <a:ea typeface="+mn-ea"/>
                      <a:cs typeface="+mn-cs"/>
                    </a:defRPr>
                  </a:lvl6pPr>
                  <a:lvl7pPr marL="2868554" algn="l" defTabSz="478093" rtl="0" eaLnBrk="1" latinLnBrk="0" hangingPunct="1">
                    <a:defRPr sz="1883" kern="1200">
                      <a:solidFill>
                        <a:schemeClr val="tx1"/>
                      </a:solidFill>
                      <a:latin typeface="+mn-lt"/>
                      <a:ea typeface="+mn-ea"/>
                      <a:cs typeface="+mn-cs"/>
                    </a:defRPr>
                  </a:lvl7pPr>
                  <a:lvl8pPr marL="3346646" algn="l" defTabSz="478093" rtl="0" eaLnBrk="1" latinLnBrk="0" hangingPunct="1">
                    <a:defRPr sz="1883" kern="1200">
                      <a:solidFill>
                        <a:schemeClr val="tx1"/>
                      </a:solidFill>
                      <a:latin typeface="+mn-lt"/>
                      <a:ea typeface="+mn-ea"/>
                      <a:cs typeface="+mn-cs"/>
                    </a:defRPr>
                  </a:lvl8pPr>
                  <a:lvl9pPr marL="3824739" algn="l" defTabSz="478093" rtl="0" eaLnBrk="1" latinLnBrk="0" hangingPunct="1">
                    <a:defRPr sz="1883" kern="1200">
                      <a:solidFill>
                        <a:schemeClr val="tx1"/>
                      </a:solidFill>
                      <a:latin typeface="+mn-lt"/>
                      <a:ea typeface="+mn-ea"/>
                      <a:cs typeface="+mn-cs"/>
                    </a:defRPr>
                  </a:lvl9pPr>
                </a:lstStyle>
                <a:p>
                  <a:endParaRPr lang="ja-JP" altLang="en-US"/>
                </a:p>
              </p:txBody>
            </p:sp>
          </p:grpSp>
          <p:cxnSp>
            <p:nvCxnSpPr>
              <p:cNvPr id="149" name="直線コネクタ 148">
                <a:extLst>
                  <a:ext uri="{FF2B5EF4-FFF2-40B4-BE49-F238E27FC236}">
                    <a16:creationId xmlns:a16="http://schemas.microsoft.com/office/drawing/2014/main" id="{B62B9CA8-961F-5163-1A73-71AD6FAF5EF3}"/>
                  </a:ext>
                </a:extLst>
              </p:cNvPr>
              <p:cNvCxnSpPr>
                <a:cxnSpLocks/>
              </p:cNvCxnSpPr>
              <p:nvPr/>
            </p:nvCxnSpPr>
            <p:spPr>
              <a:xfrm>
                <a:off x="3221985" y="5049018"/>
                <a:ext cx="0" cy="90001"/>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150" name="直線コネクタ 149">
                <a:extLst>
                  <a:ext uri="{FF2B5EF4-FFF2-40B4-BE49-F238E27FC236}">
                    <a16:creationId xmlns:a16="http://schemas.microsoft.com/office/drawing/2014/main" id="{18F68D78-8FE5-5990-AA51-F04867913767}"/>
                  </a:ext>
                </a:extLst>
              </p:cNvPr>
              <p:cNvCxnSpPr>
                <a:cxnSpLocks/>
              </p:cNvCxnSpPr>
              <p:nvPr/>
            </p:nvCxnSpPr>
            <p:spPr>
              <a:xfrm>
                <a:off x="3221985" y="5392898"/>
                <a:ext cx="0" cy="93176"/>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grpSp>
        <p:sp>
          <p:nvSpPr>
            <p:cNvPr id="181" name="正方形/長方形 180">
              <a:extLst>
                <a:ext uri="{FF2B5EF4-FFF2-40B4-BE49-F238E27FC236}">
                  <a16:creationId xmlns:a16="http://schemas.microsoft.com/office/drawing/2014/main" id="{311E4025-1AB0-EE3C-0D80-826DB64A6209}"/>
                </a:ext>
              </a:extLst>
            </p:cNvPr>
            <p:cNvSpPr/>
            <p:nvPr/>
          </p:nvSpPr>
          <p:spPr bwMode="auto">
            <a:xfrm rot="5400000" flipH="1">
              <a:off x="9561038" y="2483987"/>
              <a:ext cx="90001" cy="180001"/>
            </a:xfrm>
            <a:prstGeom prst="rect">
              <a:avLst/>
            </a:prstGeom>
            <a:solidFill>
              <a:schemeClr val="accent6"/>
            </a:solidFill>
            <a:ln>
              <a:solidFill>
                <a:schemeClr val="accent6"/>
              </a:solidFill>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cxnSp>
          <p:nvCxnSpPr>
            <p:cNvPr id="182" name="直線コネクタ 181">
              <a:extLst>
                <a:ext uri="{FF2B5EF4-FFF2-40B4-BE49-F238E27FC236}">
                  <a16:creationId xmlns:a16="http://schemas.microsoft.com/office/drawing/2014/main" id="{03375B85-EC39-832E-F8AA-ED7D60C1A38A}"/>
                </a:ext>
              </a:extLst>
            </p:cNvPr>
            <p:cNvCxnSpPr>
              <a:cxnSpLocks/>
            </p:cNvCxnSpPr>
            <p:nvPr/>
          </p:nvCxnSpPr>
          <p:spPr bwMode="auto">
            <a:xfrm flipH="1">
              <a:off x="9696042" y="2348986"/>
              <a:ext cx="3" cy="180000"/>
            </a:xfrm>
            <a:prstGeom prst="line">
              <a:avLst/>
            </a:prstGeom>
            <a:noFill/>
            <a:ln w="19050" cap="rnd" cmpd="sng" algn="ctr">
              <a:solidFill>
                <a:schemeClr val="accent6"/>
              </a:solidFill>
              <a:prstDash val="sysDot"/>
              <a:round/>
              <a:headEnd type="none" w="med" len="med"/>
              <a:tailEnd type="none" w="med" len="med"/>
            </a:ln>
            <a:effectLst/>
          </p:spPr>
        </p:cxnSp>
        <p:cxnSp>
          <p:nvCxnSpPr>
            <p:cNvPr id="183" name="直線コネクタ 182">
              <a:extLst>
                <a:ext uri="{FF2B5EF4-FFF2-40B4-BE49-F238E27FC236}">
                  <a16:creationId xmlns:a16="http://schemas.microsoft.com/office/drawing/2014/main" id="{2F951B46-437E-DC17-1DDE-DBFF7EA63FBE}"/>
                </a:ext>
              </a:extLst>
            </p:cNvPr>
            <p:cNvCxnSpPr>
              <a:cxnSpLocks/>
            </p:cNvCxnSpPr>
            <p:nvPr/>
          </p:nvCxnSpPr>
          <p:spPr bwMode="auto">
            <a:xfrm flipH="1">
              <a:off x="9516041" y="2348986"/>
              <a:ext cx="5" cy="180000"/>
            </a:xfrm>
            <a:prstGeom prst="line">
              <a:avLst/>
            </a:prstGeom>
            <a:noFill/>
            <a:ln w="19050" cap="rnd" cmpd="sng" algn="ctr">
              <a:solidFill>
                <a:schemeClr val="accent6"/>
              </a:solidFill>
              <a:prstDash val="sysDot"/>
              <a:round/>
              <a:headEnd type="none" w="med" len="med"/>
              <a:tailEnd type="none" w="med" len="med"/>
            </a:ln>
            <a:effectLst/>
          </p:spPr>
        </p:cxnSp>
        <p:sp>
          <p:nvSpPr>
            <p:cNvPr id="184" name="正方形/長方形 183">
              <a:extLst>
                <a:ext uri="{FF2B5EF4-FFF2-40B4-BE49-F238E27FC236}">
                  <a16:creationId xmlns:a16="http://schemas.microsoft.com/office/drawing/2014/main" id="{E1AF7C07-BA81-67A6-B367-DABF2A86DCBF}"/>
                </a:ext>
              </a:extLst>
            </p:cNvPr>
            <p:cNvSpPr/>
            <p:nvPr/>
          </p:nvSpPr>
          <p:spPr bwMode="auto">
            <a:xfrm>
              <a:off x="10686053" y="1268975"/>
              <a:ext cx="720008" cy="720007"/>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pPr algn="ctr"/>
              <a:r>
                <a:rPr lang="ja-JP" altLang="en-US" sz="2400" dirty="0">
                  <a:solidFill>
                    <a:schemeClr val="accent6"/>
                  </a:solidFill>
                </a:rPr>
                <a:t>タンク（空）</a:t>
              </a:r>
            </a:p>
          </p:txBody>
        </p:sp>
        <p:sp>
          <p:nvSpPr>
            <p:cNvPr id="188" name="正方形/長方形 187">
              <a:extLst>
                <a:ext uri="{FF2B5EF4-FFF2-40B4-BE49-F238E27FC236}">
                  <a16:creationId xmlns:a16="http://schemas.microsoft.com/office/drawing/2014/main" id="{751A9E03-3B36-5CA3-4F28-E8E1A4988DBA}"/>
                </a:ext>
              </a:extLst>
            </p:cNvPr>
            <p:cNvSpPr/>
            <p:nvPr/>
          </p:nvSpPr>
          <p:spPr bwMode="auto">
            <a:xfrm>
              <a:off x="9696042" y="2438989"/>
              <a:ext cx="720008" cy="720007"/>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r>
                <a:rPr lang="ja-JP" altLang="en-US" sz="1600" dirty="0">
                  <a:solidFill>
                    <a:schemeClr val="tx1">
                      <a:lumMod val="75000"/>
                      <a:lumOff val="25000"/>
                    </a:schemeClr>
                  </a:solidFill>
                </a:rPr>
                <a:t>栓がバネで上がって</a:t>
              </a:r>
              <a:endParaRPr lang="en-US" altLang="ja-JP" sz="1600" dirty="0">
                <a:solidFill>
                  <a:schemeClr val="tx1">
                    <a:lumMod val="75000"/>
                    <a:lumOff val="25000"/>
                  </a:schemeClr>
                </a:solidFill>
              </a:endParaRPr>
            </a:p>
            <a:p>
              <a:r>
                <a:rPr lang="ja-JP" altLang="en-US" sz="1600" dirty="0">
                  <a:solidFill>
                    <a:schemeClr val="tx1">
                      <a:lumMod val="75000"/>
                      <a:lumOff val="25000"/>
                    </a:schemeClr>
                  </a:solidFill>
                </a:rPr>
                <a:t>水が流れる</a:t>
              </a:r>
            </a:p>
          </p:txBody>
        </p:sp>
        <p:cxnSp>
          <p:nvCxnSpPr>
            <p:cNvPr id="190" name="直線矢印コネクタ 189">
              <a:extLst>
                <a:ext uri="{FF2B5EF4-FFF2-40B4-BE49-F238E27FC236}">
                  <a16:creationId xmlns:a16="http://schemas.microsoft.com/office/drawing/2014/main" id="{5714EF0B-4D83-FFE8-0356-2648D9BF3145}"/>
                </a:ext>
              </a:extLst>
            </p:cNvPr>
            <p:cNvCxnSpPr/>
            <p:nvPr/>
          </p:nvCxnSpPr>
          <p:spPr bwMode="auto">
            <a:xfrm>
              <a:off x="8886033" y="2438989"/>
              <a:ext cx="1530017" cy="0"/>
            </a:xfrm>
            <a:prstGeom prst="straightConnector1">
              <a:avLst/>
            </a:prstGeom>
            <a:noFill/>
            <a:ln w="9525" cap="flat" cmpd="sng" algn="ctr">
              <a:solidFill>
                <a:schemeClr val="tx1"/>
              </a:solidFill>
              <a:prstDash val="solid"/>
              <a:round/>
              <a:headEnd type="none" w="med" len="med"/>
              <a:tailEnd type="triangle"/>
            </a:ln>
            <a:effectLst/>
          </p:spPr>
        </p:cxnSp>
        <p:sp>
          <p:nvSpPr>
            <p:cNvPr id="207" name="Rectangle 93">
              <a:extLst>
                <a:ext uri="{FF2B5EF4-FFF2-40B4-BE49-F238E27FC236}">
                  <a16:creationId xmlns:a16="http://schemas.microsoft.com/office/drawing/2014/main" id="{8E2A8724-5C45-B554-36AB-22B676778A4B}"/>
                </a:ext>
              </a:extLst>
            </p:cNvPr>
            <p:cNvSpPr>
              <a:spLocks noChangeArrowheads="1"/>
            </p:cNvSpPr>
            <p:nvPr/>
          </p:nvSpPr>
          <p:spPr bwMode="auto">
            <a:xfrm>
              <a:off x="9426038" y="908972"/>
              <a:ext cx="361079" cy="360004"/>
            </a:xfrm>
            <a:prstGeom prst="rect">
              <a:avLst/>
            </a:prstGeom>
            <a:noFill/>
            <a:ln w="12700" algn="ctr">
              <a:noFill/>
              <a:miter lim="800000"/>
              <a:headEnd/>
              <a:tailEnd/>
            </a:ln>
            <a:effectLst/>
          </p:spPr>
          <p:txBody>
            <a:bodyPr wrap="none" lIns="90000" tIns="46800" rIns="90000" bIns="46800" anchor="ctr"/>
            <a:lstStyle/>
            <a:p>
              <a:r>
                <a:rPr lang="en-US" altLang="ja-JP" dirty="0"/>
                <a:t>G</a:t>
              </a:r>
            </a:p>
          </p:txBody>
        </p:sp>
        <p:sp>
          <p:nvSpPr>
            <p:cNvPr id="208" name="Rectangle 93">
              <a:extLst>
                <a:ext uri="{FF2B5EF4-FFF2-40B4-BE49-F238E27FC236}">
                  <a16:creationId xmlns:a16="http://schemas.microsoft.com/office/drawing/2014/main" id="{C81E4564-342C-ED27-8E15-7707FA312181}"/>
                </a:ext>
              </a:extLst>
            </p:cNvPr>
            <p:cNvSpPr>
              <a:spLocks noChangeArrowheads="1"/>
            </p:cNvSpPr>
            <p:nvPr/>
          </p:nvSpPr>
          <p:spPr bwMode="auto">
            <a:xfrm>
              <a:off x="8166024" y="1988984"/>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S</a:t>
              </a:r>
            </a:p>
          </p:txBody>
        </p:sp>
        <p:sp>
          <p:nvSpPr>
            <p:cNvPr id="209" name="Rectangle 93">
              <a:extLst>
                <a:ext uri="{FF2B5EF4-FFF2-40B4-BE49-F238E27FC236}">
                  <a16:creationId xmlns:a16="http://schemas.microsoft.com/office/drawing/2014/main" id="{230161D1-3696-354C-BD17-9C8D6687B8F9}"/>
                </a:ext>
              </a:extLst>
            </p:cNvPr>
            <p:cNvSpPr>
              <a:spLocks noChangeArrowheads="1"/>
            </p:cNvSpPr>
            <p:nvPr/>
          </p:nvSpPr>
          <p:spPr bwMode="auto">
            <a:xfrm>
              <a:off x="10776053" y="1988984"/>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D</a:t>
              </a:r>
            </a:p>
          </p:txBody>
        </p:sp>
        <p:cxnSp>
          <p:nvCxnSpPr>
            <p:cNvPr id="326" name="直線矢印コネクタ 325">
              <a:extLst>
                <a:ext uri="{FF2B5EF4-FFF2-40B4-BE49-F238E27FC236}">
                  <a16:creationId xmlns:a16="http://schemas.microsoft.com/office/drawing/2014/main" id="{A0167388-382F-B61A-676C-1720E7B9E789}"/>
                </a:ext>
              </a:extLst>
            </p:cNvPr>
            <p:cNvCxnSpPr>
              <a:cxnSpLocks/>
            </p:cNvCxnSpPr>
            <p:nvPr/>
          </p:nvCxnSpPr>
          <p:spPr bwMode="auto">
            <a:xfrm flipV="1">
              <a:off x="9426037" y="2798992"/>
              <a:ext cx="0" cy="360004"/>
            </a:xfrm>
            <a:prstGeom prst="straightConnector1">
              <a:avLst/>
            </a:prstGeom>
            <a:noFill/>
            <a:ln w="9525" cap="flat" cmpd="sng" algn="ctr">
              <a:solidFill>
                <a:schemeClr val="tx1"/>
              </a:solidFill>
              <a:prstDash val="solid"/>
              <a:round/>
              <a:headEnd type="none" w="med" len="med"/>
              <a:tailEnd type="triangle"/>
            </a:ln>
            <a:effectLst/>
          </p:spPr>
        </p:cxnSp>
      </p:grpSp>
      <p:grpSp>
        <p:nvGrpSpPr>
          <p:cNvPr id="5" name="グループ化 4">
            <a:extLst>
              <a:ext uri="{FF2B5EF4-FFF2-40B4-BE49-F238E27FC236}">
                <a16:creationId xmlns:a16="http://schemas.microsoft.com/office/drawing/2014/main" id="{077E8F91-A026-DAD1-4EF3-1CC619F538E4}"/>
              </a:ext>
            </a:extLst>
          </p:cNvPr>
          <p:cNvGrpSpPr/>
          <p:nvPr/>
        </p:nvGrpSpPr>
        <p:grpSpPr>
          <a:xfrm>
            <a:off x="7716018" y="1178975"/>
            <a:ext cx="2971108" cy="2160023"/>
            <a:chOff x="3845976" y="1178975"/>
            <a:chExt cx="2971108" cy="2160023"/>
          </a:xfrm>
        </p:grpSpPr>
        <p:sp>
          <p:nvSpPr>
            <p:cNvPr id="96" name="正方形/長方形 95">
              <a:extLst>
                <a:ext uri="{FF2B5EF4-FFF2-40B4-BE49-F238E27FC236}">
                  <a16:creationId xmlns:a16="http://schemas.microsoft.com/office/drawing/2014/main" id="{C02DB7A0-8698-6C41-1879-46A733182D00}"/>
                </a:ext>
              </a:extLst>
            </p:cNvPr>
            <p:cNvSpPr/>
            <p:nvPr/>
          </p:nvSpPr>
          <p:spPr bwMode="auto">
            <a:xfrm>
              <a:off x="5015992" y="1628980"/>
              <a:ext cx="540006" cy="360005"/>
            </a:xfrm>
            <a:prstGeom prst="rect">
              <a:avLst/>
            </a:prstGeom>
            <a:solidFill>
              <a:schemeClr val="accent5">
                <a:lumMod val="20000"/>
                <a:lumOff val="80000"/>
              </a:schemeClr>
            </a:solid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cxnSp>
          <p:nvCxnSpPr>
            <p:cNvPr id="92" name="直線コネクタ 91">
              <a:extLst>
                <a:ext uri="{FF2B5EF4-FFF2-40B4-BE49-F238E27FC236}">
                  <a16:creationId xmlns:a16="http://schemas.microsoft.com/office/drawing/2014/main" id="{6A95AF56-EA91-3972-A1F8-99DF96AACCB7}"/>
                </a:ext>
              </a:extLst>
            </p:cNvPr>
            <p:cNvCxnSpPr>
              <a:cxnSpLocks/>
            </p:cNvCxnSpPr>
            <p:nvPr/>
          </p:nvCxnSpPr>
          <p:spPr bwMode="auto">
            <a:xfrm>
              <a:off x="5015992" y="1988985"/>
              <a:ext cx="540006" cy="0"/>
            </a:xfrm>
            <a:prstGeom prst="line">
              <a:avLst/>
            </a:prstGeom>
            <a:noFill/>
            <a:ln w="19050" cap="rnd" cmpd="sng" algn="ctr">
              <a:solidFill>
                <a:schemeClr val="accent6"/>
              </a:solidFill>
              <a:prstDash val="solid"/>
              <a:round/>
              <a:headEnd type="none" w="med" len="med"/>
              <a:tailEnd type="none" w="med" len="med"/>
            </a:ln>
            <a:effectLst/>
          </p:spPr>
        </p:cxnSp>
        <p:cxnSp>
          <p:nvCxnSpPr>
            <p:cNvPr id="93" name="直線コネクタ 92">
              <a:extLst>
                <a:ext uri="{FF2B5EF4-FFF2-40B4-BE49-F238E27FC236}">
                  <a16:creationId xmlns:a16="http://schemas.microsoft.com/office/drawing/2014/main" id="{3A191E2D-C30A-F142-049A-CDB68490038B}"/>
                </a:ext>
              </a:extLst>
            </p:cNvPr>
            <p:cNvCxnSpPr>
              <a:cxnSpLocks/>
            </p:cNvCxnSpPr>
            <p:nvPr/>
          </p:nvCxnSpPr>
          <p:spPr bwMode="auto">
            <a:xfrm>
              <a:off x="5015992" y="1538979"/>
              <a:ext cx="0" cy="450041"/>
            </a:xfrm>
            <a:prstGeom prst="line">
              <a:avLst/>
            </a:prstGeom>
            <a:noFill/>
            <a:ln w="19050" cap="rnd" cmpd="sng" algn="ctr">
              <a:solidFill>
                <a:schemeClr val="accent6"/>
              </a:solidFill>
              <a:prstDash val="solid"/>
              <a:round/>
              <a:headEnd type="none" w="med" len="med"/>
              <a:tailEnd type="none" w="med" len="med"/>
            </a:ln>
            <a:effectLst/>
          </p:spPr>
        </p:cxnSp>
        <p:cxnSp>
          <p:nvCxnSpPr>
            <p:cNvPr id="94" name="直線コネクタ 93">
              <a:extLst>
                <a:ext uri="{FF2B5EF4-FFF2-40B4-BE49-F238E27FC236}">
                  <a16:creationId xmlns:a16="http://schemas.microsoft.com/office/drawing/2014/main" id="{055718A8-CEC8-030F-6083-B27CA95AC537}"/>
                </a:ext>
              </a:extLst>
            </p:cNvPr>
            <p:cNvCxnSpPr>
              <a:cxnSpLocks/>
            </p:cNvCxnSpPr>
            <p:nvPr/>
          </p:nvCxnSpPr>
          <p:spPr bwMode="auto">
            <a:xfrm>
              <a:off x="5555998" y="1538979"/>
              <a:ext cx="0" cy="450041"/>
            </a:xfrm>
            <a:prstGeom prst="line">
              <a:avLst/>
            </a:prstGeom>
            <a:noFill/>
            <a:ln w="19050" cap="rnd" cmpd="sng" algn="ctr">
              <a:solidFill>
                <a:schemeClr val="accent6"/>
              </a:solidFill>
              <a:prstDash val="solid"/>
              <a:round/>
              <a:headEnd type="none" w="med" len="med"/>
              <a:tailEnd type="none" w="med" len="med"/>
            </a:ln>
            <a:effectLst/>
          </p:spPr>
        </p:cxnSp>
        <p:cxnSp>
          <p:nvCxnSpPr>
            <p:cNvPr id="98" name="直線コネクタ 97">
              <a:extLst>
                <a:ext uri="{FF2B5EF4-FFF2-40B4-BE49-F238E27FC236}">
                  <a16:creationId xmlns:a16="http://schemas.microsoft.com/office/drawing/2014/main" id="{9B2122C0-305E-08B4-2CE8-0B925F50CFCA}"/>
                </a:ext>
              </a:extLst>
            </p:cNvPr>
            <p:cNvCxnSpPr>
              <a:cxnSpLocks/>
            </p:cNvCxnSpPr>
            <p:nvPr/>
          </p:nvCxnSpPr>
          <p:spPr bwMode="auto">
            <a:xfrm flipV="1">
              <a:off x="5285993" y="1988985"/>
              <a:ext cx="0" cy="180002"/>
            </a:xfrm>
            <a:prstGeom prst="line">
              <a:avLst/>
            </a:prstGeom>
            <a:noFill/>
            <a:ln w="19050" cap="flat" cmpd="sng" algn="ctr">
              <a:solidFill>
                <a:schemeClr val="accent6"/>
              </a:solidFill>
              <a:prstDash val="solid"/>
              <a:round/>
              <a:headEnd type="none" w="med" len="med"/>
              <a:tailEnd type="none" w="med" len="med"/>
            </a:ln>
            <a:effectLst/>
          </p:spPr>
        </p:cxnSp>
        <p:sp>
          <p:nvSpPr>
            <p:cNvPr id="107" name="正方形/長方形 106">
              <a:extLst>
                <a:ext uri="{FF2B5EF4-FFF2-40B4-BE49-F238E27FC236}">
                  <a16:creationId xmlns:a16="http://schemas.microsoft.com/office/drawing/2014/main" id="{85A8B95B-F7FB-931F-0A7F-05354E3BC42F}"/>
                </a:ext>
              </a:extLst>
            </p:cNvPr>
            <p:cNvSpPr/>
            <p:nvPr/>
          </p:nvSpPr>
          <p:spPr bwMode="auto">
            <a:xfrm rot="5400000">
              <a:off x="4430983" y="1763982"/>
              <a:ext cx="180002" cy="1350015"/>
            </a:xfrm>
            <a:prstGeom prst="rect">
              <a:avLst/>
            </a:prstGeom>
            <a:solidFill>
              <a:schemeClr val="accent5">
                <a:lumMod val="20000"/>
                <a:lumOff val="80000"/>
              </a:schemeClr>
            </a:solid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cxnSp>
          <p:nvCxnSpPr>
            <p:cNvPr id="100" name="直線コネクタ 99">
              <a:extLst>
                <a:ext uri="{FF2B5EF4-FFF2-40B4-BE49-F238E27FC236}">
                  <a16:creationId xmlns:a16="http://schemas.microsoft.com/office/drawing/2014/main" id="{855B669B-315A-D65E-B16A-6B3D5DE538AF}"/>
                </a:ext>
              </a:extLst>
            </p:cNvPr>
            <p:cNvCxnSpPr>
              <a:cxnSpLocks/>
            </p:cNvCxnSpPr>
            <p:nvPr/>
          </p:nvCxnSpPr>
          <p:spPr bwMode="auto">
            <a:xfrm>
              <a:off x="5375996" y="2348990"/>
              <a:ext cx="1350015" cy="0"/>
            </a:xfrm>
            <a:prstGeom prst="line">
              <a:avLst/>
            </a:prstGeom>
            <a:noFill/>
            <a:ln w="19050" cap="flat" cmpd="sng" algn="ctr">
              <a:solidFill>
                <a:schemeClr val="tx1"/>
              </a:solidFill>
              <a:prstDash val="solid"/>
              <a:round/>
              <a:headEnd type="none" w="med" len="med"/>
              <a:tailEnd type="none" w="med" len="med"/>
            </a:ln>
            <a:effectLst/>
          </p:spPr>
        </p:cxnSp>
        <p:cxnSp>
          <p:nvCxnSpPr>
            <p:cNvPr id="105" name="直線コネクタ 104">
              <a:extLst>
                <a:ext uri="{FF2B5EF4-FFF2-40B4-BE49-F238E27FC236}">
                  <a16:creationId xmlns:a16="http://schemas.microsoft.com/office/drawing/2014/main" id="{DFF5316E-5D50-8E18-18D3-C77D1B93B42F}"/>
                </a:ext>
              </a:extLst>
            </p:cNvPr>
            <p:cNvCxnSpPr>
              <a:cxnSpLocks/>
            </p:cNvCxnSpPr>
            <p:nvPr/>
          </p:nvCxnSpPr>
          <p:spPr bwMode="auto">
            <a:xfrm>
              <a:off x="3845976" y="2528990"/>
              <a:ext cx="2880035" cy="0"/>
            </a:xfrm>
            <a:prstGeom prst="line">
              <a:avLst/>
            </a:prstGeom>
            <a:noFill/>
            <a:ln w="19050" cap="flat" cmpd="sng" algn="ctr">
              <a:solidFill>
                <a:schemeClr val="tx1"/>
              </a:solidFill>
              <a:prstDash val="solid"/>
              <a:round/>
              <a:headEnd type="none" w="med" len="med"/>
              <a:tailEnd type="none" w="med" len="med"/>
            </a:ln>
            <a:effectLst/>
          </p:spPr>
        </p:cxnSp>
        <p:cxnSp>
          <p:nvCxnSpPr>
            <p:cNvPr id="106" name="直線コネクタ 105">
              <a:extLst>
                <a:ext uri="{FF2B5EF4-FFF2-40B4-BE49-F238E27FC236}">
                  <a16:creationId xmlns:a16="http://schemas.microsoft.com/office/drawing/2014/main" id="{00703513-CD50-B101-3D6F-C8FC29959F48}"/>
                </a:ext>
              </a:extLst>
            </p:cNvPr>
            <p:cNvCxnSpPr>
              <a:cxnSpLocks/>
            </p:cNvCxnSpPr>
            <p:nvPr/>
          </p:nvCxnSpPr>
          <p:spPr bwMode="auto">
            <a:xfrm>
              <a:off x="3845976" y="2348988"/>
              <a:ext cx="1350016" cy="0"/>
            </a:xfrm>
            <a:prstGeom prst="line">
              <a:avLst/>
            </a:prstGeom>
            <a:noFill/>
            <a:ln w="19050" cap="flat" cmpd="sng" algn="ctr">
              <a:solidFill>
                <a:schemeClr val="tx1"/>
              </a:solidFill>
              <a:prstDash val="solid"/>
              <a:round/>
              <a:headEnd type="none" w="med" len="med"/>
              <a:tailEnd type="none" w="med" len="med"/>
            </a:ln>
            <a:effectLst/>
          </p:spPr>
        </p:cxnSp>
        <p:sp>
          <p:nvSpPr>
            <p:cNvPr id="109" name="正方形/長方形 108">
              <a:extLst>
                <a:ext uri="{FF2B5EF4-FFF2-40B4-BE49-F238E27FC236}">
                  <a16:creationId xmlns:a16="http://schemas.microsoft.com/office/drawing/2014/main" id="{F48CA9D9-9E54-2253-AECE-3A28CE4F8BB4}"/>
                </a:ext>
              </a:extLst>
            </p:cNvPr>
            <p:cNvSpPr/>
            <p:nvPr/>
          </p:nvSpPr>
          <p:spPr bwMode="auto">
            <a:xfrm rot="5400000">
              <a:off x="5015990" y="2348989"/>
              <a:ext cx="540006" cy="180001"/>
            </a:xfrm>
            <a:prstGeom prst="rect">
              <a:avLst/>
            </a:prstGeom>
            <a:solidFill>
              <a:schemeClr val="accent6"/>
            </a:solidFill>
            <a:ln>
              <a:solidFill>
                <a:schemeClr val="accent6"/>
              </a:solidFill>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grpSp>
          <p:nvGrpSpPr>
            <p:cNvPr id="117" name="グループ化 116">
              <a:extLst>
                <a:ext uri="{FF2B5EF4-FFF2-40B4-BE49-F238E27FC236}">
                  <a16:creationId xmlns:a16="http://schemas.microsoft.com/office/drawing/2014/main" id="{BE86DD72-9AE4-C699-C12A-A4549D154B4E}"/>
                </a:ext>
              </a:extLst>
            </p:cNvPr>
            <p:cNvGrpSpPr/>
            <p:nvPr/>
          </p:nvGrpSpPr>
          <p:grpSpPr>
            <a:xfrm>
              <a:off x="5195992" y="2978994"/>
              <a:ext cx="180003" cy="360004"/>
              <a:chOff x="3131985" y="5049018"/>
              <a:chExt cx="180002" cy="437056"/>
            </a:xfrm>
          </p:grpSpPr>
          <p:grpSp>
            <p:nvGrpSpPr>
              <p:cNvPr id="118" name="グループ化 117">
                <a:extLst>
                  <a:ext uri="{FF2B5EF4-FFF2-40B4-BE49-F238E27FC236}">
                    <a16:creationId xmlns:a16="http://schemas.microsoft.com/office/drawing/2014/main" id="{B4DA64CF-041E-2F31-6211-2E72008E8F68}"/>
                  </a:ext>
                </a:extLst>
              </p:cNvPr>
              <p:cNvGrpSpPr/>
              <p:nvPr/>
            </p:nvGrpSpPr>
            <p:grpSpPr>
              <a:xfrm>
                <a:off x="3131985" y="5139021"/>
                <a:ext cx="180002" cy="254126"/>
                <a:chOff x="3131984" y="5191944"/>
                <a:chExt cx="270003" cy="201854"/>
              </a:xfrm>
            </p:grpSpPr>
            <p:sp>
              <p:nvSpPr>
                <p:cNvPr id="121" name="Freeform 42">
                  <a:extLst>
                    <a:ext uri="{FF2B5EF4-FFF2-40B4-BE49-F238E27FC236}">
                      <a16:creationId xmlns:a16="http://schemas.microsoft.com/office/drawing/2014/main" id="{60074FB6-C7B5-B425-F232-B269F0EFC6E8}"/>
                    </a:ext>
                  </a:extLst>
                </p:cNvPr>
                <p:cNvSpPr>
                  <a:spLocks/>
                </p:cNvSpPr>
                <p:nvPr/>
              </p:nvSpPr>
              <p:spPr bwMode="auto">
                <a:xfrm>
                  <a:off x="3131984" y="5229020"/>
                  <a:ext cx="270003" cy="90001"/>
                </a:xfrm>
                <a:custGeom>
                  <a:avLst/>
                  <a:gdLst>
                    <a:gd name="T0" fmla="*/ 3025 w 5991"/>
                    <a:gd name="T1" fmla="*/ 3393 h 3396"/>
                    <a:gd name="T2" fmla="*/ 3330 w 5991"/>
                    <a:gd name="T3" fmla="*/ 3377 h 3396"/>
                    <a:gd name="T4" fmla="*/ 3627 w 5991"/>
                    <a:gd name="T5" fmla="*/ 3342 h 3396"/>
                    <a:gd name="T6" fmla="*/ 3916 w 5991"/>
                    <a:gd name="T7" fmla="*/ 3293 h 3396"/>
                    <a:gd name="T8" fmla="*/ 4193 w 5991"/>
                    <a:gd name="T9" fmla="*/ 3228 h 3396"/>
                    <a:gd name="T10" fmla="*/ 4458 w 5991"/>
                    <a:gd name="T11" fmla="*/ 3150 h 3396"/>
                    <a:gd name="T12" fmla="*/ 4708 w 5991"/>
                    <a:gd name="T13" fmla="*/ 3059 h 3396"/>
                    <a:gd name="T14" fmla="*/ 4941 w 5991"/>
                    <a:gd name="T15" fmla="*/ 2955 h 3396"/>
                    <a:gd name="T16" fmla="*/ 5157 w 5991"/>
                    <a:gd name="T17" fmla="*/ 2839 h 3396"/>
                    <a:gd name="T18" fmla="*/ 5350 w 5991"/>
                    <a:gd name="T19" fmla="*/ 2714 h 3396"/>
                    <a:gd name="T20" fmla="*/ 5523 w 5991"/>
                    <a:gd name="T21" fmla="*/ 2578 h 3396"/>
                    <a:gd name="T22" fmla="*/ 5671 w 5991"/>
                    <a:gd name="T23" fmla="*/ 2434 h 3396"/>
                    <a:gd name="T24" fmla="*/ 5794 w 5991"/>
                    <a:gd name="T25" fmla="*/ 2282 h 3396"/>
                    <a:gd name="T26" fmla="*/ 5889 w 5991"/>
                    <a:gd name="T27" fmla="*/ 2123 h 3396"/>
                    <a:gd name="T28" fmla="*/ 5953 w 5991"/>
                    <a:gd name="T29" fmla="*/ 1956 h 3396"/>
                    <a:gd name="T30" fmla="*/ 5986 w 5991"/>
                    <a:gd name="T31" fmla="*/ 1786 h 3396"/>
                    <a:gd name="T32" fmla="*/ 5990 w 5991"/>
                    <a:gd name="T33" fmla="*/ 1654 h 3396"/>
                    <a:gd name="T34" fmla="*/ 5964 w 5991"/>
                    <a:gd name="T35" fmla="*/ 1482 h 3396"/>
                    <a:gd name="T36" fmla="*/ 5908 w 5991"/>
                    <a:gd name="T37" fmla="*/ 1315 h 3396"/>
                    <a:gd name="T38" fmla="*/ 5819 w 5991"/>
                    <a:gd name="T39" fmla="*/ 1154 h 3396"/>
                    <a:gd name="T40" fmla="*/ 5704 w 5991"/>
                    <a:gd name="T41" fmla="*/ 1000 h 3396"/>
                    <a:gd name="T42" fmla="*/ 5563 w 5991"/>
                    <a:gd name="T43" fmla="*/ 852 h 3396"/>
                    <a:gd name="T44" fmla="*/ 5396 w 5991"/>
                    <a:gd name="T45" fmla="*/ 715 h 3396"/>
                    <a:gd name="T46" fmla="*/ 5207 w 5991"/>
                    <a:gd name="T47" fmla="*/ 587 h 3396"/>
                    <a:gd name="T48" fmla="*/ 4996 w 5991"/>
                    <a:gd name="T49" fmla="*/ 469 h 3396"/>
                    <a:gd name="T50" fmla="*/ 4768 w 5991"/>
                    <a:gd name="T51" fmla="*/ 363 h 3396"/>
                    <a:gd name="T52" fmla="*/ 4522 w 5991"/>
                    <a:gd name="T53" fmla="*/ 268 h 3396"/>
                    <a:gd name="T54" fmla="*/ 4261 w 5991"/>
                    <a:gd name="T55" fmla="*/ 186 h 3396"/>
                    <a:gd name="T56" fmla="*/ 3986 w 5991"/>
                    <a:gd name="T57" fmla="*/ 118 h 3396"/>
                    <a:gd name="T58" fmla="*/ 3700 w 5991"/>
                    <a:gd name="T59" fmla="*/ 65 h 3396"/>
                    <a:gd name="T60" fmla="*/ 3404 w 5991"/>
                    <a:gd name="T61" fmla="*/ 27 h 3396"/>
                    <a:gd name="T62" fmla="*/ 3102 w 5991"/>
                    <a:gd name="T63" fmla="*/ 5 h 3396"/>
                    <a:gd name="T64" fmla="*/ 2870 w 5991"/>
                    <a:gd name="T65" fmla="*/ 0 h 3396"/>
                    <a:gd name="T66" fmla="*/ 2272 w 5991"/>
                    <a:gd name="T67" fmla="*/ 20 h 3396"/>
                    <a:gd name="T68" fmla="*/ 1724 w 5991"/>
                    <a:gd name="T69" fmla="*/ 79 h 3396"/>
                    <a:gd name="T70" fmla="*/ 1235 w 5991"/>
                    <a:gd name="T71" fmla="*/ 170 h 3396"/>
                    <a:gd name="T72" fmla="*/ 862 w 5991"/>
                    <a:gd name="T73" fmla="*/ 276 h 3396"/>
                    <a:gd name="T74" fmla="*/ 677 w 5991"/>
                    <a:gd name="T75" fmla="*/ 345 h 3396"/>
                    <a:gd name="T76" fmla="*/ 510 w 5991"/>
                    <a:gd name="T77" fmla="*/ 420 h 3396"/>
                    <a:gd name="T78" fmla="*/ 365 w 5991"/>
                    <a:gd name="T79" fmla="*/ 502 h 3396"/>
                    <a:gd name="T80" fmla="*/ 242 w 5991"/>
                    <a:gd name="T81" fmla="*/ 588 h 3396"/>
                    <a:gd name="T82" fmla="*/ 143 w 5991"/>
                    <a:gd name="T83" fmla="*/ 678 h 3396"/>
                    <a:gd name="T84" fmla="*/ 69 w 5991"/>
                    <a:gd name="T85" fmla="*/ 773 h 3396"/>
                    <a:gd name="T86" fmla="*/ 21 w 5991"/>
                    <a:gd name="T87" fmla="*/ 872 h 3396"/>
                    <a:gd name="T88" fmla="*/ 0 w 5991"/>
                    <a:gd name="T89" fmla="*/ 973 h 3396"/>
                    <a:gd name="T90" fmla="*/ 2 w 5991"/>
                    <a:gd name="T91" fmla="*/ 1050 h 3396"/>
                    <a:gd name="T92" fmla="*/ 30 w 5991"/>
                    <a:gd name="T93" fmla="*/ 1151 h 3396"/>
                    <a:gd name="T94" fmla="*/ 86 w 5991"/>
                    <a:gd name="T95" fmla="*/ 1249 h 3396"/>
                    <a:gd name="T96" fmla="*/ 166 w 5991"/>
                    <a:gd name="T97" fmla="*/ 1342 h 3396"/>
                    <a:gd name="T98" fmla="*/ 270 w 5991"/>
                    <a:gd name="T99" fmla="*/ 1432 h 3396"/>
                    <a:gd name="T100" fmla="*/ 398 w 5991"/>
                    <a:gd name="T101" fmla="*/ 1517 h 3396"/>
                    <a:gd name="T102" fmla="*/ 550 w 5991"/>
                    <a:gd name="T103" fmla="*/ 1596 h 3396"/>
                    <a:gd name="T104" fmla="*/ 721 w 5991"/>
                    <a:gd name="T105" fmla="*/ 1670 h 3396"/>
                    <a:gd name="T106" fmla="*/ 912 w 5991"/>
                    <a:gd name="T107" fmla="*/ 1738 h 3396"/>
                    <a:gd name="T108" fmla="*/ 1351 w 5991"/>
                    <a:gd name="T109" fmla="*/ 1854 h 3396"/>
                    <a:gd name="T110" fmla="*/ 1856 w 5991"/>
                    <a:gd name="T111" fmla="*/ 1937 h 3396"/>
                    <a:gd name="T112" fmla="*/ 2417 w 5991"/>
                    <a:gd name="T113" fmla="*/ 1986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991" h="3396">
                      <a:moveTo>
                        <a:pt x="2870" y="3396"/>
                      </a:moveTo>
                      <a:lnTo>
                        <a:pt x="2870" y="3396"/>
                      </a:lnTo>
                      <a:lnTo>
                        <a:pt x="2948" y="3395"/>
                      </a:lnTo>
                      <a:lnTo>
                        <a:pt x="3025" y="3393"/>
                      </a:lnTo>
                      <a:lnTo>
                        <a:pt x="3102" y="3391"/>
                      </a:lnTo>
                      <a:lnTo>
                        <a:pt x="3179" y="3387"/>
                      </a:lnTo>
                      <a:lnTo>
                        <a:pt x="3254" y="3382"/>
                      </a:lnTo>
                      <a:lnTo>
                        <a:pt x="3330" y="3377"/>
                      </a:lnTo>
                      <a:lnTo>
                        <a:pt x="3404" y="3369"/>
                      </a:lnTo>
                      <a:lnTo>
                        <a:pt x="3480" y="3361"/>
                      </a:lnTo>
                      <a:lnTo>
                        <a:pt x="3553" y="3352"/>
                      </a:lnTo>
                      <a:lnTo>
                        <a:pt x="3627" y="3342"/>
                      </a:lnTo>
                      <a:lnTo>
                        <a:pt x="3700" y="3332"/>
                      </a:lnTo>
                      <a:lnTo>
                        <a:pt x="3772" y="3319"/>
                      </a:lnTo>
                      <a:lnTo>
                        <a:pt x="3844" y="3306"/>
                      </a:lnTo>
                      <a:lnTo>
                        <a:pt x="3916" y="3293"/>
                      </a:lnTo>
                      <a:lnTo>
                        <a:pt x="3986" y="3278"/>
                      </a:lnTo>
                      <a:lnTo>
                        <a:pt x="4056" y="3262"/>
                      </a:lnTo>
                      <a:lnTo>
                        <a:pt x="4125" y="3246"/>
                      </a:lnTo>
                      <a:lnTo>
                        <a:pt x="4193" y="3228"/>
                      </a:lnTo>
                      <a:lnTo>
                        <a:pt x="4261" y="3210"/>
                      </a:lnTo>
                      <a:lnTo>
                        <a:pt x="4327" y="3191"/>
                      </a:lnTo>
                      <a:lnTo>
                        <a:pt x="4393" y="3170"/>
                      </a:lnTo>
                      <a:lnTo>
                        <a:pt x="4458" y="3150"/>
                      </a:lnTo>
                      <a:lnTo>
                        <a:pt x="4522" y="3128"/>
                      </a:lnTo>
                      <a:lnTo>
                        <a:pt x="4585" y="3106"/>
                      </a:lnTo>
                      <a:lnTo>
                        <a:pt x="4647" y="3083"/>
                      </a:lnTo>
                      <a:lnTo>
                        <a:pt x="4708" y="3059"/>
                      </a:lnTo>
                      <a:lnTo>
                        <a:pt x="4768" y="3033"/>
                      </a:lnTo>
                      <a:lnTo>
                        <a:pt x="4827" y="3009"/>
                      </a:lnTo>
                      <a:lnTo>
                        <a:pt x="4885" y="2982"/>
                      </a:lnTo>
                      <a:lnTo>
                        <a:pt x="4941" y="2955"/>
                      </a:lnTo>
                      <a:lnTo>
                        <a:pt x="4996" y="2927"/>
                      </a:lnTo>
                      <a:lnTo>
                        <a:pt x="5052" y="2898"/>
                      </a:lnTo>
                      <a:lnTo>
                        <a:pt x="5104" y="2869"/>
                      </a:lnTo>
                      <a:lnTo>
                        <a:pt x="5157" y="2839"/>
                      </a:lnTo>
                      <a:lnTo>
                        <a:pt x="5207" y="2809"/>
                      </a:lnTo>
                      <a:lnTo>
                        <a:pt x="5255" y="2778"/>
                      </a:lnTo>
                      <a:lnTo>
                        <a:pt x="5304" y="2746"/>
                      </a:lnTo>
                      <a:lnTo>
                        <a:pt x="5350" y="2714"/>
                      </a:lnTo>
                      <a:lnTo>
                        <a:pt x="5396" y="2680"/>
                      </a:lnTo>
                      <a:lnTo>
                        <a:pt x="5440" y="2647"/>
                      </a:lnTo>
                      <a:lnTo>
                        <a:pt x="5482" y="2613"/>
                      </a:lnTo>
                      <a:lnTo>
                        <a:pt x="5523" y="2578"/>
                      </a:lnTo>
                      <a:lnTo>
                        <a:pt x="5563" y="2543"/>
                      </a:lnTo>
                      <a:lnTo>
                        <a:pt x="5600" y="2507"/>
                      </a:lnTo>
                      <a:lnTo>
                        <a:pt x="5636" y="2470"/>
                      </a:lnTo>
                      <a:lnTo>
                        <a:pt x="5671" y="2434"/>
                      </a:lnTo>
                      <a:lnTo>
                        <a:pt x="5704" y="2397"/>
                      </a:lnTo>
                      <a:lnTo>
                        <a:pt x="5736" y="2359"/>
                      </a:lnTo>
                      <a:lnTo>
                        <a:pt x="5766" y="2320"/>
                      </a:lnTo>
                      <a:lnTo>
                        <a:pt x="5794" y="2282"/>
                      </a:lnTo>
                      <a:lnTo>
                        <a:pt x="5819" y="2242"/>
                      </a:lnTo>
                      <a:lnTo>
                        <a:pt x="5845" y="2202"/>
                      </a:lnTo>
                      <a:lnTo>
                        <a:pt x="5867" y="2163"/>
                      </a:lnTo>
                      <a:lnTo>
                        <a:pt x="5889" y="2123"/>
                      </a:lnTo>
                      <a:lnTo>
                        <a:pt x="5908" y="2082"/>
                      </a:lnTo>
                      <a:lnTo>
                        <a:pt x="5925" y="2040"/>
                      </a:lnTo>
                      <a:lnTo>
                        <a:pt x="5940" y="1999"/>
                      </a:lnTo>
                      <a:lnTo>
                        <a:pt x="5953" y="1956"/>
                      </a:lnTo>
                      <a:lnTo>
                        <a:pt x="5964" y="1914"/>
                      </a:lnTo>
                      <a:lnTo>
                        <a:pt x="5973" y="1872"/>
                      </a:lnTo>
                      <a:lnTo>
                        <a:pt x="5981" y="1828"/>
                      </a:lnTo>
                      <a:lnTo>
                        <a:pt x="5986" y="1786"/>
                      </a:lnTo>
                      <a:lnTo>
                        <a:pt x="5990" y="1742"/>
                      </a:lnTo>
                      <a:lnTo>
                        <a:pt x="5991" y="1699"/>
                      </a:lnTo>
                      <a:lnTo>
                        <a:pt x="5991" y="1699"/>
                      </a:lnTo>
                      <a:lnTo>
                        <a:pt x="5990" y="1654"/>
                      </a:lnTo>
                      <a:lnTo>
                        <a:pt x="5986" y="1610"/>
                      </a:lnTo>
                      <a:lnTo>
                        <a:pt x="5981" y="1568"/>
                      </a:lnTo>
                      <a:lnTo>
                        <a:pt x="5973" y="1524"/>
                      </a:lnTo>
                      <a:lnTo>
                        <a:pt x="5964" y="1482"/>
                      </a:lnTo>
                      <a:lnTo>
                        <a:pt x="5953" y="1440"/>
                      </a:lnTo>
                      <a:lnTo>
                        <a:pt x="5940" y="1397"/>
                      </a:lnTo>
                      <a:lnTo>
                        <a:pt x="5925" y="1356"/>
                      </a:lnTo>
                      <a:lnTo>
                        <a:pt x="5908" y="1315"/>
                      </a:lnTo>
                      <a:lnTo>
                        <a:pt x="5889" y="1274"/>
                      </a:lnTo>
                      <a:lnTo>
                        <a:pt x="5867" y="1233"/>
                      </a:lnTo>
                      <a:lnTo>
                        <a:pt x="5845" y="1193"/>
                      </a:lnTo>
                      <a:lnTo>
                        <a:pt x="5819" y="1154"/>
                      </a:lnTo>
                      <a:lnTo>
                        <a:pt x="5794" y="1114"/>
                      </a:lnTo>
                      <a:lnTo>
                        <a:pt x="5766" y="1076"/>
                      </a:lnTo>
                      <a:lnTo>
                        <a:pt x="5736" y="1037"/>
                      </a:lnTo>
                      <a:lnTo>
                        <a:pt x="5704" y="1000"/>
                      </a:lnTo>
                      <a:lnTo>
                        <a:pt x="5671" y="961"/>
                      </a:lnTo>
                      <a:lnTo>
                        <a:pt x="5636" y="926"/>
                      </a:lnTo>
                      <a:lnTo>
                        <a:pt x="5600" y="888"/>
                      </a:lnTo>
                      <a:lnTo>
                        <a:pt x="5563" y="852"/>
                      </a:lnTo>
                      <a:lnTo>
                        <a:pt x="5523" y="818"/>
                      </a:lnTo>
                      <a:lnTo>
                        <a:pt x="5482" y="783"/>
                      </a:lnTo>
                      <a:lnTo>
                        <a:pt x="5440" y="749"/>
                      </a:lnTo>
                      <a:lnTo>
                        <a:pt x="5396" y="715"/>
                      </a:lnTo>
                      <a:lnTo>
                        <a:pt x="5350" y="682"/>
                      </a:lnTo>
                      <a:lnTo>
                        <a:pt x="5304" y="650"/>
                      </a:lnTo>
                      <a:lnTo>
                        <a:pt x="5255" y="618"/>
                      </a:lnTo>
                      <a:lnTo>
                        <a:pt x="5207" y="587"/>
                      </a:lnTo>
                      <a:lnTo>
                        <a:pt x="5157" y="556"/>
                      </a:lnTo>
                      <a:lnTo>
                        <a:pt x="5104" y="527"/>
                      </a:lnTo>
                      <a:lnTo>
                        <a:pt x="5052" y="497"/>
                      </a:lnTo>
                      <a:lnTo>
                        <a:pt x="4996" y="469"/>
                      </a:lnTo>
                      <a:lnTo>
                        <a:pt x="4941" y="441"/>
                      </a:lnTo>
                      <a:lnTo>
                        <a:pt x="4885" y="414"/>
                      </a:lnTo>
                      <a:lnTo>
                        <a:pt x="4827" y="388"/>
                      </a:lnTo>
                      <a:lnTo>
                        <a:pt x="4768" y="363"/>
                      </a:lnTo>
                      <a:lnTo>
                        <a:pt x="4708" y="337"/>
                      </a:lnTo>
                      <a:lnTo>
                        <a:pt x="4647" y="314"/>
                      </a:lnTo>
                      <a:lnTo>
                        <a:pt x="4585" y="290"/>
                      </a:lnTo>
                      <a:lnTo>
                        <a:pt x="4522" y="268"/>
                      </a:lnTo>
                      <a:lnTo>
                        <a:pt x="4458" y="246"/>
                      </a:lnTo>
                      <a:lnTo>
                        <a:pt x="4393" y="226"/>
                      </a:lnTo>
                      <a:lnTo>
                        <a:pt x="4327" y="205"/>
                      </a:lnTo>
                      <a:lnTo>
                        <a:pt x="4261" y="186"/>
                      </a:lnTo>
                      <a:lnTo>
                        <a:pt x="4193" y="168"/>
                      </a:lnTo>
                      <a:lnTo>
                        <a:pt x="4125" y="150"/>
                      </a:lnTo>
                      <a:lnTo>
                        <a:pt x="4056" y="133"/>
                      </a:lnTo>
                      <a:lnTo>
                        <a:pt x="3986" y="118"/>
                      </a:lnTo>
                      <a:lnTo>
                        <a:pt x="3916" y="104"/>
                      </a:lnTo>
                      <a:lnTo>
                        <a:pt x="3844" y="90"/>
                      </a:lnTo>
                      <a:lnTo>
                        <a:pt x="3772" y="77"/>
                      </a:lnTo>
                      <a:lnTo>
                        <a:pt x="3700" y="65"/>
                      </a:lnTo>
                      <a:lnTo>
                        <a:pt x="3627" y="54"/>
                      </a:lnTo>
                      <a:lnTo>
                        <a:pt x="3553" y="44"/>
                      </a:lnTo>
                      <a:lnTo>
                        <a:pt x="3480" y="35"/>
                      </a:lnTo>
                      <a:lnTo>
                        <a:pt x="3404" y="27"/>
                      </a:lnTo>
                      <a:lnTo>
                        <a:pt x="3330" y="20"/>
                      </a:lnTo>
                      <a:lnTo>
                        <a:pt x="3254" y="14"/>
                      </a:lnTo>
                      <a:lnTo>
                        <a:pt x="3179" y="9"/>
                      </a:lnTo>
                      <a:lnTo>
                        <a:pt x="3102" y="5"/>
                      </a:lnTo>
                      <a:lnTo>
                        <a:pt x="3025" y="3"/>
                      </a:lnTo>
                      <a:lnTo>
                        <a:pt x="2948" y="1"/>
                      </a:lnTo>
                      <a:lnTo>
                        <a:pt x="2870" y="0"/>
                      </a:lnTo>
                      <a:lnTo>
                        <a:pt x="2870" y="0"/>
                      </a:lnTo>
                      <a:lnTo>
                        <a:pt x="2716" y="1"/>
                      </a:lnTo>
                      <a:lnTo>
                        <a:pt x="2566" y="5"/>
                      </a:lnTo>
                      <a:lnTo>
                        <a:pt x="2417" y="12"/>
                      </a:lnTo>
                      <a:lnTo>
                        <a:pt x="2272" y="20"/>
                      </a:lnTo>
                      <a:lnTo>
                        <a:pt x="2130" y="32"/>
                      </a:lnTo>
                      <a:lnTo>
                        <a:pt x="1990" y="45"/>
                      </a:lnTo>
                      <a:lnTo>
                        <a:pt x="1856" y="62"/>
                      </a:lnTo>
                      <a:lnTo>
                        <a:pt x="1724" y="79"/>
                      </a:lnTo>
                      <a:lnTo>
                        <a:pt x="1596" y="99"/>
                      </a:lnTo>
                      <a:lnTo>
                        <a:pt x="1471" y="120"/>
                      </a:lnTo>
                      <a:lnTo>
                        <a:pt x="1351" y="145"/>
                      </a:lnTo>
                      <a:lnTo>
                        <a:pt x="1235" y="170"/>
                      </a:lnTo>
                      <a:lnTo>
                        <a:pt x="1123" y="199"/>
                      </a:lnTo>
                      <a:lnTo>
                        <a:pt x="1015" y="228"/>
                      </a:lnTo>
                      <a:lnTo>
                        <a:pt x="912" y="260"/>
                      </a:lnTo>
                      <a:lnTo>
                        <a:pt x="862" y="276"/>
                      </a:lnTo>
                      <a:lnTo>
                        <a:pt x="815" y="292"/>
                      </a:lnTo>
                      <a:lnTo>
                        <a:pt x="768" y="310"/>
                      </a:lnTo>
                      <a:lnTo>
                        <a:pt x="721" y="328"/>
                      </a:lnTo>
                      <a:lnTo>
                        <a:pt x="677" y="345"/>
                      </a:lnTo>
                      <a:lnTo>
                        <a:pt x="633" y="364"/>
                      </a:lnTo>
                      <a:lnTo>
                        <a:pt x="591" y="382"/>
                      </a:lnTo>
                      <a:lnTo>
                        <a:pt x="550" y="401"/>
                      </a:lnTo>
                      <a:lnTo>
                        <a:pt x="510" y="420"/>
                      </a:lnTo>
                      <a:lnTo>
                        <a:pt x="471" y="441"/>
                      </a:lnTo>
                      <a:lnTo>
                        <a:pt x="434" y="460"/>
                      </a:lnTo>
                      <a:lnTo>
                        <a:pt x="398" y="481"/>
                      </a:lnTo>
                      <a:lnTo>
                        <a:pt x="365" y="502"/>
                      </a:lnTo>
                      <a:lnTo>
                        <a:pt x="332" y="523"/>
                      </a:lnTo>
                      <a:lnTo>
                        <a:pt x="301" y="545"/>
                      </a:lnTo>
                      <a:lnTo>
                        <a:pt x="270" y="567"/>
                      </a:lnTo>
                      <a:lnTo>
                        <a:pt x="242" y="588"/>
                      </a:lnTo>
                      <a:lnTo>
                        <a:pt x="215" y="610"/>
                      </a:lnTo>
                      <a:lnTo>
                        <a:pt x="189" y="633"/>
                      </a:lnTo>
                      <a:lnTo>
                        <a:pt x="166" y="655"/>
                      </a:lnTo>
                      <a:lnTo>
                        <a:pt x="143" y="678"/>
                      </a:lnTo>
                      <a:lnTo>
                        <a:pt x="123" y="702"/>
                      </a:lnTo>
                      <a:lnTo>
                        <a:pt x="104" y="726"/>
                      </a:lnTo>
                      <a:lnTo>
                        <a:pt x="86" y="750"/>
                      </a:lnTo>
                      <a:lnTo>
                        <a:pt x="69" y="773"/>
                      </a:lnTo>
                      <a:lnTo>
                        <a:pt x="55" y="797"/>
                      </a:lnTo>
                      <a:lnTo>
                        <a:pt x="42" y="822"/>
                      </a:lnTo>
                      <a:lnTo>
                        <a:pt x="30" y="847"/>
                      </a:lnTo>
                      <a:lnTo>
                        <a:pt x="21" y="872"/>
                      </a:lnTo>
                      <a:lnTo>
                        <a:pt x="14" y="897"/>
                      </a:lnTo>
                      <a:lnTo>
                        <a:pt x="7" y="922"/>
                      </a:lnTo>
                      <a:lnTo>
                        <a:pt x="2" y="947"/>
                      </a:lnTo>
                      <a:lnTo>
                        <a:pt x="0" y="973"/>
                      </a:lnTo>
                      <a:lnTo>
                        <a:pt x="0" y="999"/>
                      </a:lnTo>
                      <a:lnTo>
                        <a:pt x="0" y="999"/>
                      </a:lnTo>
                      <a:lnTo>
                        <a:pt x="0" y="1024"/>
                      </a:lnTo>
                      <a:lnTo>
                        <a:pt x="2" y="1050"/>
                      </a:lnTo>
                      <a:lnTo>
                        <a:pt x="7" y="1076"/>
                      </a:lnTo>
                      <a:lnTo>
                        <a:pt x="14" y="1101"/>
                      </a:lnTo>
                      <a:lnTo>
                        <a:pt x="21" y="1127"/>
                      </a:lnTo>
                      <a:lnTo>
                        <a:pt x="30" y="1151"/>
                      </a:lnTo>
                      <a:lnTo>
                        <a:pt x="42" y="1176"/>
                      </a:lnTo>
                      <a:lnTo>
                        <a:pt x="55" y="1200"/>
                      </a:lnTo>
                      <a:lnTo>
                        <a:pt x="69" y="1224"/>
                      </a:lnTo>
                      <a:lnTo>
                        <a:pt x="86" y="1249"/>
                      </a:lnTo>
                      <a:lnTo>
                        <a:pt x="104" y="1273"/>
                      </a:lnTo>
                      <a:lnTo>
                        <a:pt x="123" y="1296"/>
                      </a:lnTo>
                      <a:lnTo>
                        <a:pt x="143" y="1319"/>
                      </a:lnTo>
                      <a:lnTo>
                        <a:pt x="166" y="1342"/>
                      </a:lnTo>
                      <a:lnTo>
                        <a:pt x="189" y="1365"/>
                      </a:lnTo>
                      <a:lnTo>
                        <a:pt x="215" y="1388"/>
                      </a:lnTo>
                      <a:lnTo>
                        <a:pt x="242" y="1410"/>
                      </a:lnTo>
                      <a:lnTo>
                        <a:pt x="270" y="1432"/>
                      </a:lnTo>
                      <a:lnTo>
                        <a:pt x="301" y="1454"/>
                      </a:lnTo>
                      <a:lnTo>
                        <a:pt x="332" y="1475"/>
                      </a:lnTo>
                      <a:lnTo>
                        <a:pt x="365" y="1496"/>
                      </a:lnTo>
                      <a:lnTo>
                        <a:pt x="398" y="1517"/>
                      </a:lnTo>
                      <a:lnTo>
                        <a:pt x="434" y="1537"/>
                      </a:lnTo>
                      <a:lnTo>
                        <a:pt x="471" y="1558"/>
                      </a:lnTo>
                      <a:lnTo>
                        <a:pt x="510" y="1577"/>
                      </a:lnTo>
                      <a:lnTo>
                        <a:pt x="550" y="1596"/>
                      </a:lnTo>
                      <a:lnTo>
                        <a:pt x="591" y="1615"/>
                      </a:lnTo>
                      <a:lnTo>
                        <a:pt x="633" y="1634"/>
                      </a:lnTo>
                      <a:lnTo>
                        <a:pt x="677" y="1652"/>
                      </a:lnTo>
                      <a:lnTo>
                        <a:pt x="721" y="1670"/>
                      </a:lnTo>
                      <a:lnTo>
                        <a:pt x="768" y="1688"/>
                      </a:lnTo>
                      <a:lnTo>
                        <a:pt x="815" y="1705"/>
                      </a:lnTo>
                      <a:lnTo>
                        <a:pt x="862" y="1722"/>
                      </a:lnTo>
                      <a:lnTo>
                        <a:pt x="912" y="1738"/>
                      </a:lnTo>
                      <a:lnTo>
                        <a:pt x="1015" y="1769"/>
                      </a:lnTo>
                      <a:lnTo>
                        <a:pt x="1123" y="1800"/>
                      </a:lnTo>
                      <a:lnTo>
                        <a:pt x="1235" y="1827"/>
                      </a:lnTo>
                      <a:lnTo>
                        <a:pt x="1351" y="1854"/>
                      </a:lnTo>
                      <a:lnTo>
                        <a:pt x="1471" y="1877"/>
                      </a:lnTo>
                      <a:lnTo>
                        <a:pt x="1596" y="1899"/>
                      </a:lnTo>
                      <a:lnTo>
                        <a:pt x="1724" y="1919"/>
                      </a:lnTo>
                      <a:lnTo>
                        <a:pt x="1856" y="1937"/>
                      </a:lnTo>
                      <a:lnTo>
                        <a:pt x="1990" y="1952"/>
                      </a:lnTo>
                      <a:lnTo>
                        <a:pt x="2130" y="1966"/>
                      </a:lnTo>
                      <a:lnTo>
                        <a:pt x="2272" y="1977"/>
                      </a:lnTo>
                      <a:lnTo>
                        <a:pt x="2417" y="1986"/>
                      </a:lnTo>
                      <a:lnTo>
                        <a:pt x="2566" y="1992"/>
                      </a:lnTo>
                      <a:lnTo>
                        <a:pt x="2716" y="1996"/>
                      </a:lnTo>
                      <a:lnTo>
                        <a:pt x="2870" y="1997"/>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478093" rtl="0" eaLnBrk="1" latinLnBrk="0" hangingPunct="1">
                    <a:defRPr sz="1883" kern="1200">
                      <a:solidFill>
                        <a:schemeClr val="tx1"/>
                      </a:solidFill>
                      <a:latin typeface="+mn-lt"/>
                      <a:ea typeface="+mn-ea"/>
                      <a:cs typeface="+mn-cs"/>
                    </a:defRPr>
                  </a:lvl1pPr>
                  <a:lvl2pPr marL="478093" algn="l" defTabSz="478093" rtl="0" eaLnBrk="1" latinLnBrk="0" hangingPunct="1">
                    <a:defRPr sz="1883" kern="1200">
                      <a:solidFill>
                        <a:schemeClr val="tx1"/>
                      </a:solidFill>
                      <a:latin typeface="+mn-lt"/>
                      <a:ea typeface="+mn-ea"/>
                      <a:cs typeface="+mn-cs"/>
                    </a:defRPr>
                  </a:lvl2pPr>
                  <a:lvl3pPr marL="956184" algn="l" defTabSz="478093" rtl="0" eaLnBrk="1" latinLnBrk="0" hangingPunct="1">
                    <a:defRPr sz="1883" kern="1200">
                      <a:solidFill>
                        <a:schemeClr val="tx1"/>
                      </a:solidFill>
                      <a:latin typeface="+mn-lt"/>
                      <a:ea typeface="+mn-ea"/>
                      <a:cs typeface="+mn-cs"/>
                    </a:defRPr>
                  </a:lvl3pPr>
                  <a:lvl4pPr marL="1434277" algn="l" defTabSz="478093" rtl="0" eaLnBrk="1" latinLnBrk="0" hangingPunct="1">
                    <a:defRPr sz="1883" kern="1200">
                      <a:solidFill>
                        <a:schemeClr val="tx1"/>
                      </a:solidFill>
                      <a:latin typeface="+mn-lt"/>
                      <a:ea typeface="+mn-ea"/>
                      <a:cs typeface="+mn-cs"/>
                    </a:defRPr>
                  </a:lvl4pPr>
                  <a:lvl5pPr marL="1912370" algn="l" defTabSz="478093" rtl="0" eaLnBrk="1" latinLnBrk="0" hangingPunct="1">
                    <a:defRPr sz="1883" kern="1200">
                      <a:solidFill>
                        <a:schemeClr val="tx1"/>
                      </a:solidFill>
                      <a:latin typeface="+mn-lt"/>
                      <a:ea typeface="+mn-ea"/>
                      <a:cs typeface="+mn-cs"/>
                    </a:defRPr>
                  </a:lvl5pPr>
                  <a:lvl6pPr marL="2390462" algn="l" defTabSz="478093" rtl="0" eaLnBrk="1" latinLnBrk="0" hangingPunct="1">
                    <a:defRPr sz="1883" kern="1200">
                      <a:solidFill>
                        <a:schemeClr val="tx1"/>
                      </a:solidFill>
                      <a:latin typeface="+mn-lt"/>
                      <a:ea typeface="+mn-ea"/>
                      <a:cs typeface="+mn-cs"/>
                    </a:defRPr>
                  </a:lvl6pPr>
                  <a:lvl7pPr marL="2868554" algn="l" defTabSz="478093" rtl="0" eaLnBrk="1" latinLnBrk="0" hangingPunct="1">
                    <a:defRPr sz="1883" kern="1200">
                      <a:solidFill>
                        <a:schemeClr val="tx1"/>
                      </a:solidFill>
                      <a:latin typeface="+mn-lt"/>
                      <a:ea typeface="+mn-ea"/>
                      <a:cs typeface="+mn-cs"/>
                    </a:defRPr>
                  </a:lvl7pPr>
                  <a:lvl8pPr marL="3346646" algn="l" defTabSz="478093" rtl="0" eaLnBrk="1" latinLnBrk="0" hangingPunct="1">
                    <a:defRPr sz="1883" kern="1200">
                      <a:solidFill>
                        <a:schemeClr val="tx1"/>
                      </a:solidFill>
                      <a:latin typeface="+mn-lt"/>
                      <a:ea typeface="+mn-ea"/>
                      <a:cs typeface="+mn-cs"/>
                    </a:defRPr>
                  </a:lvl8pPr>
                  <a:lvl9pPr marL="3824739" algn="l" defTabSz="478093" rtl="0" eaLnBrk="1" latinLnBrk="0" hangingPunct="1">
                    <a:defRPr sz="1883" kern="1200">
                      <a:solidFill>
                        <a:schemeClr val="tx1"/>
                      </a:solidFill>
                      <a:latin typeface="+mn-lt"/>
                      <a:ea typeface="+mn-ea"/>
                      <a:cs typeface="+mn-cs"/>
                    </a:defRPr>
                  </a:lvl9pPr>
                </a:lstStyle>
                <a:p>
                  <a:endParaRPr lang="ja-JP" altLang="en-US"/>
                </a:p>
              </p:txBody>
            </p:sp>
            <p:sp>
              <p:nvSpPr>
                <p:cNvPr id="122" name="Freeform 42">
                  <a:extLst>
                    <a:ext uri="{FF2B5EF4-FFF2-40B4-BE49-F238E27FC236}">
                      <a16:creationId xmlns:a16="http://schemas.microsoft.com/office/drawing/2014/main" id="{5D08D684-EA89-6459-1683-2348F7084C61}"/>
                    </a:ext>
                  </a:extLst>
                </p:cNvPr>
                <p:cNvSpPr>
                  <a:spLocks/>
                </p:cNvSpPr>
                <p:nvPr/>
              </p:nvSpPr>
              <p:spPr bwMode="auto">
                <a:xfrm>
                  <a:off x="3131984" y="5267334"/>
                  <a:ext cx="270003" cy="90001"/>
                </a:xfrm>
                <a:custGeom>
                  <a:avLst/>
                  <a:gdLst>
                    <a:gd name="T0" fmla="*/ 3025 w 5991"/>
                    <a:gd name="T1" fmla="*/ 3393 h 3396"/>
                    <a:gd name="T2" fmla="*/ 3330 w 5991"/>
                    <a:gd name="T3" fmla="*/ 3377 h 3396"/>
                    <a:gd name="T4" fmla="*/ 3627 w 5991"/>
                    <a:gd name="T5" fmla="*/ 3342 h 3396"/>
                    <a:gd name="T6" fmla="*/ 3916 w 5991"/>
                    <a:gd name="T7" fmla="*/ 3293 h 3396"/>
                    <a:gd name="T8" fmla="*/ 4193 w 5991"/>
                    <a:gd name="T9" fmla="*/ 3228 h 3396"/>
                    <a:gd name="T10" fmla="*/ 4458 w 5991"/>
                    <a:gd name="T11" fmla="*/ 3150 h 3396"/>
                    <a:gd name="T12" fmla="*/ 4708 w 5991"/>
                    <a:gd name="T13" fmla="*/ 3059 h 3396"/>
                    <a:gd name="T14" fmla="*/ 4941 w 5991"/>
                    <a:gd name="T15" fmla="*/ 2955 h 3396"/>
                    <a:gd name="T16" fmla="*/ 5157 w 5991"/>
                    <a:gd name="T17" fmla="*/ 2839 h 3396"/>
                    <a:gd name="T18" fmla="*/ 5350 w 5991"/>
                    <a:gd name="T19" fmla="*/ 2714 h 3396"/>
                    <a:gd name="T20" fmla="*/ 5523 w 5991"/>
                    <a:gd name="T21" fmla="*/ 2578 h 3396"/>
                    <a:gd name="T22" fmla="*/ 5671 w 5991"/>
                    <a:gd name="T23" fmla="*/ 2434 h 3396"/>
                    <a:gd name="T24" fmla="*/ 5794 w 5991"/>
                    <a:gd name="T25" fmla="*/ 2282 h 3396"/>
                    <a:gd name="T26" fmla="*/ 5889 w 5991"/>
                    <a:gd name="T27" fmla="*/ 2123 h 3396"/>
                    <a:gd name="T28" fmla="*/ 5953 w 5991"/>
                    <a:gd name="T29" fmla="*/ 1956 h 3396"/>
                    <a:gd name="T30" fmla="*/ 5986 w 5991"/>
                    <a:gd name="T31" fmla="*/ 1786 h 3396"/>
                    <a:gd name="T32" fmla="*/ 5990 w 5991"/>
                    <a:gd name="T33" fmla="*/ 1654 h 3396"/>
                    <a:gd name="T34" fmla="*/ 5964 w 5991"/>
                    <a:gd name="T35" fmla="*/ 1482 h 3396"/>
                    <a:gd name="T36" fmla="*/ 5908 w 5991"/>
                    <a:gd name="T37" fmla="*/ 1315 h 3396"/>
                    <a:gd name="T38" fmla="*/ 5819 w 5991"/>
                    <a:gd name="T39" fmla="*/ 1154 h 3396"/>
                    <a:gd name="T40" fmla="*/ 5704 w 5991"/>
                    <a:gd name="T41" fmla="*/ 1000 h 3396"/>
                    <a:gd name="T42" fmla="*/ 5563 w 5991"/>
                    <a:gd name="T43" fmla="*/ 852 h 3396"/>
                    <a:gd name="T44" fmla="*/ 5396 w 5991"/>
                    <a:gd name="T45" fmla="*/ 715 h 3396"/>
                    <a:gd name="T46" fmla="*/ 5207 w 5991"/>
                    <a:gd name="T47" fmla="*/ 587 h 3396"/>
                    <a:gd name="T48" fmla="*/ 4996 w 5991"/>
                    <a:gd name="T49" fmla="*/ 469 h 3396"/>
                    <a:gd name="T50" fmla="*/ 4768 w 5991"/>
                    <a:gd name="T51" fmla="*/ 363 h 3396"/>
                    <a:gd name="T52" fmla="*/ 4522 w 5991"/>
                    <a:gd name="T53" fmla="*/ 268 h 3396"/>
                    <a:gd name="T54" fmla="*/ 4261 w 5991"/>
                    <a:gd name="T55" fmla="*/ 186 h 3396"/>
                    <a:gd name="T56" fmla="*/ 3986 w 5991"/>
                    <a:gd name="T57" fmla="*/ 118 h 3396"/>
                    <a:gd name="T58" fmla="*/ 3700 w 5991"/>
                    <a:gd name="T59" fmla="*/ 65 h 3396"/>
                    <a:gd name="T60" fmla="*/ 3404 w 5991"/>
                    <a:gd name="T61" fmla="*/ 27 h 3396"/>
                    <a:gd name="T62" fmla="*/ 3102 w 5991"/>
                    <a:gd name="T63" fmla="*/ 5 h 3396"/>
                    <a:gd name="T64" fmla="*/ 2870 w 5991"/>
                    <a:gd name="T65" fmla="*/ 0 h 3396"/>
                    <a:gd name="T66" fmla="*/ 2272 w 5991"/>
                    <a:gd name="T67" fmla="*/ 20 h 3396"/>
                    <a:gd name="T68" fmla="*/ 1724 w 5991"/>
                    <a:gd name="T69" fmla="*/ 79 h 3396"/>
                    <a:gd name="T70" fmla="*/ 1235 w 5991"/>
                    <a:gd name="T71" fmla="*/ 170 h 3396"/>
                    <a:gd name="T72" fmla="*/ 862 w 5991"/>
                    <a:gd name="T73" fmla="*/ 276 h 3396"/>
                    <a:gd name="T74" fmla="*/ 677 w 5991"/>
                    <a:gd name="T75" fmla="*/ 345 h 3396"/>
                    <a:gd name="T76" fmla="*/ 510 w 5991"/>
                    <a:gd name="T77" fmla="*/ 420 h 3396"/>
                    <a:gd name="T78" fmla="*/ 365 w 5991"/>
                    <a:gd name="T79" fmla="*/ 502 h 3396"/>
                    <a:gd name="T80" fmla="*/ 242 w 5991"/>
                    <a:gd name="T81" fmla="*/ 588 h 3396"/>
                    <a:gd name="T82" fmla="*/ 143 w 5991"/>
                    <a:gd name="T83" fmla="*/ 678 h 3396"/>
                    <a:gd name="T84" fmla="*/ 69 w 5991"/>
                    <a:gd name="T85" fmla="*/ 773 h 3396"/>
                    <a:gd name="T86" fmla="*/ 21 w 5991"/>
                    <a:gd name="T87" fmla="*/ 872 h 3396"/>
                    <a:gd name="T88" fmla="*/ 0 w 5991"/>
                    <a:gd name="T89" fmla="*/ 973 h 3396"/>
                    <a:gd name="T90" fmla="*/ 2 w 5991"/>
                    <a:gd name="T91" fmla="*/ 1050 h 3396"/>
                    <a:gd name="T92" fmla="*/ 30 w 5991"/>
                    <a:gd name="T93" fmla="*/ 1151 h 3396"/>
                    <a:gd name="T94" fmla="*/ 86 w 5991"/>
                    <a:gd name="T95" fmla="*/ 1249 h 3396"/>
                    <a:gd name="T96" fmla="*/ 166 w 5991"/>
                    <a:gd name="T97" fmla="*/ 1342 h 3396"/>
                    <a:gd name="T98" fmla="*/ 270 w 5991"/>
                    <a:gd name="T99" fmla="*/ 1432 h 3396"/>
                    <a:gd name="T100" fmla="*/ 398 w 5991"/>
                    <a:gd name="T101" fmla="*/ 1517 h 3396"/>
                    <a:gd name="T102" fmla="*/ 550 w 5991"/>
                    <a:gd name="T103" fmla="*/ 1596 h 3396"/>
                    <a:gd name="T104" fmla="*/ 721 w 5991"/>
                    <a:gd name="T105" fmla="*/ 1670 h 3396"/>
                    <a:gd name="T106" fmla="*/ 912 w 5991"/>
                    <a:gd name="T107" fmla="*/ 1738 h 3396"/>
                    <a:gd name="T108" fmla="*/ 1351 w 5991"/>
                    <a:gd name="T109" fmla="*/ 1854 h 3396"/>
                    <a:gd name="T110" fmla="*/ 1856 w 5991"/>
                    <a:gd name="T111" fmla="*/ 1937 h 3396"/>
                    <a:gd name="T112" fmla="*/ 2417 w 5991"/>
                    <a:gd name="T113" fmla="*/ 1986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991" h="3396">
                      <a:moveTo>
                        <a:pt x="2870" y="3396"/>
                      </a:moveTo>
                      <a:lnTo>
                        <a:pt x="2870" y="3396"/>
                      </a:lnTo>
                      <a:lnTo>
                        <a:pt x="2948" y="3395"/>
                      </a:lnTo>
                      <a:lnTo>
                        <a:pt x="3025" y="3393"/>
                      </a:lnTo>
                      <a:lnTo>
                        <a:pt x="3102" y="3391"/>
                      </a:lnTo>
                      <a:lnTo>
                        <a:pt x="3179" y="3387"/>
                      </a:lnTo>
                      <a:lnTo>
                        <a:pt x="3254" y="3382"/>
                      </a:lnTo>
                      <a:lnTo>
                        <a:pt x="3330" y="3377"/>
                      </a:lnTo>
                      <a:lnTo>
                        <a:pt x="3404" y="3369"/>
                      </a:lnTo>
                      <a:lnTo>
                        <a:pt x="3480" y="3361"/>
                      </a:lnTo>
                      <a:lnTo>
                        <a:pt x="3553" y="3352"/>
                      </a:lnTo>
                      <a:lnTo>
                        <a:pt x="3627" y="3342"/>
                      </a:lnTo>
                      <a:lnTo>
                        <a:pt x="3700" y="3332"/>
                      </a:lnTo>
                      <a:lnTo>
                        <a:pt x="3772" y="3319"/>
                      </a:lnTo>
                      <a:lnTo>
                        <a:pt x="3844" y="3306"/>
                      </a:lnTo>
                      <a:lnTo>
                        <a:pt x="3916" y="3293"/>
                      </a:lnTo>
                      <a:lnTo>
                        <a:pt x="3986" y="3278"/>
                      </a:lnTo>
                      <a:lnTo>
                        <a:pt x="4056" y="3262"/>
                      </a:lnTo>
                      <a:lnTo>
                        <a:pt x="4125" y="3246"/>
                      </a:lnTo>
                      <a:lnTo>
                        <a:pt x="4193" y="3228"/>
                      </a:lnTo>
                      <a:lnTo>
                        <a:pt x="4261" y="3210"/>
                      </a:lnTo>
                      <a:lnTo>
                        <a:pt x="4327" y="3191"/>
                      </a:lnTo>
                      <a:lnTo>
                        <a:pt x="4393" y="3170"/>
                      </a:lnTo>
                      <a:lnTo>
                        <a:pt x="4458" y="3150"/>
                      </a:lnTo>
                      <a:lnTo>
                        <a:pt x="4522" y="3128"/>
                      </a:lnTo>
                      <a:lnTo>
                        <a:pt x="4585" y="3106"/>
                      </a:lnTo>
                      <a:lnTo>
                        <a:pt x="4647" y="3083"/>
                      </a:lnTo>
                      <a:lnTo>
                        <a:pt x="4708" y="3059"/>
                      </a:lnTo>
                      <a:lnTo>
                        <a:pt x="4768" y="3033"/>
                      </a:lnTo>
                      <a:lnTo>
                        <a:pt x="4827" y="3009"/>
                      </a:lnTo>
                      <a:lnTo>
                        <a:pt x="4885" y="2982"/>
                      </a:lnTo>
                      <a:lnTo>
                        <a:pt x="4941" y="2955"/>
                      </a:lnTo>
                      <a:lnTo>
                        <a:pt x="4996" y="2927"/>
                      </a:lnTo>
                      <a:lnTo>
                        <a:pt x="5052" y="2898"/>
                      </a:lnTo>
                      <a:lnTo>
                        <a:pt x="5104" y="2869"/>
                      </a:lnTo>
                      <a:lnTo>
                        <a:pt x="5157" y="2839"/>
                      </a:lnTo>
                      <a:lnTo>
                        <a:pt x="5207" y="2809"/>
                      </a:lnTo>
                      <a:lnTo>
                        <a:pt x="5255" y="2778"/>
                      </a:lnTo>
                      <a:lnTo>
                        <a:pt x="5304" y="2746"/>
                      </a:lnTo>
                      <a:lnTo>
                        <a:pt x="5350" y="2714"/>
                      </a:lnTo>
                      <a:lnTo>
                        <a:pt x="5396" y="2680"/>
                      </a:lnTo>
                      <a:lnTo>
                        <a:pt x="5440" y="2647"/>
                      </a:lnTo>
                      <a:lnTo>
                        <a:pt x="5482" y="2613"/>
                      </a:lnTo>
                      <a:lnTo>
                        <a:pt x="5523" y="2578"/>
                      </a:lnTo>
                      <a:lnTo>
                        <a:pt x="5563" y="2543"/>
                      </a:lnTo>
                      <a:lnTo>
                        <a:pt x="5600" y="2507"/>
                      </a:lnTo>
                      <a:lnTo>
                        <a:pt x="5636" y="2470"/>
                      </a:lnTo>
                      <a:lnTo>
                        <a:pt x="5671" y="2434"/>
                      </a:lnTo>
                      <a:lnTo>
                        <a:pt x="5704" y="2397"/>
                      </a:lnTo>
                      <a:lnTo>
                        <a:pt x="5736" y="2359"/>
                      </a:lnTo>
                      <a:lnTo>
                        <a:pt x="5766" y="2320"/>
                      </a:lnTo>
                      <a:lnTo>
                        <a:pt x="5794" y="2282"/>
                      </a:lnTo>
                      <a:lnTo>
                        <a:pt x="5819" y="2242"/>
                      </a:lnTo>
                      <a:lnTo>
                        <a:pt x="5845" y="2202"/>
                      </a:lnTo>
                      <a:lnTo>
                        <a:pt x="5867" y="2163"/>
                      </a:lnTo>
                      <a:lnTo>
                        <a:pt x="5889" y="2123"/>
                      </a:lnTo>
                      <a:lnTo>
                        <a:pt x="5908" y="2082"/>
                      </a:lnTo>
                      <a:lnTo>
                        <a:pt x="5925" y="2040"/>
                      </a:lnTo>
                      <a:lnTo>
                        <a:pt x="5940" y="1999"/>
                      </a:lnTo>
                      <a:lnTo>
                        <a:pt x="5953" y="1956"/>
                      </a:lnTo>
                      <a:lnTo>
                        <a:pt x="5964" y="1914"/>
                      </a:lnTo>
                      <a:lnTo>
                        <a:pt x="5973" y="1872"/>
                      </a:lnTo>
                      <a:lnTo>
                        <a:pt x="5981" y="1828"/>
                      </a:lnTo>
                      <a:lnTo>
                        <a:pt x="5986" y="1786"/>
                      </a:lnTo>
                      <a:lnTo>
                        <a:pt x="5990" y="1742"/>
                      </a:lnTo>
                      <a:lnTo>
                        <a:pt x="5991" y="1699"/>
                      </a:lnTo>
                      <a:lnTo>
                        <a:pt x="5991" y="1699"/>
                      </a:lnTo>
                      <a:lnTo>
                        <a:pt x="5990" y="1654"/>
                      </a:lnTo>
                      <a:lnTo>
                        <a:pt x="5986" y="1610"/>
                      </a:lnTo>
                      <a:lnTo>
                        <a:pt x="5981" y="1568"/>
                      </a:lnTo>
                      <a:lnTo>
                        <a:pt x="5973" y="1524"/>
                      </a:lnTo>
                      <a:lnTo>
                        <a:pt x="5964" y="1482"/>
                      </a:lnTo>
                      <a:lnTo>
                        <a:pt x="5953" y="1440"/>
                      </a:lnTo>
                      <a:lnTo>
                        <a:pt x="5940" y="1397"/>
                      </a:lnTo>
                      <a:lnTo>
                        <a:pt x="5925" y="1356"/>
                      </a:lnTo>
                      <a:lnTo>
                        <a:pt x="5908" y="1315"/>
                      </a:lnTo>
                      <a:lnTo>
                        <a:pt x="5889" y="1274"/>
                      </a:lnTo>
                      <a:lnTo>
                        <a:pt x="5867" y="1233"/>
                      </a:lnTo>
                      <a:lnTo>
                        <a:pt x="5845" y="1193"/>
                      </a:lnTo>
                      <a:lnTo>
                        <a:pt x="5819" y="1154"/>
                      </a:lnTo>
                      <a:lnTo>
                        <a:pt x="5794" y="1114"/>
                      </a:lnTo>
                      <a:lnTo>
                        <a:pt x="5766" y="1076"/>
                      </a:lnTo>
                      <a:lnTo>
                        <a:pt x="5736" y="1037"/>
                      </a:lnTo>
                      <a:lnTo>
                        <a:pt x="5704" y="1000"/>
                      </a:lnTo>
                      <a:lnTo>
                        <a:pt x="5671" y="961"/>
                      </a:lnTo>
                      <a:lnTo>
                        <a:pt x="5636" y="926"/>
                      </a:lnTo>
                      <a:lnTo>
                        <a:pt x="5600" y="888"/>
                      </a:lnTo>
                      <a:lnTo>
                        <a:pt x="5563" y="852"/>
                      </a:lnTo>
                      <a:lnTo>
                        <a:pt x="5523" y="818"/>
                      </a:lnTo>
                      <a:lnTo>
                        <a:pt x="5482" y="783"/>
                      </a:lnTo>
                      <a:lnTo>
                        <a:pt x="5440" y="749"/>
                      </a:lnTo>
                      <a:lnTo>
                        <a:pt x="5396" y="715"/>
                      </a:lnTo>
                      <a:lnTo>
                        <a:pt x="5350" y="682"/>
                      </a:lnTo>
                      <a:lnTo>
                        <a:pt x="5304" y="650"/>
                      </a:lnTo>
                      <a:lnTo>
                        <a:pt x="5255" y="618"/>
                      </a:lnTo>
                      <a:lnTo>
                        <a:pt x="5207" y="587"/>
                      </a:lnTo>
                      <a:lnTo>
                        <a:pt x="5157" y="556"/>
                      </a:lnTo>
                      <a:lnTo>
                        <a:pt x="5104" y="527"/>
                      </a:lnTo>
                      <a:lnTo>
                        <a:pt x="5052" y="497"/>
                      </a:lnTo>
                      <a:lnTo>
                        <a:pt x="4996" y="469"/>
                      </a:lnTo>
                      <a:lnTo>
                        <a:pt x="4941" y="441"/>
                      </a:lnTo>
                      <a:lnTo>
                        <a:pt x="4885" y="414"/>
                      </a:lnTo>
                      <a:lnTo>
                        <a:pt x="4827" y="388"/>
                      </a:lnTo>
                      <a:lnTo>
                        <a:pt x="4768" y="363"/>
                      </a:lnTo>
                      <a:lnTo>
                        <a:pt x="4708" y="337"/>
                      </a:lnTo>
                      <a:lnTo>
                        <a:pt x="4647" y="314"/>
                      </a:lnTo>
                      <a:lnTo>
                        <a:pt x="4585" y="290"/>
                      </a:lnTo>
                      <a:lnTo>
                        <a:pt x="4522" y="268"/>
                      </a:lnTo>
                      <a:lnTo>
                        <a:pt x="4458" y="246"/>
                      </a:lnTo>
                      <a:lnTo>
                        <a:pt x="4393" y="226"/>
                      </a:lnTo>
                      <a:lnTo>
                        <a:pt x="4327" y="205"/>
                      </a:lnTo>
                      <a:lnTo>
                        <a:pt x="4261" y="186"/>
                      </a:lnTo>
                      <a:lnTo>
                        <a:pt x="4193" y="168"/>
                      </a:lnTo>
                      <a:lnTo>
                        <a:pt x="4125" y="150"/>
                      </a:lnTo>
                      <a:lnTo>
                        <a:pt x="4056" y="133"/>
                      </a:lnTo>
                      <a:lnTo>
                        <a:pt x="3986" y="118"/>
                      </a:lnTo>
                      <a:lnTo>
                        <a:pt x="3916" y="104"/>
                      </a:lnTo>
                      <a:lnTo>
                        <a:pt x="3844" y="90"/>
                      </a:lnTo>
                      <a:lnTo>
                        <a:pt x="3772" y="77"/>
                      </a:lnTo>
                      <a:lnTo>
                        <a:pt x="3700" y="65"/>
                      </a:lnTo>
                      <a:lnTo>
                        <a:pt x="3627" y="54"/>
                      </a:lnTo>
                      <a:lnTo>
                        <a:pt x="3553" y="44"/>
                      </a:lnTo>
                      <a:lnTo>
                        <a:pt x="3480" y="35"/>
                      </a:lnTo>
                      <a:lnTo>
                        <a:pt x="3404" y="27"/>
                      </a:lnTo>
                      <a:lnTo>
                        <a:pt x="3330" y="20"/>
                      </a:lnTo>
                      <a:lnTo>
                        <a:pt x="3254" y="14"/>
                      </a:lnTo>
                      <a:lnTo>
                        <a:pt x="3179" y="9"/>
                      </a:lnTo>
                      <a:lnTo>
                        <a:pt x="3102" y="5"/>
                      </a:lnTo>
                      <a:lnTo>
                        <a:pt x="3025" y="3"/>
                      </a:lnTo>
                      <a:lnTo>
                        <a:pt x="2948" y="1"/>
                      </a:lnTo>
                      <a:lnTo>
                        <a:pt x="2870" y="0"/>
                      </a:lnTo>
                      <a:lnTo>
                        <a:pt x="2870" y="0"/>
                      </a:lnTo>
                      <a:lnTo>
                        <a:pt x="2716" y="1"/>
                      </a:lnTo>
                      <a:lnTo>
                        <a:pt x="2566" y="5"/>
                      </a:lnTo>
                      <a:lnTo>
                        <a:pt x="2417" y="12"/>
                      </a:lnTo>
                      <a:lnTo>
                        <a:pt x="2272" y="20"/>
                      </a:lnTo>
                      <a:lnTo>
                        <a:pt x="2130" y="32"/>
                      </a:lnTo>
                      <a:lnTo>
                        <a:pt x="1990" y="45"/>
                      </a:lnTo>
                      <a:lnTo>
                        <a:pt x="1856" y="62"/>
                      </a:lnTo>
                      <a:lnTo>
                        <a:pt x="1724" y="79"/>
                      </a:lnTo>
                      <a:lnTo>
                        <a:pt x="1596" y="99"/>
                      </a:lnTo>
                      <a:lnTo>
                        <a:pt x="1471" y="120"/>
                      </a:lnTo>
                      <a:lnTo>
                        <a:pt x="1351" y="145"/>
                      </a:lnTo>
                      <a:lnTo>
                        <a:pt x="1235" y="170"/>
                      </a:lnTo>
                      <a:lnTo>
                        <a:pt x="1123" y="199"/>
                      </a:lnTo>
                      <a:lnTo>
                        <a:pt x="1015" y="228"/>
                      </a:lnTo>
                      <a:lnTo>
                        <a:pt x="912" y="260"/>
                      </a:lnTo>
                      <a:lnTo>
                        <a:pt x="862" y="276"/>
                      </a:lnTo>
                      <a:lnTo>
                        <a:pt x="815" y="292"/>
                      </a:lnTo>
                      <a:lnTo>
                        <a:pt x="768" y="310"/>
                      </a:lnTo>
                      <a:lnTo>
                        <a:pt x="721" y="328"/>
                      </a:lnTo>
                      <a:lnTo>
                        <a:pt x="677" y="345"/>
                      </a:lnTo>
                      <a:lnTo>
                        <a:pt x="633" y="364"/>
                      </a:lnTo>
                      <a:lnTo>
                        <a:pt x="591" y="382"/>
                      </a:lnTo>
                      <a:lnTo>
                        <a:pt x="550" y="401"/>
                      </a:lnTo>
                      <a:lnTo>
                        <a:pt x="510" y="420"/>
                      </a:lnTo>
                      <a:lnTo>
                        <a:pt x="471" y="441"/>
                      </a:lnTo>
                      <a:lnTo>
                        <a:pt x="434" y="460"/>
                      </a:lnTo>
                      <a:lnTo>
                        <a:pt x="398" y="481"/>
                      </a:lnTo>
                      <a:lnTo>
                        <a:pt x="365" y="502"/>
                      </a:lnTo>
                      <a:lnTo>
                        <a:pt x="332" y="523"/>
                      </a:lnTo>
                      <a:lnTo>
                        <a:pt x="301" y="545"/>
                      </a:lnTo>
                      <a:lnTo>
                        <a:pt x="270" y="567"/>
                      </a:lnTo>
                      <a:lnTo>
                        <a:pt x="242" y="588"/>
                      </a:lnTo>
                      <a:lnTo>
                        <a:pt x="215" y="610"/>
                      </a:lnTo>
                      <a:lnTo>
                        <a:pt x="189" y="633"/>
                      </a:lnTo>
                      <a:lnTo>
                        <a:pt x="166" y="655"/>
                      </a:lnTo>
                      <a:lnTo>
                        <a:pt x="143" y="678"/>
                      </a:lnTo>
                      <a:lnTo>
                        <a:pt x="123" y="702"/>
                      </a:lnTo>
                      <a:lnTo>
                        <a:pt x="104" y="726"/>
                      </a:lnTo>
                      <a:lnTo>
                        <a:pt x="86" y="750"/>
                      </a:lnTo>
                      <a:lnTo>
                        <a:pt x="69" y="773"/>
                      </a:lnTo>
                      <a:lnTo>
                        <a:pt x="55" y="797"/>
                      </a:lnTo>
                      <a:lnTo>
                        <a:pt x="42" y="822"/>
                      </a:lnTo>
                      <a:lnTo>
                        <a:pt x="30" y="847"/>
                      </a:lnTo>
                      <a:lnTo>
                        <a:pt x="21" y="872"/>
                      </a:lnTo>
                      <a:lnTo>
                        <a:pt x="14" y="897"/>
                      </a:lnTo>
                      <a:lnTo>
                        <a:pt x="7" y="922"/>
                      </a:lnTo>
                      <a:lnTo>
                        <a:pt x="2" y="947"/>
                      </a:lnTo>
                      <a:lnTo>
                        <a:pt x="0" y="973"/>
                      </a:lnTo>
                      <a:lnTo>
                        <a:pt x="0" y="999"/>
                      </a:lnTo>
                      <a:lnTo>
                        <a:pt x="0" y="999"/>
                      </a:lnTo>
                      <a:lnTo>
                        <a:pt x="0" y="1024"/>
                      </a:lnTo>
                      <a:lnTo>
                        <a:pt x="2" y="1050"/>
                      </a:lnTo>
                      <a:lnTo>
                        <a:pt x="7" y="1076"/>
                      </a:lnTo>
                      <a:lnTo>
                        <a:pt x="14" y="1101"/>
                      </a:lnTo>
                      <a:lnTo>
                        <a:pt x="21" y="1127"/>
                      </a:lnTo>
                      <a:lnTo>
                        <a:pt x="30" y="1151"/>
                      </a:lnTo>
                      <a:lnTo>
                        <a:pt x="42" y="1176"/>
                      </a:lnTo>
                      <a:lnTo>
                        <a:pt x="55" y="1200"/>
                      </a:lnTo>
                      <a:lnTo>
                        <a:pt x="69" y="1224"/>
                      </a:lnTo>
                      <a:lnTo>
                        <a:pt x="86" y="1249"/>
                      </a:lnTo>
                      <a:lnTo>
                        <a:pt x="104" y="1273"/>
                      </a:lnTo>
                      <a:lnTo>
                        <a:pt x="123" y="1296"/>
                      </a:lnTo>
                      <a:lnTo>
                        <a:pt x="143" y="1319"/>
                      </a:lnTo>
                      <a:lnTo>
                        <a:pt x="166" y="1342"/>
                      </a:lnTo>
                      <a:lnTo>
                        <a:pt x="189" y="1365"/>
                      </a:lnTo>
                      <a:lnTo>
                        <a:pt x="215" y="1388"/>
                      </a:lnTo>
                      <a:lnTo>
                        <a:pt x="242" y="1410"/>
                      </a:lnTo>
                      <a:lnTo>
                        <a:pt x="270" y="1432"/>
                      </a:lnTo>
                      <a:lnTo>
                        <a:pt x="301" y="1454"/>
                      </a:lnTo>
                      <a:lnTo>
                        <a:pt x="332" y="1475"/>
                      </a:lnTo>
                      <a:lnTo>
                        <a:pt x="365" y="1496"/>
                      </a:lnTo>
                      <a:lnTo>
                        <a:pt x="398" y="1517"/>
                      </a:lnTo>
                      <a:lnTo>
                        <a:pt x="434" y="1537"/>
                      </a:lnTo>
                      <a:lnTo>
                        <a:pt x="471" y="1558"/>
                      </a:lnTo>
                      <a:lnTo>
                        <a:pt x="510" y="1577"/>
                      </a:lnTo>
                      <a:lnTo>
                        <a:pt x="550" y="1596"/>
                      </a:lnTo>
                      <a:lnTo>
                        <a:pt x="591" y="1615"/>
                      </a:lnTo>
                      <a:lnTo>
                        <a:pt x="633" y="1634"/>
                      </a:lnTo>
                      <a:lnTo>
                        <a:pt x="677" y="1652"/>
                      </a:lnTo>
                      <a:lnTo>
                        <a:pt x="721" y="1670"/>
                      </a:lnTo>
                      <a:lnTo>
                        <a:pt x="768" y="1688"/>
                      </a:lnTo>
                      <a:lnTo>
                        <a:pt x="815" y="1705"/>
                      </a:lnTo>
                      <a:lnTo>
                        <a:pt x="862" y="1722"/>
                      </a:lnTo>
                      <a:lnTo>
                        <a:pt x="912" y="1738"/>
                      </a:lnTo>
                      <a:lnTo>
                        <a:pt x="1015" y="1769"/>
                      </a:lnTo>
                      <a:lnTo>
                        <a:pt x="1123" y="1800"/>
                      </a:lnTo>
                      <a:lnTo>
                        <a:pt x="1235" y="1827"/>
                      </a:lnTo>
                      <a:lnTo>
                        <a:pt x="1351" y="1854"/>
                      </a:lnTo>
                      <a:lnTo>
                        <a:pt x="1471" y="1877"/>
                      </a:lnTo>
                      <a:lnTo>
                        <a:pt x="1596" y="1899"/>
                      </a:lnTo>
                      <a:lnTo>
                        <a:pt x="1724" y="1919"/>
                      </a:lnTo>
                      <a:lnTo>
                        <a:pt x="1856" y="1937"/>
                      </a:lnTo>
                      <a:lnTo>
                        <a:pt x="1990" y="1952"/>
                      </a:lnTo>
                      <a:lnTo>
                        <a:pt x="2130" y="1966"/>
                      </a:lnTo>
                      <a:lnTo>
                        <a:pt x="2272" y="1977"/>
                      </a:lnTo>
                      <a:lnTo>
                        <a:pt x="2417" y="1986"/>
                      </a:lnTo>
                      <a:lnTo>
                        <a:pt x="2566" y="1992"/>
                      </a:lnTo>
                      <a:lnTo>
                        <a:pt x="2716" y="1996"/>
                      </a:lnTo>
                      <a:lnTo>
                        <a:pt x="2870" y="1997"/>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478093" rtl="0" eaLnBrk="1" latinLnBrk="0" hangingPunct="1">
                    <a:defRPr sz="1883" kern="1200">
                      <a:solidFill>
                        <a:schemeClr val="tx1"/>
                      </a:solidFill>
                      <a:latin typeface="+mn-lt"/>
                      <a:ea typeface="+mn-ea"/>
                      <a:cs typeface="+mn-cs"/>
                    </a:defRPr>
                  </a:lvl1pPr>
                  <a:lvl2pPr marL="478093" algn="l" defTabSz="478093" rtl="0" eaLnBrk="1" latinLnBrk="0" hangingPunct="1">
                    <a:defRPr sz="1883" kern="1200">
                      <a:solidFill>
                        <a:schemeClr val="tx1"/>
                      </a:solidFill>
                      <a:latin typeface="+mn-lt"/>
                      <a:ea typeface="+mn-ea"/>
                      <a:cs typeface="+mn-cs"/>
                    </a:defRPr>
                  </a:lvl2pPr>
                  <a:lvl3pPr marL="956184" algn="l" defTabSz="478093" rtl="0" eaLnBrk="1" latinLnBrk="0" hangingPunct="1">
                    <a:defRPr sz="1883" kern="1200">
                      <a:solidFill>
                        <a:schemeClr val="tx1"/>
                      </a:solidFill>
                      <a:latin typeface="+mn-lt"/>
                      <a:ea typeface="+mn-ea"/>
                      <a:cs typeface="+mn-cs"/>
                    </a:defRPr>
                  </a:lvl3pPr>
                  <a:lvl4pPr marL="1434277" algn="l" defTabSz="478093" rtl="0" eaLnBrk="1" latinLnBrk="0" hangingPunct="1">
                    <a:defRPr sz="1883" kern="1200">
                      <a:solidFill>
                        <a:schemeClr val="tx1"/>
                      </a:solidFill>
                      <a:latin typeface="+mn-lt"/>
                      <a:ea typeface="+mn-ea"/>
                      <a:cs typeface="+mn-cs"/>
                    </a:defRPr>
                  </a:lvl4pPr>
                  <a:lvl5pPr marL="1912370" algn="l" defTabSz="478093" rtl="0" eaLnBrk="1" latinLnBrk="0" hangingPunct="1">
                    <a:defRPr sz="1883" kern="1200">
                      <a:solidFill>
                        <a:schemeClr val="tx1"/>
                      </a:solidFill>
                      <a:latin typeface="+mn-lt"/>
                      <a:ea typeface="+mn-ea"/>
                      <a:cs typeface="+mn-cs"/>
                    </a:defRPr>
                  </a:lvl5pPr>
                  <a:lvl6pPr marL="2390462" algn="l" defTabSz="478093" rtl="0" eaLnBrk="1" latinLnBrk="0" hangingPunct="1">
                    <a:defRPr sz="1883" kern="1200">
                      <a:solidFill>
                        <a:schemeClr val="tx1"/>
                      </a:solidFill>
                      <a:latin typeface="+mn-lt"/>
                      <a:ea typeface="+mn-ea"/>
                      <a:cs typeface="+mn-cs"/>
                    </a:defRPr>
                  </a:lvl6pPr>
                  <a:lvl7pPr marL="2868554" algn="l" defTabSz="478093" rtl="0" eaLnBrk="1" latinLnBrk="0" hangingPunct="1">
                    <a:defRPr sz="1883" kern="1200">
                      <a:solidFill>
                        <a:schemeClr val="tx1"/>
                      </a:solidFill>
                      <a:latin typeface="+mn-lt"/>
                      <a:ea typeface="+mn-ea"/>
                      <a:cs typeface="+mn-cs"/>
                    </a:defRPr>
                  </a:lvl7pPr>
                  <a:lvl8pPr marL="3346646" algn="l" defTabSz="478093" rtl="0" eaLnBrk="1" latinLnBrk="0" hangingPunct="1">
                    <a:defRPr sz="1883" kern="1200">
                      <a:solidFill>
                        <a:schemeClr val="tx1"/>
                      </a:solidFill>
                      <a:latin typeface="+mn-lt"/>
                      <a:ea typeface="+mn-ea"/>
                      <a:cs typeface="+mn-cs"/>
                    </a:defRPr>
                  </a:lvl8pPr>
                  <a:lvl9pPr marL="3824739" algn="l" defTabSz="478093" rtl="0" eaLnBrk="1" latinLnBrk="0" hangingPunct="1">
                    <a:defRPr sz="1883" kern="1200">
                      <a:solidFill>
                        <a:schemeClr val="tx1"/>
                      </a:solidFill>
                      <a:latin typeface="+mn-lt"/>
                      <a:ea typeface="+mn-ea"/>
                      <a:cs typeface="+mn-cs"/>
                    </a:defRPr>
                  </a:lvl9pPr>
                </a:lstStyle>
                <a:p>
                  <a:endParaRPr lang="ja-JP" altLang="en-US"/>
                </a:p>
              </p:txBody>
            </p:sp>
            <p:sp>
              <p:nvSpPr>
                <p:cNvPr id="123" name="Freeform 42">
                  <a:extLst>
                    <a:ext uri="{FF2B5EF4-FFF2-40B4-BE49-F238E27FC236}">
                      <a16:creationId xmlns:a16="http://schemas.microsoft.com/office/drawing/2014/main" id="{CDF4C01C-5F74-8E39-23E0-DBF42F250487}"/>
                    </a:ext>
                  </a:extLst>
                </p:cNvPr>
                <p:cNvSpPr>
                  <a:spLocks/>
                </p:cNvSpPr>
                <p:nvPr/>
              </p:nvSpPr>
              <p:spPr bwMode="auto">
                <a:xfrm>
                  <a:off x="3131984" y="5303797"/>
                  <a:ext cx="270003" cy="90001"/>
                </a:xfrm>
                <a:custGeom>
                  <a:avLst/>
                  <a:gdLst>
                    <a:gd name="T0" fmla="*/ 3025 w 5991"/>
                    <a:gd name="T1" fmla="*/ 3393 h 3396"/>
                    <a:gd name="T2" fmla="*/ 3330 w 5991"/>
                    <a:gd name="T3" fmla="*/ 3377 h 3396"/>
                    <a:gd name="T4" fmla="*/ 3627 w 5991"/>
                    <a:gd name="T5" fmla="*/ 3342 h 3396"/>
                    <a:gd name="T6" fmla="*/ 3916 w 5991"/>
                    <a:gd name="T7" fmla="*/ 3293 h 3396"/>
                    <a:gd name="T8" fmla="*/ 4193 w 5991"/>
                    <a:gd name="T9" fmla="*/ 3228 h 3396"/>
                    <a:gd name="T10" fmla="*/ 4458 w 5991"/>
                    <a:gd name="T11" fmla="*/ 3150 h 3396"/>
                    <a:gd name="T12" fmla="*/ 4708 w 5991"/>
                    <a:gd name="T13" fmla="*/ 3059 h 3396"/>
                    <a:gd name="T14" fmla="*/ 4941 w 5991"/>
                    <a:gd name="T15" fmla="*/ 2955 h 3396"/>
                    <a:gd name="T16" fmla="*/ 5157 w 5991"/>
                    <a:gd name="T17" fmla="*/ 2839 h 3396"/>
                    <a:gd name="T18" fmla="*/ 5350 w 5991"/>
                    <a:gd name="T19" fmla="*/ 2714 h 3396"/>
                    <a:gd name="T20" fmla="*/ 5523 w 5991"/>
                    <a:gd name="T21" fmla="*/ 2578 h 3396"/>
                    <a:gd name="T22" fmla="*/ 5671 w 5991"/>
                    <a:gd name="T23" fmla="*/ 2434 h 3396"/>
                    <a:gd name="T24" fmla="*/ 5794 w 5991"/>
                    <a:gd name="T25" fmla="*/ 2282 h 3396"/>
                    <a:gd name="T26" fmla="*/ 5889 w 5991"/>
                    <a:gd name="T27" fmla="*/ 2123 h 3396"/>
                    <a:gd name="T28" fmla="*/ 5953 w 5991"/>
                    <a:gd name="T29" fmla="*/ 1956 h 3396"/>
                    <a:gd name="T30" fmla="*/ 5986 w 5991"/>
                    <a:gd name="T31" fmla="*/ 1786 h 3396"/>
                    <a:gd name="T32" fmla="*/ 5990 w 5991"/>
                    <a:gd name="T33" fmla="*/ 1654 h 3396"/>
                    <a:gd name="T34" fmla="*/ 5964 w 5991"/>
                    <a:gd name="T35" fmla="*/ 1482 h 3396"/>
                    <a:gd name="T36" fmla="*/ 5908 w 5991"/>
                    <a:gd name="T37" fmla="*/ 1315 h 3396"/>
                    <a:gd name="T38" fmla="*/ 5819 w 5991"/>
                    <a:gd name="T39" fmla="*/ 1154 h 3396"/>
                    <a:gd name="T40" fmla="*/ 5704 w 5991"/>
                    <a:gd name="T41" fmla="*/ 1000 h 3396"/>
                    <a:gd name="T42" fmla="*/ 5563 w 5991"/>
                    <a:gd name="T43" fmla="*/ 852 h 3396"/>
                    <a:gd name="T44" fmla="*/ 5396 w 5991"/>
                    <a:gd name="T45" fmla="*/ 715 h 3396"/>
                    <a:gd name="T46" fmla="*/ 5207 w 5991"/>
                    <a:gd name="T47" fmla="*/ 587 h 3396"/>
                    <a:gd name="T48" fmla="*/ 4996 w 5991"/>
                    <a:gd name="T49" fmla="*/ 469 h 3396"/>
                    <a:gd name="T50" fmla="*/ 4768 w 5991"/>
                    <a:gd name="T51" fmla="*/ 363 h 3396"/>
                    <a:gd name="T52" fmla="*/ 4522 w 5991"/>
                    <a:gd name="T53" fmla="*/ 268 h 3396"/>
                    <a:gd name="T54" fmla="*/ 4261 w 5991"/>
                    <a:gd name="T55" fmla="*/ 186 h 3396"/>
                    <a:gd name="T56" fmla="*/ 3986 w 5991"/>
                    <a:gd name="T57" fmla="*/ 118 h 3396"/>
                    <a:gd name="T58" fmla="*/ 3700 w 5991"/>
                    <a:gd name="T59" fmla="*/ 65 h 3396"/>
                    <a:gd name="T60" fmla="*/ 3404 w 5991"/>
                    <a:gd name="T61" fmla="*/ 27 h 3396"/>
                    <a:gd name="T62" fmla="*/ 3102 w 5991"/>
                    <a:gd name="T63" fmla="*/ 5 h 3396"/>
                    <a:gd name="T64" fmla="*/ 2870 w 5991"/>
                    <a:gd name="T65" fmla="*/ 0 h 3396"/>
                    <a:gd name="T66" fmla="*/ 2272 w 5991"/>
                    <a:gd name="T67" fmla="*/ 20 h 3396"/>
                    <a:gd name="T68" fmla="*/ 1724 w 5991"/>
                    <a:gd name="T69" fmla="*/ 79 h 3396"/>
                    <a:gd name="T70" fmla="*/ 1235 w 5991"/>
                    <a:gd name="T71" fmla="*/ 170 h 3396"/>
                    <a:gd name="T72" fmla="*/ 862 w 5991"/>
                    <a:gd name="T73" fmla="*/ 276 h 3396"/>
                    <a:gd name="T74" fmla="*/ 677 w 5991"/>
                    <a:gd name="T75" fmla="*/ 345 h 3396"/>
                    <a:gd name="T76" fmla="*/ 510 w 5991"/>
                    <a:gd name="T77" fmla="*/ 420 h 3396"/>
                    <a:gd name="T78" fmla="*/ 365 w 5991"/>
                    <a:gd name="T79" fmla="*/ 502 h 3396"/>
                    <a:gd name="T80" fmla="*/ 242 w 5991"/>
                    <a:gd name="T81" fmla="*/ 588 h 3396"/>
                    <a:gd name="T82" fmla="*/ 143 w 5991"/>
                    <a:gd name="T83" fmla="*/ 678 h 3396"/>
                    <a:gd name="T84" fmla="*/ 69 w 5991"/>
                    <a:gd name="T85" fmla="*/ 773 h 3396"/>
                    <a:gd name="T86" fmla="*/ 21 w 5991"/>
                    <a:gd name="T87" fmla="*/ 872 h 3396"/>
                    <a:gd name="T88" fmla="*/ 0 w 5991"/>
                    <a:gd name="T89" fmla="*/ 973 h 3396"/>
                    <a:gd name="T90" fmla="*/ 2 w 5991"/>
                    <a:gd name="T91" fmla="*/ 1050 h 3396"/>
                    <a:gd name="T92" fmla="*/ 30 w 5991"/>
                    <a:gd name="T93" fmla="*/ 1151 h 3396"/>
                    <a:gd name="T94" fmla="*/ 86 w 5991"/>
                    <a:gd name="T95" fmla="*/ 1249 h 3396"/>
                    <a:gd name="T96" fmla="*/ 166 w 5991"/>
                    <a:gd name="T97" fmla="*/ 1342 h 3396"/>
                    <a:gd name="T98" fmla="*/ 270 w 5991"/>
                    <a:gd name="T99" fmla="*/ 1432 h 3396"/>
                    <a:gd name="T100" fmla="*/ 398 w 5991"/>
                    <a:gd name="T101" fmla="*/ 1517 h 3396"/>
                    <a:gd name="T102" fmla="*/ 550 w 5991"/>
                    <a:gd name="T103" fmla="*/ 1596 h 3396"/>
                    <a:gd name="T104" fmla="*/ 721 w 5991"/>
                    <a:gd name="T105" fmla="*/ 1670 h 3396"/>
                    <a:gd name="T106" fmla="*/ 912 w 5991"/>
                    <a:gd name="T107" fmla="*/ 1738 h 3396"/>
                    <a:gd name="T108" fmla="*/ 1351 w 5991"/>
                    <a:gd name="T109" fmla="*/ 1854 h 3396"/>
                    <a:gd name="T110" fmla="*/ 1856 w 5991"/>
                    <a:gd name="T111" fmla="*/ 1937 h 3396"/>
                    <a:gd name="T112" fmla="*/ 2417 w 5991"/>
                    <a:gd name="T113" fmla="*/ 1986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991" h="3396">
                      <a:moveTo>
                        <a:pt x="2870" y="3396"/>
                      </a:moveTo>
                      <a:lnTo>
                        <a:pt x="2870" y="3396"/>
                      </a:lnTo>
                      <a:lnTo>
                        <a:pt x="2948" y="3395"/>
                      </a:lnTo>
                      <a:lnTo>
                        <a:pt x="3025" y="3393"/>
                      </a:lnTo>
                      <a:lnTo>
                        <a:pt x="3102" y="3391"/>
                      </a:lnTo>
                      <a:lnTo>
                        <a:pt x="3179" y="3387"/>
                      </a:lnTo>
                      <a:lnTo>
                        <a:pt x="3254" y="3382"/>
                      </a:lnTo>
                      <a:lnTo>
                        <a:pt x="3330" y="3377"/>
                      </a:lnTo>
                      <a:lnTo>
                        <a:pt x="3404" y="3369"/>
                      </a:lnTo>
                      <a:lnTo>
                        <a:pt x="3480" y="3361"/>
                      </a:lnTo>
                      <a:lnTo>
                        <a:pt x="3553" y="3352"/>
                      </a:lnTo>
                      <a:lnTo>
                        <a:pt x="3627" y="3342"/>
                      </a:lnTo>
                      <a:lnTo>
                        <a:pt x="3700" y="3332"/>
                      </a:lnTo>
                      <a:lnTo>
                        <a:pt x="3772" y="3319"/>
                      </a:lnTo>
                      <a:lnTo>
                        <a:pt x="3844" y="3306"/>
                      </a:lnTo>
                      <a:lnTo>
                        <a:pt x="3916" y="3293"/>
                      </a:lnTo>
                      <a:lnTo>
                        <a:pt x="3986" y="3278"/>
                      </a:lnTo>
                      <a:lnTo>
                        <a:pt x="4056" y="3262"/>
                      </a:lnTo>
                      <a:lnTo>
                        <a:pt x="4125" y="3246"/>
                      </a:lnTo>
                      <a:lnTo>
                        <a:pt x="4193" y="3228"/>
                      </a:lnTo>
                      <a:lnTo>
                        <a:pt x="4261" y="3210"/>
                      </a:lnTo>
                      <a:lnTo>
                        <a:pt x="4327" y="3191"/>
                      </a:lnTo>
                      <a:lnTo>
                        <a:pt x="4393" y="3170"/>
                      </a:lnTo>
                      <a:lnTo>
                        <a:pt x="4458" y="3150"/>
                      </a:lnTo>
                      <a:lnTo>
                        <a:pt x="4522" y="3128"/>
                      </a:lnTo>
                      <a:lnTo>
                        <a:pt x="4585" y="3106"/>
                      </a:lnTo>
                      <a:lnTo>
                        <a:pt x="4647" y="3083"/>
                      </a:lnTo>
                      <a:lnTo>
                        <a:pt x="4708" y="3059"/>
                      </a:lnTo>
                      <a:lnTo>
                        <a:pt x="4768" y="3033"/>
                      </a:lnTo>
                      <a:lnTo>
                        <a:pt x="4827" y="3009"/>
                      </a:lnTo>
                      <a:lnTo>
                        <a:pt x="4885" y="2982"/>
                      </a:lnTo>
                      <a:lnTo>
                        <a:pt x="4941" y="2955"/>
                      </a:lnTo>
                      <a:lnTo>
                        <a:pt x="4996" y="2927"/>
                      </a:lnTo>
                      <a:lnTo>
                        <a:pt x="5052" y="2898"/>
                      </a:lnTo>
                      <a:lnTo>
                        <a:pt x="5104" y="2869"/>
                      </a:lnTo>
                      <a:lnTo>
                        <a:pt x="5157" y="2839"/>
                      </a:lnTo>
                      <a:lnTo>
                        <a:pt x="5207" y="2809"/>
                      </a:lnTo>
                      <a:lnTo>
                        <a:pt x="5255" y="2778"/>
                      </a:lnTo>
                      <a:lnTo>
                        <a:pt x="5304" y="2746"/>
                      </a:lnTo>
                      <a:lnTo>
                        <a:pt x="5350" y="2714"/>
                      </a:lnTo>
                      <a:lnTo>
                        <a:pt x="5396" y="2680"/>
                      </a:lnTo>
                      <a:lnTo>
                        <a:pt x="5440" y="2647"/>
                      </a:lnTo>
                      <a:lnTo>
                        <a:pt x="5482" y="2613"/>
                      </a:lnTo>
                      <a:lnTo>
                        <a:pt x="5523" y="2578"/>
                      </a:lnTo>
                      <a:lnTo>
                        <a:pt x="5563" y="2543"/>
                      </a:lnTo>
                      <a:lnTo>
                        <a:pt x="5600" y="2507"/>
                      </a:lnTo>
                      <a:lnTo>
                        <a:pt x="5636" y="2470"/>
                      </a:lnTo>
                      <a:lnTo>
                        <a:pt x="5671" y="2434"/>
                      </a:lnTo>
                      <a:lnTo>
                        <a:pt x="5704" y="2397"/>
                      </a:lnTo>
                      <a:lnTo>
                        <a:pt x="5736" y="2359"/>
                      </a:lnTo>
                      <a:lnTo>
                        <a:pt x="5766" y="2320"/>
                      </a:lnTo>
                      <a:lnTo>
                        <a:pt x="5794" y="2282"/>
                      </a:lnTo>
                      <a:lnTo>
                        <a:pt x="5819" y="2242"/>
                      </a:lnTo>
                      <a:lnTo>
                        <a:pt x="5845" y="2202"/>
                      </a:lnTo>
                      <a:lnTo>
                        <a:pt x="5867" y="2163"/>
                      </a:lnTo>
                      <a:lnTo>
                        <a:pt x="5889" y="2123"/>
                      </a:lnTo>
                      <a:lnTo>
                        <a:pt x="5908" y="2082"/>
                      </a:lnTo>
                      <a:lnTo>
                        <a:pt x="5925" y="2040"/>
                      </a:lnTo>
                      <a:lnTo>
                        <a:pt x="5940" y="1999"/>
                      </a:lnTo>
                      <a:lnTo>
                        <a:pt x="5953" y="1956"/>
                      </a:lnTo>
                      <a:lnTo>
                        <a:pt x="5964" y="1914"/>
                      </a:lnTo>
                      <a:lnTo>
                        <a:pt x="5973" y="1872"/>
                      </a:lnTo>
                      <a:lnTo>
                        <a:pt x="5981" y="1828"/>
                      </a:lnTo>
                      <a:lnTo>
                        <a:pt x="5986" y="1786"/>
                      </a:lnTo>
                      <a:lnTo>
                        <a:pt x="5990" y="1742"/>
                      </a:lnTo>
                      <a:lnTo>
                        <a:pt x="5991" y="1699"/>
                      </a:lnTo>
                      <a:lnTo>
                        <a:pt x="5991" y="1699"/>
                      </a:lnTo>
                      <a:lnTo>
                        <a:pt x="5990" y="1654"/>
                      </a:lnTo>
                      <a:lnTo>
                        <a:pt x="5986" y="1610"/>
                      </a:lnTo>
                      <a:lnTo>
                        <a:pt x="5981" y="1568"/>
                      </a:lnTo>
                      <a:lnTo>
                        <a:pt x="5973" y="1524"/>
                      </a:lnTo>
                      <a:lnTo>
                        <a:pt x="5964" y="1482"/>
                      </a:lnTo>
                      <a:lnTo>
                        <a:pt x="5953" y="1440"/>
                      </a:lnTo>
                      <a:lnTo>
                        <a:pt x="5940" y="1397"/>
                      </a:lnTo>
                      <a:lnTo>
                        <a:pt x="5925" y="1356"/>
                      </a:lnTo>
                      <a:lnTo>
                        <a:pt x="5908" y="1315"/>
                      </a:lnTo>
                      <a:lnTo>
                        <a:pt x="5889" y="1274"/>
                      </a:lnTo>
                      <a:lnTo>
                        <a:pt x="5867" y="1233"/>
                      </a:lnTo>
                      <a:lnTo>
                        <a:pt x="5845" y="1193"/>
                      </a:lnTo>
                      <a:lnTo>
                        <a:pt x="5819" y="1154"/>
                      </a:lnTo>
                      <a:lnTo>
                        <a:pt x="5794" y="1114"/>
                      </a:lnTo>
                      <a:lnTo>
                        <a:pt x="5766" y="1076"/>
                      </a:lnTo>
                      <a:lnTo>
                        <a:pt x="5736" y="1037"/>
                      </a:lnTo>
                      <a:lnTo>
                        <a:pt x="5704" y="1000"/>
                      </a:lnTo>
                      <a:lnTo>
                        <a:pt x="5671" y="961"/>
                      </a:lnTo>
                      <a:lnTo>
                        <a:pt x="5636" y="926"/>
                      </a:lnTo>
                      <a:lnTo>
                        <a:pt x="5600" y="888"/>
                      </a:lnTo>
                      <a:lnTo>
                        <a:pt x="5563" y="852"/>
                      </a:lnTo>
                      <a:lnTo>
                        <a:pt x="5523" y="818"/>
                      </a:lnTo>
                      <a:lnTo>
                        <a:pt x="5482" y="783"/>
                      </a:lnTo>
                      <a:lnTo>
                        <a:pt x="5440" y="749"/>
                      </a:lnTo>
                      <a:lnTo>
                        <a:pt x="5396" y="715"/>
                      </a:lnTo>
                      <a:lnTo>
                        <a:pt x="5350" y="682"/>
                      </a:lnTo>
                      <a:lnTo>
                        <a:pt x="5304" y="650"/>
                      </a:lnTo>
                      <a:lnTo>
                        <a:pt x="5255" y="618"/>
                      </a:lnTo>
                      <a:lnTo>
                        <a:pt x="5207" y="587"/>
                      </a:lnTo>
                      <a:lnTo>
                        <a:pt x="5157" y="556"/>
                      </a:lnTo>
                      <a:lnTo>
                        <a:pt x="5104" y="527"/>
                      </a:lnTo>
                      <a:lnTo>
                        <a:pt x="5052" y="497"/>
                      </a:lnTo>
                      <a:lnTo>
                        <a:pt x="4996" y="469"/>
                      </a:lnTo>
                      <a:lnTo>
                        <a:pt x="4941" y="441"/>
                      </a:lnTo>
                      <a:lnTo>
                        <a:pt x="4885" y="414"/>
                      </a:lnTo>
                      <a:lnTo>
                        <a:pt x="4827" y="388"/>
                      </a:lnTo>
                      <a:lnTo>
                        <a:pt x="4768" y="363"/>
                      </a:lnTo>
                      <a:lnTo>
                        <a:pt x="4708" y="337"/>
                      </a:lnTo>
                      <a:lnTo>
                        <a:pt x="4647" y="314"/>
                      </a:lnTo>
                      <a:lnTo>
                        <a:pt x="4585" y="290"/>
                      </a:lnTo>
                      <a:lnTo>
                        <a:pt x="4522" y="268"/>
                      </a:lnTo>
                      <a:lnTo>
                        <a:pt x="4458" y="246"/>
                      </a:lnTo>
                      <a:lnTo>
                        <a:pt x="4393" y="226"/>
                      </a:lnTo>
                      <a:lnTo>
                        <a:pt x="4327" y="205"/>
                      </a:lnTo>
                      <a:lnTo>
                        <a:pt x="4261" y="186"/>
                      </a:lnTo>
                      <a:lnTo>
                        <a:pt x="4193" y="168"/>
                      </a:lnTo>
                      <a:lnTo>
                        <a:pt x="4125" y="150"/>
                      </a:lnTo>
                      <a:lnTo>
                        <a:pt x="4056" y="133"/>
                      </a:lnTo>
                      <a:lnTo>
                        <a:pt x="3986" y="118"/>
                      </a:lnTo>
                      <a:lnTo>
                        <a:pt x="3916" y="104"/>
                      </a:lnTo>
                      <a:lnTo>
                        <a:pt x="3844" y="90"/>
                      </a:lnTo>
                      <a:lnTo>
                        <a:pt x="3772" y="77"/>
                      </a:lnTo>
                      <a:lnTo>
                        <a:pt x="3700" y="65"/>
                      </a:lnTo>
                      <a:lnTo>
                        <a:pt x="3627" y="54"/>
                      </a:lnTo>
                      <a:lnTo>
                        <a:pt x="3553" y="44"/>
                      </a:lnTo>
                      <a:lnTo>
                        <a:pt x="3480" y="35"/>
                      </a:lnTo>
                      <a:lnTo>
                        <a:pt x="3404" y="27"/>
                      </a:lnTo>
                      <a:lnTo>
                        <a:pt x="3330" y="20"/>
                      </a:lnTo>
                      <a:lnTo>
                        <a:pt x="3254" y="14"/>
                      </a:lnTo>
                      <a:lnTo>
                        <a:pt x="3179" y="9"/>
                      </a:lnTo>
                      <a:lnTo>
                        <a:pt x="3102" y="5"/>
                      </a:lnTo>
                      <a:lnTo>
                        <a:pt x="3025" y="3"/>
                      </a:lnTo>
                      <a:lnTo>
                        <a:pt x="2948" y="1"/>
                      </a:lnTo>
                      <a:lnTo>
                        <a:pt x="2870" y="0"/>
                      </a:lnTo>
                      <a:lnTo>
                        <a:pt x="2870" y="0"/>
                      </a:lnTo>
                      <a:lnTo>
                        <a:pt x="2716" y="1"/>
                      </a:lnTo>
                      <a:lnTo>
                        <a:pt x="2566" y="5"/>
                      </a:lnTo>
                      <a:lnTo>
                        <a:pt x="2417" y="12"/>
                      </a:lnTo>
                      <a:lnTo>
                        <a:pt x="2272" y="20"/>
                      </a:lnTo>
                      <a:lnTo>
                        <a:pt x="2130" y="32"/>
                      </a:lnTo>
                      <a:lnTo>
                        <a:pt x="1990" y="45"/>
                      </a:lnTo>
                      <a:lnTo>
                        <a:pt x="1856" y="62"/>
                      </a:lnTo>
                      <a:lnTo>
                        <a:pt x="1724" y="79"/>
                      </a:lnTo>
                      <a:lnTo>
                        <a:pt x="1596" y="99"/>
                      </a:lnTo>
                      <a:lnTo>
                        <a:pt x="1471" y="120"/>
                      </a:lnTo>
                      <a:lnTo>
                        <a:pt x="1351" y="145"/>
                      </a:lnTo>
                      <a:lnTo>
                        <a:pt x="1235" y="170"/>
                      </a:lnTo>
                      <a:lnTo>
                        <a:pt x="1123" y="199"/>
                      </a:lnTo>
                      <a:lnTo>
                        <a:pt x="1015" y="228"/>
                      </a:lnTo>
                      <a:lnTo>
                        <a:pt x="912" y="260"/>
                      </a:lnTo>
                      <a:lnTo>
                        <a:pt x="862" y="276"/>
                      </a:lnTo>
                      <a:lnTo>
                        <a:pt x="815" y="292"/>
                      </a:lnTo>
                      <a:lnTo>
                        <a:pt x="768" y="310"/>
                      </a:lnTo>
                      <a:lnTo>
                        <a:pt x="721" y="328"/>
                      </a:lnTo>
                      <a:lnTo>
                        <a:pt x="677" y="345"/>
                      </a:lnTo>
                      <a:lnTo>
                        <a:pt x="633" y="364"/>
                      </a:lnTo>
                      <a:lnTo>
                        <a:pt x="591" y="382"/>
                      </a:lnTo>
                      <a:lnTo>
                        <a:pt x="550" y="401"/>
                      </a:lnTo>
                      <a:lnTo>
                        <a:pt x="510" y="420"/>
                      </a:lnTo>
                      <a:lnTo>
                        <a:pt x="471" y="441"/>
                      </a:lnTo>
                      <a:lnTo>
                        <a:pt x="434" y="460"/>
                      </a:lnTo>
                      <a:lnTo>
                        <a:pt x="398" y="481"/>
                      </a:lnTo>
                      <a:lnTo>
                        <a:pt x="365" y="502"/>
                      </a:lnTo>
                      <a:lnTo>
                        <a:pt x="332" y="523"/>
                      </a:lnTo>
                      <a:lnTo>
                        <a:pt x="301" y="545"/>
                      </a:lnTo>
                      <a:lnTo>
                        <a:pt x="270" y="567"/>
                      </a:lnTo>
                      <a:lnTo>
                        <a:pt x="242" y="588"/>
                      </a:lnTo>
                      <a:lnTo>
                        <a:pt x="215" y="610"/>
                      </a:lnTo>
                      <a:lnTo>
                        <a:pt x="189" y="633"/>
                      </a:lnTo>
                      <a:lnTo>
                        <a:pt x="166" y="655"/>
                      </a:lnTo>
                      <a:lnTo>
                        <a:pt x="143" y="678"/>
                      </a:lnTo>
                      <a:lnTo>
                        <a:pt x="123" y="702"/>
                      </a:lnTo>
                      <a:lnTo>
                        <a:pt x="104" y="726"/>
                      </a:lnTo>
                      <a:lnTo>
                        <a:pt x="86" y="750"/>
                      </a:lnTo>
                      <a:lnTo>
                        <a:pt x="69" y="773"/>
                      </a:lnTo>
                      <a:lnTo>
                        <a:pt x="55" y="797"/>
                      </a:lnTo>
                      <a:lnTo>
                        <a:pt x="42" y="822"/>
                      </a:lnTo>
                      <a:lnTo>
                        <a:pt x="30" y="847"/>
                      </a:lnTo>
                      <a:lnTo>
                        <a:pt x="21" y="872"/>
                      </a:lnTo>
                      <a:lnTo>
                        <a:pt x="14" y="897"/>
                      </a:lnTo>
                      <a:lnTo>
                        <a:pt x="7" y="922"/>
                      </a:lnTo>
                      <a:lnTo>
                        <a:pt x="2" y="947"/>
                      </a:lnTo>
                      <a:lnTo>
                        <a:pt x="0" y="973"/>
                      </a:lnTo>
                      <a:lnTo>
                        <a:pt x="0" y="999"/>
                      </a:lnTo>
                      <a:lnTo>
                        <a:pt x="0" y="999"/>
                      </a:lnTo>
                      <a:lnTo>
                        <a:pt x="0" y="1024"/>
                      </a:lnTo>
                      <a:lnTo>
                        <a:pt x="2" y="1050"/>
                      </a:lnTo>
                      <a:lnTo>
                        <a:pt x="7" y="1076"/>
                      </a:lnTo>
                      <a:lnTo>
                        <a:pt x="14" y="1101"/>
                      </a:lnTo>
                      <a:lnTo>
                        <a:pt x="21" y="1127"/>
                      </a:lnTo>
                      <a:lnTo>
                        <a:pt x="30" y="1151"/>
                      </a:lnTo>
                      <a:lnTo>
                        <a:pt x="42" y="1176"/>
                      </a:lnTo>
                      <a:lnTo>
                        <a:pt x="55" y="1200"/>
                      </a:lnTo>
                      <a:lnTo>
                        <a:pt x="69" y="1224"/>
                      </a:lnTo>
                      <a:lnTo>
                        <a:pt x="86" y="1249"/>
                      </a:lnTo>
                      <a:lnTo>
                        <a:pt x="104" y="1273"/>
                      </a:lnTo>
                      <a:lnTo>
                        <a:pt x="123" y="1296"/>
                      </a:lnTo>
                      <a:lnTo>
                        <a:pt x="143" y="1319"/>
                      </a:lnTo>
                      <a:lnTo>
                        <a:pt x="166" y="1342"/>
                      </a:lnTo>
                      <a:lnTo>
                        <a:pt x="189" y="1365"/>
                      </a:lnTo>
                      <a:lnTo>
                        <a:pt x="215" y="1388"/>
                      </a:lnTo>
                      <a:lnTo>
                        <a:pt x="242" y="1410"/>
                      </a:lnTo>
                      <a:lnTo>
                        <a:pt x="270" y="1432"/>
                      </a:lnTo>
                      <a:lnTo>
                        <a:pt x="301" y="1454"/>
                      </a:lnTo>
                      <a:lnTo>
                        <a:pt x="332" y="1475"/>
                      </a:lnTo>
                      <a:lnTo>
                        <a:pt x="365" y="1496"/>
                      </a:lnTo>
                      <a:lnTo>
                        <a:pt x="398" y="1517"/>
                      </a:lnTo>
                      <a:lnTo>
                        <a:pt x="434" y="1537"/>
                      </a:lnTo>
                      <a:lnTo>
                        <a:pt x="471" y="1558"/>
                      </a:lnTo>
                      <a:lnTo>
                        <a:pt x="510" y="1577"/>
                      </a:lnTo>
                      <a:lnTo>
                        <a:pt x="550" y="1596"/>
                      </a:lnTo>
                      <a:lnTo>
                        <a:pt x="591" y="1615"/>
                      </a:lnTo>
                      <a:lnTo>
                        <a:pt x="633" y="1634"/>
                      </a:lnTo>
                      <a:lnTo>
                        <a:pt x="677" y="1652"/>
                      </a:lnTo>
                      <a:lnTo>
                        <a:pt x="721" y="1670"/>
                      </a:lnTo>
                      <a:lnTo>
                        <a:pt x="768" y="1688"/>
                      </a:lnTo>
                      <a:lnTo>
                        <a:pt x="815" y="1705"/>
                      </a:lnTo>
                      <a:lnTo>
                        <a:pt x="862" y="1722"/>
                      </a:lnTo>
                      <a:lnTo>
                        <a:pt x="912" y="1738"/>
                      </a:lnTo>
                      <a:lnTo>
                        <a:pt x="1015" y="1769"/>
                      </a:lnTo>
                      <a:lnTo>
                        <a:pt x="1123" y="1800"/>
                      </a:lnTo>
                      <a:lnTo>
                        <a:pt x="1235" y="1827"/>
                      </a:lnTo>
                      <a:lnTo>
                        <a:pt x="1351" y="1854"/>
                      </a:lnTo>
                      <a:lnTo>
                        <a:pt x="1471" y="1877"/>
                      </a:lnTo>
                      <a:lnTo>
                        <a:pt x="1596" y="1899"/>
                      </a:lnTo>
                      <a:lnTo>
                        <a:pt x="1724" y="1919"/>
                      </a:lnTo>
                      <a:lnTo>
                        <a:pt x="1856" y="1937"/>
                      </a:lnTo>
                      <a:lnTo>
                        <a:pt x="1990" y="1952"/>
                      </a:lnTo>
                      <a:lnTo>
                        <a:pt x="2130" y="1966"/>
                      </a:lnTo>
                      <a:lnTo>
                        <a:pt x="2272" y="1977"/>
                      </a:lnTo>
                      <a:lnTo>
                        <a:pt x="2417" y="1986"/>
                      </a:lnTo>
                      <a:lnTo>
                        <a:pt x="2566" y="1992"/>
                      </a:lnTo>
                      <a:lnTo>
                        <a:pt x="2716" y="1996"/>
                      </a:lnTo>
                      <a:lnTo>
                        <a:pt x="2870" y="1997"/>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478093" rtl="0" eaLnBrk="1" latinLnBrk="0" hangingPunct="1">
                    <a:defRPr sz="1883" kern="1200">
                      <a:solidFill>
                        <a:schemeClr val="tx1"/>
                      </a:solidFill>
                      <a:latin typeface="+mn-lt"/>
                      <a:ea typeface="+mn-ea"/>
                      <a:cs typeface="+mn-cs"/>
                    </a:defRPr>
                  </a:lvl1pPr>
                  <a:lvl2pPr marL="478093" algn="l" defTabSz="478093" rtl="0" eaLnBrk="1" latinLnBrk="0" hangingPunct="1">
                    <a:defRPr sz="1883" kern="1200">
                      <a:solidFill>
                        <a:schemeClr val="tx1"/>
                      </a:solidFill>
                      <a:latin typeface="+mn-lt"/>
                      <a:ea typeface="+mn-ea"/>
                      <a:cs typeface="+mn-cs"/>
                    </a:defRPr>
                  </a:lvl2pPr>
                  <a:lvl3pPr marL="956184" algn="l" defTabSz="478093" rtl="0" eaLnBrk="1" latinLnBrk="0" hangingPunct="1">
                    <a:defRPr sz="1883" kern="1200">
                      <a:solidFill>
                        <a:schemeClr val="tx1"/>
                      </a:solidFill>
                      <a:latin typeface="+mn-lt"/>
                      <a:ea typeface="+mn-ea"/>
                      <a:cs typeface="+mn-cs"/>
                    </a:defRPr>
                  </a:lvl3pPr>
                  <a:lvl4pPr marL="1434277" algn="l" defTabSz="478093" rtl="0" eaLnBrk="1" latinLnBrk="0" hangingPunct="1">
                    <a:defRPr sz="1883" kern="1200">
                      <a:solidFill>
                        <a:schemeClr val="tx1"/>
                      </a:solidFill>
                      <a:latin typeface="+mn-lt"/>
                      <a:ea typeface="+mn-ea"/>
                      <a:cs typeface="+mn-cs"/>
                    </a:defRPr>
                  </a:lvl4pPr>
                  <a:lvl5pPr marL="1912370" algn="l" defTabSz="478093" rtl="0" eaLnBrk="1" latinLnBrk="0" hangingPunct="1">
                    <a:defRPr sz="1883" kern="1200">
                      <a:solidFill>
                        <a:schemeClr val="tx1"/>
                      </a:solidFill>
                      <a:latin typeface="+mn-lt"/>
                      <a:ea typeface="+mn-ea"/>
                      <a:cs typeface="+mn-cs"/>
                    </a:defRPr>
                  </a:lvl5pPr>
                  <a:lvl6pPr marL="2390462" algn="l" defTabSz="478093" rtl="0" eaLnBrk="1" latinLnBrk="0" hangingPunct="1">
                    <a:defRPr sz="1883" kern="1200">
                      <a:solidFill>
                        <a:schemeClr val="tx1"/>
                      </a:solidFill>
                      <a:latin typeface="+mn-lt"/>
                      <a:ea typeface="+mn-ea"/>
                      <a:cs typeface="+mn-cs"/>
                    </a:defRPr>
                  </a:lvl6pPr>
                  <a:lvl7pPr marL="2868554" algn="l" defTabSz="478093" rtl="0" eaLnBrk="1" latinLnBrk="0" hangingPunct="1">
                    <a:defRPr sz="1883" kern="1200">
                      <a:solidFill>
                        <a:schemeClr val="tx1"/>
                      </a:solidFill>
                      <a:latin typeface="+mn-lt"/>
                      <a:ea typeface="+mn-ea"/>
                      <a:cs typeface="+mn-cs"/>
                    </a:defRPr>
                  </a:lvl7pPr>
                  <a:lvl8pPr marL="3346646" algn="l" defTabSz="478093" rtl="0" eaLnBrk="1" latinLnBrk="0" hangingPunct="1">
                    <a:defRPr sz="1883" kern="1200">
                      <a:solidFill>
                        <a:schemeClr val="tx1"/>
                      </a:solidFill>
                      <a:latin typeface="+mn-lt"/>
                      <a:ea typeface="+mn-ea"/>
                      <a:cs typeface="+mn-cs"/>
                    </a:defRPr>
                  </a:lvl8pPr>
                  <a:lvl9pPr marL="3824739" algn="l" defTabSz="478093" rtl="0" eaLnBrk="1" latinLnBrk="0" hangingPunct="1">
                    <a:defRPr sz="1883" kern="1200">
                      <a:solidFill>
                        <a:schemeClr val="tx1"/>
                      </a:solidFill>
                      <a:latin typeface="+mn-lt"/>
                      <a:ea typeface="+mn-ea"/>
                      <a:cs typeface="+mn-cs"/>
                    </a:defRPr>
                  </a:lvl9pPr>
                </a:lstStyle>
                <a:p>
                  <a:endParaRPr lang="ja-JP" altLang="en-US"/>
                </a:p>
              </p:txBody>
            </p:sp>
            <p:sp>
              <p:nvSpPr>
                <p:cNvPr id="124" name="Freeform 42">
                  <a:extLst>
                    <a:ext uri="{FF2B5EF4-FFF2-40B4-BE49-F238E27FC236}">
                      <a16:creationId xmlns:a16="http://schemas.microsoft.com/office/drawing/2014/main" id="{C728A1E3-1C0F-6E1B-A5BB-A4472A34191D}"/>
                    </a:ext>
                  </a:extLst>
                </p:cNvPr>
                <p:cNvSpPr>
                  <a:spLocks/>
                </p:cNvSpPr>
                <p:nvPr/>
              </p:nvSpPr>
              <p:spPr bwMode="auto">
                <a:xfrm flipV="1">
                  <a:off x="3131984" y="5191944"/>
                  <a:ext cx="270003" cy="90001"/>
                </a:xfrm>
                <a:custGeom>
                  <a:avLst/>
                  <a:gdLst>
                    <a:gd name="T0" fmla="*/ 3025 w 5991"/>
                    <a:gd name="T1" fmla="*/ 3393 h 3396"/>
                    <a:gd name="T2" fmla="*/ 3330 w 5991"/>
                    <a:gd name="T3" fmla="*/ 3377 h 3396"/>
                    <a:gd name="T4" fmla="*/ 3627 w 5991"/>
                    <a:gd name="T5" fmla="*/ 3342 h 3396"/>
                    <a:gd name="T6" fmla="*/ 3916 w 5991"/>
                    <a:gd name="T7" fmla="*/ 3293 h 3396"/>
                    <a:gd name="T8" fmla="*/ 4193 w 5991"/>
                    <a:gd name="T9" fmla="*/ 3228 h 3396"/>
                    <a:gd name="T10" fmla="*/ 4458 w 5991"/>
                    <a:gd name="T11" fmla="*/ 3150 h 3396"/>
                    <a:gd name="T12" fmla="*/ 4708 w 5991"/>
                    <a:gd name="T13" fmla="*/ 3059 h 3396"/>
                    <a:gd name="T14" fmla="*/ 4941 w 5991"/>
                    <a:gd name="T15" fmla="*/ 2955 h 3396"/>
                    <a:gd name="T16" fmla="*/ 5157 w 5991"/>
                    <a:gd name="T17" fmla="*/ 2839 h 3396"/>
                    <a:gd name="T18" fmla="*/ 5350 w 5991"/>
                    <a:gd name="T19" fmla="*/ 2714 h 3396"/>
                    <a:gd name="T20" fmla="*/ 5523 w 5991"/>
                    <a:gd name="T21" fmla="*/ 2578 h 3396"/>
                    <a:gd name="T22" fmla="*/ 5671 w 5991"/>
                    <a:gd name="T23" fmla="*/ 2434 h 3396"/>
                    <a:gd name="T24" fmla="*/ 5794 w 5991"/>
                    <a:gd name="T25" fmla="*/ 2282 h 3396"/>
                    <a:gd name="T26" fmla="*/ 5889 w 5991"/>
                    <a:gd name="T27" fmla="*/ 2123 h 3396"/>
                    <a:gd name="T28" fmla="*/ 5953 w 5991"/>
                    <a:gd name="T29" fmla="*/ 1956 h 3396"/>
                    <a:gd name="T30" fmla="*/ 5986 w 5991"/>
                    <a:gd name="T31" fmla="*/ 1786 h 3396"/>
                    <a:gd name="T32" fmla="*/ 5990 w 5991"/>
                    <a:gd name="T33" fmla="*/ 1654 h 3396"/>
                    <a:gd name="T34" fmla="*/ 5964 w 5991"/>
                    <a:gd name="T35" fmla="*/ 1482 h 3396"/>
                    <a:gd name="T36" fmla="*/ 5908 w 5991"/>
                    <a:gd name="T37" fmla="*/ 1315 h 3396"/>
                    <a:gd name="T38" fmla="*/ 5819 w 5991"/>
                    <a:gd name="T39" fmla="*/ 1154 h 3396"/>
                    <a:gd name="T40" fmla="*/ 5704 w 5991"/>
                    <a:gd name="T41" fmla="*/ 1000 h 3396"/>
                    <a:gd name="T42" fmla="*/ 5563 w 5991"/>
                    <a:gd name="T43" fmla="*/ 852 h 3396"/>
                    <a:gd name="T44" fmla="*/ 5396 w 5991"/>
                    <a:gd name="T45" fmla="*/ 715 h 3396"/>
                    <a:gd name="T46" fmla="*/ 5207 w 5991"/>
                    <a:gd name="T47" fmla="*/ 587 h 3396"/>
                    <a:gd name="T48" fmla="*/ 4996 w 5991"/>
                    <a:gd name="T49" fmla="*/ 469 h 3396"/>
                    <a:gd name="T50" fmla="*/ 4768 w 5991"/>
                    <a:gd name="T51" fmla="*/ 363 h 3396"/>
                    <a:gd name="T52" fmla="*/ 4522 w 5991"/>
                    <a:gd name="T53" fmla="*/ 268 h 3396"/>
                    <a:gd name="T54" fmla="*/ 4261 w 5991"/>
                    <a:gd name="T55" fmla="*/ 186 h 3396"/>
                    <a:gd name="T56" fmla="*/ 3986 w 5991"/>
                    <a:gd name="T57" fmla="*/ 118 h 3396"/>
                    <a:gd name="T58" fmla="*/ 3700 w 5991"/>
                    <a:gd name="T59" fmla="*/ 65 h 3396"/>
                    <a:gd name="T60" fmla="*/ 3404 w 5991"/>
                    <a:gd name="T61" fmla="*/ 27 h 3396"/>
                    <a:gd name="T62" fmla="*/ 3102 w 5991"/>
                    <a:gd name="T63" fmla="*/ 5 h 3396"/>
                    <a:gd name="T64" fmla="*/ 2870 w 5991"/>
                    <a:gd name="T65" fmla="*/ 0 h 3396"/>
                    <a:gd name="T66" fmla="*/ 2272 w 5991"/>
                    <a:gd name="T67" fmla="*/ 20 h 3396"/>
                    <a:gd name="T68" fmla="*/ 1724 w 5991"/>
                    <a:gd name="T69" fmla="*/ 79 h 3396"/>
                    <a:gd name="T70" fmla="*/ 1235 w 5991"/>
                    <a:gd name="T71" fmla="*/ 170 h 3396"/>
                    <a:gd name="T72" fmla="*/ 862 w 5991"/>
                    <a:gd name="T73" fmla="*/ 276 h 3396"/>
                    <a:gd name="T74" fmla="*/ 677 w 5991"/>
                    <a:gd name="T75" fmla="*/ 345 h 3396"/>
                    <a:gd name="T76" fmla="*/ 510 w 5991"/>
                    <a:gd name="T77" fmla="*/ 420 h 3396"/>
                    <a:gd name="T78" fmla="*/ 365 w 5991"/>
                    <a:gd name="T79" fmla="*/ 502 h 3396"/>
                    <a:gd name="T80" fmla="*/ 242 w 5991"/>
                    <a:gd name="T81" fmla="*/ 588 h 3396"/>
                    <a:gd name="T82" fmla="*/ 143 w 5991"/>
                    <a:gd name="T83" fmla="*/ 678 h 3396"/>
                    <a:gd name="T84" fmla="*/ 69 w 5991"/>
                    <a:gd name="T85" fmla="*/ 773 h 3396"/>
                    <a:gd name="T86" fmla="*/ 21 w 5991"/>
                    <a:gd name="T87" fmla="*/ 872 h 3396"/>
                    <a:gd name="T88" fmla="*/ 0 w 5991"/>
                    <a:gd name="T89" fmla="*/ 973 h 3396"/>
                    <a:gd name="T90" fmla="*/ 2 w 5991"/>
                    <a:gd name="T91" fmla="*/ 1050 h 3396"/>
                    <a:gd name="T92" fmla="*/ 30 w 5991"/>
                    <a:gd name="T93" fmla="*/ 1151 h 3396"/>
                    <a:gd name="T94" fmla="*/ 86 w 5991"/>
                    <a:gd name="T95" fmla="*/ 1249 h 3396"/>
                    <a:gd name="T96" fmla="*/ 166 w 5991"/>
                    <a:gd name="T97" fmla="*/ 1342 h 3396"/>
                    <a:gd name="T98" fmla="*/ 270 w 5991"/>
                    <a:gd name="T99" fmla="*/ 1432 h 3396"/>
                    <a:gd name="T100" fmla="*/ 398 w 5991"/>
                    <a:gd name="T101" fmla="*/ 1517 h 3396"/>
                    <a:gd name="T102" fmla="*/ 550 w 5991"/>
                    <a:gd name="T103" fmla="*/ 1596 h 3396"/>
                    <a:gd name="T104" fmla="*/ 721 w 5991"/>
                    <a:gd name="T105" fmla="*/ 1670 h 3396"/>
                    <a:gd name="T106" fmla="*/ 912 w 5991"/>
                    <a:gd name="T107" fmla="*/ 1738 h 3396"/>
                    <a:gd name="T108" fmla="*/ 1351 w 5991"/>
                    <a:gd name="T109" fmla="*/ 1854 h 3396"/>
                    <a:gd name="T110" fmla="*/ 1856 w 5991"/>
                    <a:gd name="T111" fmla="*/ 1937 h 3396"/>
                    <a:gd name="T112" fmla="*/ 2417 w 5991"/>
                    <a:gd name="T113" fmla="*/ 1986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991" h="3396">
                      <a:moveTo>
                        <a:pt x="2870" y="3396"/>
                      </a:moveTo>
                      <a:lnTo>
                        <a:pt x="2870" y="3396"/>
                      </a:lnTo>
                      <a:lnTo>
                        <a:pt x="2948" y="3395"/>
                      </a:lnTo>
                      <a:lnTo>
                        <a:pt x="3025" y="3393"/>
                      </a:lnTo>
                      <a:lnTo>
                        <a:pt x="3102" y="3391"/>
                      </a:lnTo>
                      <a:lnTo>
                        <a:pt x="3179" y="3387"/>
                      </a:lnTo>
                      <a:lnTo>
                        <a:pt x="3254" y="3382"/>
                      </a:lnTo>
                      <a:lnTo>
                        <a:pt x="3330" y="3377"/>
                      </a:lnTo>
                      <a:lnTo>
                        <a:pt x="3404" y="3369"/>
                      </a:lnTo>
                      <a:lnTo>
                        <a:pt x="3480" y="3361"/>
                      </a:lnTo>
                      <a:lnTo>
                        <a:pt x="3553" y="3352"/>
                      </a:lnTo>
                      <a:lnTo>
                        <a:pt x="3627" y="3342"/>
                      </a:lnTo>
                      <a:lnTo>
                        <a:pt x="3700" y="3332"/>
                      </a:lnTo>
                      <a:lnTo>
                        <a:pt x="3772" y="3319"/>
                      </a:lnTo>
                      <a:lnTo>
                        <a:pt x="3844" y="3306"/>
                      </a:lnTo>
                      <a:lnTo>
                        <a:pt x="3916" y="3293"/>
                      </a:lnTo>
                      <a:lnTo>
                        <a:pt x="3986" y="3278"/>
                      </a:lnTo>
                      <a:lnTo>
                        <a:pt x="4056" y="3262"/>
                      </a:lnTo>
                      <a:lnTo>
                        <a:pt x="4125" y="3246"/>
                      </a:lnTo>
                      <a:lnTo>
                        <a:pt x="4193" y="3228"/>
                      </a:lnTo>
                      <a:lnTo>
                        <a:pt x="4261" y="3210"/>
                      </a:lnTo>
                      <a:lnTo>
                        <a:pt x="4327" y="3191"/>
                      </a:lnTo>
                      <a:lnTo>
                        <a:pt x="4393" y="3170"/>
                      </a:lnTo>
                      <a:lnTo>
                        <a:pt x="4458" y="3150"/>
                      </a:lnTo>
                      <a:lnTo>
                        <a:pt x="4522" y="3128"/>
                      </a:lnTo>
                      <a:lnTo>
                        <a:pt x="4585" y="3106"/>
                      </a:lnTo>
                      <a:lnTo>
                        <a:pt x="4647" y="3083"/>
                      </a:lnTo>
                      <a:lnTo>
                        <a:pt x="4708" y="3059"/>
                      </a:lnTo>
                      <a:lnTo>
                        <a:pt x="4768" y="3033"/>
                      </a:lnTo>
                      <a:lnTo>
                        <a:pt x="4827" y="3009"/>
                      </a:lnTo>
                      <a:lnTo>
                        <a:pt x="4885" y="2982"/>
                      </a:lnTo>
                      <a:lnTo>
                        <a:pt x="4941" y="2955"/>
                      </a:lnTo>
                      <a:lnTo>
                        <a:pt x="4996" y="2927"/>
                      </a:lnTo>
                      <a:lnTo>
                        <a:pt x="5052" y="2898"/>
                      </a:lnTo>
                      <a:lnTo>
                        <a:pt x="5104" y="2869"/>
                      </a:lnTo>
                      <a:lnTo>
                        <a:pt x="5157" y="2839"/>
                      </a:lnTo>
                      <a:lnTo>
                        <a:pt x="5207" y="2809"/>
                      </a:lnTo>
                      <a:lnTo>
                        <a:pt x="5255" y="2778"/>
                      </a:lnTo>
                      <a:lnTo>
                        <a:pt x="5304" y="2746"/>
                      </a:lnTo>
                      <a:lnTo>
                        <a:pt x="5350" y="2714"/>
                      </a:lnTo>
                      <a:lnTo>
                        <a:pt x="5396" y="2680"/>
                      </a:lnTo>
                      <a:lnTo>
                        <a:pt x="5440" y="2647"/>
                      </a:lnTo>
                      <a:lnTo>
                        <a:pt x="5482" y="2613"/>
                      </a:lnTo>
                      <a:lnTo>
                        <a:pt x="5523" y="2578"/>
                      </a:lnTo>
                      <a:lnTo>
                        <a:pt x="5563" y="2543"/>
                      </a:lnTo>
                      <a:lnTo>
                        <a:pt x="5600" y="2507"/>
                      </a:lnTo>
                      <a:lnTo>
                        <a:pt x="5636" y="2470"/>
                      </a:lnTo>
                      <a:lnTo>
                        <a:pt x="5671" y="2434"/>
                      </a:lnTo>
                      <a:lnTo>
                        <a:pt x="5704" y="2397"/>
                      </a:lnTo>
                      <a:lnTo>
                        <a:pt x="5736" y="2359"/>
                      </a:lnTo>
                      <a:lnTo>
                        <a:pt x="5766" y="2320"/>
                      </a:lnTo>
                      <a:lnTo>
                        <a:pt x="5794" y="2282"/>
                      </a:lnTo>
                      <a:lnTo>
                        <a:pt x="5819" y="2242"/>
                      </a:lnTo>
                      <a:lnTo>
                        <a:pt x="5845" y="2202"/>
                      </a:lnTo>
                      <a:lnTo>
                        <a:pt x="5867" y="2163"/>
                      </a:lnTo>
                      <a:lnTo>
                        <a:pt x="5889" y="2123"/>
                      </a:lnTo>
                      <a:lnTo>
                        <a:pt x="5908" y="2082"/>
                      </a:lnTo>
                      <a:lnTo>
                        <a:pt x="5925" y="2040"/>
                      </a:lnTo>
                      <a:lnTo>
                        <a:pt x="5940" y="1999"/>
                      </a:lnTo>
                      <a:lnTo>
                        <a:pt x="5953" y="1956"/>
                      </a:lnTo>
                      <a:lnTo>
                        <a:pt x="5964" y="1914"/>
                      </a:lnTo>
                      <a:lnTo>
                        <a:pt x="5973" y="1872"/>
                      </a:lnTo>
                      <a:lnTo>
                        <a:pt x="5981" y="1828"/>
                      </a:lnTo>
                      <a:lnTo>
                        <a:pt x="5986" y="1786"/>
                      </a:lnTo>
                      <a:lnTo>
                        <a:pt x="5990" y="1742"/>
                      </a:lnTo>
                      <a:lnTo>
                        <a:pt x="5991" y="1699"/>
                      </a:lnTo>
                      <a:lnTo>
                        <a:pt x="5991" y="1699"/>
                      </a:lnTo>
                      <a:lnTo>
                        <a:pt x="5990" y="1654"/>
                      </a:lnTo>
                      <a:lnTo>
                        <a:pt x="5986" y="1610"/>
                      </a:lnTo>
                      <a:lnTo>
                        <a:pt x="5981" y="1568"/>
                      </a:lnTo>
                      <a:lnTo>
                        <a:pt x="5973" y="1524"/>
                      </a:lnTo>
                      <a:lnTo>
                        <a:pt x="5964" y="1482"/>
                      </a:lnTo>
                      <a:lnTo>
                        <a:pt x="5953" y="1440"/>
                      </a:lnTo>
                      <a:lnTo>
                        <a:pt x="5940" y="1397"/>
                      </a:lnTo>
                      <a:lnTo>
                        <a:pt x="5925" y="1356"/>
                      </a:lnTo>
                      <a:lnTo>
                        <a:pt x="5908" y="1315"/>
                      </a:lnTo>
                      <a:lnTo>
                        <a:pt x="5889" y="1274"/>
                      </a:lnTo>
                      <a:lnTo>
                        <a:pt x="5867" y="1233"/>
                      </a:lnTo>
                      <a:lnTo>
                        <a:pt x="5845" y="1193"/>
                      </a:lnTo>
                      <a:lnTo>
                        <a:pt x="5819" y="1154"/>
                      </a:lnTo>
                      <a:lnTo>
                        <a:pt x="5794" y="1114"/>
                      </a:lnTo>
                      <a:lnTo>
                        <a:pt x="5766" y="1076"/>
                      </a:lnTo>
                      <a:lnTo>
                        <a:pt x="5736" y="1037"/>
                      </a:lnTo>
                      <a:lnTo>
                        <a:pt x="5704" y="1000"/>
                      </a:lnTo>
                      <a:lnTo>
                        <a:pt x="5671" y="961"/>
                      </a:lnTo>
                      <a:lnTo>
                        <a:pt x="5636" y="926"/>
                      </a:lnTo>
                      <a:lnTo>
                        <a:pt x="5600" y="888"/>
                      </a:lnTo>
                      <a:lnTo>
                        <a:pt x="5563" y="852"/>
                      </a:lnTo>
                      <a:lnTo>
                        <a:pt x="5523" y="818"/>
                      </a:lnTo>
                      <a:lnTo>
                        <a:pt x="5482" y="783"/>
                      </a:lnTo>
                      <a:lnTo>
                        <a:pt x="5440" y="749"/>
                      </a:lnTo>
                      <a:lnTo>
                        <a:pt x="5396" y="715"/>
                      </a:lnTo>
                      <a:lnTo>
                        <a:pt x="5350" y="682"/>
                      </a:lnTo>
                      <a:lnTo>
                        <a:pt x="5304" y="650"/>
                      </a:lnTo>
                      <a:lnTo>
                        <a:pt x="5255" y="618"/>
                      </a:lnTo>
                      <a:lnTo>
                        <a:pt x="5207" y="587"/>
                      </a:lnTo>
                      <a:lnTo>
                        <a:pt x="5157" y="556"/>
                      </a:lnTo>
                      <a:lnTo>
                        <a:pt x="5104" y="527"/>
                      </a:lnTo>
                      <a:lnTo>
                        <a:pt x="5052" y="497"/>
                      </a:lnTo>
                      <a:lnTo>
                        <a:pt x="4996" y="469"/>
                      </a:lnTo>
                      <a:lnTo>
                        <a:pt x="4941" y="441"/>
                      </a:lnTo>
                      <a:lnTo>
                        <a:pt x="4885" y="414"/>
                      </a:lnTo>
                      <a:lnTo>
                        <a:pt x="4827" y="388"/>
                      </a:lnTo>
                      <a:lnTo>
                        <a:pt x="4768" y="363"/>
                      </a:lnTo>
                      <a:lnTo>
                        <a:pt x="4708" y="337"/>
                      </a:lnTo>
                      <a:lnTo>
                        <a:pt x="4647" y="314"/>
                      </a:lnTo>
                      <a:lnTo>
                        <a:pt x="4585" y="290"/>
                      </a:lnTo>
                      <a:lnTo>
                        <a:pt x="4522" y="268"/>
                      </a:lnTo>
                      <a:lnTo>
                        <a:pt x="4458" y="246"/>
                      </a:lnTo>
                      <a:lnTo>
                        <a:pt x="4393" y="226"/>
                      </a:lnTo>
                      <a:lnTo>
                        <a:pt x="4327" y="205"/>
                      </a:lnTo>
                      <a:lnTo>
                        <a:pt x="4261" y="186"/>
                      </a:lnTo>
                      <a:lnTo>
                        <a:pt x="4193" y="168"/>
                      </a:lnTo>
                      <a:lnTo>
                        <a:pt x="4125" y="150"/>
                      </a:lnTo>
                      <a:lnTo>
                        <a:pt x="4056" y="133"/>
                      </a:lnTo>
                      <a:lnTo>
                        <a:pt x="3986" y="118"/>
                      </a:lnTo>
                      <a:lnTo>
                        <a:pt x="3916" y="104"/>
                      </a:lnTo>
                      <a:lnTo>
                        <a:pt x="3844" y="90"/>
                      </a:lnTo>
                      <a:lnTo>
                        <a:pt x="3772" y="77"/>
                      </a:lnTo>
                      <a:lnTo>
                        <a:pt x="3700" y="65"/>
                      </a:lnTo>
                      <a:lnTo>
                        <a:pt x="3627" y="54"/>
                      </a:lnTo>
                      <a:lnTo>
                        <a:pt x="3553" y="44"/>
                      </a:lnTo>
                      <a:lnTo>
                        <a:pt x="3480" y="35"/>
                      </a:lnTo>
                      <a:lnTo>
                        <a:pt x="3404" y="27"/>
                      </a:lnTo>
                      <a:lnTo>
                        <a:pt x="3330" y="20"/>
                      </a:lnTo>
                      <a:lnTo>
                        <a:pt x="3254" y="14"/>
                      </a:lnTo>
                      <a:lnTo>
                        <a:pt x="3179" y="9"/>
                      </a:lnTo>
                      <a:lnTo>
                        <a:pt x="3102" y="5"/>
                      </a:lnTo>
                      <a:lnTo>
                        <a:pt x="3025" y="3"/>
                      </a:lnTo>
                      <a:lnTo>
                        <a:pt x="2948" y="1"/>
                      </a:lnTo>
                      <a:lnTo>
                        <a:pt x="2870" y="0"/>
                      </a:lnTo>
                      <a:lnTo>
                        <a:pt x="2870" y="0"/>
                      </a:lnTo>
                      <a:lnTo>
                        <a:pt x="2716" y="1"/>
                      </a:lnTo>
                      <a:lnTo>
                        <a:pt x="2566" y="5"/>
                      </a:lnTo>
                      <a:lnTo>
                        <a:pt x="2417" y="12"/>
                      </a:lnTo>
                      <a:lnTo>
                        <a:pt x="2272" y="20"/>
                      </a:lnTo>
                      <a:lnTo>
                        <a:pt x="2130" y="32"/>
                      </a:lnTo>
                      <a:lnTo>
                        <a:pt x="1990" y="45"/>
                      </a:lnTo>
                      <a:lnTo>
                        <a:pt x="1856" y="62"/>
                      </a:lnTo>
                      <a:lnTo>
                        <a:pt x="1724" y="79"/>
                      </a:lnTo>
                      <a:lnTo>
                        <a:pt x="1596" y="99"/>
                      </a:lnTo>
                      <a:lnTo>
                        <a:pt x="1471" y="120"/>
                      </a:lnTo>
                      <a:lnTo>
                        <a:pt x="1351" y="145"/>
                      </a:lnTo>
                      <a:lnTo>
                        <a:pt x="1235" y="170"/>
                      </a:lnTo>
                      <a:lnTo>
                        <a:pt x="1123" y="199"/>
                      </a:lnTo>
                      <a:lnTo>
                        <a:pt x="1015" y="228"/>
                      </a:lnTo>
                      <a:lnTo>
                        <a:pt x="912" y="260"/>
                      </a:lnTo>
                      <a:lnTo>
                        <a:pt x="862" y="276"/>
                      </a:lnTo>
                      <a:lnTo>
                        <a:pt x="815" y="292"/>
                      </a:lnTo>
                      <a:lnTo>
                        <a:pt x="768" y="310"/>
                      </a:lnTo>
                      <a:lnTo>
                        <a:pt x="721" y="328"/>
                      </a:lnTo>
                      <a:lnTo>
                        <a:pt x="677" y="345"/>
                      </a:lnTo>
                      <a:lnTo>
                        <a:pt x="633" y="364"/>
                      </a:lnTo>
                      <a:lnTo>
                        <a:pt x="591" y="382"/>
                      </a:lnTo>
                      <a:lnTo>
                        <a:pt x="550" y="401"/>
                      </a:lnTo>
                      <a:lnTo>
                        <a:pt x="510" y="420"/>
                      </a:lnTo>
                      <a:lnTo>
                        <a:pt x="471" y="441"/>
                      </a:lnTo>
                      <a:lnTo>
                        <a:pt x="434" y="460"/>
                      </a:lnTo>
                      <a:lnTo>
                        <a:pt x="398" y="481"/>
                      </a:lnTo>
                      <a:lnTo>
                        <a:pt x="365" y="502"/>
                      </a:lnTo>
                      <a:lnTo>
                        <a:pt x="332" y="523"/>
                      </a:lnTo>
                      <a:lnTo>
                        <a:pt x="301" y="545"/>
                      </a:lnTo>
                      <a:lnTo>
                        <a:pt x="270" y="567"/>
                      </a:lnTo>
                      <a:lnTo>
                        <a:pt x="242" y="588"/>
                      </a:lnTo>
                      <a:lnTo>
                        <a:pt x="215" y="610"/>
                      </a:lnTo>
                      <a:lnTo>
                        <a:pt x="189" y="633"/>
                      </a:lnTo>
                      <a:lnTo>
                        <a:pt x="166" y="655"/>
                      </a:lnTo>
                      <a:lnTo>
                        <a:pt x="143" y="678"/>
                      </a:lnTo>
                      <a:lnTo>
                        <a:pt x="123" y="702"/>
                      </a:lnTo>
                      <a:lnTo>
                        <a:pt x="104" y="726"/>
                      </a:lnTo>
                      <a:lnTo>
                        <a:pt x="86" y="750"/>
                      </a:lnTo>
                      <a:lnTo>
                        <a:pt x="69" y="773"/>
                      </a:lnTo>
                      <a:lnTo>
                        <a:pt x="55" y="797"/>
                      </a:lnTo>
                      <a:lnTo>
                        <a:pt x="42" y="822"/>
                      </a:lnTo>
                      <a:lnTo>
                        <a:pt x="30" y="847"/>
                      </a:lnTo>
                      <a:lnTo>
                        <a:pt x="21" y="872"/>
                      </a:lnTo>
                      <a:lnTo>
                        <a:pt x="14" y="897"/>
                      </a:lnTo>
                      <a:lnTo>
                        <a:pt x="7" y="922"/>
                      </a:lnTo>
                      <a:lnTo>
                        <a:pt x="2" y="947"/>
                      </a:lnTo>
                      <a:lnTo>
                        <a:pt x="0" y="973"/>
                      </a:lnTo>
                      <a:lnTo>
                        <a:pt x="0" y="999"/>
                      </a:lnTo>
                      <a:lnTo>
                        <a:pt x="0" y="999"/>
                      </a:lnTo>
                      <a:lnTo>
                        <a:pt x="0" y="1024"/>
                      </a:lnTo>
                      <a:lnTo>
                        <a:pt x="2" y="1050"/>
                      </a:lnTo>
                      <a:lnTo>
                        <a:pt x="7" y="1076"/>
                      </a:lnTo>
                      <a:lnTo>
                        <a:pt x="14" y="1101"/>
                      </a:lnTo>
                      <a:lnTo>
                        <a:pt x="21" y="1127"/>
                      </a:lnTo>
                      <a:lnTo>
                        <a:pt x="30" y="1151"/>
                      </a:lnTo>
                      <a:lnTo>
                        <a:pt x="42" y="1176"/>
                      </a:lnTo>
                      <a:lnTo>
                        <a:pt x="55" y="1200"/>
                      </a:lnTo>
                      <a:lnTo>
                        <a:pt x="69" y="1224"/>
                      </a:lnTo>
                      <a:lnTo>
                        <a:pt x="86" y="1249"/>
                      </a:lnTo>
                      <a:lnTo>
                        <a:pt x="104" y="1273"/>
                      </a:lnTo>
                      <a:lnTo>
                        <a:pt x="123" y="1296"/>
                      </a:lnTo>
                      <a:lnTo>
                        <a:pt x="143" y="1319"/>
                      </a:lnTo>
                      <a:lnTo>
                        <a:pt x="166" y="1342"/>
                      </a:lnTo>
                      <a:lnTo>
                        <a:pt x="189" y="1365"/>
                      </a:lnTo>
                      <a:lnTo>
                        <a:pt x="215" y="1388"/>
                      </a:lnTo>
                      <a:lnTo>
                        <a:pt x="242" y="1410"/>
                      </a:lnTo>
                      <a:lnTo>
                        <a:pt x="270" y="1432"/>
                      </a:lnTo>
                      <a:lnTo>
                        <a:pt x="301" y="1454"/>
                      </a:lnTo>
                      <a:lnTo>
                        <a:pt x="332" y="1475"/>
                      </a:lnTo>
                      <a:lnTo>
                        <a:pt x="365" y="1496"/>
                      </a:lnTo>
                      <a:lnTo>
                        <a:pt x="398" y="1517"/>
                      </a:lnTo>
                      <a:lnTo>
                        <a:pt x="434" y="1537"/>
                      </a:lnTo>
                      <a:lnTo>
                        <a:pt x="471" y="1558"/>
                      </a:lnTo>
                      <a:lnTo>
                        <a:pt x="510" y="1577"/>
                      </a:lnTo>
                      <a:lnTo>
                        <a:pt x="550" y="1596"/>
                      </a:lnTo>
                      <a:lnTo>
                        <a:pt x="591" y="1615"/>
                      </a:lnTo>
                      <a:lnTo>
                        <a:pt x="633" y="1634"/>
                      </a:lnTo>
                      <a:lnTo>
                        <a:pt x="677" y="1652"/>
                      </a:lnTo>
                      <a:lnTo>
                        <a:pt x="721" y="1670"/>
                      </a:lnTo>
                      <a:lnTo>
                        <a:pt x="768" y="1688"/>
                      </a:lnTo>
                      <a:lnTo>
                        <a:pt x="815" y="1705"/>
                      </a:lnTo>
                      <a:lnTo>
                        <a:pt x="862" y="1722"/>
                      </a:lnTo>
                      <a:lnTo>
                        <a:pt x="912" y="1738"/>
                      </a:lnTo>
                      <a:lnTo>
                        <a:pt x="1015" y="1769"/>
                      </a:lnTo>
                      <a:lnTo>
                        <a:pt x="1123" y="1800"/>
                      </a:lnTo>
                      <a:lnTo>
                        <a:pt x="1235" y="1827"/>
                      </a:lnTo>
                      <a:lnTo>
                        <a:pt x="1351" y="1854"/>
                      </a:lnTo>
                      <a:lnTo>
                        <a:pt x="1471" y="1877"/>
                      </a:lnTo>
                      <a:lnTo>
                        <a:pt x="1596" y="1899"/>
                      </a:lnTo>
                      <a:lnTo>
                        <a:pt x="1724" y="1919"/>
                      </a:lnTo>
                      <a:lnTo>
                        <a:pt x="1856" y="1937"/>
                      </a:lnTo>
                      <a:lnTo>
                        <a:pt x="1990" y="1952"/>
                      </a:lnTo>
                      <a:lnTo>
                        <a:pt x="2130" y="1966"/>
                      </a:lnTo>
                      <a:lnTo>
                        <a:pt x="2272" y="1977"/>
                      </a:lnTo>
                      <a:lnTo>
                        <a:pt x="2417" y="1986"/>
                      </a:lnTo>
                      <a:lnTo>
                        <a:pt x="2566" y="1992"/>
                      </a:lnTo>
                      <a:lnTo>
                        <a:pt x="2716" y="1996"/>
                      </a:lnTo>
                      <a:lnTo>
                        <a:pt x="2870" y="1997"/>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478093" rtl="0" eaLnBrk="1" latinLnBrk="0" hangingPunct="1">
                    <a:defRPr sz="1883" kern="1200">
                      <a:solidFill>
                        <a:schemeClr val="tx1"/>
                      </a:solidFill>
                      <a:latin typeface="+mn-lt"/>
                      <a:ea typeface="+mn-ea"/>
                      <a:cs typeface="+mn-cs"/>
                    </a:defRPr>
                  </a:lvl1pPr>
                  <a:lvl2pPr marL="478093" algn="l" defTabSz="478093" rtl="0" eaLnBrk="1" latinLnBrk="0" hangingPunct="1">
                    <a:defRPr sz="1883" kern="1200">
                      <a:solidFill>
                        <a:schemeClr val="tx1"/>
                      </a:solidFill>
                      <a:latin typeface="+mn-lt"/>
                      <a:ea typeface="+mn-ea"/>
                      <a:cs typeface="+mn-cs"/>
                    </a:defRPr>
                  </a:lvl2pPr>
                  <a:lvl3pPr marL="956184" algn="l" defTabSz="478093" rtl="0" eaLnBrk="1" latinLnBrk="0" hangingPunct="1">
                    <a:defRPr sz="1883" kern="1200">
                      <a:solidFill>
                        <a:schemeClr val="tx1"/>
                      </a:solidFill>
                      <a:latin typeface="+mn-lt"/>
                      <a:ea typeface="+mn-ea"/>
                      <a:cs typeface="+mn-cs"/>
                    </a:defRPr>
                  </a:lvl3pPr>
                  <a:lvl4pPr marL="1434277" algn="l" defTabSz="478093" rtl="0" eaLnBrk="1" latinLnBrk="0" hangingPunct="1">
                    <a:defRPr sz="1883" kern="1200">
                      <a:solidFill>
                        <a:schemeClr val="tx1"/>
                      </a:solidFill>
                      <a:latin typeface="+mn-lt"/>
                      <a:ea typeface="+mn-ea"/>
                      <a:cs typeface="+mn-cs"/>
                    </a:defRPr>
                  </a:lvl4pPr>
                  <a:lvl5pPr marL="1912370" algn="l" defTabSz="478093" rtl="0" eaLnBrk="1" latinLnBrk="0" hangingPunct="1">
                    <a:defRPr sz="1883" kern="1200">
                      <a:solidFill>
                        <a:schemeClr val="tx1"/>
                      </a:solidFill>
                      <a:latin typeface="+mn-lt"/>
                      <a:ea typeface="+mn-ea"/>
                      <a:cs typeface="+mn-cs"/>
                    </a:defRPr>
                  </a:lvl5pPr>
                  <a:lvl6pPr marL="2390462" algn="l" defTabSz="478093" rtl="0" eaLnBrk="1" latinLnBrk="0" hangingPunct="1">
                    <a:defRPr sz="1883" kern="1200">
                      <a:solidFill>
                        <a:schemeClr val="tx1"/>
                      </a:solidFill>
                      <a:latin typeface="+mn-lt"/>
                      <a:ea typeface="+mn-ea"/>
                      <a:cs typeface="+mn-cs"/>
                    </a:defRPr>
                  </a:lvl6pPr>
                  <a:lvl7pPr marL="2868554" algn="l" defTabSz="478093" rtl="0" eaLnBrk="1" latinLnBrk="0" hangingPunct="1">
                    <a:defRPr sz="1883" kern="1200">
                      <a:solidFill>
                        <a:schemeClr val="tx1"/>
                      </a:solidFill>
                      <a:latin typeface="+mn-lt"/>
                      <a:ea typeface="+mn-ea"/>
                      <a:cs typeface="+mn-cs"/>
                    </a:defRPr>
                  </a:lvl7pPr>
                  <a:lvl8pPr marL="3346646" algn="l" defTabSz="478093" rtl="0" eaLnBrk="1" latinLnBrk="0" hangingPunct="1">
                    <a:defRPr sz="1883" kern="1200">
                      <a:solidFill>
                        <a:schemeClr val="tx1"/>
                      </a:solidFill>
                      <a:latin typeface="+mn-lt"/>
                      <a:ea typeface="+mn-ea"/>
                      <a:cs typeface="+mn-cs"/>
                    </a:defRPr>
                  </a:lvl8pPr>
                  <a:lvl9pPr marL="3824739" algn="l" defTabSz="478093" rtl="0" eaLnBrk="1" latinLnBrk="0" hangingPunct="1">
                    <a:defRPr sz="1883" kern="1200">
                      <a:solidFill>
                        <a:schemeClr val="tx1"/>
                      </a:solidFill>
                      <a:latin typeface="+mn-lt"/>
                      <a:ea typeface="+mn-ea"/>
                      <a:cs typeface="+mn-cs"/>
                    </a:defRPr>
                  </a:lvl9pPr>
                </a:lstStyle>
                <a:p>
                  <a:endParaRPr lang="ja-JP" altLang="en-US"/>
                </a:p>
              </p:txBody>
            </p:sp>
          </p:grpSp>
          <p:cxnSp>
            <p:nvCxnSpPr>
              <p:cNvPr id="119" name="直線コネクタ 118">
                <a:extLst>
                  <a:ext uri="{FF2B5EF4-FFF2-40B4-BE49-F238E27FC236}">
                    <a16:creationId xmlns:a16="http://schemas.microsoft.com/office/drawing/2014/main" id="{E0D645FE-B56D-DD10-183C-703C2949FF9A}"/>
                  </a:ext>
                </a:extLst>
              </p:cNvPr>
              <p:cNvCxnSpPr>
                <a:cxnSpLocks/>
              </p:cNvCxnSpPr>
              <p:nvPr/>
            </p:nvCxnSpPr>
            <p:spPr>
              <a:xfrm>
                <a:off x="3221985" y="5049018"/>
                <a:ext cx="0" cy="90001"/>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120" name="直線コネクタ 119">
                <a:extLst>
                  <a:ext uri="{FF2B5EF4-FFF2-40B4-BE49-F238E27FC236}">
                    <a16:creationId xmlns:a16="http://schemas.microsoft.com/office/drawing/2014/main" id="{E59D46EB-5474-347B-CCA0-5B52BF4DD269}"/>
                  </a:ext>
                </a:extLst>
              </p:cNvPr>
              <p:cNvCxnSpPr>
                <a:cxnSpLocks/>
              </p:cNvCxnSpPr>
              <p:nvPr/>
            </p:nvCxnSpPr>
            <p:spPr>
              <a:xfrm>
                <a:off x="3221985" y="5392898"/>
                <a:ext cx="0" cy="93176"/>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grpSp>
        <p:sp>
          <p:nvSpPr>
            <p:cNvPr id="155" name="正方形/長方形 154">
              <a:extLst>
                <a:ext uri="{FF2B5EF4-FFF2-40B4-BE49-F238E27FC236}">
                  <a16:creationId xmlns:a16="http://schemas.microsoft.com/office/drawing/2014/main" id="{45F9BF97-B2E4-6AF6-3CB8-691C192A029C}"/>
                </a:ext>
              </a:extLst>
            </p:cNvPr>
            <p:cNvSpPr/>
            <p:nvPr/>
          </p:nvSpPr>
          <p:spPr bwMode="auto">
            <a:xfrm>
              <a:off x="5645995" y="1268976"/>
              <a:ext cx="720008" cy="720007"/>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r>
                <a:rPr lang="ja-JP" altLang="en-US" sz="2400" dirty="0">
                  <a:solidFill>
                    <a:schemeClr val="accent6"/>
                  </a:solidFill>
                </a:rPr>
                <a:t>タンク（溜）</a:t>
              </a:r>
            </a:p>
          </p:txBody>
        </p:sp>
        <p:sp>
          <p:nvSpPr>
            <p:cNvPr id="156" name="正方形/長方形 155">
              <a:extLst>
                <a:ext uri="{FF2B5EF4-FFF2-40B4-BE49-F238E27FC236}">
                  <a16:creationId xmlns:a16="http://schemas.microsoft.com/office/drawing/2014/main" id="{7A5A3D32-45DC-5643-DED1-4ACF450F068A}"/>
                </a:ext>
              </a:extLst>
            </p:cNvPr>
            <p:cNvSpPr/>
            <p:nvPr/>
          </p:nvSpPr>
          <p:spPr bwMode="auto">
            <a:xfrm rot="5400000" flipH="1">
              <a:off x="5240990" y="2843992"/>
              <a:ext cx="90001" cy="180001"/>
            </a:xfrm>
            <a:prstGeom prst="rect">
              <a:avLst/>
            </a:prstGeom>
            <a:solidFill>
              <a:schemeClr val="accent6"/>
            </a:solidFill>
            <a:ln>
              <a:solidFill>
                <a:schemeClr val="accent6"/>
              </a:solidFill>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cxnSp>
          <p:nvCxnSpPr>
            <p:cNvPr id="176" name="直線コネクタ 175">
              <a:extLst>
                <a:ext uri="{FF2B5EF4-FFF2-40B4-BE49-F238E27FC236}">
                  <a16:creationId xmlns:a16="http://schemas.microsoft.com/office/drawing/2014/main" id="{8220F12F-841C-9960-F2B7-381A71094A1D}"/>
                </a:ext>
              </a:extLst>
            </p:cNvPr>
            <p:cNvCxnSpPr>
              <a:cxnSpLocks/>
            </p:cNvCxnSpPr>
            <p:nvPr/>
          </p:nvCxnSpPr>
          <p:spPr bwMode="auto">
            <a:xfrm flipH="1">
              <a:off x="5375994" y="2708991"/>
              <a:ext cx="3" cy="180000"/>
            </a:xfrm>
            <a:prstGeom prst="line">
              <a:avLst/>
            </a:prstGeom>
            <a:noFill/>
            <a:ln w="19050" cap="rnd" cmpd="sng" algn="ctr">
              <a:solidFill>
                <a:schemeClr val="accent6"/>
              </a:solidFill>
              <a:prstDash val="sysDot"/>
              <a:round/>
              <a:headEnd type="none" w="med" len="med"/>
              <a:tailEnd type="none" w="med" len="med"/>
            </a:ln>
            <a:effectLst/>
          </p:spPr>
        </p:cxnSp>
        <p:cxnSp>
          <p:nvCxnSpPr>
            <p:cNvPr id="178" name="直線コネクタ 177">
              <a:extLst>
                <a:ext uri="{FF2B5EF4-FFF2-40B4-BE49-F238E27FC236}">
                  <a16:creationId xmlns:a16="http://schemas.microsoft.com/office/drawing/2014/main" id="{5F986E48-F194-51DF-911A-FA71F51A546E}"/>
                </a:ext>
              </a:extLst>
            </p:cNvPr>
            <p:cNvCxnSpPr>
              <a:cxnSpLocks/>
            </p:cNvCxnSpPr>
            <p:nvPr/>
          </p:nvCxnSpPr>
          <p:spPr bwMode="auto">
            <a:xfrm flipH="1">
              <a:off x="5195993" y="2708991"/>
              <a:ext cx="5" cy="180000"/>
            </a:xfrm>
            <a:prstGeom prst="line">
              <a:avLst/>
            </a:prstGeom>
            <a:noFill/>
            <a:ln w="19050" cap="rnd" cmpd="sng" algn="ctr">
              <a:solidFill>
                <a:schemeClr val="accent6"/>
              </a:solidFill>
              <a:prstDash val="sysDot"/>
              <a:round/>
              <a:headEnd type="none" w="med" len="med"/>
              <a:tailEnd type="none" w="med" len="med"/>
            </a:ln>
            <a:effectLst/>
          </p:spPr>
        </p:cxnSp>
        <p:sp>
          <p:nvSpPr>
            <p:cNvPr id="187" name="正方形/長方形 186">
              <a:extLst>
                <a:ext uri="{FF2B5EF4-FFF2-40B4-BE49-F238E27FC236}">
                  <a16:creationId xmlns:a16="http://schemas.microsoft.com/office/drawing/2014/main" id="{F300A16D-D4C2-F7FE-0880-0A177C99FC7F}"/>
                </a:ext>
              </a:extLst>
            </p:cNvPr>
            <p:cNvSpPr/>
            <p:nvPr/>
          </p:nvSpPr>
          <p:spPr bwMode="auto">
            <a:xfrm>
              <a:off x="5375994" y="2438989"/>
              <a:ext cx="720008" cy="720007"/>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r>
                <a:rPr lang="ja-JP" altLang="en-US" sz="1600" dirty="0">
                  <a:solidFill>
                    <a:schemeClr val="tx1">
                      <a:lumMod val="75000"/>
                      <a:lumOff val="25000"/>
                    </a:schemeClr>
                  </a:solidFill>
                </a:rPr>
                <a:t>栓が水の重みで</a:t>
              </a:r>
              <a:endParaRPr lang="en-US" altLang="ja-JP" sz="1600" dirty="0">
                <a:solidFill>
                  <a:schemeClr val="tx1">
                    <a:lumMod val="75000"/>
                    <a:lumOff val="25000"/>
                  </a:schemeClr>
                </a:solidFill>
              </a:endParaRPr>
            </a:p>
            <a:p>
              <a:r>
                <a:rPr lang="ja-JP" altLang="en-US" sz="1600" dirty="0">
                  <a:solidFill>
                    <a:schemeClr val="tx1">
                      <a:lumMod val="75000"/>
                      <a:lumOff val="25000"/>
                    </a:schemeClr>
                  </a:solidFill>
                </a:rPr>
                <a:t>降りて水が流れない</a:t>
              </a:r>
            </a:p>
          </p:txBody>
        </p:sp>
        <p:sp>
          <p:nvSpPr>
            <p:cNvPr id="204" name="Rectangle 93">
              <a:extLst>
                <a:ext uri="{FF2B5EF4-FFF2-40B4-BE49-F238E27FC236}">
                  <a16:creationId xmlns:a16="http://schemas.microsoft.com/office/drawing/2014/main" id="{668326D5-07F6-01DF-1DCE-4A4C7231FAE0}"/>
                </a:ext>
              </a:extLst>
            </p:cNvPr>
            <p:cNvSpPr>
              <a:spLocks noChangeArrowheads="1"/>
            </p:cNvSpPr>
            <p:nvPr/>
          </p:nvSpPr>
          <p:spPr bwMode="auto">
            <a:xfrm>
              <a:off x="5105990" y="1178975"/>
              <a:ext cx="361079" cy="360004"/>
            </a:xfrm>
            <a:prstGeom prst="rect">
              <a:avLst/>
            </a:prstGeom>
            <a:noFill/>
            <a:ln w="12700" algn="ctr">
              <a:noFill/>
              <a:miter lim="800000"/>
              <a:headEnd/>
              <a:tailEnd/>
            </a:ln>
            <a:effectLst/>
          </p:spPr>
          <p:txBody>
            <a:bodyPr wrap="none" lIns="90000" tIns="46800" rIns="90000" bIns="46800" anchor="ctr"/>
            <a:lstStyle/>
            <a:p>
              <a:r>
                <a:rPr lang="en-US" altLang="ja-JP" dirty="0"/>
                <a:t>G</a:t>
              </a:r>
            </a:p>
          </p:txBody>
        </p:sp>
        <p:sp>
          <p:nvSpPr>
            <p:cNvPr id="205" name="Rectangle 93">
              <a:extLst>
                <a:ext uri="{FF2B5EF4-FFF2-40B4-BE49-F238E27FC236}">
                  <a16:creationId xmlns:a16="http://schemas.microsoft.com/office/drawing/2014/main" id="{39AEA9D5-B671-34DA-22B9-EB2E1AF63E63}"/>
                </a:ext>
              </a:extLst>
            </p:cNvPr>
            <p:cNvSpPr>
              <a:spLocks noChangeArrowheads="1"/>
            </p:cNvSpPr>
            <p:nvPr/>
          </p:nvSpPr>
          <p:spPr bwMode="auto">
            <a:xfrm>
              <a:off x="3845976" y="1988984"/>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S</a:t>
              </a:r>
            </a:p>
          </p:txBody>
        </p:sp>
        <p:sp>
          <p:nvSpPr>
            <p:cNvPr id="206" name="Rectangle 93">
              <a:extLst>
                <a:ext uri="{FF2B5EF4-FFF2-40B4-BE49-F238E27FC236}">
                  <a16:creationId xmlns:a16="http://schemas.microsoft.com/office/drawing/2014/main" id="{9BFE4FC4-4342-0787-6C6A-B15710F791A9}"/>
                </a:ext>
              </a:extLst>
            </p:cNvPr>
            <p:cNvSpPr>
              <a:spLocks noChangeArrowheads="1"/>
            </p:cNvSpPr>
            <p:nvPr/>
          </p:nvSpPr>
          <p:spPr bwMode="auto">
            <a:xfrm>
              <a:off x="6456005" y="1988984"/>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D</a:t>
              </a:r>
            </a:p>
          </p:txBody>
        </p:sp>
        <p:cxnSp>
          <p:nvCxnSpPr>
            <p:cNvPr id="328" name="直線矢印コネクタ 327">
              <a:extLst>
                <a:ext uri="{FF2B5EF4-FFF2-40B4-BE49-F238E27FC236}">
                  <a16:creationId xmlns:a16="http://schemas.microsoft.com/office/drawing/2014/main" id="{156219F7-08E7-52C8-0B5B-EEB3983AAFEE}"/>
                </a:ext>
              </a:extLst>
            </p:cNvPr>
            <p:cNvCxnSpPr>
              <a:cxnSpLocks/>
            </p:cNvCxnSpPr>
            <p:nvPr/>
          </p:nvCxnSpPr>
          <p:spPr bwMode="auto">
            <a:xfrm>
              <a:off x="5105989" y="3068995"/>
              <a:ext cx="0" cy="180002"/>
            </a:xfrm>
            <a:prstGeom prst="straightConnector1">
              <a:avLst/>
            </a:prstGeom>
            <a:noFill/>
            <a:ln w="9525" cap="flat" cmpd="sng" algn="ctr">
              <a:solidFill>
                <a:schemeClr val="tx1"/>
              </a:solidFill>
              <a:prstDash val="solid"/>
              <a:round/>
              <a:headEnd type="none" w="med" len="med"/>
              <a:tailEnd type="triangle"/>
            </a:ln>
            <a:effectLst/>
          </p:spPr>
        </p:cxnSp>
      </p:grpSp>
    </p:spTree>
    <p:extLst>
      <p:ext uri="{BB962C8B-B14F-4D97-AF65-F5344CB8AC3E}">
        <p14:creationId xmlns:p14="http://schemas.microsoft.com/office/powerpoint/2010/main" val="410869006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E30CCA5-EB2A-1758-EBB5-1A51DEBD2793}"/>
              </a:ext>
            </a:extLst>
          </p:cNvPr>
          <p:cNvSpPr>
            <a:spLocks noGrp="1"/>
          </p:cNvSpPr>
          <p:nvPr>
            <p:ph type="title"/>
          </p:nvPr>
        </p:nvSpPr>
        <p:spPr/>
        <p:txBody>
          <a:bodyPr/>
          <a:lstStyle/>
          <a:p>
            <a:r>
              <a:rPr kumimoji="1" lang="ja-JP" altLang="en-US" dirty="0"/>
              <a:t>タンクは２種類ある（</a:t>
            </a:r>
            <a:r>
              <a:rPr kumimoji="1" lang="en-US" altLang="ja-JP" dirty="0"/>
              <a:t>PMOS </a:t>
            </a:r>
            <a:r>
              <a:rPr kumimoji="1" lang="ja-JP" altLang="en-US" dirty="0"/>
              <a:t>と </a:t>
            </a:r>
            <a:r>
              <a:rPr kumimoji="1" lang="en-US" altLang="ja-JP" dirty="0"/>
              <a:t>NMOS </a:t>
            </a:r>
            <a:r>
              <a:rPr kumimoji="1" lang="ja-JP" altLang="en-US" dirty="0"/>
              <a:t>に相当）</a:t>
            </a:r>
            <a:br>
              <a:rPr kumimoji="1" lang="en-US" altLang="ja-JP" dirty="0"/>
            </a:br>
            <a:r>
              <a:rPr lang="ja-JP" altLang="en-US" sz="2000" dirty="0"/>
              <a:t>タンクに水が</a:t>
            </a:r>
            <a:r>
              <a:rPr kumimoji="1" lang="ja-JP" altLang="en-US" sz="2000" dirty="0"/>
              <a:t>溜まっている時に，流れるか遮断されるかが逆になっている</a:t>
            </a:r>
            <a:endParaRPr kumimoji="1" lang="en-US" sz="2400" dirty="0"/>
          </a:p>
        </p:txBody>
      </p:sp>
      <p:cxnSp>
        <p:nvCxnSpPr>
          <p:cNvPr id="185" name="直線コネクタ 184">
            <a:extLst>
              <a:ext uri="{FF2B5EF4-FFF2-40B4-BE49-F238E27FC236}">
                <a16:creationId xmlns:a16="http://schemas.microsoft.com/office/drawing/2014/main" id="{243B26EC-4D37-A9E5-CAC1-E6876022B997}"/>
              </a:ext>
            </a:extLst>
          </p:cNvPr>
          <p:cNvCxnSpPr>
            <a:cxnSpLocks/>
          </p:cNvCxnSpPr>
          <p:nvPr/>
        </p:nvCxnSpPr>
        <p:spPr bwMode="auto">
          <a:xfrm>
            <a:off x="3935976" y="6309031"/>
            <a:ext cx="7290081" cy="0"/>
          </a:xfrm>
          <a:prstGeom prst="line">
            <a:avLst/>
          </a:prstGeom>
          <a:noFill/>
          <a:ln w="6350" cap="flat" cmpd="sng" algn="ctr">
            <a:solidFill>
              <a:schemeClr val="tx1"/>
            </a:solidFill>
            <a:prstDash val="solid"/>
            <a:round/>
            <a:headEnd type="none" w="med" len="med"/>
            <a:tailEnd type="none" w="med" len="med"/>
          </a:ln>
          <a:effectLst/>
        </p:spPr>
      </p:cxnSp>
      <p:grpSp>
        <p:nvGrpSpPr>
          <p:cNvPr id="6" name="グループ化 5">
            <a:extLst>
              <a:ext uri="{FF2B5EF4-FFF2-40B4-BE49-F238E27FC236}">
                <a16:creationId xmlns:a16="http://schemas.microsoft.com/office/drawing/2014/main" id="{09D93189-D8A1-5091-2A7F-62F146DF22A2}"/>
              </a:ext>
            </a:extLst>
          </p:cNvPr>
          <p:cNvGrpSpPr/>
          <p:nvPr/>
        </p:nvGrpSpPr>
        <p:grpSpPr>
          <a:xfrm>
            <a:off x="7896020" y="4149008"/>
            <a:ext cx="3331111" cy="2160023"/>
            <a:chOff x="3575972" y="4149008"/>
            <a:chExt cx="3331111" cy="2160023"/>
          </a:xfrm>
        </p:grpSpPr>
        <p:sp>
          <p:nvSpPr>
            <p:cNvPr id="96" name="正方形/長方形 95">
              <a:extLst>
                <a:ext uri="{FF2B5EF4-FFF2-40B4-BE49-F238E27FC236}">
                  <a16:creationId xmlns:a16="http://schemas.microsoft.com/office/drawing/2014/main" id="{C02DB7A0-8698-6C41-1879-46A733182D00}"/>
                </a:ext>
              </a:extLst>
            </p:cNvPr>
            <p:cNvSpPr/>
            <p:nvPr/>
          </p:nvSpPr>
          <p:spPr bwMode="auto">
            <a:xfrm>
              <a:off x="5105991" y="4599013"/>
              <a:ext cx="540006" cy="360005"/>
            </a:xfrm>
            <a:prstGeom prst="rect">
              <a:avLst/>
            </a:prstGeom>
            <a:solidFill>
              <a:schemeClr val="accent5">
                <a:lumMod val="20000"/>
                <a:lumOff val="80000"/>
              </a:schemeClr>
            </a:solid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cxnSp>
          <p:nvCxnSpPr>
            <p:cNvPr id="92" name="直線コネクタ 91">
              <a:extLst>
                <a:ext uri="{FF2B5EF4-FFF2-40B4-BE49-F238E27FC236}">
                  <a16:creationId xmlns:a16="http://schemas.microsoft.com/office/drawing/2014/main" id="{6A95AF56-EA91-3972-A1F8-99DF96AACCB7}"/>
                </a:ext>
              </a:extLst>
            </p:cNvPr>
            <p:cNvCxnSpPr>
              <a:cxnSpLocks/>
            </p:cNvCxnSpPr>
            <p:nvPr/>
          </p:nvCxnSpPr>
          <p:spPr bwMode="auto">
            <a:xfrm>
              <a:off x="5105991" y="4959018"/>
              <a:ext cx="540006" cy="0"/>
            </a:xfrm>
            <a:prstGeom prst="line">
              <a:avLst/>
            </a:prstGeom>
            <a:noFill/>
            <a:ln w="19050" cap="rnd" cmpd="sng" algn="ctr">
              <a:solidFill>
                <a:schemeClr val="accent5"/>
              </a:solidFill>
              <a:prstDash val="solid"/>
              <a:round/>
              <a:headEnd type="none" w="med" len="med"/>
              <a:tailEnd type="none" w="med" len="med"/>
            </a:ln>
            <a:effectLst/>
          </p:spPr>
        </p:cxnSp>
        <p:cxnSp>
          <p:nvCxnSpPr>
            <p:cNvPr id="93" name="直線コネクタ 92">
              <a:extLst>
                <a:ext uri="{FF2B5EF4-FFF2-40B4-BE49-F238E27FC236}">
                  <a16:creationId xmlns:a16="http://schemas.microsoft.com/office/drawing/2014/main" id="{3A191E2D-C30A-F142-049A-CDB68490038B}"/>
                </a:ext>
              </a:extLst>
            </p:cNvPr>
            <p:cNvCxnSpPr>
              <a:cxnSpLocks/>
            </p:cNvCxnSpPr>
            <p:nvPr/>
          </p:nvCxnSpPr>
          <p:spPr bwMode="auto">
            <a:xfrm>
              <a:off x="5105991" y="4509012"/>
              <a:ext cx="0" cy="450041"/>
            </a:xfrm>
            <a:prstGeom prst="line">
              <a:avLst/>
            </a:prstGeom>
            <a:noFill/>
            <a:ln w="19050" cap="rnd" cmpd="sng" algn="ctr">
              <a:solidFill>
                <a:schemeClr val="accent5"/>
              </a:solidFill>
              <a:prstDash val="solid"/>
              <a:round/>
              <a:headEnd type="none" w="med" len="med"/>
              <a:tailEnd type="none" w="med" len="med"/>
            </a:ln>
            <a:effectLst/>
          </p:spPr>
        </p:cxnSp>
        <p:cxnSp>
          <p:nvCxnSpPr>
            <p:cNvPr id="94" name="直線コネクタ 93">
              <a:extLst>
                <a:ext uri="{FF2B5EF4-FFF2-40B4-BE49-F238E27FC236}">
                  <a16:creationId xmlns:a16="http://schemas.microsoft.com/office/drawing/2014/main" id="{055718A8-CEC8-030F-6083-B27CA95AC537}"/>
                </a:ext>
              </a:extLst>
            </p:cNvPr>
            <p:cNvCxnSpPr>
              <a:cxnSpLocks/>
            </p:cNvCxnSpPr>
            <p:nvPr/>
          </p:nvCxnSpPr>
          <p:spPr bwMode="auto">
            <a:xfrm>
              <a:off x="5645997" y="4509012"/>
              <a:ext cx="0" cy="450041"/>
            </a:xfrm>
            <a:prstGeom prst="line">
              <a:avLst/>
            </a:prstGeom>
            <a:noFill/>
            <a:ln w="19050" cap="rnd" cmpd="sng" algn="ctr">
              <a:solidFill>
                <a:schemeClr val="accent5"/>
              </a:solidFill>
              <a:prstDash val="solid"/>
              <a:round/>
              <a:headEnd type="none" w="med" len="med"/>
              <a:tailEnd type="none" w="med" len="med"/>
            </a:ln>
            <a:effectLst/>
          </p:spPr>
        </p:cxnSp>
        <p:cxnSp>
          <p:nvCxnSpPr>
            <p:cNvPr id="98" name="直線コネクタ 97">
              <a:extLst>
                <a:ext uri="{FF2B5EF4-FFF2-40B4-BE49-F238E27FC236}">
                  <a16:creationId xmlns:a16="http://schemas.microsoft.com/office/drawing/2014/main" id="{9B2122C0-305E-08B4-2CE8-0B925F50CFCA}"/>
                </a:ext>
              </a:extLst>
            </p:cNvPr>
            <p:cNvCxnSpPr>
              <a:cxnSpLocks/>
            </p:cNvCxnSpPr>
            <p:nvPr/>
          </p:nvCxnSpPr>
          <p:spPr bwMode="auto">
            <a:xfrm flipV="1">
              <a:off x="5375992" y="4959018"/>
              <a:ext cx="0" cy="180002"/>
            </a:xfrm>
            <a:prstGeom prst="line">
              <a:avLst/>
            </a:prstGeom>
            <a:noFill/>
            <a:ln w="19050" cap="flat" cmpd="sng" algn="ctr">
              <a:solidFill>
                <a:schemeClr val="accent5"/>
              </a:solidFill>
              <a:prstDash val="solid"/>
              <a:round/>
              <a:headEnd type="none" w="med" len="med"/>
              <a:tailEnd type="none" w="med" len="med"/>
            </a:ln>
            <a:effectLst/>
          </p:spPr>
        </p:cxnSp>
        <p:sp>
          <p:nvSpPr>
            <p:cNvPr id="107" name="正方形/長方形 106">
              <a:extLst>
                <a:ext uri="{FF2B5EF4-FFF2-40B4-BE49-F238E27FC236}">
                  <a16:creationId xmlns:a16="http://schemas.microsoft.com/office/drawing/2014/main" id="{85A8B95B-F7FB-931F-0A7F-05354E3BC42F}"/>
                </a:ext>
              </a:extLst>
            </p:cNvPr>
            <p:cNvSpPr/>
            <p:nvPr/>
          </p:nvSpPr>
          <p:spPr bwMode="auto">
            <a:xfrm rot="5400000">
              <a:off x="5285989" y="3969008"/>
              <a:ext cx="180002" cy="2880030"/>
            </a:xfrm>
            <a:prstGeom prst="rect">
              <a:avLst/>
            </a:prstGeom>
            <a:solidFill>
              <a:schemeClr val="accent5">
                <a:lumMod val="20000"/>
                <a:lumOff val="80000"/>
              </a:schemeClr>
            </a:solid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cxnSp>
          <p:nvCxnSpPr>
            <p:cNvPr id="100" name="直線コネクタ 99">
              <a:extLst>
                <a:ext uri="{FF2B5EF4-FFF2-40B4-BE49-F238E27FC236}">
                  <a16:creationId xmlns:a16="http://schemas.microsoft.com/office/drawing/2014/main" id="{855B669B-315A-D65E-B16A-6B3D5DE538AF}"/>
                </a:ext>
              </a:extLst>
            </p:cNvPr>
            <p:cNvCxnSpPr>
              <a:cxnSpLocks/>
            </p:cNvCxnSpPr>
            <p:nvPr/>
          </p:nvCxnSpPr>
          <p:spPr bwMode="auto">
            <a:xfrm>
              <a:off x="5465995" y="5319023"/>
              <a:ext cx="1350015" cy="0"/>
            </a:xfrm>
            <a:prstGeom prst="line">
              <a:avLst/>
            </a:prstGeom>
            <a:noFill/>
            <a:ln w="19050" cap="flat" cmpd="sng" algn="ctr">
              <a:solidFill>
                <a:schemeClr val="tx1"/>
              </a:solidFill>
              <a:prstDash val="solid"/>
              <a:round/>
              <a:headEnd type="none" w="med" len="med"/>
              <a:tailEnd type="none" w="med" len="med"/>
            </a:ln>
            <a:effectLst/>
          </p:spPr>
        </p:cxnSp>
        <p:cxnSp>
          <p:nvCxnSpPr>
            <p:cNvPr id="105" name="直線コネクタ 104">
              <a:extLst>
                <a:ext uri="{FF2B5EF4-FFF2-40B4-BE49-F238E27FC236}">
                  <a16:creationId xmlns:a16="http://schemas.microsoft.com/office/drawing/2014/main" id="{DFF5316E-5D50-8E18-18D3-C77D1B93B42F}"/>
                </a:ext>
              </a:extLst>
            </p:cNvPr>
            <p:cNvCxnSpPr>
              <a:cxnSpLocks/>
            </p:cNvCxnSpPr>
            <p:nvPr/>
          </p:nvCxnSpPr>
          <p:spPr bwMode="auto">
            <a:xfrm>
              <a:off x="3935975" y="5499023"/>
              <a:ext cx="2880035" cy="0"/>
            </a:xfrm>
            <a:prstGeom prst="line">
              <a:avLst/>
            </a:prstGeom>
            <a:noFill/>
            <a:ln w="19050" cap="flat" cmpd="sng" algn="ctr">
              <a:solidFill>
                <a:schemeClr val="tx1"/>
              </a:solidFill>
              <a:prstDash val="solid"/>
              <a:round/>
              <a:headEnd type="none" w="med" len="med"/>
              <a:tailEnd type="none" w="med" len="med"/>
            </a:ln>
            <a:effectLst/>
          </p:spPr>
        </p:cxnSp>
        <p:cxnSp>
          <p:nvCxnSpPr>
            <p:cNvPr id="106" name="直線コネクタ 105">
              <a:extLst>
                <a:ext uri="{FF2B5EF4-FFF2-40B4-BE49-F238E27FC236}">
                  <a16:creationId xmlns:a16="http://schemas.microsoft.com/office/drawing/2014/main" id="{00703513-CD50-B101-3D6F-C8FC29959F48}"/>
                </a:ext>
              </a:extLst>
            </p:cNvPr>
            <p:cNvCxnSpPr>
              <a:cxnSpLocks/>
            </p:cNvCxnSpPr>
            <p:nvPr/>
          </p:nvCxnSpPr>
          <p:spPr bwMode="auto">
            <a:xfrm>
              <a:off x="3935975" y="5319021"/>
              <a:ext cx="1350016" cy="0"/>
            </a:xfrm>
            <a:prstGeom prst="line">
              <a:avLst/>
            </a:prstGeom>
            <a:noFill/>
            <a:ln w="19050" cap="flat" cmpd="sng" algn="ctr">
              <a:solidFill>
                <a:schemeClr val="tx1"/>
              </a:solidFill>
              <a:prstDash val="solid"/>
              <a:round/>
              <a:headEnd type="none" w="med" len="med"/>
              <a:tailEnd type="none" w="med" len="med"/>
            </a:ln>
            <a:effectLst/>
          </p:spPr>
        </p:cxnSp>
        <p:sp>
          <p:nvSpPr>
            <p:cNvPr id="109" name="正方形/長方形 108">
              <a:extLst>
                <a:ext uri="{FF2B5EF4-FFF2-40B4-BE49-F238E27FC236}">
                  <a16:creationId xmlns:a16="http://schemas.microsoft.com/office/drawing/2014/main" id="{F48CA9D9-9E54-2253-AECE-3A28CE4F8BB4}"/>
                </a:ext>
              </a:extLst>
            </p:cNvPr>
            <p:cNvSpPr/>
            <p:nvPr/>
          </p:nvSpPr>
          <p:spPr bwMode="auto">
            <a:xfrm rot="5400000">
              <a:off x="5285991" y="5139020"/>
              <a:ext cx="180002" cy="180001"/>
            </a:xfrm>
            <a:prstGeom prst="rect">
              <a:avLst/>
            </a:prstGeom>
            <a:solidFill>
              <a:schemeClr val="accent5"/>
            </a:solidFill>
            <a:ln>
              <a:solidFill>
                <a:schemeClr val="accent5"/>
              </a:solidFill>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grpSp>
          <p:nvGrpSpPr>
            <p:cNvPr id="117" name="グループ化 116">
              <a:extLst>
                <a:ext uri="{FF2B5EF4-FFF2-40B4-BE49-F238E27FC236}">
                  <a16:creationId xmlns:a16="http://schemas.microsoft.com/office/drawing/2014/main" id="{BE86DD72-9AE4-C699-C12A-A4549D154B4E}"/>
                </a:ext>
              </a:extLst>
            </p:cNvPr>
            <p:cNvGrpSpPr/>
            <p:nvPr/>
          </p:nvGrpSpPr>
          <p:grpSpPr>
            <a:xfrm>
              <a:off x="5285991" y="5949027"/>
              <a:ext cx="180003" cy="360004"/>
              <a:chOff x="3131985" y="5049018"/>
              <a:chExt cx="180002" cy="437056"/>
            </a:xfrm>
          </p:grpSpPr>
          <p:grpSp>
            <p:nvGrpSpPr>
              <p:cNvPr id="118" name="グループ化 117">
                <a:extLst>
                  <a:ext uri="{FF2B5EF4-FFF2-40B4-BE49-F238E27FC236}">
                    <a16:creationId xmlns:a16="http://schemas.microsoft.com/office/drawing/2014/main" id="{B4DA64CF-041E-2F31-6211-2E72008E8F68}"/>
                  </a:ext>
                </a:extLst>
              </p:cNvPr>
              <p:cNvGrpSpPr/>
              <p:nvPr/>
            </p:nvGrpSpPr>
            <p:grpSpPr>
              <a:xfrm>
                <a:off x="3131985" y="5139021"/>
                <a:ext cx="180002" cy="254126"/>
                <a:chOff x="3131984" y="5191944"/>
                <a:chExt cx="270003" cy="201854"/>
              </a:xfrm>
            </p:grpSpPr>
            <p:sp>
              <p:nvSpPr>
                <p:cNvPr id="121" name="Freeform 42">
                  <a:extLst>
                    <a:ext uri="{FF2B5EF4-FFF2-40B4-BE49-F238E27FC236}">
                      <a16:creationId xmlns:a16="http://schemas.microsoft.com/office/drawing/2014/main" id="{60074FB6-C7B5-B425-F232-B269F0EFC6E8}"/>
                    </a:ext>
                  </a:extLst>
                </p:cNvPr>
                <p:cNvSpPr>
                  <a:spLocks/>
                </p:cNvSpPr>
                <p:nvPr/>
              </p:nvSpPr>
              <p:spPr bwMode="auto">
                <a:xfrm>
                  <a:off x="3131984" y="5229020"/>
                  <a:ext cx="270003" cy="90001"/>
                </a:xfrm>
                <a:custGeom>
                  <a:avLst/>
                  <a:gdLst>
                    <a:gd name="T0" fmla="*/ 3025 w 5991"/>
                    <a:gd name="T1" fmla="*/ 3393 h 3396"/>
                    <a:gd name="T2" fmla="*/ 3330 w 5991"/>
                    <a:gd name="T3" fmla="*/ 3377 h 3396"/>
                    <a:gd name="T4" fmla="*/ 3627 w 5991"/>
                    <a:gd name="T5" fmla="*/ 3342 h 3396"/>
                    <a:gd name="T6" fmla="*/ 3916 w 5991"/>
                    <a:gd name="T7" fmla="*/ 3293 h 3396"/>
                    <a:gd name="T8" fmla="*/ 4193 w 5991"/>
                    <a:gd name="T9" fmla="*/ 3228 h 3396"/>
                    <a:gd name="T10" fmla="*/ 4458 w 5991"/>
                    <a:gd name="T11" fmla="*/ 3150 h 3396"/>
                    <a:gd name="T12" fmla="*/ 4708 w 5991"/>
                    <a:gd name="T13" fmla="*/ 3059 h 3396"/>
                    <a:gd name="T14" fmla="*/ 4941 w 5991"/>
                    <a:gd name="T15" fmla="*/ 2955 h 3396"/>
                    <a:gd name="T16" fmla="*/ 5157 w 5991"/>
                    <a:gd name="T17" fmla="*/ 2839 h 3396"/>
                    <a:gd name="T18" fmla="*/ 5350 w 5991"/>
                    <a:gd name="T19" fmla="*/ 2714 h 3396"/>
                    <a:gd name="T20" fmla="*/ 5523 w 5991"/>
                    <a:gd name="T21" fmla="*/ 2578 h 3396"/>
                    <a:gd name="T22" fmla="*/ 5671 w 5991"/>
                    <a:gd name="T23" fmla="*/ 2434 h 3396"/>
                    <a:gd name="T24" fmla="*/ 5794 w 5991"/>
                    <a:gd name="T25" fmla="*/ 2282 h 3396"/>
                    <a:gd name="T26" fmla="*/ 5889 w 5991"/>
                    <a:gd name="T27" fmla="*/ 2123 h 3396"/>
                    <a:gd name="T28" fmla="*/ 5953 w 5991"/>
                    <a:gd name="T29" fmla="*/ 1956 h 3396"/>
                    <a:gd name="T30" fmla="*/ 5986 w 5991"/>
                    <a:gd name="T31" fmla="*/ 1786 h 3396"/>
                    <a:gd name="T32" fmla="*/ 5990 w 5991"/>
                    <a:gd name="T33" fmla="*/ 1654 h 3396"/>
                    <a:gd name="T34" fmla="*/ 5964 w 5991"/>
                    <a:gd name="T35" fmla="*/ 1482 h 3396"/>
                    <a:gd name="T36" fmla="*/ 5908 w 5991"/>
                    <a:gd name="T37" fmla="*/ 1315 h 3396"/>
                    <a:gd name="T38" fmla="*/ 5819 w 5991"/>
                    <a:gd name="T39" fmla="*/ 1154 h 3396"/>
                    <a:gd name="T40" fmla="*/ 5704 w 5991"/>
                    <a:gd name="T41" fmla="*/ 1000 h 3396"/>
                    <a:gd name="T42" fmla="*/ 5563 w 5991"/>
                    <a:gd name="T43" fmla="*/ 852 h 3396"/>
                    <a:gd name="T44" fmla="*/ 5396 w 5991"/>
                    <a:gd name="T45" fmla="*/ 715 h 3396"/>
                    <a:gd name="T46" fmla="*/ 5207 w 5991"/>
                    <a:gd name="T47" fmla="*/ 587 h 3396"/>
                    <a:gd name="T48" fmla="*/ 4996 w 5991"/>
                    <a:gd name="T49" fmla="*/ 469 h 3396"/>
                    <a:gd name="T50" fmla="*/ 4768 w 5991"/>
                    <a:gd name="T51" fmla="*/ 363 h 3396"/>
                    <a:gd name="T52" fmla="*/ 4522 w 5991"/>
                    <a:gd name="T53" fmla="*/ 268 h 3396"/>
                    <a:gd name="T54" fmla="*/ 4261 w 5991"/>
                    <a:gd name="T55" fmla="*/ 186 h 3396"/>
                    <a:gd name="T56" fmla="*/ 3986 w 5991"/>
                    <a:gd name="T57" fmla="*/ 118 h 3396"/>
                    <a:gd name="T58" fmla="*/ 3700 w 5991"/>
                    <a:gd name="T59" fmla="*/ 65 h 3396"/>
                    <a:gd name="T60" fmla="*/ 3404 w 5991"/>
                    <a:gd name="T61" fmla="*/ 27 h 3396"/>
                    <a:gd name="T62" fmla="*/ 3102 w 5991"/>
                    <a:gd name="T63" fmla="*/ 5 h 3396"/>
                    <a:gd name="T64" fmla="*/ 2870 w 5991"/>
                    <a:gd name="T65" fmla="*/ 0 h 3396"/>
                    <a:gd name="T66" fmla="*/ 2272 w 5991"/>
                    <a:gd name="T67" fmla="*/ 20 h 3396"/>
                    <a:gd name="T68" fmla="*/ 1724 w 5991"/>
                    <a:gd name="T69" fmla="*/ 79 h 3396"/>
                    <a:gd name="T70" fmla="*/ 1235 w 5991"/>
                    <a:gd name="T71" fmla="*/ 170 h 3396"/>
                    <a:gd name="T72" fmla="*/ 862 w 5991"/>
                    <a:gd name="T73" fmla="*/ 276 h 3396"/>
                    <a:gd name="T74" fmla="*/ 677 w 5991"/>
                    <a:gd name="T75" fmla="*/ 345 h 3396"/>
                    <a:gd name="T76" fmla="*/ 510 w 5991"/>
                    <a:gd name="T77" fmla="*/ 420 h 3396"/>
                    <a:gd name="T78" fmla="*/ 365 w 5991"/>
                    <a:gd name="T79" fmla="*/ 502 h 3396"/>
                    <a:gd name="T80" fmla="*/ 242 w 5991"/>
                    <a:gd name="T81" fmla="*/ 588 h 3396"/>
                    <a:gd name="T82" fmla="*/ 143 w 5991"/>
                    <a:gd name="T83" fmla="*/ 678 h 3396"/>
                    <a:gd name="T84" fmla="*/ 69 w 5991"/>
                    <a:gd name="T85" fmla="*/ 773 h 3396"/>
                    <a:gd name="T86" fmla="*/ 21 w 5991"/>
                    <a:gd name="T87" fmla="*/ 872 h 3396"/>
                    <a:gd name="T88" fmla="*/ 0 w 5991"/>
                    <a:gd name="T89" fmla="*/ 973 h 3396"/>
                    <a:gd name="T90" fmla="*/ 2 w 5991"/>
                    <a:gd name="T91" fmla="*/ 1050 h 3396"/>
                    <a:gd name="T92" fmla="*/ 30 w 5991"/>
                    <a:gd name="T93" fmla="*/ 1151 h 3396"/>
                    <a:gd name="T94" fmla="*/ 86 w 5991"/>
                    <a:gd name="T95" fmla="*/ 1249 h 3396"/>
                    <a:gd name="T96" fmla="*/ 166 w 5991"/>
                    <a:gd name="T97" fmla="*/ 1342 h 3396"/>
                    <a:gd name="T98" fmla="*/ 270 w 5991"/>
                    <a:gd name="T99" fmla="*/ 1432 h 3396"/>
                    <a:gd name="T100" fmla="*/ 398 w 5991"/>
                    <a:gd name="T101" fmla="*/ 1517 h 3396"/>
                    <a:gd name="T102" fmla="*/ 550 w 5991"/>
                    <a:gd name="T103" fmla="*/ 1596 h 3396"/>
                    <a:gd name="T104" fmla="*/ 721 w 5991"/>
                    <a:gd name="T105" fmla="*/ 1670 h 3396"/>
                    <a:gd name="T106" fmla="*/ 912 w 5991"/>
                    <a:gd name="T107" fmla="*/ 1738 h 3396"/>
                    <a:gd name="T108" fmla="*/ 1351 w 5991"/>
                    <a:gd name="T109" fmla="*/ 1854 h 3396"/>
                    <a:gd name="T110" fmla="*/ 1856 w 5991"/>
                    <a:gd name="T111" fmla="*/ 1937 h 3396"/>
                    <a:gd name="T112" fmla="*/ 2417 w 5991"/>
                    <a:gd name="T113" fmla="*/ 1986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991" h="3396">
                      <a:moveTo>
                        <a:pt x="2870" y="3396"/>
                      </a:moveTo>
                      <a:lnTo>
                        <a:pt x="2870" y="3396"/>
                      </a:lnTo>
                      <a:lnTo>
                        <a:pt x="2948" y="3395"/>
                      </a:lnTo>
                      <a:lnTo>
                        <a:pt x="3025" y="3393"/>
                      </a:lnTo>
                      <a:lnTo>
                        <a:pt x="3102" y="3391"/>
                      </a:lnTo>
                      <a:lnTo>
                        <a:pt x="3179" y="3387"/>
                      </a:lnTo>
                      <a:lnTo>
                        <a:pt x="3254" y="3382"/>
                      </a:lnTo>
                      <a:lnTo>
                        <a:pt x="3330" y="3377"/>
                      </a:lnTo>
                      <a:lnTo>
                        <a:pt x="3404" y="3369"/>
                      </a:lnTo>
                      <a:lnTo>
                        <a:pt x="3480" y="3361"/>
                      </a:lnTo>
                      <a:lnTo>
                        <a:pt x="3553" y="3352"/>
                      </a:lnTo>
                      <a:lnTo>
                        <a:pt x="3627" y="3342"/>
                      </a:lnTo>
                      <a:lnTo>
                        <a:pt x="3700" y="3332"/>
                      </a:lnTo>
                      <a:lnTo>
                        <a:pt x="3772" y="3319"/>
                      </a:lnTo>
                      <a:lnTo>
                        <a:pt x="3844" y="3306"/>
                      </a:lnTo>
                      <a:lnTo>
                        <a:pt x="3916" y="3293"/>
                      </a:lnTo>
                      <a:lnTo>
                        <a:pt x="3986" y="3278"/>
                      </a:lnTo>
                      <a:lnTo>
                        <a:pt x="4056" y="3262"/>
                      </a:lnTo>
                      <a:lnTo>
                        <a:pt x="4125" y="3246"/>
                      </a:lnTo>
                      <a:lnTo>
                        <a:pt x="4193" y="3228"/>
                      </a:lnTo>
                      <a:lnTo>
                        <a:pt x="4261" y="3210"/>
                      </a:lnTo>
                      <a:lnTo>
                        <a:pt x="4327" y="3191"/>
                      </a:lnTo>
                      <a:lnTo>
                        <a:pt x="4393" y="3170"/>
                      </a:lnTo>
                      <a:lnTo>
                        <a:pt x="4458" y="3150"/>
                      </a:lnTo>
                      <a:lnTo>
                        <a:pt x="4522" y="3128"/>
                      </a:lnTo>
                      <a:lnTo>
                        <a:pt x="4585" y="3106"/>
                      </a:lnTo>
                      <a:lnTo>
                        <a:pt x="4647" y="3083"/>
                      </a:lnTo>
                      <a:lnTo>
                        <a:pt x="4708" y="3059"/>
                      </a:lnTo>
                      <a:lnTo>
                        <a:pt x="4768" y="3033"/>
                      </a:lnTo>
                      <a:lnTo>
                        <a:pt x="4827" y="3009"/>
                      </a:lnTo>
                      <a:lnTo>
                        <a:pt x="4885" y="2982"/>
                      </a:lnTo>
                      <a:lnTo>
                        <a:pt x="4941" y="2955"/>
                      </a:lnTo>
                      <a:lnTo>
                        <a:pt x="4996" y="2927"/>
                      </a:lnTo>
                      <a:lnTo>
                        <a:pt x="5052" y="2898"/>
                      </a:lnTo>
                      <a:lnTo>
                        <a:pt x="5104" y="2869"/>
                      </a:lnTo>
                      <a:lnTo>
                        <a:pt x="5157" y="2839"/>
                      </a:lnTo>
                      <a:lnTo>
                        <a:pt x="5207" y="2809"/>
                      </a:lnTo>
                      <a:lnTo>
                        <a:pt x="5255" y="2778"/>
                      </a:lnTo>
                      <a:lnTo>
                        <a:pt x="5304" y="2746"/>
                      </a:lnTo>
                      <a:lnTo>
                        <a:pt x="5350" y="2714"/>
                      </a:lnTo>
                      <a:lnTo>
                        <a:pt x="5396" y="2680"/>
                      </a:lnTo>
                      <a:lnTo>
                        <a:pt x="5440" y="2647"/>
                      </a:lnTo>
                      <a:lnTo>
                        <a:pt x="5482" y="2613"/>
                      </a:lnTo>
                      <a:lnTo>
                        <a:pt x="5523" y="2578"/>
                      </a:lnTo>
                      <a:lnTo>
                        <a:pt x="5563" y="2543"/>
                      </a:lnTo>
                      <a:lnTo>
                        <a:pt x="5600" y="2507"/>
                      </a:lnTo>
                      <a:lnTo>
                        <a:pt x="5636" y="2470"/>
                      </a:lnTo>
                      <a:lnTo>
                        <a:pt x="5671" y="2434"/>
                      </a:lnTo>
                      <a:lnTo>
                        <a:pt x="5704" y="2397"/>
                      </a:lnTo>
                      <a:lnTo>
                        <a:pt x="5736" y="2359"/>
                      </a:lnTo>
                      <a:lnTo>
                        <a:pt x="5766" y="2320"/>
                      </a:lnTo>
                      <a:lnTo>
                        <a:pt x="5794" y="2282"/>
                      </a:lnTo>
                      <a:lnTo>
                        <a:pt x="5819" y="2242"/>
                      </a:lnTo>
                      <a:lnTo>
                        <a:pt x="5845" y="2202"/>
                      </a:lnTo>
                      <a:lnTo>
                        <a:pt x="5867" y="2163"/>
                      </a:lnTo>
                      <a:lnTo>
                        <a:pt x="5889" y="2123"/>
                      </a:lnTo>
                      <a:lnTo>
                        <a:pt x="5908" y="2082"/>
                      </a:lnTo>
                      <a:lnTo>
                        <a:pt x="5925" y="2040"/>
                      </a:lnTo>
                      <a:lnTo>
                        <a:pt x="5940" y="1999"/>
                      </a:lnTo>
                      <a:lnTo>
                        <a:pt x="5953" y="1956"/>
                      </a:lnTo>
                      <a:lnTo>
                        <a:pt x="5964" y="1914"/>
                      </a:lnTo>
                      <a:lnTo>
                        <a:pt x="5973" y="1872"/>
                      </a:lnTo>
                      <a:lnTo>
                        <a:pt x="5981" y="1828"/>
                      </a:lnTo>
                      <a:lnTo>
                        <a:pt x="5986" y="1786"/>
                      </a:lnTo>
                      <a:lnTo>
                        <a:pt x="5990" y="1742"/>
                      </a:lnTo>
                      <a:lnTo>
                        <a:pt x="5991" y="1699"/>
                      </a:lnTo>
                      <a:lnTo>
                        <a:pt x="5991" y="1699"/>
                      </a:lnTo>
                      <a:lnTo>
                        <a:pt x="5990" y="1654"/>
                      </a:lnTo>
                      <a:lnTo>
                        <a:pt x="5986" y="1610"/>
                      </a:lnTo>
                      <a:lnTo>
                        <a:pt x="5981" y="1568"/>
                      </a:lnTo>
                      <a:lnTo>
                        <a:pt x="5973" y="1524"/>
                      </a:lnTo>
                      <a:lnTo>
                        <a:pt x="5964" y="1482"/>
                      </a:lnTo>
                      <a:lnTo>
                        <a:pt x="5953" y="1440"/>
                      </a:lnTo>
                      <a:lnTo>
                        <a:pt x="5940" y="1397"/>
                      </a:lnTo>
                      <a:lnTo>
                        <a:pt x="5925" y="1356"/>
                      </a:lnTo>
                      <a:lnTo>
                        <a:pt x="5908" y="1315"/>
                      </a:lnTo>
                      <a:lnTo>
                        <a:pt x="5889" y="1274"/>
                      </a:lnTo>
                      <a:lnTo>
                        <a:pt x="5867" y="1233"/>
                      </a:lnTo>
                      <a:lnTo>
                        <a:pt x="5845" y="1193"/>
                      </a:lnTo>
                      <a:lnTo>
                        <a:pt x="5819" y="1154"/>
                      </a:lnTo>
                      <a:lnTo>
                        <a:pt x="5794" y="1114"/>
                      </a:lnTo>
                      <a:lnTo>
                        <a:pt x="5766" y="1076"/>
                      </a:lnTo>
                      <a:lnTo>
                        <a:pt x="5736" y="1037"/>
                      </a:lnTo>
                      <a:lnTo>
                        <a:pt x="5704" y="1000"/>
                      </a:lnTo>
                      <a:lnTo>
                        <a:pt x="5671" y="961"/>
                      </a:lnTo>
                      <a:lnTo>
                        <a:pt x="5636" y="926"/>
                      </a:lnTo>
                      <a:lnTo>
                        <a:pt x="5600" y="888"/>
                      </a:lnTo>
                      <a:lnTo>
                        <a:pt x="5563" y="852"/>
                      </a:lnTo>
                      <a:lnTo>
                        <a:pt x="5523" y="818"/>
                      </a:lnTo>
                      <a:lnTo>
                        <a:pt x="5482" y="783"/>
                      </a:lnTo>
                      <a:lnTo>
                        <a:pt x="5440" y="749"/>
                      </a:lnTo>
                      <a:lnTo>
                        <a:pt x="5396" y="715"/>
                      </a:lnTo>
                      <a:lnTo>
                        <a:pt x="5350" y="682"/>
                      </a:lnTo>
                      <a:lnTo>
                        <a:pt x="5304" y="650"/>
                      </a:lnTo>
                      <a:lnTo>
                        <a:pt x="5255" y="618"/>
                      </a:lnTo>
                      <a:lnTo>
                        <a:pt x="5207" y="587"/>
                      </a:lnTo>
                      <a:lnTo>
                        <a:pt x="5157" y="556"/>
                      </a:lnTo>
                      <a:lnTo>
                        <a:pt x="5104" y="527"/>
                      </a:lnTo>
                      <a:lnTo>
                        <a:pt x="5052" y="497"/>
                      </a:lnTo>
                      <a:lnTo>
                        <a:pt x="4996" y="469"/>
                      </a:lnTo>
                      <a:lnTo>
                        <a:pt x="4941" y="441"/>
                      </a:lnTo>
                      <a:lnTo>
                        <a:pt x="4885" y="414"/>
                      </a:lnTo>
                      <a:lnTo>
                        <a:pt x="4827" y="388"/>
                      </a:lnTo>
                      <a:lnTo>
                        <a:pt x="4768" y="363"/>
                      </a:lnTo>
                      <a:lnTo>
                        <a:pt x="4708" y="337"/>
                      </a:lnTo>
                      <a:lnTo>
                        <a:pt x="4647" y="314"/>
                      </a:lnTo>
                      <a:lnTo>
                        <a:pt x="4585" y="290"/>
                      </a:lnTo>
                      <a:lnTo>
                        <a:pt x="4522" y="268"/>
                      </a:lnTo>
                      <a:lnTo>
                        <a:pt x="4458" y="246"/>
                      </a:lnTo>
                      <a:lnTo>
                        <a:pt x="4393" y="226"/>
                      </a:lnTo>
                      <a:lnTo>
                        <a:pt x="4327" y="205"/>
                      </a:lnTo>
                      <a:lnTo>
                        <a:pt x="4261" y="186"/>
                      </a:lnTo>
                      <a:lnTo>
                        <a:pt x="4193" y="168"/>
                      </a:lnTo>
                      <a:lnTo>
                        <a:pt x="4125" y="150"/>
                      </a:lnTo>
                      <a:lnTo>
                        <a:pt x="4056" y="133"/>
                      </a:lnTo>
                      <a:lnTo>
                        <a:pt x="3986" y="118"/>
                      </a:lnTo>
                      <a:lnTo>
                        <a:pt x="3916" y="104"/>
                      </a:lnTo>
                      <a:lnTo>
                        <a:pt x="3844" y="90"/>
                      </a:lnTo>
                      <a:lnTo>
                        <a:pt x="3772" y="77"/>
                      </a:lnTo>
                      <a:lnTo>
                        <a:pt x="3700" y="65"/>
                      </a:lnTo>
                      <a:lnTo>
                        <a:pt x="3627" y="54"/>
                      </a:lnTo>
                      <a:lnTo>
                        <a:pt x="3553" y="44"/>
                      </a:lnTo>
                      <a:lnTo>
                        <a:pt x="3480" y="35"/>
                      </a:lnTo>
                      <a:lnTo>
                        <a:pt x="3404" y="27"/>
                      </a:lnTo>
                      <a:lnTo>
                        <a:pt x="3330" y="20"/>
                      </a:lnTo>
                      <a:lnTo>
                        <a:pt x="3254" y="14"/>
                      </a:lnTo>
                      <a:lnTo>
                        <a:pt x="3179" y="9"/>
                      </a:lnTo>
                      <a:lnTo>
                        <a:pt x="3102" y="5"/>
                      </a:lnTo>
                      <a:lnTo>
                        <a:pt x="3025" y="3"/>
                      </a:lnTo>
                      <a:lnTo>
                        <a:pt x="2948" y="1"/>
                      </a:lnTo>
                      <a:lnTo>
                        <a:pt x="2870" y="0"/>
                      </a:lnTo>
                      <a:lnTo>
                        <a:pt x="2870" y="0"/>
                      </a:lnTo>
                      <a:lnTo>
                        <a:pt x="2716" y="1"/>
                      </a:lnTo>
                      <a:lnTo>
                        <a:pt x="2566" y="5"/>
                      </a:lnTo>
                      <a:lnTo>
                        <a:pt x="2417" y="12"/>
                      </a:lnTo>
                      <a:lnTo>
                        <a:pt x="2272" y="20"/>
                      </a:lnTo>
                      <a:lnTo>
                        <a:pt x="2130" y="32"/>
                      </a:lnTo>
                      <a:lnTo>
                        <a:pt x="1990" y="45"/>
                      </a:lnTo>
                      <a:lnTo>
                        <a:pt x="1856" y="62"/>
                      </a:lnTo>
                      <a:lnTo>
                        <a:pt x="1724" y="79"/>
                      </a:lnTo>
                      <a:lnTo>
                        <a:pt x="1596" y="99"/>
                      </a:lnTo>
                      <a:lnTo>
                        <a:pt x="1471" y="120"/>
                      </a:lnTo>
                      <a:lnTo>
                        <a:pt x="1351" y="145"/>
                      </a:lnTo>
                      <a:lnTo>
                        <a:pt x="1235" y="170"/>
                      </a:lnTo>
                      <a:lnTo>
                        <a:pt x="1123" y="199"/>
                      </a:lnTo>
                      <a:lnTo>
                        <a:pt x="1015" y="228"/>
                      </a:lnTo>
                      <a:lnTo>
                        <a:pt x="912" y="260"/>
                      </a:lnTo>
                      <a:lnTo>
                        <a:pt x="862" y="276"/>
                      </a:lnTo>
                      <a:lnTo>
                        <a:pt x="815" y="292"/>
                      </a:lnTo>
                      <a:lnTo>
                        <a:pt x="768" y="310"/>
                      </a:lnTo>
                      <a:lnTo>
                        <a:pt x="721" y="328"/>
                      </a:lnTo>
                      <a:lnTo>
                        <a:pt x="677" y="345"/>
                      </a:lnTo>
                      <a:lnTo>
                        <a:pt x="633" y="364"/>
                      </a:lnTo>
                      <a:lnTo>
                        <a:pt x="591" y="382"/>
                      </a:lnTo>
                      <a:lnTo>
                        <a:pt x="550" y="401"/>
                      </a:lnTo>
                      <a:lnTo>
                        <a:pt x="510" y="420"/>
                      </a:lnTo>
                      <a:lnTo>
                        <a:pt x="471" y="441"/>
                      </a:lnTo>
                      <a:lnTo>
                        <a:pt x="434" y="460"/>
                      </a:lnTo>
                      <a:lnTo>
                        <a:pt x="398" y="481"/>
                      </a:lnTo>
                      <a:lnTo>
                        <a:pt x="365" y="502"/>
                      </a:lnTo>
                      <a:lnTo>
                        <a:pt x="332" y="523"/>
                      </a:lnTo>
                      <a:lnTo>
                        <a:pt x="301" y="545"/>
                      </a:lnTo>
                      <a:lnTo>
                        <a:pt x="270" y="567"/>
                      </a:lnTo>
                      <a:lnTo>
                        <a:pt x="242" y="588"/>
                      </a:lnTo>
                      <a:lnTo>
                        <a:pt x="215" y="610"/>
                      </a:lnTo>
                      <a:lnTo>
                        <a:pt x="189" y="633"/>
                      </a:lnTo>
                      <a:lnTo>
                        <a:pt x="166" y="655"/>
                      </a:lnTo>
                      <a:lnTo>
                        <a:pt x="143" y="678"/>
                      </a:lnTo>
                      <a:lnTo>
                        <a:pt x="123" y="702"/>
                      </a:lnTo>
                      <a:lnTo>
                        <a:pt x="104" y="726"/>
                      </a:lnTo>
                      <a:lnTo>
                        <a:pt x="86" y="750"/>
                      </a:lnTo>
                      <a:lnTo>
                        <a:pt x="69" y="773"/>
                      </a:lnTo>
                      <a:lnTo>
                        <a:pt x="55" y="797"/>
                      </a:lnTo>
                      <a:lnTo>
                        <a:pt x="42" y="822"/>
                      </a:lnTo>
                      <a:lnTo>
                        <a:pt x="30" y="847"/>
                      </a:lnTo>
                      <a:lnTo>
                        <a:pt x="21" y="872"/>
                      </a:lnTo>
                      <a:lnTo>
                        <a:pt x="14" y="897"/>
                      </a:lnTo>
                      <a:lnTo>
                        <a:pt x="7" y="922"/>
                      </a:lnTo>
                      <a:lnTo>
                        <a:pt x="2" y="947"/>
                      </a:lnTo>
                      <a:lnTo>
                        <a:pt x="0" y="973"/>
                      </a:lnTo>
                      <a:lnTo>
                        <a:pt x="0" y="999"/>
                      </a:lnTo>
                      <a:lnTo>
                        <a:pt x="0" y="999"/>
                      </a:lnTo>
                      <a:lnTo>
                        <a:pt x="0" y="1024"/>
                      </a:lnTo>
                      <a:lnTo>
                        <a:pt x="2" y="1050"/>
                      </a:lnTo>
                      <a:lnTo>
                        <a:pt x="7" y="1076"/>
                      </a:lnTo>
                      <a:lnTo>
                        <a:pt x="14" y="1101"/>
                      </a:lnTo>
                      <a:lnTo>
                        <a:pt x="21" y="1127"/>
                      </a:lnTo>
                      <a:lnTo>
                        <a:pt x="30" y="1151"/>
                      </a:lnTo>
                      <a:lnTo>
                        <a:pt x="42" y="1176"/>
                      </a:lnTo>
                      <a:lnTo>
                        <a:pt x="55" y="1200"/>
                      </a:lnTo>
                      <a:lnTo>
                        <a:pt x="69" y="1224"/>
                      </a:lnTo>
                      <a:lnTo>
                        <a:pt x="86" y="1249"/>
                      </a:lnTo>
                      <a:lnTo>
                        <a:pt x="104" y="1273"/>
                      </a:lnTo>
                      <a:lnTo>
                        <a:pt x="123" y="1296"/>
                      </a:lnTo>
                      <a:lnTo>
                        <a:pt x="143" y="1319"/>
                      </a:lnTo>
                      <a:lnTo>
                        <a:pt x="166" y="1342"/>
                      </a:lnTo>
                      <a:lnTo>
                        <a:pt x="189" y="1365"/>
                      </a:lnTo>
                      <a:lnTo>
                        <a:pt x="215" y="1388"/>
                      </a:lnTo>
                      <a:lnTo>
                        <a:pt x="242" y="1410"/>
                      </a:lnTo>
                      <a:lnTo>
                        <a:pt x="270" y="1432"/>
                      </a:lnTo>
                      <a:lnTo>
                        <a:pt x="301" y="1454"/>
                      </a:lnTo>
                      <a:lnTo>
                        <a:pt x="332" y="1475"/>
                      </a:lnTo>
                      <a:lnTo>
                        <a:pt x="365" y="1496"/>
                      </a:lnTo>
                      <a:lnTo>
                        <a:pt x="398" y="1517"/>
                      </a:lnTo>
                      <a:lnTo>
                        <a:pt x="434" y="1537"/>
                      </a:lnTo>
                      <a:lnTo>
                        <a:pt x="471" y="1558"/>
                      </a:lnTo>
                      <a:lnTo>
                        <a:pt x="510" y="1577"/>
                      </a:lnTo>
                      <a:lnTo>
                        <a:pt x="550" y="1596"/>
                      </a:lnTo>
                      <a:lnTo>
                        <a:pt x="591" y="1615"/>
                      </a:lnTo>
                      <a:lnTo>
                        <a:pt x="633" y="1634"/>
                      </a:lnTo>
                      <a:lnTo>
                        <a:pt x="677" y="1652"/>
                      </a:lnTo>
                      <a:lnTo>
                        <a:pt x="721" y="1670"/>
                      </a:lnTo>
                      <a:lnTo>
                        <a:pt x="768" y="1688"/>
                      </a:lnTo>
                      <a:lnTo>
                        <a:pt x="815" y="1705"/>
                      </a:lnTo>
                      <a:lnTo>
                        <a:pt x="862" y="1722"/>
                      </a:lnTo>
                      <a:lnTo>
                        <a:pt x="912" y="1738"/>
                      </a:lnTo>
                      <a:lnTo>
                        <a:pt x="1015" y="1769"/>
                      </a:lnTo>
                      <a:lnTo>
                        <a:pt x="1123" y="1800"/>
                      </a:lnTo>
                      <a:lnTo>
                        <a:pt x="1235" y="1827"/>
                      </a:lnTo>
                      <a:lnTo>
                        <a:pt x="1351" y="1854"/>
                      </a:lnTo>
                      <a:lnTo>
                        <a:pt x="1471" y="1877"/>
                      </a:lnTo>
                      <a:lnTo>
                        <a:pt x="1596" y="1899"/>
                      </a:lnTo>
                      <a:lnTo>
                        <a:pt x="1724" y="1919"/>
                      </a:lnTo>
                      <a:lnTo>
                        <a:pt x="1856" y="1937"/>
                      </a:lnTo>
                      <a:lnTo>
                        <a:pt x="1990" y="1952"/>
                      </a:lnTo>
                      <a:lnTo>
                        <a:pt x="2130" y="1966"/>
                      </a:lnTo>
                      <a:lnTo>
                        <a:pt x="2272" y="1977"/>
                      </a:lnTo>
                      <a:lnTo>
                        <a:pt x="2417" y="1986"/>
                      </a:lnTo>
                      <a:lnTo>
                        <a:pt x="2566" y="1992"/>
                      </a:lnTo>
                      <a:lnTo>
                        <a:pt x="2716" y="1996"/>
                      </a:lnTo>
                      <a:lnTo>
                        <a:pt x="2870" y="1997"/>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478093" rtl="0" eaLnBrk="1" latinLnBrk="0" hangingPunct="1">
                    <a:defRPr sz="1883" kern="1200">
                      <a:solidFill>
                        <a:schemeClr val="tx1"/>
                      </a:solidFill>
                      <a:latin typeface="+mn-lt"/>
                      <a:ea typeface="+mn-ea"/>
                      <a:cs typeface="+mn-cs"/>
                    </a:defRPr>
                  </a:lvl1pPr>
                  <a:lvl2pPr marL="478093" algn="l" defTabSz="478093" rtl="0" eaLnBrk="1" latinLnBrk="0" hangingPunct="1">
                    <a:defRPr sz="1883" kern="1200">
                      <a:solidFill>
                        <a:schemeClr val="tx1"/>
                      </a:solidFill>
                      <a:latin typeface="+mn-lt"/>
                      <a:ea typeface="+mn-ea"/>
                      <a:cs typeface="+mn-cs"/>
                    </a:defRPr>
                  </a:lvl2pPr>
                  <a:lvl3pPr marL="956184" algn="l" defTabSz="478093" rtl="0" eaLnBrk="1" latinLnBrk="0" hangingPunct="1">
                    <a:defRPr sz="1883" kern="1200">
                      <a:solidFill>
                        <a:schemeClr val="tx1"/>
                      </a:solidFill>
                      <a:latin typeface="+mn-lt"/>
                      <a:ea typeface="+mn-ea"/>
                      <a:cs typeface="+mn-cs"/>
                    </a:defRPr>
                  </a:lvl3pPr>
                  <a:lvl4pPr marL="1434277" algn="l" defTabSz="478093" rtl="0" eaLnBrk="1" latinLnBrk="0" hangingPunct="1">
                    <a:defRPr sz="1883" kern="1200">
                      <a:solidFill>
                        <a:schemeClr val="tx1"/>
                      </a:solidFill>
                      <a:latin typeface="+mn-lt"/>
                      <a:ea typeface="+mn-ea"/>
                      <a:cs typeface="+mn-cs"/>
                    </a:defRPr>
                  </a:lvl4pPr>
                  <a:lvl5pPr marL="1912370" algn="l" defTabSz="478093" rtl="0" eaLnBrk="1" latinLnBrk="0" hangingPunct="1">
                    <a:defRPr sz="1883" kern="1200">
                      <a:solidFill>
                        <a:schemeClr val="tx1"/>
                      </a:solidFill>
                      <a:latin typeface="+mn-lt"/>
                      <a:ea typeface="+mn-ea"/>
                      <a:cs typeface="+mn-cs"/>
                    </a:defRPr>
                  </a:lvl5pPr>
                  <a:lvl6pPr marL="2390462" algn="l" defTabSz="478093" rtl="0" eaLnBrk="1" latinLnBrk="0" hangingPunct="1">
                    <a:defRPr sz="1883" kern="1200">
                      <a:solidFill>
                        <a:schemeClr val="tx1"/>
                      </a:solidFill>
                      <a:latin typeface="+mn-lt"/>
                      <a:ea typeface="+mn-ea"/>
                      <a:cs typeface="+mn-cs"/>
                    </a:defRPr>
                  </a:lvl6pPr>
                  <a:lvl7pPr marL="2868554" algn="l" defTabSz="478093" rtl="0" eaLnBrk="1" latinLnBrk="0" hangingPunct="1">
                    <a:defRPr sz="1883" kern="1200">
                      <a:solidFill>
                        <a:schemeClr val="tx1"/>
                      </a:solidFill>
                      <a:latin typeface="+mn-lt"/>
                      <a:ea typeface="+mn-ea"/>
                      <a:cs typeface="+mn-cs"/>
                    </a:defRPr>
                  </a:lvl7pPr>
                  <a:lvl8pPr marL="3346646" algn="l" defTabSz="478093" rtl="0" eaLnBrk="1" latinLnBrk="0" hangingPunct="1">
                    <a:defRPr sz="1883" kern="1200">
                      <a:solidFill>
                        <a:schemeClr val="tx1"/>
                      </a:solidFill>
                      <a:latin typeface="+mn-lt"/>
                      <a:ea typeface="+mn-ea"/>
                      <a:cs typeface="+mn-cs"/>
                    </a:defRPr>
                  </a:lvl8pPr>
                  <a:lvl9pPr marL="3824739" algn="l" defTabSz="478093" rtl="0" eaLnBrk="1" latinLnBrk="0" hangingPunct="1">
                    <a:defRPr sz="1883" kern="1200">
                      <a:solidFill>
                        <a:schemeClr val="tx1"/>
                      </a:solidFill>
                      <a:latin typeface="+mn-lt"/>
                      <a:ea typeface="+mn-ea"/>
                      <a:cs typeface="+mn-cs"/>
                    </a:defRPr>
                  </a:lvl9pPr>
                </a:lstStyle>
                <a:p>
                  <a:endParaRPr lang="ja-JP" altLang="en-US"/>
                </a:p>
              </p:txBody>
            </p:sp>
            <p:sp>
              <p:nvSpPr>
                <p:cNvPr id="122" name="Freeform 42">
                  <a:extLst>
                    <a:ext uri="{FF2B5EF4-FFF2-40B4-BE49-F238E27FC236}">
                      <a16:creationId xmlns:a16="http://schemas.microsoft.com/office/drawing/2014/main" id="{5D08D684-EA89-6459-1683-2348F7084C61}"/>
                    </a:ext>
                  </a:extLst>
                </p:cNvPr>
                <p:cNvSpPr>
                  <a:spLocks/>
                </p:cNvSpPr>
                <p:nvPr/>
              </p:nvSpPr>
              <p:spPr bwMode="auto">
                <a:xfrm>
                  <a:off x="3131984" y="5267334"/>
                  <a:ext cx="270003" cy="90001"/>
                </a:xfrm>
                <a:custGeom>
                  <a:avLst/>
                  <a:gdLst>
                    <a:gd name="T0" fmla="*/ 3025 w 5991"/>
                    <a:gd name="T1" fmla="*/ 3393 h 3396"/>
                    <a:gd name="T2" fmla="*/ 3330 w 5991"/>
                    <a:gd name="T3" fmla="*/ 3377 h 3396"/>
                    <a:gd name="T4" fmla="*/ 3627 w 5991"/>
                    <a:gd name="T5" fmla="*/ 3342 h 3396"/>
                    <a:gd name="T6" fmla="*/ 3916 w 5991"/>
                    <a:gd name="T7" fmla="*/ 3293 h 3396"/>
                    <a:gd name="T8" fmla="*/ 4193 w 5991"/>
                    <a:gd name="T9" fmla="*/ 3228 h 3396"/>
                    <a:gd name="T10" fmla="*/ 4458 w 5991"/>
                    <a:gd name="T11" fmla="*/ 3150 h 3396"/>
                    <a:gd name="T12" fmla="*/ 4708 w 5991"/>
                    <a:gd name="T13" fmla="*/ 3059 h 3396"/>
                    <a:gd name="T14" fmla="*/ 4941 w 5991"/>
                    <a:gd name="T15" fmla="*/ 2955 h 3396"/>
                    <a:gd name="T16" fmla="*/ 5157 w 5991"/>
                    <a:gd name="T17" fmla="*/ 2839 h 3396"/>
                    <a:gd name="T18" fmla="*/ 5350 w 5991"/>
                    <a:gd name="T19" fmla="*/ 2714 h 3396"/>
                    <a:gd name="T20" fmla="*/ 5523 w 5991"/>
                    <a:gd name="T21" fmla="*/ 2578 h 3396"/>
                    <a:gd name="T22" fmla="*/ 5671 w 5991"/>
                    <a:gd name="T23" fmla="*/ 2434 h 3396"/>
                    <a:gd name="T24" fmla="*/ 5794 w 5991"/>
                    <a:gd name="T25" fmla="*/ 2282 h 3396"/>
                    <a:gd name="T26" fmla="*/ 5889 w 5991"/>
                    <a:gd name="T27" fmla="*/ 2123 h 3396"/>
                    <a:gd name="T28" fmla="*/ 5953 w 5991"/>
                    <a:gd name="T29" fmla="*/ 1956 h 3396"/>
                    <a:gd name="T30" fmla="*/ 5986 w 5991"/>
                    <a:gd name="T31" fmla="*/ 1786 h 3396"/>
                    <a:gd name="T32" fmla="*/ 5990 w 5991"/>
                    <a:gd name="T33" fmla="*/ 1654 h 3396"/>
                    <a:gd name="T34" fmla="*/ 5964 w 5991"/>
                    <a:gd name="T35" fmla="*/ 1482 h 3396"/>
                    <a:gd name="T36" fmla="*/ 5908 w 5991"/>
                    <a:gd name="T37" fmla="*/ 1315 h 3396"/>
                    <a:gd name="T38" fmla="*/ 5819 w 5991"/>
                    <a:gd name="T39" fmla="*/ 1154 h 3396"/>
                    <a:gd name="T40" fmla="*/ 5704 w 5991"/>
                    <a:gd name="T41" fmla="*/ 1000 h 3396"/>
                    <a:gd name="T42" fmla="*/ 5563 w 5991"/>
                    <a:gd name="T43" fmla="*/ 852 h 3396"/>
                    <a:gd name="T44" fmla="*/ 5396 w 5991"/>
                    <a:gd name="T45" fmla="*/ 715 h 3396"/>
                    <a:gd name="T46" fmla="*/ 5207 w 5991"/>
                    <a:gd name="T47" fmla="*/ 587 h 3396"/>
                    <a:gd name="T48" fmla="*/ 4996 w 5991"/>
                    <a:gd name="T49" fmla="*/ 469 h 3396"/>
                    <a:gd name="T50" fmla="*/ 4768 w 5991"/>
                    <a:gd name="T51" fmla="*/ 363 h 3396"/>
                    <a:gd name="T52" fmla="*/ 4522 w 5991"/>
                    <a:gd name="T53" fmla="*/ 268 h 3396"/>
                    <a:gd name="T54" fmla="*/ 4261 w 5991"/>
                    <a:gd name="T55" fmla="*/ 186 h 3396"/>
                    <a:gd name="T56" fmla="*/ 3986 w 5991"/>
                    <a:gd name="T57" fmla="*/ 118 h 3396"/>
                    <a:gd name="T58" fmla="*/ 3700 w 5991"/>
                    <a:gd name="T59" fmla="*/ 65 h 3396"/>
                    <a:gd name="T60" fmla="*/ 3404 w 5991"/>
                    <a:gd name="T61" fmla="*/ 27 h 3396"/>
                    <a:gd name="T62" fmla="*/ 3102 w 5991"/>
                    <a:gd name="T63" fmla="*/ 5 h 3396"/>
                    <a:gd name="T64" fmla="*/ 2870 w 5991"/>
                    <a:gd name="T65" fmla="*/ 0 h 3396"/>
                    <a:gd name="T66" fmla="*/ 2272 w 5991"/>
                    <a:gd name="T67" fmla="*/ 20 h 3396"/>
                    <a:gd name="T68" fmla="*/ 1724 w 5991"/>
                    <a:gd name="T69" fmla="*/ 79 h 3396"/>
                    <a:gd name="T70" fmla="*/ 1235 w 5991"/>
                    <a:gd name="T71" fmla="*/ 170 h 3396"/>
                    <a:gd name="T72" fmla="*/ 862 w 5991"/>
                    <a:gd name="T73" fmla="*/ 276 h 3396"/>
                    <a:gd name="T74" fmla="*/ 677 w 5991"/>
                    <a:gd name="T75" fmla="*/ 345 h 3396"/>
                    <a:gd name="T76" fmla="*/ 510 w 5991"/>
                    <a:gd name="T77" fmla="*/ 420 h 3396"/>
                    <a:gd name="T78" fmla="*/ 365 w 5991"/>
                    <a:gd name="T79" fmla="*/ 502 h 3396"/>
                    <a:gd name="T80" fmla="*/ 242 w 5991"/>
                    <a:gd name="T81" fmla="*/ 588 h 3396"/>
                    <a:gd name="T82" fmla="*/ 143 w 5991"/>
                    <a:gd name="T83" fmla="*/ 678 h 3396"/>
                    <a:gd name="T84" fmla="*/ 69 w 5991"/>
                    <a:gd name="T85" fmla="*/ 773 h 3396"/>
                    <a:gd name="T86" fmla="*/ 21 w 5991"/>
                    <a:gd name="T87" fmla="*/ 872 h 3396"/>
                    <a:gd name="T88" fmla="*/ 0 w 5991"/>
                    <a:gd name="T89" fmla="*/ 973 h 3396"/>
                    <a:gd name="T90" fmla="*/ 2 w 5991"/>
                    <a:gd name="T91" fmla="*/ 1050 h 3396"/>
                    <a:gd name="T92" fmla="*/ 30 w 5991"/>
                    <a:gd name="T93" fmla="*/ 1151 h 3396"/>
                    <a:gd name="T94" fmla="*/ 86 w 5991"/>
                    <a:gd name="T95" fmla="*/ 1249 h 3396"/>
                    <a:gd name="T96" fmla="*/ 166 w 5991"/>
                    <a:gd name="T97" fmla="*/ 1342 h 3396"/>
                    <a:gd name="T98" fmla="*/ 270 w 5991"/>
                    <a:gd name="T99" fmla="*/ 1432 h 3396"/>
                    <a:gd name="T100" fmla="*/ 398 w 5991"/>
                    <a:gd name="T101" fmla="*/ 1517 h 3396"/>
                    <a:gd name="T102" fmla="*/ 550 w 5991"/>
                    <a:gd name="T103" fmla="*/ 1596 h 3396"/>
                    <a:gd name="T104" fmla="*/ 721 w 5991"/>
                    <a:gd name="T105" fmla="*/ 1670 h 3396"/>
                    <a:gd name="T106" fmla="*/ 912 w 5991"/>
                    <a:gd name="T107" fmla="*/ 1738 h 3396"/>
                    <a:gd name="T108" fmla="*/ 1351 w 5991"/>
                    <a:gd name="T109" fmla="*/ 1854 h 3396"/>
                    <a:gd name="T110" fmla="*/ 1856 w 5991"/>
                    <a:gd name="T111" fmla="*/ 1937 h 3396"/>
                    <a:gd name="T112" fmla="*/ 2417 w 5991"/>
                    <a:gd name="T113" fmla="*/ 1986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991" h="3396">
                      <a:moveTo>
                        <a:pt x="2870" y="3396"/>
                      </a:moveTo>
                      <a:lnTo>
                        <a:pt x="2870" y="3396"/>
                      </a:lnTo>
                      <a:lnTo>
                        <a:pt x="2948" y="3395"/>
                      </a:lnTo>
                      <a:lnTo>
                        <a:pt x="3025" y="3393"/>
                      </a:lnTo>
                      <a:lnTo>
                        <a:pt x="3102" y="3391"/>
                      </a:lnTo>
                      <a:lnTo>
                        <a:pt x="3179" y="3387"/>
                      </a:lnTo>
                      <a:lnTo>
                        <a:pt x="3254" y="3382"/>
                      </a:lnTo>
                      <a:lnTo>
                        <a:pt x="3330" y="3377"/>
                      </a:lnTo>
                      <a:lnTo>
                        <a:pt x="3404" y="3369"/>
                      </a:lnTo>
                      <a:lnTo>
                        <a:pt x="3480" y="3361"/>
                      </a:lnTo>
                      <a:lnTo>
                        <a:pt x="3553" y="3352"/>
                      </a:lnTo>
                      <a:lnTo>
                        <a:pt x="3627" y="3342"/>
                      </a:lnTo>
                      <a:lnTo>
                        <a:pt x="3700" y="3332"/>
                      </a:lnTo>
                      <a:lnTo>
                        <a:pt x="3772" y="3319"/>
                      </a:lnTo>
                      <a:lnTo>
                        <a:pt x="3844" y="3306"/>
                      </a:lnTo>
                      <a:lnTo>
                        <a:pt x="3916" y="3293"/>
                      </a:lnTo>
                      <a:lnTo>
                        <a:pt x="3986" y="3278"/>
                      </a:lnTo>
                      <a:lnTo>
                        <a:pt x="4056" y="3262"/>
                      </a:lnTo>
                      <a:lnTo>
                        <a:pt x="4125" y="3246"/>
                      </a:lnTo>
                      <a:lnTo>
                        <a:pt x="4193" y="3228"/>
                      </a:lnTo>
                      <a:lnTo>
                        <a:pt x="4261" y="3210"/>
                      </a:lnTo>
                      <a:lnTo>
                        <a:pt x="4327" y="3191"/>
                      </a:lnTo>
                      <a:lnTo>
                        <a:pt x="4393" y="3170"/>
                      </a:lnTo>
                      <a:lnTo>
                        <a:pt x="4458" y="3150"/>
                      </a:lnTo>
                      <a:lnTo>
                        <a:pt x="4522" y="3128"/>
                      </a:lnTo>
                      <a:lnTo>
                        <a:pt x="4585" y="3106"/>
                      </a:lnTo>
                      <a:lnTo>
                        <a:pt x="4647" y="3083"/>
                      </a:lnTo>
                      <a:lnTo>
                        <a:pt x="4708" y="3059"/>
                      </a:lnTo>
                      <a:lnTo>
                        <a:pt x="4768" y="3033"/>
                      </a:lnTo>
                      <a:lnTo>
                        <a:pt x="4827" y="3009"/>
                      </a:lnTo>
                      <a:lnTo>
                        <a:pt x="4885" y="2982"/>
                      </a:lnTo>
                      <a:lnTo>
                        <a:pt x="4941" y="2955"/>
                      </a:lnTo>
                      <a:lnTo>
                        <a:pt x="4996" y="2927"/>
                      </a:lnTo>
                      <a:lnTo>
                        <a:pt x="5052" y="2898"/>
                      </a:lnTo>
                      <a:lnTo>
                        <a:pt x="5104" y="2869"/>
                      </a:lnTo>
                      <a:lnTo>
                        <a:pt x="5157" y="2839"/>
                      </a:lnTo>
                      <a:lnTo>
                        <a:pt x="5207" y="2809"/>
                      </a:lnTo>
                      <a:lnTo>
                        <a:pt x="5255" y="2778"/>
                      </a:lnTo>
                      <a:lnTo>
                        <a:pt x="5304" y="2746"/>
                      </a:lnTo>
                      <a:lnTo>
                        <a:pt x="5350" y="2714"/>
                      </a:lnTo>
                      <a:lnTo>
                        <a:pt x="5396" y="2680"/>
                      </a:lnTo>
                      <a:lnTo>
                        <a:pt x="5440" y="2647"/>
                      </a:lnTo>
                      <a:lnTo>
                        <a:pt x="5482" y="2613"/>
                      </a:lnTo>
                      <a:lnTo>
                        <a:pt x="5523" y="2578"/>
                      </a:lnTo>
                      <a:lnTo>
                        <a:pt x="5563" y="2543"/>
                      </a:lnTo>
                      <a:lnTo>
                        <a:pt x="5600" y="2507"/>
                      </a:lnTo>
                      <a:lnTo>
                        <a:pt x="5636" y="2470"/>
                      </a:lnTo>
                      <a:lnTo>
                        <a:pt x="5671" y="2434"/>
                      </a:lnTo>
                      <a:lnTo>
                        <a:pt x="5704" y="2397"/>
                      </a:lnTo>
                      <a:lnTo>
                        <a:pt x="5736" y="2359"/>
                      </a:lnTo>
                      <a:lnTo>
                        <a:pt x="5766" y="2320"/>
                      </a:lnTo>
                      <a:lnTo>
                        <a:pt x="5794" y="2282"/>
                      </a:lnTo>
                      <a:lnTo>
                        <a:pt x="5819" y="2242"/>
                      </a:lnTo>
                      <a:lnTo>
                        <a:pt x="5845" y="2202"/>
                      </a:lnTo>
                      <a:lnTo>
                        <a:pt x="5867" y="2163"/>
                      </a:lnTo>
                      <a:lnTo>
                        <a:pt x="5889" y="2123"/>
                      </a:lnTo>
                      <a:lnTo>
                        <a:pt x="5908" y="2082"/>
                      </a:lnTo>
                      <a:lnTo>
                        <a:pt x="5925" y="2040"/>
                      </a:lnTo>
                      <a:lnTo>
                        <a:pt x="5940" y="1999"/>
                      </a:lnTo>
                      <a:lnTo>
                        <a:pt x="5953" y="1956"/>
                      </a:lnTo>
                      <a:lnTo>
                        <a:pt x="5964" y="1914"/>
                      </a:lnTo>
                      <a:lnTo>
                        <a:pt x="5973" y="1872"/>
                      </a:lnTo>
                      <a:lnTo>
                        <a:pt x="5981" y="1828"/>
                      </a:lnTo>
                      <a:lnTo>
                        <a:pt x="5986" y="1786"/>
                      </a:lnTo>
                      <a:lnTo>
                        <a:pt x="5990" y="1742"/>
                      </a:lnTo>
                      <a:lnTo>
                        <a:pt x="5991" y="1699"/>
                      </a:lnTo>
                      <a:lnTo>
                        <a:pt x="5991" y="1699"/>
                      </a:lnTo>
                      <a:lnTo>
                        <a:pt x="5990" y="1654"/>
                      </a:lnTo>
                      <a:lnTo>
                        <a:pt x="5986" y="1610"/>
                      </a:lnTo>
                      <a:lnTo>
                        <a:pt x="5981" y="1568"/>
                      </a:lnTo>
                      <a:lnTo>
                        <a:pt x="5973" y="1524"/>
                      </a:lnTo>
                      <a:lnTo>
                        <a:pt x="5964" y="1482"/>
                      </a:lnTo>
                      <a:lnTo>
                        <a:pt x="5953" y="1440"/>
                      </a:lnTo>
                      <a:lnTo>
                        <a:pt x="5940" y="1397"/>
                      </a:lnTo>
                      <a:lnTo>
                        <a:pt x="5925" y="1356"/>
                      </a:lnTo>
                      <a:lnTo>
                        <a:pt x="5908" y="1315"/>
                      </a:lnTo>
                      <a:lnTo>
                        <a:pt x="5889" y="1274"/>
                      </a:lnTo>
                      <a:lnTo>
                        <a:pt x="5867" y="1233"/>
                      </a:lnTo>
                      <a:lnTo>
                        <a:pt x="5845" y="1193"/>
                      </a:lnTo>
                      <a:lnTo>
                        <a:pt x="5819" y="1154"/>
                      </a:lnTo>
                      <a:lnTo>
                        <a:pt x="5794" y="1114"/>
                      </a:lnTo>
                      <a:lnTo>
                        <a:pt x="5766" y="1076"/>
                      </a:lnTo>
                      <a:lnTo>
                        <a:pt x="5736" y="1037"/>
                      </a:lnTo>
                      <a:lnTo>
                        <a:pt x="5704" y="1000"/>
                      </a:lnTo>
                      <a:lnTo>
                        <a:pt x="5671" y="961"/>
                      </a:lnTo>
                      <a:lnTo>
                        <a:pt x="5636" y="926"/>
                      </a:lnTo>
                      <a:lnTo>
                        <a:pt x="5600" y="888"/>
                      </a:lnTo>
                      <a:lnTo>
                        <a:pt x="5563" y="852"/>
                      </a:lnTo>
                      <a:lnTo>
                        <a:pt x="5523" y="818"/>
                      </a:lnTo>
                      <a:lnTo>
                        <a:pt x="5482" y="783"/>
                      </a:lnTo>
                      <a:lnTo>
                        <a:pt x="5440" y="749"/>
                      </a:lnTo>
                      <a:lnTo>
                        <a:pt x="5396" y="715"/>
                      </a:lnTo>
                      <a:lnTo>
                        <a:pt x="5350" y="682"/>
                      </a:lnTo>
                      <a:lnTo>
                        <a:pt x="5304" y="650"/>
                      </a:lnTo>
                      <a:lnTo>
                        <a:pt x="5255" y="618"/>
                      </a:lnTo>
                      <a:lnTo>
                        <a:pt x="5207" y="587"/>
                      </a:lnTo>
                      <a:lnTo>
                        <a:pt x="5157" y="556"/>
                      </a:lnTo>
                      <a:lnTo>
                        <a:pt x="5104" y="527"/>
                      </a:lnTo>
                      <a:lnTo>
                        <a:pt x="5052" y="497"/>
                      </a:lnTo>
                      <a:lnTo>
                        <a:pt x="4996" y="469"/>
                      </a:lnTo>
                      <a:lnTo>
                        <a:pt x="4941" y="441"/>
                      </a:lnTo>
                      <a:lnTo>
                        <a:pt x="4885" y="414"/>
                      </a:lnTo>
                      <a:lnTo>
                        <a:pt x="4827" y="388"/>
                      </a:lnTo>
                      <a:lnTo>
                        <a:pt x="4768" y="363"/>
                      </a:lnTo>
                      <a:lnTo>
                        <a:pt x="4708" y="337"/>
                      </a:lnTo>
                      <a:lnTo>
                        <a:pt x="4647" y="314"/>
                      </a:lnTo>
                      <a:lnTo>
                        <a:pt x="4585" y="290"/>
                      </a:lnTo>
                      <a:lnTo>
                        <a:pt x="4522" y="268"/>
                      </a:lnTo>
                      <a:lnTo>
                        <a:pt x="4458" y="246"/>
                      </a:lnTo>
                      <a:lnTo>
                        <a:pt x="4393" y="226"/>
                      </a:lnTo>
                      <a:lnTo>
                        <a:pt x="4327" y="205"/>
                      </a:lnTo>
                      <a:lnTo>
                        <a:pt x="4261" y="186"/>
                      </a:lnTo>
                      <a:lnTo>
                        <a:pt x="4193" y="168"/>
                      </a:lnTo>
                      <a:lnTo>
                        <a:pt x="4125" y="150"/>
                      </a:lnTo>
                      <a:lnTo>
                        <a:pt x="4056" y="133"/>
                      </a:lnTo>
                      <a:lnTo>
                        <a:pt x="3986" y="118"/>
                      </a:lnTo>
                      <a:lnTo>
                        <a:pt x="3916" y="104"/>
                      </a:lnTo>
                      <a:lnTo>
                        <a:pt x="3844" y="90"/>
                      </a:lnTo>
                      <a:lnTo>
                        <a:pt x="3772" y="77"/>
                      </a:lnTo>
                      <a:lnTo>
                        <a:pt x="3700" y="65"/>
                      </a:lnTo>
                      <a:lnTo>
                        <a:pt x="3627" y="54"/>
                      </a:lnTo>
                      <a:lnTo>
                        <a:pt x="3553" y="44"/>
                      </a:lnTo>
                      <a:lnTo>
                        <a:pt x="3480" y="35"/>
                      </a:lnTo>
                      <a:lnTo>
                        <a:pt x="3404" y="27"/>
                      </a:lnTo>
                      <a:lnTo>
                        <a:pt x="3330" y="20"/>
                      </a:lnTo>
                      <a:lnTo>
                        <a:pt x="3254" y="14"/>
                      </a:lnTo>
                      <a:lnTo>
                        <a:pt x="3179" y="9"/>
                      </a:lnTo>
                      <a:lnTo>
                        <a:pt x="3102" y="5"/>
                      </a:lnTo>
                      <a:lnTo>
                        <a:pt x="3025" y="3"/>
                      </a:lnTo>
                      <a:lnTo>
                        <a:pt x="2948" y="1"/>
                      </a:lnTo>
                      <a:lnTo>
                        <a:pt x="2870" y="0"/>
                      </a:lnTo>
                      <a:lnTo>
                        <a:pt x="2870" y="0"/>
                      </a:lnTo>
                      <a:lnTo>
                        <a:pt x="2716" y="1"/>
                      </a:lnTo>
                      <a:lnTo>
                        <a:pt x="2566" y="5"/>
                      </a:lnTo>
                      <a:lnTo>
                        <a:pt x="2417" y="12"/>
                      </a:lnTo>
                      <a:lnTo>
                        <a:pt x="2272" y="20"/>
                      </a:lnTo>
                      <a:lnTo>
                        <a:pt x="2130" y="32"/>
                      </a:lnTo>
                      <a:lnTo>
                        <a:pt x="1990" y="45"/>
                      </a:lnTo>
                      <a:lnTo>
                        <a:pt x="1856" y="62"/>
                      </a:lnTo>
                      <a:lnTo>
                        <a:pt x="1724" y="79"/>
                      </a:lnTo>
                      <a:lnTo>
                        <a:pt x="1596" y="99"/>
                      </a:lnTo>
                      <a:lnTo>
                        <a:pt x="1471" y="120"/>
                      </a:lnTo>
                      <a:lnTo>
                        <a:pt x="1351" y="145"/>
                      </a:lnTo>
                      <a:lnTo>
                        <a:pt x="1235" y="170"/>
                      </a:lnTo>
                      <a:lnTo>
                        <a:pt x="1123" y="199"/>
                      </a:lnTo>
                      <a:lnTo>
                        <a:pt x="1015" y="228"/>
                      </a:lnTo>
                      <a:lnTo>
                        <a:pt x="912" y="260"/>
                      </a:lnTo>
                      <a:lnTo>
                        <a:pt x="862" y="276"/>
                      </a:lnTo>
                      <a:lnTo>
                        <a:pt x="815" y="292"/>
                      </a:lnTo>
                      <a:lnTo>
                        <a:pt x="768" y="310"/>
                      </a:lnTo>
                      <a:lnTo>
                        <a:pt x="721" y="328"/>
                      </a:lnTo>
                      <a:lnTo>
                        <a:pt x="677" y="345"/>
                      </a:lnTo>
                      <a:lnTo>
                        <a:pt x="633" y="364"/>
                      </a:lnTo>
                      <a:lnTo>
                        <a:pt x="591" y="382"/>
                      </a:lnTo>
                      <a:lnTo>
                        <a:pt x="550" y="401"/>
                      </a:lnTo>
                      <a:lnTo>
                        <a:pt x="510" y="420"/>
                      </a:lnTo>
                      <a:lnTo>
                        <a:pt x="471" y="441"/>
                      </a:lnTo>
                      <a:lnTo>
                        <a:pt x="434" y="460"/>
                      </a:lnTo>
                      <a:lnTo>
                        <a:pt x="398" y="481"/>
                      </a:lnTo>
                      <a:lnTo>
                        <a:pt x="365" y="502"/>
                      </a:lnTo>
                      <a:lnTo>
                        <a:pt x="332" y="523"/>
                      </a:lnTo>
                      <a:lnTo>
                        <a:pt x="301" y="545"/>
                      </a:lnTo>
                      <a:lnTo>
                        <a:pt x="270" y="567"/>
                      </a:lnTo>
                      <a:lnTo>
                        <a:pt x="242" y="588"/>
                      </a:lnTo>
                      <a:lnTo>
                        <a:pt x="215" y="610"/>
                      </a:lnTo>
                      <a:lnTo>
                        <a:pt x="189" y="633"/>
                      </a:lnTo>
                      <a:lnTo>
                        <a:pt x="166" y="655"/>
                      </a:lnTo>
                      <a:lnTo>
                        <a:pt x="143" y="678"/>
                      </a:lnTo>
                      <a:lnTo>
                        <a:pt x="123" y="702"/>
                      </a:lnTo>
                      <a:lnTo>
                        <a:pt x="104" y="726"/>
                      </a:lnTo>
                      <a:lnTo>
                        <a:pt x="86" y="750"/>
                      </a:lnTo>
                      <a:lnTo>
                        <a:pt x="69" y="773"/>
                      </a:lnTo>
                      <a:lnTo>
                        <a:pt x="55" y="797"/>
                      </a:lnTo>
                      <a:lnTo>
                        <a:pt x="42" y="822"/>
                      </a:lnTo>
                      <a:lnTo>
                        <a:pt x="30" y="847"/>
                      </a:lnTo>
                      <a:lnTo>
                        <a:pt x="21" y="872"/>
                      </a:lnTo>
                      <a:lnTo>
                        <a:pt x="14" y="897"/>
                      </a:lnTo>
                      <a:lnTo>
                        <a:pt x="7" y="922"/>
                      </a:lnTo>
                      <a:lnTo>
                        <a:pt x="2" y="947"/>
                      </a:lnTo>
                      <a:lnTo>
                        <a:pt x="0" y="973"/>
                      </a:lnTo>
                      <a:lnTo>
                        <a:pt x="0" y="999"/>
                      </a:lnTo>
                      <a:lnTo>
                        <a:pt x="0" y="999"/>
                      </a:lnTo>
                      <a:lnTo>
                        <a:pt x="0" y="1024"/>
                      </a:lnTo>
                      <a:lnTo>
                        <a:pt x="2" y="1050"/>
                      </a:lnTo>
                      <a:lnTo>
                        <a:pt x="7" y="1076"/>
                      </a:lnTo>
                      <a:lnTo>
                        <a:pt x="14" y="1101"/>
                      </a:lnTo>
                      <a:lnTo>
                        <a:pt x="21" y="1127"/>
                      </a:lnTo>
                      <a:lnTo>
                        <a:pt x="30" y="1151"/>
                      </a:lnTo>
                      <a:lnTo>
                        <a:pt x="42" y="1176"/>
                      </a:lnTo>
                      <a:lnTo>
                        <a:pt x="55" y="1200"/>
                      </a:lnTo>
                      <a:lnTo>
                        <a:pt x="69" y="1224"/>
                      </a:lnTo>
                      <a:lnTo>
                        <a:pt x="86" y="1249"/>
                      </a:lnTo>
                      <a:lnTo>
                        <a:pt x="104" y="1273"/>
                      </a:lnTo>
                      <a:lnTo>
                        <a:pt x="123" y="1296"/>
                      </a:lnTo>
                      <a:lnTo>
                        <a:pt x="143" y="1319"/>
                      </a:lnTo>
                      <a:lnTo>
                        <a:pt x="166" y="1342"/>
                      </a:lnTo>
                      <a:lnTo>
                        <a:pt x="189" y="1365"/>
                      </a:lnTo>
                      <a:lnTo>
                        <a:pt x="215" y="1388"/>
                      </a:lnTo>
                      <a:lnTo>
                        <a:pt x="242" y="1410"/>
                      </a:lnTo>
                      <a:lnTo>
                        <a:pt x="270" y="1432"/>
                      </a:lnTo>
                      <a:lnTo>
                        <a:pt x="301" y="1454"/>
                      </a:lnTo>
                      <a:lnTo>
                        <a:pt x="332" y="1475"/>
                      </a:lnTo>
                      <a:lnTo>
                        <a:pt x="365" y="1496"/>
                      </a:lnTo>
                      <a:lnTo>
                        <a:pt x="398" y="1517"/>
                      </a:lnTo>
                      <a:lnTo>
                        <a:pt x="434" y="1537"/>
                      </a:lnTo>
                      <a:lnTo>
                        <a:pt x="471" y="1558"/>
                      </a:lnTo>
                      <a:lnTo>
                        <a:pt x="510" y="1577"/>
                      </a:lnTo>
                      <a:lnTo>
                        <a:pt x="550" y="1596"/>
                      </a:lnTo>
                      <a:lnTo>
                        <a:pt x="591" y="1615"/>
                      </a:lnTo>
                      <a:lnTo>
                        <a:pt x="633" y="1634"/>
                      </a:lnTo>
                      <a:lnTo>
                        <a:pt x="677" y="1652"/>
                      </a:lnTo>
                      <a:lnTo>
                        <a:pt x="721" y="1670"/>
                      </a:lnTo>
                      <a:lnTo>
                        <a:pt x="768" y="1688"/>
                      </a:lnTo>
                      <a:lnTo>
                        <a:pt x="815" y="1705"/>
                      </a:lnTo>
                      <a:lnTo>
                        <a:pt x="862" y="1722"/>
                      </a:lnTo>
                      <a:lnTo>
                        <a:pt x="912" y="1738"/>
                      </a:lnTo>
                      <a:lnTo>
                        <a:pt x="1015" y="1769"/>
                      </a:lnTo>
                      <a:lnTo>
                        <a:pt x="1123" y="1800"/>
                      </a:lnTo>
                      <a:lnTo>
                        <a:pt x="1235" y="1827"/>
                      </a:lnTo>
                      <a:lnTo>
                        <a:pt x="1351" y="1854"/>
                      </a:lnTo>
                      <a:lnTo>
                        <a:pt x="1471" y="1877"/>
                      </a:lnTo>
                      <a:lnTo>
                        <a:pt x="1596" y="1899"/>
                      </a:lnTo>
                      <a:lnTo>
                        <a:pt x="1724" y="1919"/>
                      </a:lnTo>
                      <a:lnTo>
                        <a:pt x="1856" y="1937"/>
                      </a:lnTo>
                      <a:lnTo>
                        <a:pt x="1990" y="1952"/>
                      </a:lnTo>
                      <a:lnTo>
                        <a:pt x="2130" y="1966"/>
                      </a:lnTo>
                      <a:lnTo>
                        <a:pt x="2272" y="1977"/>
                      </a:lnTo>
                      <a:lnTo>
                        <a:pt x="2417" y="1986"/>
                      </a:lnTo>
                      <a:lnTo>
                        <a:pt x="2566" y="1992"/>
                      </a:lnTo>
                      <a:lnTo>
                        <a:pt x="2716" y="1996"/>
                      </a:lnTo>
                      <a:lnTo>
                        <a:pt x="2870" y="1997"/>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478093" rtl="0" eaLnBrk="1" latinLnBrk="0" hangingPunct="1">
                    <a:defRPr sz="1883" kern="1200">
                      <a:solidFill>
                        <a:schemeClr val="tx1"/>
                      </a:solidFill>
                      <a:latin typeface="+mn-lt"/>
                      <a:ea typeface="+mn-ea"/>
                      <a:cs typeface="+mn-cs"/>
                    </a:defRPr>
                  </a:lvl1pPr>
                  <a:lvl2pPr marL="478093" algn="l" defTabSz="478093" rtl="0" eaLnBrk="1" latinLnBrk="0" hangingPunct="1">
                    <a:defRPr sz="1883" kern="1200">
                      <a:solidFill>
                        <a:schemeClr val="tx1"/>
                      </a:solidFill>
                      <a:latin typeface="+mn-lt"/>
                      <a:ea typeface="+mn-ea"/>
                      <a:cs typeface="+mn-cs"/>
                    </a:defRPr>
                  </a:lvl2pPr>
                  <a:lvl3pPr marL="956184" algn="l" defTabSz="478093" rtl="0" eaLnBrk="1" latinLnBrk="0" hangingPunct="1">
                    <a:defRPr sz="1883" kern="1200">
                      <a:solidFill>
                        <a:schemeClr val="tx1"/>
                      </a:solidFill>
                      <a:latin typeface="+mn-lt"/>
                      <a:ea typeface="+mn-ea"/>
                      <a:cs typeface="+mn-cs"/>
                    </a:defRPr>
                  </a:lvl3pPr>
                  <a:lvl4pPr marL="1434277" algn="l" defTabSz="478093" rtl="0" eaLnBrk="1" latinLnBrk="0" hangingPunct="1">
                    <a:defRPr sz="1883" kern="1200">
                      <a:solidFill>
                        <a:schemeClr val="tx1"/>
                      </a:solidFill>
                      <a:latin typeface="+mn-lt"/>
                      <a:ea typeface="+mn-ea"/>
                      <a:cs typeface="+mn-cs"/>
                    </a:defRPr>
                  </a:lvl4pPr>
                  <a:lvl5pPr marL="1912370" algn="l" defTabSz="478093" rtl="0" eaLnBrk="1" latinLnBrk="0" hangingPunct="1">
                    <a:defRPr sz="1883" kern="1200">
                      <a:solidFill>
                        <a:schemeClr val="tx1"/>
                      </a:solidFill>
                      <a:latin typeface="+mn-lt"/>
                      <a:ea typeface="+mn-ea"/>
                      <a:cs typeface="+mn-cs"/>
                    </a:defRPr>
                  </a:lvl5pPr>
                  <a:lvl6pPr marL="2390462" algn="l" defTabSz="478093" rtl="0" eaLnBrk="1" latinLnBrk="0" hangingPunct="1">
                    <a:defRPr sz="1883" kern="1200">
                      <a:solidFill>
                        <a:schemeClr val="tx1"/>
                      </a:solidFill>
                      <a:latin typeface="+mn-lt"/>
                      <a:ea typeface="+mn-ea"/>
                      <a:cs typeface="+mn-cs"/>
                    </a:defRPr>
                  </a:lvl6pPr>
                  <a:lvl7pPr marL="2868554" algn="l" defTabSz="478093" rtl="0" eaLnBrk="1" latinLnBrk="0" hangingPunct="1">
                    <a:defRPr sz="1883" kern="1200">
                      <a:solidFill>
                        <a:schemeClr val="tx1"/>
                      </a:solidFill>
                      <a:latin typeface="+mn-lt"/>
                      <a:ea typeface="+mn-ea"/>
                      <a:cs typeface="+mn-cs"/>
                    </a:defRPr>
                  </a:lvl7pPr>
                  <a:lvl8pPr marL="3346646" algn="l" defTabSz="478093" rtl="0" eaLnBrk="1" latinLnBrk="0" hangingPunct="1">
                    <a:defRPr sz="1883" kern="1200">
                      <a:solidFill>
                        <a:schemeClr val="tx1"/>
                      </a:solidFill>
                      <a:latin typeface="+mn-lt"/>
                      <a:ea typeface="+mn-ea"/>
                      <a:cs typeface="+mn-cs"/>
                    </a:defRPr>
                  </a:lvl8pPr>
                  <a:lvl9pPr marL="3824739" algn="l" defTabSz="478093" rtl="0" eaLnBrk="1" latinLnBrk="0" hangingPunct="1">
                    <a:defRPr sz="1883" kern="1200">
                      <a:solidFill>
                        <a:schemeClr val="tx1"/>
                      </a:solidFill>
                      <a:latin typeface="+mn-lt"/>
                      <a:ea typeface="+mn-ea"/>
                      <a:cs typeface="+mn-cs"/>
                    </a:defRPr>
                  </a:lvl9pPr>
                </a:lstStyle>
                <a:p>
                  <a:endParaRPr lang="ja-JP" altLang="en-US"/>
                </a:p>
              </p:txBody>
            </p:sp>
            <p:sp>
              <p:nvSpPr>
                <p:cNvPr id="123" name="Freeform 42">
                  <a:extLst>
                    <a:ext uri="{FF2B5EF4-FFF2-40B4-BE49-F238E27FC236}">
                      <a16:creationId xmlns:a16="http://schemas.microsoft.com/office/drawing/2014/main" id="{CDF4C01C-5F74-8E39-23E0-DBF42F250487}"/>
                    </a:ext>
                  </a:extLst>
                </p:cNvPr>
                <p:cNvSpPr>
                  <a:spLocks/>
                </p:cNvSpPr>
                <p:nvPr/>
              </p:nvSpPr>
              <p:spPr bwMode="auto">
                <a:xfrm>
                  <a:off x="3131984" y="5303797"/>
                  <a:ext cx="270003" cy="90001"/>
                </a:xfrm>
                <a:custGeom>
                  <a:avLst/>
                  <a:gdLst>
                    <a:gd name="T0" fmla="*/ 3025 w 5991"/>
                    <a:gd name="T1" fmla="*/ 3393 h 3396"/>
                    <a:gd name="T2" fmla="*/ 3330 w 5991"/>
                    <a:gd name="T3" fmla="*/ 3377 h 3396"/>
                    <a:gd name="T4" fmla="*/ 3627 w 5991"/>
                    <a:gd name="T5" fmla="*/ 3342 h 3396"/>
                    <a:gd name="T6" fmla="*/ 3916 w 5991"/>
                    <a:gd name="T7" fmla="*/ 3293 h 3396"/>
                    <a:gd name="T8" fmla="*/ 4193 w 5991"/>
                    <a:gd name="T9" fmla="*/ 3228 h 3396"/>
                    <a:gd name="T10" fmla="*/ 4458 w 5991"/>
                    <a:gd name="T11" fmla="*/ 3150 h 3396"/>
                    <a:gd name="T12" fmla="*/ 4708 w 5991"/>
                    <a:gd name="T13" fmla="*/ 3059 h 3396"/>
                    <a:gd name="T14" fmla="*/ 4941 w 5991"/>
                    <a:gd name="T15" fmla="*/ 2955 h 3396"/>
                    <a:gd name="T16" fmla="*/ 5157 w 5991"/>
                    <a:gd name="T17" fmla="*/ 2839 h 3396"/>
                    <a:gd name="T18" fmla="*/ 5350 w 5991"/>
                    <a:gd name="T19" fmla="*/ 2714 h 3396"/>
                    <a:gd name="T20" fmla="*/ 5523 w 5991"/>
                    <a:gd name="T21" fmla="*/ 2578 h 3396"/>
                    <a:gd name="T22" fmla="*/ 5671 w 5991"/>
                    <a:gd name="T23" fmla="*/ 2434 h 3396"/>
                    <a:gd name="T24" fmla="*/ 5794 w 5991"/>
                    <a:gd name="T25" fmla="*/ 2282 h 3396"/>
                    <a:gd name="T26" fmla="*/ 5889 w 5991"/>
                    <a:gd name="T27" fmla="*/ 2123 h 3396"/>
                    <a:gd name="T28" fmla="*/ 5953 w 5991"/>
                    <a:gd name="T29" fmla="*/ 1956 h 3396"/>
                    <a:gd name="T30" fmla="*/ 5986 w 5991"/>
                    <a:gd name="T31" fmla="*/ 1786 h 3396"/>
                    <a:gd name="T32" fmla="*/ 5990 w 5991"/>
                    <a:gd name="T33" fmla="*/ 1654 h 3396"/>
                    <a:gd name="T34" fmla="*/ 5964 w 5991"/>
                    <a:gd name="T35" fmla="*/ 1482 h 3396"/>
                    <a:gd name="T36" fmla="*/ 5908 w 5991"/>
                    <a:gd name="T37" fmla="*/ 1315 h 3396"/>
                    <a:gd name="T38" fmla="*/ 5819 w 5991"/>
                    <a:gd name="T39" fmla="*/ 1154 h 3396"/>
                    <a:gd name="T40" fmla="*/ 5704 w 5991"/>
                    <a:gd name="T41" fmla="*/ 1000 h 3396"/>
                    <a:gd name="T42" fmla="*/ 5563 w 5991"/>
                    <a:gd name="T43" fmla="*/ 852 h 3396"/>
                    <a:gd name="T44" fmla="*/ 5396 w 5991"/>
                    <a:gd name="T45" fmla="*/ 715 h 3396"/>
                    <a:gd name="T46" fmla="*/ 5207 w 5991"/>
                    <a:gd name="T47" fmla="*/ 587 h 3396"/>
                    <a:gd name="T48" fmla="*/ 4996 w 5991"/>
                    <a:gd name="T49" fmla="*/ 469 h 3396"/>
                    <a:gd name="T50" fmla="*/ 4768 w 5991"/>
                    <a:gd name="T51" fmla="*/ 363 h 3396"/>
                    <a:gd name="T52" fmla="*/ 4522 w 5991"/>
                    <a:gd name="T53" fmla="*/ 268 h 3396"/>
                    <a:gd name="T54" fmla="*/ 4261 w 5991"/>
                    <a:gd name="T55" fmla="*/ 186 h 3396"/>
                    <a:gd name="T56" fmla="*/ 3986 w 5991"/>
                    <a:gd name="T57" fmla="*/ 118 h 3396"/>
                    <a:gd name="T58" fmla="*/ 3700 w 5991"/>
                    <a:gd name="T59" fmla="*/ 65 h 3396"/>
                    <a:gd name="T60" fmla="*/ 3404 w 5991"/>
                    <a:gd name="T61" fmla="*/ 27 h 3396"/>
                    <a:gd name="T62" fmla="*/ 3102 w 5991"/>
                    <a:gd name="T63" fmla="*/ 5 h 3396"/>
                    <a:gd name="T64" fmla="*/ 2870 w 5991"/>
                    <a:gd name="T65" fmla="*/ 0 h 3396"/>
                    <a:gd name="T66" fmla="*/ 2272 w 5991"/>
                    <a:gd name="T67" fmla="*/ 20 h 3396"/>
                    <a:gd name="T68" fmla="*/ 1724 w 5991"/>
                    <a:gd name="T69" fmla="*/ 79 h 3396"/>
                    <a:gd name="T70" fmla="*/ 1235 w 5991"/>
                    <a:gd name="T71" fmla="*/ 170 h 3396"/>
                    <a:gd name="T72" fmla="*/ 862 w 5991"/>
                    <a:gd name="T73" fmla="*/ 276 h 3396"/>
                    <a:gd name="T74" fmla="*/ 677 w 5991"/>
                    <a:gd name="T75" fmla="*/ 345 h 3396"/>
                    <a:gd name="T76" fmla="*/ 510 w 5991"/>
                    <a:gd name="T77" fmla="*/ 420 h 3396"/>
                    <a:gd name="T78" fmla="*/ 365 w 5991"/>
                    <a:gd name="T79" fmla="*/ 502 h 3396"/>
                    <a:gd name="T80" fmla="*/ 242 w 5991"/>
                    <a:gd name="T81" fmla="*/ 588 h 3396"/>
                    <a:gd name="T82" fmla="*/ 143 w 5991"/>
                    <a:gd name="T83" fmla="*/ 678 h 3396"/>
                    <a:gd name="T84" fmla="*/ 69 w 5991"/>
                    <a:gd name="T85" fmla="*/ 773 h 3396"/>
                    <a:gd name="T86" fmla="*/ 21 w 5991"/>
                    <a:gd name="T87" fmla="*/ 872 h 3396"/>
                    <a:gd name="T88" fmla="*/ 0 w 5991"/>
                    <a:gd name="T89" fmla="*/ 973 h 3396"/>
                    <a:gd name="T90" fmla="*/ 2 w 5991"/>
                    <a:gd name="T91" fmla="*/ 1050 h 3396"/>
                    <a:gd name="T92" fmla="*/ 30 w 5991"/>
                    <a:gd name="T93" fmla="*/ 1151 h 3396"/>
                    <a:gd name="T94" fmla="*/ 86 w 5991"/>
                    <a:gd name="T95" fmla="*/ 1249 h 3396"/>
                    <a:gd name="T96" fmla="*/ 166 w 5991"/>
                    <a:gd name="T97" fmla="*/ 1342 h 3396"/>
                    <a:gd name="T98" fmla="*/ 270 w 5991"/>
                    <a:gd name="T99" fmla="*/ 1432 h 3396"/>
                    <a:gd name="T100" fmla="*/ 398 w 5991"/>
                    <a:gd name="T101" fmla="*/ 1517 h 3396"/>
                    <a:gd name="T102" fmla="*/ 550 w 5991"/>
                    <a:gd name="T103" fmla="*/ 1596 h 3396"/>
                    <a:gd name="T104" fmla="*/ 721 w 5991"/>
                    <a:gd name="T105" fmla="*/ 1670 h 3396"/>
                    <a:gd name="T106" fmla="*/ 912 w 5991"/>
                    <a:gd name="T107" fmla="*/ 1738 h 3396"/>
                    <a:gd name="T108" fmla="*/ 1351 w 5991"/>
                    <a:gd name="T109" fmla="*/ 1854 h 3396"/>
                    <a:gd name="T110" fmla="*/ 1856 w 5991"/>
                    <a:gd name="T111" fmla="*/ 1937 h 3396"/>
                    <a:gd name="T112" fmla="*/ 2417 w 5991"/>
                    <a:gd name="T113" fmla="*/ 1986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991" h="3396">
                      <a:moveTo>
                        <a:pt x="2870" y="3396"/>
                      </a:moveTo>
                      <a:lnTo>
                        <a:pt x="2870" y="3396"/>
                      </a:lnTo>
                      <a:lnTo>
                        <a:pt x="2948" y="3395"/>
                      </a:lnTo>
                      <a:lnTo>
                        <a:pt x="3025" y="3393"/>
                      </a:lnTo>
                      <a:lnTo>
                        <a:pt x="3102" y="3391"/>
                      </a:lnTo>
                      <a:lnTo>
                        <a:pt x="3179" y="3387"/>
                      </a:lnTo>
                      <a:lnTo>
                        <a:pt x="3254" y="3382"/>
                      </a:lnTo>
                      <a:lnTo>
                        <a:pt x="3330" y="3377"/>
                      </a:lnTo>
                      <a:lnTo>
                        <a:pt x="3404" y="3369"/>
                      </a:lnTo>
                      <a:lnTo>
                        <a:pt x="3480" y="3361"/>
                      </a:lnTo>
                      <a:lnTo>
                        <a:pt x="3553" y="3352"/>
                      </a:lnTo>
                      <a:lnTo>
                        <a:pt x="3627" y="3342"/>
                      </a:lnTo>
                      <a:lnTo>
                        <a:pt x="3700" y="3332"/>
                      </a:lnTo>
                      <a:lnTo>
                        <a:pt x="3772" y="3319"/>
                      </a:lnTo>
                      <a:lnTo>
                        <a:pt x="3844" y="3306"/>
                      </a:lnTo>
                      <a:lnTo>
                        <a:pt x="3916" y="3293"/>
                      </a:lnTo>
                      <a:lnTo>
                        <a:pt x="3986" y="3278"/>
                      </a:lnTo>
                      <a:lnTo>
                        <a:pt x="4056" y="3262"/>
                      </a:lnTo>
                      <a:lnTo>
                        <a:pt x="4125" y="3246"/>
                      </a:lnTo>
                      <a:lnTo>
                        <a:pt x="4193" y="3228"/>
                      </a:lnTo>
                      <a:lnTo>
                        <a:pt x="4261" y="3210"/>
                      </a:lnTo>
                      <a:lnTo>
                        <a:pt x="4327" y="3191"/>
                      </a:lnTo>
                      <a:lnTo>
                        <a:pt x="4393" y="3170"/>
                      </a:lnTo>
                      <a:lnTo>
                        <a:pt x="4458" y="3150"/>
                      </a:lnTo>
                      <a:lnTo>
                        <a:pt x="4522" y="3128"/>
                      </a:lnTo>
                      <a:lnTo>
                        <a:pt x="4585" y="3106"/>
                      </a:lnTo>
                      <a:lnTo>
                        <a:pt x="4647" y="3083"/>
                      </a:lnTo>
                      <a:lnTo>
                        <a:pt x="4708" y="3059"/>
                      </a:lnTo>
                      <a:lnTo>
                        <a:pt x="4768" y="3033"/>
                      </a:lnTo>
                      <a:lnTo>
                        <a:pt x="4827" y="3009"/>
                      </a:lnTo>
                      <a:lnTo>
                        <a:pt x="4885" y="2982"/>
                      </a:lnTo>
                      <a:lnTo>
                        <a:pt x="4941" y="2955"/>
                      </a:lnTo>
                      <a:lnTo>
                        <a:pt x="4996" y="2927"/>
                      </a:lnTo>
                      <a:lnTo>
                        <a:pt x="5052" y="2898"/>
                      </a:lnTo>
                      <a:lnTo>
                        <a:pt x="5104" y="2869"/>
                      </a:lnTo>
                      <a:lnTo>
                        <a:pt x="5157" y="2839"/>
                      </a:lnTo>
                      <a:lnTo>
                        <a:pt x="5207" y="2809"/>
                      </a:lnTo>
                      <a:lnTo>
                        <a:pt x="5255" y="2778"/>
                      </a:lnTo>
                      <a:lnTo>
                        <a:pt x="5304" y="2746"/>
                      </a:lnTo>
                      <a:lnTo>
                        <a:pt x="5350" y="2714"/>
                      </a:lnTo>
                      <a:lnTo>
                        <a:pt x="5396" y="2680"/>
                      </a:lnTo>
                      <a:lnTo>
                        <a:pt x="5440" y="2647"/>
                      </a:lnTo>
                      <a:lnTo>
                        <a:pt x="5482" y="2613"/>
                      </a:lnTo>
                      <a:lnTo>
                        <a:pt x="5523" y="2578"/>
                      </a:lnTo>
                      <a:lnTo>
                        <a:pt x="5563" y="2543"/>
                      </a:lnTo>
                      <a:lnTo>
                        <a:pt x="5600" y="2507"/>
                      </a:lnTo>
                      <a:lnTo>
                        <a:pt x="5636" y="2470"/>
                      </a:lnTo>
                      <a:lnTo>
                        <a:pt x="5671" y="2434"/>
                      </a:lnTo>
                      <a:lnTo>
                        <a:pt x="5704" y="2397"/>
                      </a:lnTo>
                      <a:lnTo>
                        <a:pt x="5736" y="2359"/>
                      </a:lnTo>
                      <a:lnTo>
                        <a:pt x="5766" y="2320"/>
                      </a:lnTo>
                      <a:lnTo>
                        <a:pt x="5794" y="2282"/>
                      </a:lnTo>
                      <a:lnTo>
                        <a:pt x="5819" y="2242"/>
                      </a:lnTo>
                      <a:lnTo>
                        <a:pt x="5845" y="2202"/>
                      </a:lnTo>
                      <a:lnTo>
                        <a:pt x="5867" y="2163"/>
                      </a:lnTo>
                      <a:lnTo>
                        <a:pt x="5889" y="2123"/>
                      </a:lnTo>
                      <a:lnTo>
                        <a:pt x="5908" y="2082"/>
                      </a:lnTo>
                      <a:lnTo>
                        <a:pt x="5925" y="2040"/>
                      </a:lnTo>
                      <a:lnTo>
                        <a:pt x="5940" y="1999"/>
                      </a:lnTo>
                      <a:lnTo>
                        <a:pt x="5953" y="1956"/>
                      </a:lnTo>
                      <a:lnTo>
                        <a:pt x="5964" y="1914"/>
                      </a:lnTo>
                      <a:lnTo>
                        <a:pt x="5973" y="1872"/>
                      </a:lnTo>
                      <a:lnTo>
                        <a:pt x="5981" y="1828"/>
                      </a:lnTo>
                      <a:lnTo>
                        <a:pt x="5986" y="1786"/>
                      </a:lnTo>
                      <a:lnTo>
                        <a:pt x="5990" y="1742"/>
                      </a:lnTo>
                      <a:lnTo>
                        <a:pt x="5991" y="1699"/>
                      </a:lnTo>
                      <a:lnTo>
                        <a:pt x="5991" y="1699"/>
                      </a:lnTo>
                      <a:lnTo>
                        <a:pt x="5990" y="1654"/>
                      </a:lnTo>
                      <a:lnTo>
                        <a:pt x="5986" y="1610"/>
                      </a:lnTo>
                      <a:lnTo>
                        <a:pt x="5981" y="1568"/>
                      </a:lnTo>
                      <a:lnTo>
                        <a:pt x="5973" y="1524"/>
                      </a:lnTo>
                      <a:lnTo>
                        <a:pt x="5964" y="1482"/>
                      </a:lnTo>
                      <a:lnTo>
                        <a:pt x="5953" y="1440"/>
                      </a:lnTo>
                      <a:lnTo>
                        <a:pt x="5940" y="1397"/>
                      </a:lnTo>
                      <a:lnTo>
                        <a:pt x="5925" y="1356"/>
                      </a:lnTo>
                      <a:lnTo>
                        <a:pt x="5908" y="1315"/>
                      </a:lnTo>
                      <a:lnTo>
                        <a:pt x="5889" y="1274"/>
                      </a:lnTo>
                      <a:lnTo>
                        <a:pt x="5867" y="1233"/>
                      </a:lnTo>
                      <a:lnTo>
                        <a:pt x="5845" y="1193"/>
                      </a:lnTo>
                      <a:lnTo>
                        <a:pt x="5819" y="1154"/>
                      </a:lnTo>
                      <a:lnTo>
                        <a:pt x="5794" y="1114"/>
                      </a:lnTo>
                      <a:lnTo>
                        <a:pt x="5766" y="1076"/>
                      </a:lnTo>
                      <a:lnTo>
                        <a:pt x="5736" y="1037"/>
                      </a:lnTo>
                      <a:lnTo>
                        <a:pt x="5704" y="1000"/>
                      </a:lnTo>
                      <a:lnTo>
                        <a:pt x="5671" y="961"/>
                      </a:lnTo>
                      <a:lnTo>
                        <a:pt x="5636" y="926"/>
                      </a:lnTo>
                      <a:lnTo>
                        <a:pt x="5600" y="888"/>
                      </a:lnTo>
                      <a:lnTo>
                        <a:pt x="5563" y="852"/>
                      </a:lnTo>
                      <a:lnTo>
                        <a:pt x="5523" y="818"/>
                      </a:lnTo>
                      <a:lnTo>
                        <a:pt x="5482" y="783"/>
                      </a:lnTo>
                      <a:lnTo>
                        <a:pt x="5440" y="749"/>
                      </a:lnTo>
                      <a:lnTo>
                        <a:pt x="5396" y="715"/>
                      </a:lnTo>
                      <a:lnTo>
                        <a:pt x="5350" y="682"/>
                      </a:lnTo>
                      <a:lnTo>
                        <a:pt x="5304" y="650"/>
                      </a:lnTo>
                      <a:lnTo>
                        <a:pt x="5255" y="618"/>
                      </a:lnTo>
                      <a:lnTo>
                        <a:pt x="5207" y="587"/>
                      </a:lnTo>
                      <a:lnTo>
                        <a:pt x="5157" y="556"/>
                      </a:lnTo>
                      <a:lnTo>
                        <a:pt x="5104" y="527"/>
                      </a:lnTo>
                      <a:lnTo>
                        <a:pt x="5052" y="497"/>
                      </a:lnTo>
                      <a:lnTo>
                        <a:pt x="4996" y="469"/>
                      </a:lnTo>
                      <a:lnTo>
                        <a:pt x="4941" y="441"/>
                      </a:lnTo>
                      <a:lnTo>
                        <a:pt x="4885" y="414"/>
                      </a:lnTo>
                      <a:lnTo>
                        <a:pt x="4827" y="388"/>
                      </a:lnTo>
                      <a:lnTo>
                        <a:pt x="4768" y="363"/>
                      </a:lnTo>
                      <a:lnTo>
                        <a:pt x="4708" y="337"/>
                      </a:lnTo>
                      <a:lnTo>
                        <a:pt x="4647" y="314"/>
                      </a:lnTo>
                      <a:lnTo>
                        <a:pt x="4585" y="290"/>
                      </a:lnTo>
                      <a:lnTo>
                        <a:pt x="4522" y="268"/>
                      </a:lnTo>
                      <a:lnTo>
                        <a:pt x="4458" y="246"/>
                      </a:lnTo>
                      <a:lnTo>
                        <a:pt x="4393" y="226"/>
                      </a:lnTo>
                      <a:lnTo>
                        <a:pt x="4327" y="205"/>
                      </a:lnTo>
                      <a:lnTo>
                        <a:pt x="4261" y="186"/>
                      </a:lnTo>
                      <a:lnTo>
                        <a:pt x="4193" y="168"/>
                      </a:lnTo>
                      <a:lnTo>
                        <a:pt x="4125" y="150"/>
                      </a:lnTo>
                      <a:lnTo>
                        <a:pt x="4056" y="133"/>
                      </a:lnTo>
                      <a:lnTo>
                        <a:pt x="3986" y="118"/>
                      </a:lnTo>
                      <a:lnTo>
                        <a:pt x="3916" y="104"/>
                      </a:lnTo>
                      <a:lnTo>
                        <a:pt x="3844" y="90"/>
                      </a:lnTo>
                      <a:lnTo>
                        <a:pt x="3772" y="77"/>
                      </a:lnTo>
                      <a:lnTo>
                        <a:pt x="3700" y="65"/>
                      </a:lnTo>
                      <a:lnTo>
                        <a:pt x="3627" y="54"/>
                      </a:lnTo>
                      <a:lnTo>
                        <a:pt x="3553" y="44"/>
                      </a:lnTo>
                      <a:lnTo>
                        <a:pt x="3480" y="35"/>
                      </a:lnTo>
                      <a:lnTo>
                        <a:pt x="3404" y="27"/>
                      </a:lnTo>
                      <a:lnTo>
                        <a:pt x="3330" y="20"/>
                      </a:lnTo>
                      <a:lnTo>
                        <a:pt x="3254" y="14"/>
                      </a:lnTo>
                      <a:lnTo>
                        <a:pt x="3179" y="9"/>
                      </a:lnTo>
                      <a:lnTo>
                        <a:pt x="3102" y="5"/>
                      </a:lnTo>
                      <a:lnTo>
                        <a:pt x="3025" y="3"/>
                      </a:lnTo>
                      <a:lnTo>
                        <a:pt x="2948" y="1"/>
                      </a:lnTo>
                      <a:lnTo>
                        <a:pt x="2870" y="0"/>
                      </a:lnTo>
                      <a:lnTo>
                        <a:pt x="2870" y="0"/>
                      </a:lnTo>
                      <a:lnTo>
                        <a:pt x="2716" y="1"/>
                      </a:lnTo>
                      <a:lnTo>
                        <a:pt x="2566" y="5"/>
                      </a:lnTo>
                      <a:lnTo>
                        <a:pt x="2417" y="12"/>
                      </a:lnTo>
                      <a:lnTo>
                        <a:pt x="2272" y="20"/>
                      </a:lnTo>
                      <a:lnTo>
                        <a:pt x="2130" y="32"/>
                      </a:lnTo>
                      <a:lnTo>
                        <a:pt x="1990" y="45"/>
                      </a:lnTo>
                      <a:lnTo>
                        <a:pt x="1856" y="62"/>
                      </a:lnTo>
                      <a:lnTo>
                        <a:pt x="1724" y="79"/>
                      </a:lnTo>
                      <a:lnTo>
                        <a:pt x="1596" y="99"/>
                      </a:lnTo>
                      <a:lnTo>
                        <a:pt x="1471" y="120"/>
                      </a:lnTo>
                      <a:lnTo>
                        <a:pt x="1351" y="145"/>
                      </a:lnTo>
                      <a:lnTo>
                        <a:pt x="1235" y="170"/>
                      </a:lnTo>
                      <a:lnTo>
                        <a:pt x="1123" y="199"/>
                      </a:lnTo>
                      <a:lnTo>
                        <a:pt x="1015" y="228"/>
                      </a:lnTo>
                      <a:lnTo>
                        <a:pt x="912" y="260"/>
                      </a:lnTo>
                      <a:lnTo>
                        <a:pt x="862" y="276"/>
                      </a:lnTo>
                      <a:lnTo>
                        <a:pt x="815" y="292"/>
                      </a:lnTo>
                      <a:lnTo>
                        <a:pt x="768" y="310"/>
                      </a:lnTo>
                      <a:lnTo>
                        <a:pt x="721" y="328"/>
                      </a:lnTo>
                      <a:lnTo>
                        <a:pt x="677" y="345"/>
                      </a:lnTo>
                      <a:lnTo>
                        <a:pt x="633" y="364"/>
                      </a:lnTo>
                      <a:lnTo>
                        <a:pt x="591" y="382"/>
                      </a:lnTo>
                      <a:lnTo>
                        <a:pt x="550" y="401"/>
                      </a:lnTo>
                      <a:lnTo>
                        <a:pt x="510" y="420"/>
                      </a:lnTo>
                      <a:lnTo>
                        <a:pt x="471" y="441"/>
                      </a:lnTo>
                      <a:lnTo>
                        <a:pt x="434" y="460"/>
                      </a:lnTo>
                      <a:lnTo>
                        <a:pt x="398" y="481"/>
                      </a:lnTo>
                      <a:lnTo>
                        <a:pt x="365" y="502"/>
                      </a:lnTo>
                      <a:lnTo>
                        <a:pt x="332" y="523"/>
                      </a:lnTo>
                      <a:lnTo>
                        <a:pt x="301" y="545"/>
                      </a:lnTo>
                      <a:lnTo>
                        <a:pt x="270" y="567"/>
                      </a:lnTo>
                      <a:lnTo>
                        <a:pt x="242" y="588"/>
                      </a:lnTo>
                      <a:lnTo>
                        <a:pt x="215" y="610"/>
                      </a:lnTo>
                      <a:lnTo>
                        <a:pt x="189" y="633"/>
                      </a:lnTo>
                      <a:lnTo>
                        <a:pt x="166" y="655"/>
                      </a:lnTo>
                      <a:lnTo>
                        <a:pt x="143" y="678"/>
                      </a:lnTo>
                      <a:lnTo>
                        <a:pt x="123" y="702"/>
                      </a:lnTo>
                      <a:lnTo>
                        <a:pt x="104" y="726"/>
                      </a:lnTo>
                      <a:lnTo>
                        <a:pt x="86" y="750"/>
                      </a:lnTo>
                      <a:lnTo>
                        <a:pt x="69" y="773"/>
                      </a:lnTo>
                      <a:lnTo>
                        <a:pt x="55" y="797"/>
                      </a:lnTo>
                      <a:lnTo>
                        <a:pt x="42" y="822"/>
                      </a:lnTo>
                      <a:lnTo>
                        <a:pt x="30" y="847"/>
                      </a:lnTo>
                      <a:lnTo>
                        <a:pt x="21" y="872"/>
                      </a:lnTo>
                      <a:lnTo>
                        <a:pt x="14" y="897"/>
                      </a:lnTo>
                      <a:lnTo>
                        <a:pt x="7" y="922"/>
                      </a:lnTo>
                      <a:lnTo>
                        <a:pt x="2" y="947"/>
                      </a:lnTo>
                      <a:lnTo>
                        <a:pt x="0" y="973"/>
                      </a:lnTo>
                      <a:lnTo>
                        <a:pt x="0" y="999"/>
                      </a:lnTo>
                      <a:lnTo>
                        <a:pt x="0" y="999"/>
                      </a:lnTo>
                      <a:lnTo>
                        <a:pt x="0" y="1024"/>
                      </a:lnTo>
                      <a:lnTo>
                        <a:pt x="2" y="1050"/>
                      </a:lnTo>
                      <a:lnTo>
                        <a:pt x="7" y="1076"/>
                      </a:lnTo>
                      <a:lnTo>
                        <a:pt x="14" y="1101"/>
                      </a:lnTo>
                      <a:lnTo>
                        <a:pt x="21" y="1127"/>
                      </a:lnTo>
                      <a:lnTo>
                        <a:pt x="30" y="1151"/>
                      </a:lnTo>
                      <a:lnTo>
                        <a:pt x="42" y="1176"/>
                      </a:lnTo>
                      <a:lnTo>
                        <a:pt x="55" y="1200"/>
                      </a:lnTo>
                      <a:lnTo>
                        <a:pt x="69" y="1224"/>
                      </a:lnTo>
                      <a:lnTo>
                        <a:pt x="86" y="1249"/>
                      </a:lnTo>
                      <a:lnTo>
                        <a:pt x="104" y="1273"/>
                      </a:lnTo>
                      <a:lnTo>
                        <a:pt x="123" y="1296"/>
                      </a:lnTo>
                      <a:lnTo>
                        <a:pt x="143" y="1319"/>
                      </a:lnTo>
                      <a:lnTo>
                        <a:pt x="166" y="1342"/>
                      </a:lnTo>
                      <a:lnTo>
                        <a:pt x="189" y="1365"/>
                      </a:lnTo>
                      <a:lnTo>
                        <a:pt x="215" y="1388"/>
                      </a:lnTo>
                      <a:lnTo>
                        <a:pt x="242" y="1410"/>
                      </a:lnTo>
                      <a:lnTo>
                        <a:pt x="270" y="1432"/>
                      </a:lnTo>
                      <a:lnTo>
                        <a:pt x="301" y="1454"/>
                      </a:lnTo>
                      <a:lnTo>
                        <a:pt x="332" y="1475"/>
                      </a:lnTo>
                      <a:lnTo>
                        <a:pt x="365" y="1496"/>
                      </a:lnTo>
                      <a:lnTo>
                        <a:pt x="398" y="1517"/>
                      </a:lnTo>
                      <a:lnTo>
                        <a:pt x="434" y="1537"/>
                      </a:lnTo>
                      <a:lnTo>
                        <a:pt x="471" y="1558"/>
                      </a:lnTo>
                      <a:lnTo>
                        <a:pt x="510" y="1577"/>
                      </a:lnTo>
                      <a:lnTo>
                        <a:pt x="550" y="1596"/>
                      </a:lnTo>
                      <a:lnTo>
                        <a:pt x="591" y="1615"/>
                      </a:lnTo>
                      <a:lnTo>
                        <a:pt x="633" y="1634"/>
                      </a:lnTo>
                      <a:lnTo>
                        <a:pt x="677" y="1652"/>
                      </a:lnTo>
                      <a:lnTo>
                        <a:pt x="721" y="1670"/>
                      </a:lnTo>
                      <a:lnTo>
                        <a:pt x="768" y="1688"/>
                      </a:lnTo>
                      <a:lnTo>
                        <a:pt x="815" y="1705"/>
                      </a:lnTo>
                      <a:lnTo>
                        <a:pt x="862" y="1722"/>
                      </a:lnTo>
                      <a:lnTo>
                        <a:pt x="912" y="1738"/>
                      </a:lnTo>
                      <a:lnTo>
                        <a:pt x="1015" y="1769"/>
                      </a:lnTo>
                      <a:lnTo>
                        <a:pt x="1123" y="1800"/>
                      </a:lnTo>
                      <a:lnTo>
                        <a:pt x="1235" y="1827"/>
                      </a:lnTo>
                      <a:lnTo>
                        <a:pt x="1351" y="1854"/>
                      </a:lnTo>
                      <a:lnTo>
                        <a:pt x="1471" y="1877"/>
                      </a:lnTo>
                      <a:lnTo>
                        <a:pt x="1596" y="1899"/>
                      </a:lnTo>
                      <a:lnTo>
                        <a:pt x="1724" y="1919"/>
                      </a:lnTo>
                      <a:lnTo>
                        <a:pt x="1856" y="1937"/>
                      </a:lnTo>
                      <a:lnTo>
                        <a:pt x="1990" y="1952"/>
                      </a:lnTo>
                      <a:lnTo>
                        <a:pt x="2130" y="1966"/>
                      </a:lnTo>
                      <a:lnTo>
                        <a:pt x="2272" y="1977"/>
                      </a:lnTo>
                      <a:lnTo>
                        <a:pt x="2417" y="1986"/>
                      </a:lnTo>
                      <a:lnTo>
                        <a:pt x="2566" y="1992"/>
                      </a:lnTo>
                      <a:lnTo>
                        <a:pt x="2716" y="1996"/>
                      </a:lnTo>
                      <a:lnTo>
                        <a:pt x="2870" y="1997"/>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478093" rtl="0" eaLnBrk="1" latinLnBrk="0" hangingPunct="1">
                    <a:defRPr sz="1883" kern="1200">
                      <a:solidFill>
                        <a:schemeClr val="tx1"/>
                      </a:solidFill>
                      <a:latin typeface="+mn-lt"/>
                      <a:ea typeface="+mn-ea"/>
                      <a:cs typeface="+mn-cs"/>
                    </a:defRPr>
                  </a:lvl1pPr>
                  <a:lvl2pPr marL="478093" algn="l" defTabSz="478093" rtl="0" eaLnBrk="1" latinLnBrk="0" hangingPunct="1">
                    <a:defRPr sz="1883" kern="1200">
                      <a:solidFill>
                        <a:schemeClr val="tx1"/>
                      </a:solidFill>
                      <a:latin typeface="+mn-lt"/>
                      <a:ea typeface="+mn-ea"/>
                      <a:cs typeface="+mn-cs"/>
                    </a:defRPr>
                  </a:lvl2pPr>
                  <a:lvl3pPr marL="956184" algn="l" defTabSz="478093" rtl="0" eaLnBrk="1" latinLnBrk="0" hangingPunct="1">
                    <a:defRPr sz="1883" kern="1200">
                      <a:solidFill>
                        <a:schemeClr val="tx1"/>
                      </a:solidFill>
                      <a:latin typeface="+mn-lt"/>
                      <a:ea typeface="+mn-ea"/>
                      <a:cs typeface="+mn-cs"/>
                    </a:defRPr>
                  </a:lvl3pPr>
                  <a:lvl4pPr marL="1434277" algn="l" defTabSz="478093" rtl="0" eaLnBrk="1" latinLnBrk="0" hangingPunct="1">
                    <a:defRPr sz="1883" kern="1200">
                      <a:solidFill>
                        <a:schemeClr val="tx1"/>
                      </a:solidFill>
                      <a:latin typeface="+mn-lt"/>
                      <a:ea typeface="+mn-ea"/>
                      <a:cs typeface="+mn-cs"/>
                    </a:defRPr>
                  </a:lvl4pPr>
                  <a:lvl5pPr marL="1912370" algn="l" defTabSz="478093" rtl="0" eaLnBrk="1" latinLnBrk="0" hangingPunct="1">
                    <a:defRPr sz="1883" kern="1200">
                      <a:solidFill>
                        <a:schemeClr val="tx1"/>
                      </a:solidFill>
                      <a:latin typeface="+mn-lt"/>
                      <a:ea typeface="+mn-ea"/>
                      <a:cs typeface="+mn-cs"/>
                    </a:defRPr>
                  </a:lvl5pPr>
                  <a:lvl6pPr marL="2390462" algn="l" defTabSz="478093" rtl="0" eaLnBrk="1" latinLnBrk="0" hangingPunct="1">
                    <a:defRPr sz="1883" kern="1200">
                      <a:solidFill>
                        <a:schemeClr val="tx1"/>
                      </a:solidFill>
                      <a:latin typeface="+mn-lt"/>
                      <a:ea typeface="+mn-ea"/>
                      <a:cs typeface="+mn-cs"/>
                    </a:defRPr>
                  </a:lvl6pPr>
                  <a:lvl7pPr marL="2868554" algn="l" defTabSz="478093" rtl="0" eaLnBrk="1" latinLnBrk="0" hangingPunct="1">
                    <a:defRPr sz="1883" kern="1200">
                      <a:solidFill>
                        <a:schemeClr val="tx1"/>
                      </a:solidFill>
                      <a:latin typeface="+mn-lt"/>
                      <a:ea typeface="+mn-ea"/>
                      <a:cs typeface="+mn-cs"/>
                    </a:defRPr>
                  </a:lvl7pPr>
                  <a:lvl8pPr marL="3346646" algn="l" defTabSz="478093" rtl="0" eaLnBrk="1" latinLnBrk="0" hangingPunct="1">
                    <a:defRPr sz="1883" kern="1200">
                      <a:solidFill>
                        <a:schemeClr val="tx1"/>
                      </a:solidFill>
                      <a:latin typeface="+mn-lt"/>
                      <a:ea typeface="+mn-ea"/>
                      <a:cs typeface="+mn-cs"/>
                    </a:defRPr>
                  </a:lvl8pPr>
                  <a:lvl9pPr marL="3824739" algn="l" defTabSz="478093" rtl="0" eaLnBrk="1" latinLnBrk="0" hangingPunct="1">
                    <a:defRPr sz="1883" kern="1200">
                      <a:solidFill>
                        <a:schemeClr val="tx1"/>
                      </a:solidFill>
                      <a:latin typeface="+mn-lt"/>
                      <a:ea typeface="+mn-ea"/>
                      <a:cs typeface="+mn-cs"/>
                    </a:defRPr>
                  </a:lvl9pPr>
                </a:lstStyle>
                <a:p>
                  <a:endParaRPr lang="ja-JP" altLang="en-US"/>
                </a:p>
              </p:txBody>
            </p:sp>
            <p:sp>
              <p:nvSpPr>
                <p:cNvPr id="124" name="Freeform 42">
                  <a:extLst>
                    <a:ext uri="{FF2B5EF4-FFF2-40B4-BE49-F238E27FC236}">
                      <a16:creationId xmlns:a16="http://schemas.microsoft.com/office/drawing/2014/main" id="{C728A1E3-1C0F-6E1B-A5BB-A4472A34191D}"/>
                    </a:ext>
                  </a:extLst>
                </p:cNvPr>
                <p:cNvSpPr>
                  <a:spLocks/>
                </p:cNvSpPr>
                <p:nvPr/>
              </p:nvSpPr>
              <p:spPr bwMode="auto">
                <a:xfrm flipV="1">
                  <a:off x="3131984" y="5191944"/>
                  <a:ext cx="270003" cy="90001"/>
                </a:xfrm>
                <a:custGeom>
                  <a:avLst/>
                  <a:gdLst>
                    <a:gd name="T0" fmla="*/ 3025 w 5991"/>
                    <a:gd name="T1" fmla="*/ 3393 h 3396"/>
                    <a:gd name="T2" fmla="*/ 3330 w 5991"/>
                    <a:gd name="T3" fmla="*/ 3377 h 3396"/>
                    <a:gd name="T4" fmla="*/ 3627 w 5991"/>
                    <a:gd name="T5" fmla="*/ 3342 h 3396"/>
                    <a:gd name="T6" fmla="*/ 3916 w 5991"/>
                    <a:gd name="T7" fmla="*/ 3293 h 3396"/>
                    <a:gd name="T8" fmla="*/ 4193 w 5991"/>
                    <a:gd name="T9" fmla="*/ 3228 h 3396"/>
                    <a:gd name="T10" fmla="*/ 4458 w 5991"/>
                    <a:gd name="T11" fmla="*/ 3150 h 3396"/>
                    <a:gd name="T12" fmla="*/ 4708 w 5991"/>
                    <a:gd name="T13" fmla="*/ 3059 h 3396"/>
                    <a:gd name="T14" fmla="*/ 4941 w 5991"/>
                    <a:gd name="T15" fmla="*/ 2955 h 3396"/>
                    <a:gd name="T16" fmla="*/ 5157 w 5991"/>
                    <a:gd name="T17" fmla="*/ 2839 h 3396"/>
                    <a:gd name="T18" fmla="*/ 5350 w 5991"/>
                    <a:gd name="T19" fmla="*/ 2714 h 3396"/>
                    <a:gd name="T20" fmla="*/ 5523 w 5991"/>
                    <a:gd name="T21" fmla="*/ 2578 h 3396"/>
                    <a:gd name="T22" fmla="*/ 5671 w 5991"/>
                    <a:gd name="T23" fmla="*/ 2434 h 3396"/>
                    <a:gd name="T24" fmla="*/ 5794 w 5991"/>
                    <a:gd name="T25" fmla="*/ 2282 h 3396"/>
                    <a:gd name="T26" fmla="*/ 5889 w 5991"/>
                    <a:gd name="T27" fmla="*/ 2123 h 3396"/>
                    <a:gd name="T28" fmla="*/ 5953 w 5991"/>
                    <a:gd name="T29" fmla="*/ 1956 h 3396"/>
                    <a:gd name="T30" fmla="*/ 5986 w 5991"/>
                    <a:gd name="T31" fmla="*/ 1786 h 3396"/>
                    <a:gd name="T32" fmla="*/ 5990 w 5991"/>
                    <a:gd name="T33" fmla="*/ 1654 h 3396"/>
                    <a:gd name="T34" fmla="*/ 5964 w 5991"/>
                    <a:gd name="T35" fmla="*/ 1482 h 3396"/>
                    <a:gd name="T36" fmla="*/ 5908 w 5991"/>
                    <a:gd name="T37" fmla="*/ 1315 h 3396"/>
                    <a:gd name="T38" fmla="*/ 5819 w 5991"/>
                    <a:gd name="T39" fmla="*/ 1154 h 3396"/>
                    <a:gd name="T40" fmla="*/ 5704 w 5991"/>
                    <a:gd name="T41" fmla="*/ 1000 h 3396"/>
                    <a:gd name="T42" fmla="*/ 5563 w 5991"/>
                    <a:gd name="T43" fmla="*/ 852 h 3396"/>
                    <a:gd name="T44" fmla="*/ 5396 w 5991"/>
                    <a:gd name="T45" fmla="*/ 715 h 3396"/>
                    <a:gd name="T46" fmla="*/ 5207 w 5991"/>
                    <a:gd name="T47" fmla="*/ 587 h 3396"/>
                    <a:gd name="T48" fmla="*/ 4996 w 5991"/>
                    <a:gd name="T49" fmla="*/ 469 h 3396"/>
                    <a:gd name="T50" fmla="*/ 4768 w 5991"/>
                    <a:gd name="T51" fmla="*/ 363 h 3396"/>
                    <a:gd name="T52" fmla="*/ 4522 w 5991"/>
                    <a:gd name="T53" fmla="*/ 268 h 3396"/>
                    <a:gd name="T54" fmla="*/ 4261 w 5991"/>
                    <a:gd name="T55" fmla="*/ 186 h 3396"/>
                    <a:gd name="T56" fmla="*/ 3986 w 5991"/>
                    <a:gd name="T57" fmla="*/ 118 h 3396"/>
                    <a:gd name="T58" fmla="*/ 3700 w 5991"/>
                    <a:gd name="T59" fmla="*/ 65 h 3396"/>
                    <a:gd name="T60" fmla="*/ 3404 w 5991"/>
                    <a:gd name="T61" fmla="*/ 27 h 3396"/>
                    <a:gd name="T62" fmla="*/ 3102 w 5991"/>
                    <a:gd name="T63" fmla="*/ 5 h 3396"/>
                    <a:gd name="T64" fmla="*/ 2870 w 5991"/>
                    <a:gd name="T65" fmla="*/ 0 h 3396"/>
                    <a:gd name="T66" fmla="*/ 2272 w 5991"/>
                    <a:gd name="T67" fmla="*/ 20 h 3396"/>
                    <a:gd name="T68" fmla="*/ 1724 w 5991"/>
                    <a:gd name="T69" fmla="*/ 79 h 3396"/>
                    <a:gd name="T70" fmla="*/ 1235 w 5991"/>
                    <a:gd name="T71" fmla="*/ 170 h 3396"/>
                    <a:gd name="T72" fmla="*/ 862 w 5991"/>
                    <a:gd name="T73" fmla="*/ 276 h 3396"/>
                    <a:gd name="T74" fmla="*/ 677 w 5991"/>
                    <a:gd name="T75" fmla="*/ 345 h 3396"/>
                    <a:gd name="T76" fmla="*/ 510 w 5991"/>
                    <a:gd name="T77" fmla="*/ 420 h 3396"/>
                    <a:gd name="T78" fmla="*/ 365 w 5991"/>
                    <a:gd name="T79" fmla="*/ 502 h 3396"/>
                    <a:gd name="T80" fmla="*/ 242 w 5991"/>
                    <a:gd name="T81" fmla="*/ 588 h 3396"/>
                    <a:gd name="T82" fmla="*/ 143 w 5991"/>
                    <a:gd name="T83" fmla="*/ 678 h 3396"/>
                    <a:gd name="T84" fmla="*/ 69 w 5991"/>
                    <a:gd name="T85" fmla="*/ 773 h 3396"/>
                    <a:gd name="T86" fmla="*/ 21 w 5991"/>
                    <a:gd name="T87" fmla="*/ 872 h 3396"/>
                    <a:gd name="T88" fmla="*/ 0 w 5991"/>
                    <a:gd name="T89" fmla="*/ 973 h 3396"/>
                    <a:gd name="T90" fmla="*/ 2 w 5991"/>
                    <a:gd name="T91" fmla="*/ 1050 h 3396"/>
                    <a:gd name="T92" fmla="*/ 30 w 5991"/>
                    <a:gd name="T93" fmla="*/ 1151 h 3396"/>
                    <a:gd name="T94" fmla="*/ 86 w 5991"/>
                    <a:gd name="T95" fmla="*/ 1249 h 3396"/>
                    <a:gd name="T96" fmla="*/ 166 w 5991"/>
                    <a:gd name="T97" fmla="*/ 1342 h 3396"/>
                    <a:gd name="T98" fmla="*/ 270 w 5991"/>
                    <a:gd name="T99" fmla="*/ 1432 h 3396"/>
                    <a:gd name="T100" fmla="*/ 398 w 5991"/>
                    <a:gd name="T101" fmla="*/ 1517 h 3396"/>
                    <a:gd name="T102" fmla="*/ 550 w 5991"/>
                    <a:gd name="T103" fmla="*/ 1596 h 3396"/>
                    <a:gd name="T104" fmla="*/ 721 w 5991"/>
                    <a:gd name="T105" fmla="*/ 1670 h 3396"/>
                    <a:gd name="T106" fmla="*/ 912 w 5991"/>
                    <a:gd name="T107" fmla="*/ 1738 h 3396"/>
                    <a:gd name="T108" fmla="*/ 1351 w 5991"/>
                    <a:gd name="T109" fmla="*/ 1854 h 3396"/>
                    <a:gd name="T110" fmla="*/ 1856 w 5991"/>
                    <a:gd name="T111" fmla="*/ 1937 h 3396"/>
                    <a:gd name="T112" fmla="*/ 2417 w 5991"/>
                    <a:gd name="T113" fmla="*/ 1986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991" h="3396">
                      <a:moveTo>
                        <a:pt x="2870" y="3396"/>
                      </a:moveTo>
                      <a:lnTo>
                        <a:pt x="2870" y="3396"/>
                      </a:lnTo>
                      <a:lnTo>
                        <a:pt x="2948" y="3395"/>
                      </a:lnTo>
                      <a:lnTo>
                        <a:pt x="3025" y="3393"/>
                      </a:lnTo>
                      <a:lnTo>
                        <a:pt x="3102" y="3391"/>
                      </a:lnTo>
                      <a:lnTo>
                        <a:pt x="3179" y="3387"/>
                      </a:lnTo>
                      <a:lnTo>
                        <a:pt x="3254" y="3382"/>
                      </a:lnTo>
                      <a:lnTo>
                        <a:pt x="3330" y="3377"/>
                      </a:lnTo>
                      <a:lnTo>
                        <a:pt x="3404" y="3369"/>
                      </a:lnTo>
                      <a:lnTo>
                        <a:pt x="3480" y="3361"/>
                      </a:lnTo>
                      <a:lnTo>
                        <a:pt x="3553" y="3352"/>
                      </a:lnTo>
                      <a:lnTo>
                        <a:pt x="3627" y="3342"/>
                      </a:lnTo>
                      <a:lnTo>
                        <a:pt x="3700" y="3332"/>
                      </a:lnTo>
                      <a:lnTo>
                        <a:pt x="3772" y="3319"/>
                      </a:lnTo>
                      <a:lnTo>
                        <a:pt x="3844" y="3306"/>
                      </a:lnTo>
                      <a:lnTo>
                        <a:pt x="3916" y="3293"/>
                      </a:lnTo>
                      <a:lnTo>
                        <a:pt x="3986" y="3278"/>
                      </a:lnTo>
                      <a:lnTo>
                        <a:pt x="4056" y="3262"/>
                      </a:lnTo>
                      <a:lnTo>
                        <a:pt x="4125" y="3246"/>
                      </a:lnTo>
                      <a:lnTo>
                        <a:pt x="4193" y="3228"/>
                      </a:lnTo>
                      <a:lnTo>
                        <a:pt x="4261" y="3210"/>
                      </a:lnTo>
                      <a:lnTo>
                        <a:pt x="4327" y="3191"/>
                      </a:lnTo>
                      <a:lnTo>
                        <a:pt x="4393" y="3170"/>
                      </a:lnTo>
                      <a:lnTo>
                        <a:pt x="4458" y="3150"/>
                      </a:lnTo>
                      <a:lnTo>
                        <a:pt x="4522" y="3128"/>
                      </a:lnTo>
                      <a:lnTo>
                        <a:pt x="4585" y="3106"/>
                      </a:lnTo>
                      <a:lnTo>
                        <a:pt x="4647" y="3083"/>
                      </a:lnTo>
                      <a:lnTo>
                        <a:pt x="4708" y="3059"/>
                      </a:lnTo>
                      <a:lnTo>
                        <a:pt x="4768" y="3033"/>
                      </a:lnTo>
                      <a:lnTo>
                        <a:pt x="4827" y="3009"/>
                      </a:lnTo>
                      <a:lnTo>
                        <a:pt x="4885" y="2982"/>
                      </a:lnTo>
                      <a:lnTo>
                        <a:pt x="4941" y="2955"/>
                      </a:lnTo>
                      <a:lnTo>
                        <a:pt x="4996" y="2927"/>
                      </a:lnTo>
                      <a:lnTo>
                        <a:pt x="5052" y="2898"/>
                      </a:lnTo>
                      <a:lnTo>
                        <a:pt x="5104" y="2869"/>
                      </a:lnTo>
                      <a:lnTo>
                        <a:pt x="5157" y="2839"/>
                      </a:lnTo>
                      <a:lnTo>
                        <a:pt x="5207" y="2809"/>
                      </a:lnTo>
                      <a:lnTo>
                        <a:pt x="5255" y="2778"/>
                      </a:lnTo>
                      <a:lnTo>
                        <a:pt x="5304" y="2746"/>
                      </a:lnTo>
                      <a:lnTo>
                        <a:pt x="5350" y="2714"/>
                      </a:lnTo>
                      <a:lnTo>
                        <a:pt x="5396" y="2680"/>
                      </a:lnTo>
                      <a:lnTo>
                        <a:pt x="5440" y="2647"/>
                      </a:lnTo>
                      <a:lnTo>
                        <a:pt x="5482" y="2613"/>
                      </a:lnTo>
                      <a:lnTo>
                        <a:pt x="5523" y="2578"/>
                      </a:lnTo>
                      <a:lnTo>
                        <a:pt x="5563" y="2543"/>
                      </a:lnTo>
                      <a:lnTo>
                        <a:pt x="5600" y="2507"/>
                      </a:lnTo>
                      <a:lnTo>
                        <a:pt x="5636" y="2470"/>
                      </a:lnTo>
                      <a:lnTo>
                        <a:pt x="5671" y="2434"/>
                      </a:lnTo>
                      <a:lnTo>
                        <a:pt x="5704" y="2397"/>
                      </a:lnTo>
                      <a:lnTo>
                        <a:pt x="5736" y="2359"/>
                      </a:lnTo>
                      <a:lnTo>
                        <a:pt x="5766" y="2320"/>
                      </a:lnTo>
                      <a:lnTo>
                        <a:pt x="5794" y="2282"/>
                      </a:lnTo>
                      <a:lnTo>
                        <a:pt x="5819" y="2242"/>
                      </a:lnTo>
                      <a:lnTo>
                        <a:pt x="5845" y="2202"/>
                      </a:lnTo>
                      <a:lnTo>
                        <a:pt x="5867" y="2163"/>
                      </a:lnTo>
                      <a:lnTo>
                        <a:pt x="5889" y="2123"/>
                      </a:lnTo>
                      <a:lnTo>
                        <a:pt x="5908" y="2082"/>
                      </a:lnTo>
                      <a:lnTo>
                        <a:pt x="5925" y="2040"/>
                      </a:lnTo>
                      <a:lnTo>
                        <a:pt x="5940" y="1999"/>
                      </a:lnTo>
                      <a:lnTo>
                        <a:pt x="5953" y="1956"/>
                      </a:lnTo>
                      <a:lnTo>
                        <a:pt x="5964" y="1914"/>
                      </a:lnTo>
                      <a:lnTo>
                        <a:pt x="5973" y="1872"/>
                      </a:lnTo>
                      <a:lnTo>
                        <a:pt x="5981" y="1828"/>
                      </a:lnTo>
                      <a:lnTo>
                        <a:pt x="5986" y="1786"/>
                      </a:lnTo>
                      <a:lnTo>
                        <a:pt x="5990" y="1742"/>
                      </a:lnTo>
                      <a:lnTo>
                        <a:pt x="5991" y="1699"/>
                      </a:lnTo>
                      <a:lnTo>
                        <a:pt x="5991" y="1699"/>
                      </a:lnTo>
                      <a:lnTo>
                        <a:pt x="5990" y="1654"/>
                      </a:lnTo>
                      <a:lnTo>
                        <a:pt x="5986" y="1610"/>
                      </a:lnTo>
                      <a:lnTo>
                        <a:pt x="5981" y="1568"/>
                      </a:lnTo>
                      <a:lnTo>
                        <a:pt x="5973" y="1524"/>
                      </a:lnTo>
                      <a:lnTo>
                        <a:pt x="5964" y="1482"/>
                      </a:lnTo>
                      <a:lnTo>
                        <a:pt x="5953" y="1440"/>
                      </a:lnTo>
                      <a:lnTo>
                        <a:pt x="5940" y="1397"/>
                      </a:lnTo>
                      <a:lnTo>
                        <a:pt x="5925" y="1356"/>
                      </a:lnTo>
                      <a:lnTo>
                        <a:pt x="5908" y="1315"/>
                      </a:lnTo>
                      <a:lnTo>
                        <a:pt x="5889" y="1274"/>
                      </a:lnTo>
                      <a:lnTo>
                        <a:pt x="5867" y="1233"/>
                      </a:lnTo>
                      <a:lnTo>
                        <a:pt x="5845" y="1193"/>
                      </a:lnTo>
                      <a:lnTo>
                        <a:pt x="5819" y="1154"/>
                      </a:lnTo>
                      <a:lnTo>
                        <a:pt x="5794" y="1114"/>
                      </a:lnTo>
                      <a:lnTo>
                        <a:pt x="5766" y="1076"/>
                      </a:lnTo>
                      <a:lnTo>
                        <a:pt x="5736" y="1037"/>
                      </a:lnTo>
                      <a:lnTo>
                        <a:pt x="5704" y="1000"/>
                      </a:lnTo>
                      <a:lnTo>
                        <a:pt x="5671" y="961"/>
                      </a:lnTo>
                      <a:lnTo>
                        <a:pt x="5636" y="926"/>
                      </a:lnTo>
                      <a:lnTo>
                        <a:pt x="5600" y="888"/>
                      </a:lnTo>
                      <a:lnTo>
                        <a:pt x="5563" y="852"/>
                      </a:lnTo>
                      <a:lnTo>
                        <a:pt x="5523" y="818"/>
                      </a:lnTo>
                      <a:lnTo>
                        <a:pt x="5482" y="783"/>
                      </a:lnTo>
                      <a:lnTo>
                        <a:pt x="5440" y="749"/>
                      </a:lnTo>
                      <a:lnTo>
                        <a:pt x="5396" y="715"/>
                      </a:lnTo>
                      <a:lnTo>
                        <a:pt x="5350" y="682"/>
                      </a:lnTo>
                      <a:lnTo>
                        <a:pt x="5304" y="650"/>
                      </a:lnTo>
                      <a:lnTo>
                        <a:pt x="5255" y="618"/>
                      </a:lnTo>
                      <a:lnTo>
                        <a:pt x="5207" y="587"/>
                      </a:lnTo>
                      <a:lnTo>
                        <a:pt x="5157" y="556"/>
                      </a:lnTo>
                      <a:lnTo>
                        <a:pt x="5104" y="527"/>
                      </a:lnTo>
                      <a:lnTo>
                        <a:pt x="5052" y="497"/>
                      </a:lnTo>
                      <a:lnTo>
                        <a:pt x="4996" y="469"/>
                      </a:lnTo>
                      <a:lnTo>
                        <a:pt x="4941" y="441"/>
                      </a:lnTo>
                      <a:lnTo>
                        <a:pt x="4885" y="414"/>
                      </a:lnTo>
                      <a:lnTo>
                        <a:pt x="4827" y="388"/>
                      </a:lnTo>
                      <a:lnTo>
                        <a:pt x="4768" y="363"/>
                      </a:lnTo>
                      <a:lnTo>
                        <a:pt x="4708" y="337"/>
                      </a:lnTo>
                      <a:lnTo>
                        <a:pt x="4647" y="314"/>
                      </a:lnTo>
                      <a:lnTo>
                        <a:pt x="4585" y="290"/>
                      </a:lnTo>
                      <a:lnTo>
                        <a:pt x="4522" y="268"/>
                      </a:lnTo>
                      <a:lnTo>
                        <a:pt x="4458" y="246"/>
                      </a:lnTo>
                      <a:lnTo>
                        <a:pt x="4393" y="226"/>
                      </a:lnTo>
                      <a:lnTo>
                        <a:pt x="4327" y="205"/>
                      </a:lnTo>
                      <a:lnTo>
                        <a:pt x="4261" y="186"/>
                      </a:lnTo>
                      <a:lnTo>
                        <a:pt x="4193" y="168"/>
                      </a:lnTo>
                      <a:lnTo>
                        <a:pt x="4125" y="150"/>
                      </a:lnTo>
                      <a:lnTo>
                        <a:pt x="4056" y="133"/>
                      </a:lnTo>
                      <a:lnTo>
                        <a:pt x="3986" y="118"/>
                      </a:lnTo>
                      <a:lnTo>
                        <a:pt x="3916" y="104"/>
                      </a:lnTo>
                      <a:lnTo>
                        <a:pt x="3844" y="90"/>
                      </a:lnTo>
                      <a:lnTo>
                        <a:pt x="3772" y="77"/>
                      </a:lnTo>
                      <a:lnTo>
                        <a:pt x="3700" y="65"/>
                      </a:lnTo>
                      <a:lnTo>
                        <a:pt x="3627" y="54"/>
                      </a:lnTo>
                      <a:lnTo>
                        <a:pt x="3553" y="44"/>
                      </a:lnTo>
                      <a:lnTo>
                        <a:pt x="3480" y="35"/>
                      </a:lnTo>
                      <a:lnTo>
                        <a:pt x="3404" y="27"/>
                      </a:lnTo>
                      <a:lnTo>
                        <a:pt x="3330" y="20"/>
                      </a:lnTo>
                      <a:lnTo>
                        <a:pt x="3254" y="14"/>
                      </a:lnTo>
                      <a:lnTo>
                        <a:pt x="3179" y="9"/>
                      </a:lnTo>
                      <a:lnTo>
                        <a:pt x="3102" y="5"/>
                      </a:lnTo>
                      <a:lnTo>
                        <a:pt x="3025" y="3"/>
                      </a:lnTo>
                      <a:lnTo>
                        <a:pt x="2948" y="1"/>
                      </a:lnTo>
                      <a:lnTo>
                        <a:pt x="2870" y="0"/>
                      </a:lnTo>
                      <a:lnTo>
                        <a:pt x="2870" y="0"/>
                      </a:lnTo>
                      <a:lnTo>
                        <a:pt x="2716" y="1"/>
                      </a:lnTo>
                      <a:lnTo>
                        <a:pt x="2566" y="5"/>
                      </a:lnTo>
                      <a:lnTo>
                        <a:pt x="2417" y="12"/>
                      </a:lnTo>
                      <a:lnTo>
                        <a:pt x="2272" y="20"/>
                      </a:lnTo>
                      <a:lnTo>
                        <a:pt x="2130" y="32"/>
                      </a:lnTo>
                      <a:lnTo>
                        <a:pt x="1990" y="45"/>
                      </a:lnTo>
                      <a:lnTo>
                        <a:pt x="1856" y="62"/>
                      </a:lnTo>
                      <a:lnTo>
                        <a:pt x="1724" y="79"/>
                      </a:lnTo>
                      <a:lnTo>
                        <a:pt x="1596" y="99"/>
                      </a:lnTo>
                      <a:lnTo>
                        <a:pt x="1471" y="120"/>
                      </a:lnTo>
                      <a:lnTo>
                        <a:pt x="1351" y="145"/>
                      </a:lnTo>
                      <a:lnTo>
                        <a:pt x="1235" y="170"/>
                      </a:lnTo>
                      <a:lnTo>
                        <a:pt x="1123" y="199"/>
                      </a:lnTo>
                      <a:lnTo>
                        <a:pt x="1015" y="228"/>
                      </a:lnTo>
                      <a:lnTo>
                        <a:pt x="912" y="260"/>
                      </a:lnTo>
                      <a:lnTo>
                        <a:pt x="862" y="276"/>
                      </a:lnTo>
                      <a:lnTo>
                        <a:pt x="815" y="292"/>
                      </a:lnTo>
                      <a:lnTo>
                        <a:pt x="768" y="310"/>
                      </a:lnTo>
                      <a:lnTo>
                        <a:pt x="721" y="328"/>
                      </a:lnTo>
                      <a:lnTo>
                        <a:pt x="677" y="345"/>
                      </a:lnTo>
                      <a:lnTo>
                        <a:pt x="633" y="364"/>
                      </a:lnTo>
                      <a:lnTo>
                        <a:pt x="591" y="382"/>
                      </a:lnTo>
                      <a:lnTo>
                        <a:pt x="550" y="401"/>
                      </a:lnTo>
                      <a:lnTo>
                        <a:pt x="510" y="420"/>
                      </a:lnTo>
                      <a:lnTo>
                        <a:pt x="471" y="441"/>
                      </a:lnTo>
                      <a:lnTo>
                        <a:pt x="434" y="460"/>
                      </a:lnTo>
                      <a:lnTo>
                        <a:pt x="398" y="481"/>
                      </a:lnTo>
                      <a:lnTo>
                        <a:pt x="365" y="502"/>
                      </a:lnTo>
                      <a:lnTo>
                        <a:pt x="332" y="523"/>
                      </a:lnTo>
                      <a:lnTo>
                        <a:pt x="301" y="545"/>
                      </a:lnTo>
                      <a:lnTo>
                        <a:pt x="270" y="567"/>
                      </a:lnTo>
                      <a:lnTo>
                        <a:pt x="242" y="588"/>
                      </a:lnTo>
                      <a:lnTo>
                        <a:pt x="215" y="610"/>
                      </a:lnTo>
                      <a:lnTo>
                        <a:pt x="189" y="633"/>
                      </a:lnTo>
                      <a:lnTo>
                        <a:pt x="166" y="655"/>
                      </a:lnTo>
                      <a:lnTo>
                        <a:pt x="143" y="678"/>
                      </a:lnTo>
                      <a:lnTo>
                        <a:pt x="123" y="702"/>
                      </a:lnTo>
                      <a:lnTo>
                        <a:pt x="104" y="726"/>
                      </a:lnTo>
                      <a:lnTo>
                        <a:pt x="86" y="750"/>
                      </a:lnTo>
                      <a:lnTo>
                        <a:pt x="69" y="773"/>
                      </a:lnTo>
                      <a:lnTo>
                        <a:pt x="55" y="797"/>
                      </a:lnTo>
                      <a:lnTo>
                        <a:pt x="42" y="822"/>
                      </a:lnTo>
                      <a:lnTo>
                        <a:pt x="30" y="847"/>
                      </a:lnTo>
                      <a:lnTo>
                        <a:pt x="21" y="872"/>
                      </a:lnTo>
                      <a:lnTo>
                        <a:pt x="14" y="897"/>
                      </a:lnTo>
                      <a:lnTo>
                        <a:pt x="7" y="922"/>
                      </a:lnTo>
                      <a:lnTo>
                        <a:pt x="2" y="947"/>
                      </a:lnTo>
                      <a:lnTo>
                        <a:pt x="0" y="973"/>
                      </a:lnTo>
                      <a:lnTo>
                        <a:pt x="0" y="999"/>
                      </a:lnTo>
                      <a:lnTo>
                        <a:pt x="0" y="999"/>
                      </a:lnTo>
                      <a:lnTo>
                        <a:pt x="0" y="1024"/>
                      </a:lnTo>
                      <a:lnTo>
                        <a:pt x="2" y="1050"/>
                      </a:lnTo>
                      <a:lnTo>
                        <a:pt x="7" y="1076"/>
                      </a:lnTo>
                      <a:lnTo>
                        <a:pt x="14" y="1101"/>
                      </a:lnTo>
                      <a:lnTo>
                        <a:pt x="21" y="1127"/>
                      </a:lnTo>
                      <a:lnTo>
                        <a:pt x="30" y="1151"/>
                      </a:lnTo>
                      <a:lnTo>
                        <a:pt x="42" y="1176"/>
                      </a:lnTo>
                      <a:lnTo>
                        <a:pt x="55" y="1200"/>
                      </a:lnTo>
                      <a:lnTo>
                        <a:pt x="69" y="1224"/>
                      </a:lnTo>
                      <a:lnTo>
                        <a:pt x="86" y="1249"/>
                      </a:lnTo>
                      <a:lnTo>
                        <a:pt x="104" y="1273"/>
                      </a:lnTo>
                      <a:lnTo>
                        <a:pt x="123" y="1296"/>
                      </a:lnTo>
                      <a:lnTo>
                        <a:pt x="143" y="1319"/>
                      </a:lnTo>
                      <a:lnTo>
                        <a:pt x="166" y="1342"/>
                      </a:lnTo>
                      <a:lnTo>
                        <a:pt x="189" y="1365"/>
                      </a:lnTo>
                      <a:lnTo>
                        <a:pt x="215" y="1388"/>
                      </a:lnTo>
                      <a:lnTo>
                        <a:pt x="242" y="1410"/>
                      </a:lnTo>
                      <a:lnTo>
                        <a:pt x="270" y="1432"/>
                      </a:lnTo>
                      <a:lnTo>
                        <a:pt x="301" y="1454"/>
                      </a:lnTo>
                      <a:lnTo>
                        <a:pt x="332" y="1475"/>
                      </a:lnTo>
                      <a:lnTo>
                        <a:pt x="365" y="1496"/>
                      </a:lnTo>
                      <a:lnTo>
                        <a:pt x="398" y="1517"/>
                      </a:lnTo>
                      <a:lnTo>
                        <a:pt x="434" y="1537"/>
                      </a:lnTo>
                      <a:lnTo>
                        <a:pt x="471" y="1558"/>
                      </a:lnTo>
                      <a:lnTo>
                        <a:pt x="510" y="1577"/>
                      </a:lnTo>
                      <a:lnTo>
                        <a:pt x="550" y="1596"/>
                      </a:lnTo>
                      <a:lnTo>
                        <a:pt x="591" y="1615"/>
                      </a:lnTo>
                      <a:lnTo>
                        <a:pt x="633" y="1634"/>
                      </a:lnTo>
                      <a:lnTo>
                        <a:pt x="677" y="1652"/>
                      </a:lnTo>
                      <a:lnTo>
                        <a:pt x="721" y="1670"/>
                      </a:lnTo>
                      <a:lnTo>
                        <a:pt x="768" y="1688"/>
                      </a:lnTo>
                      <a:lnTo>
                        <a:pt x="815" y="1705"/>
                      </a:lnTo>
                      <a:lnTo>
                        <a:pt x="862" y="1722"/>
                      </a:lnTo>
                      <a:lnTo>
                        <a:pt x="912" y="1738"/>
                      </a:lnTo>
                      <a:lnTo>
                        <a:pt x="1015" y="1769"/>
                      </a:lnTo>
                      <a:lnTo>
                        <a:pt x="1123" y="1800"/>
                      </a:lnTo>
                      <a:lnTo>
                        <a:pt x="1235" y="1827"/>
                      </a:lnTo>
                      <a:lnTo>
                        <a:pt x="1351" y="1854"/>
                      </a:lnTo>
                      <a:lnTo>
                        <a:pt x="1471" y="1877"/>
                      </a:lnTo>
                      <a:lnTo>
                        <a:pt x="1596" y="1899"/>
                      </a:lnTo>
                      <a:lnTo>
                        <a:pt x="1724" y="1919"/>
                      </a:lnTo>
                      <a:lnTo>
                        <a:pt x="1856" y="1937"/>
                      </a:lnTo>
                      <a:lnTo>
                        <a:pt x="1990" y="1952"/>
                      </a:lnTo>
                      <a:lnTo>
                        <a:pt x="2130" y="1966"/>
                      </a:lnTo>
                      <a:lnTo>
                        <a:pt x="2272" y="1977"/>
                      </a:lnTo>
                      <a:lnTo>
                        <a:pt x="2417" y="1986"/>
                      </a:lnTo>
                      <a:lnTo>
                        <a:pt x="2566" y="1992"/>
                      </a:lnTo>
                      <a:lnTo>
                        <a:pt x="2716" y="1996"/>
                      </a:lnTo>
                      <a:lnTo>
                        <a:pt x="2870" y="1997"/>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478093" rtl="0" eaLnBrk="1" latinLnBrk="0" hangingPunct="1">
                    <a:defRPr sz="1883" kern="1200">
                      <a:solidFill>
                        <a:schemeClr val="tx1"/>
                      </a:solidFill>
                      <a:latin typeface="+mn-lt"/>
                      <a:ea typeface="+mn-ea"/>
                      <a:cs typeface="+mn-cs"/>
                    </a:defRPr>
                  </a:lvl1pPr>
                  <a:lvl2pPr marL="478093" algn="l" defTabSz="478093" rtl="0" eaLnBrk="1" latinLnBrk="0" hangingPunct="1">
                    <a:defRPr sz="1883" kern="1200">
                      <a:solidFill>
                        <a:schemeClr val="tx1"/>
                      </a:solidFill>
                      <a:latin typeface="+mn-lt"/>
                      <a:ea typeface="+mn-ea"/>
                      <a:cs typeface="+mn-cs"/>
                    </a:defRPr>
                  </a:lvl2pPr>
                  <a:lvl3pPr marL="956184" algn="l" defTabSz="478093" rtl="0" eaLnBrk="1" latinLnBrk="0" hangingPunct="1">
                    <a:defRPr sz="1883" kern="1200">
                      <a:solidFill>
                        <a:schemeClr val="tx1"/>
                      </a:solidFill>
                      <a:latin typeface="+mn-lt"/>
                      <a:ea typeface="+mn-ea"/>
                      <a:cs typeface="+mn-cs"/>
                    </a:defRPr>
                  </a:lvl3pPr>
                  <a:lvl4pPr marL="1434277" algn="l" defTabSz="478093" rtl="0" eaLnBrk="1" latinLnBrk="0" hangingPunct="1">
                    <a:defRPr sz="1883" kern="1200">
                      <a:solidFill>
                        <a:schemeClr val="tx1"/>
                      </a:solidFill>
                      <a:latin typeface="+mn-lt"/>
                      <a:ea typeface="+mn-ea"/>
                      <a:cs typeface="+mn-cs"/>
                    </a:defRPr>
                  </a:lvl4pPr>
                  <a:lvl5pPr marL="1912370" algn="l" defTabSz="478093" rtl="0" eaLnBrk="1" latinLnBrk="0" hangingPunct="1">
                    <a:defRPr sz="1883" kern="1200">
                      <a:solidFill>
                        <a:schemeClr val="tx1"/>
                      </a:solidFill>
                      <a:latin typeface="+mn-lt"/>
                      <a:ea typeface="+mn-ea"/>
                      <a:cs typeface="+mn-cs"/>
                    </a:defRPr>
                  </a:lvl5pPr>
                  <a:lvl6pPr marL="2390462" algn="l" defTabSz="478093" rtl="0" eaLnBrk="1" latinLnBrk="0" hangingPunct="1">
                    <a:defRPr sz="1883" kern="1200">
                      <a:solidFill>
                        <a:schemeClr val="tx1"/>
                      </a:solidFill>
                      <a:latin typeface="+mn-lt"/>
                      <a:ea typeface="+mn-ea"/>
                      <a:cs typeface="+mn-cs"/>
                    </a:defRPr>
                  </a:lvl6pPr>
                  <a:lvl7pPr marL="2868554" algn="l" defTabSz="478093" rtl="0" eaLnBrk="1" latinLnBrk="0" hangingPunct="1">
                    <a:defRPr sz="1883" kern="1200">
                      <a:solidFill>
                        <a:schemeClr val="tx1"/>
                      </a:solidFill>
                      <a:latin typeface="+mn-lt"/>
                      <a:ea typeface="+mn-ea"/>
                      <a:cs typeface="+mn-cs"/>
                    </a:defRPr>
                  </a:lvl7pPr>
                  <a:lvl8pPr marL="3346646" algn="l" defTabSz="478093" rtl="0" eaLnBrk="1" latinLnBrk="0" hangingPunct="1">
                    <a:defRPr sz="1883" kern="1200">
                      <a:solidFill>
                        <a:schemeClr val="tx1"/>
                      </a:solidFill>
                      <a:latin typeface="+mn-lt"/>
                      <a:ea typeface="+mn-ea"/>
                      <a:cs typeface="+mn-cs"/>
                    </a:defRPr>
                  </a:lvl8pPr>
                  <a:lvl9pPr marL="3824739" algn="l" defTabSz="478093" rtl="0" eaLnBrk="1" latinLnBrk="0" hangingPunct="1">
                    <a:defRPr sz="1883" kern="1200">
                      <a:solidFill>
                        <a:schemeClr val="tx1"/>
                      </a:solidFill>
                      <a:latin typeface="+mn-lt"/>
                      <a:ea typeface="+mn-ea"/>
                      <a:cs typeface="+mn-cs"/>
                    </a:defRPr>
                  </a:lvl9pPr>
                </a:lstStyle>
                <a:p>
                  <a:endParaRPr lang="ja-JP" altLang="en-US"/>
                </a:p>
              </p:txBody>
            </p:sp>
          </p:grpSp>
          <p:cxnSp>
            <p:nvCxnSpPr>
              <p:cNvPr id="119" name="直線コネクタ 118">
                <a:extLst>
                  <a:ext uri="{FF2B5EF4-FFF2-40B4-BE49-F238E27FC236}">
                    <a16:creationId xmlns:a16="http://schemas.microsoft.com/office/drawing/2014/main" id="{E0D645FE-B56D-DD10-183C-703C2949FF9A}"/>
                  </a:ext>
                </a:extLst>
              </p:cNvPr>
              <p:cNvCxnSpPr>
                <a:cxnSpLocks/>
              </p:cNvCxnSpPr>
              <p:nvPr/>
            </p:nvCxnSpPr>
            <p:spPr>
              <a:xfrm>
                <a:off x="3221985" y="5049018"/>
                <a:ext cx="0" cy="90001"/>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120" name="直線コネクタ 119">
                <a:extLst>
                  <a:ext uri="{FF2B5EF4-FFF2-40B4-BE49-F238E27FC236}">
                    <a16:creationId xmlns:a16="http://schemas.microsoft.com/office/drawing/2014/main" id="{E59D46EB-5474-347B-CCA0-5B52BF4DD269}"/>
                  </a:ext>
                </a:extLst>
              </p:cNvPr>
              <p:cNvCxnSpPr>
                <a:cxnSpLocks/>
              </p:cNvCxnSpPr>
              <p:nvPr/>
            </p:nvCxnSpPr>
            <p:spPr>
              <a:xfrm>
                <a:off x="3221985" y="5392898"/>
                <a:ext cx="0" cy="93176"/>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grpSp>
        <p:sp>
          <p:nvSpPr>
            <p:cNvPr id="155" name="正方形/長方形 154">
              <a:extLst>
                <a:ext uri="{FF2B5EF4-FFF2-40B4-BE49-F238E27FC236}">
                  <a16:creationId xmlns:a16="http://schemas.microsoft.com/office/drawing/2014/main" id="{45F9BF97-B2E4-6AF6-3CB8-691C192A029C}"/>
                </a:ext>
              </a:extLst>
            </p:cNvPr>
            <p:cNvSpPr/>
            <p:nvPr/>
          </p:nvSpPr>
          <p:spPr bwMode="auto">
            <a:xfrm>
              <a:off x="5825997" y="4239009"/>
              <a:ext cx="720008" cy="720007"/>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r>
                <a:rPr lang="en-US" altLang="ja-JP" sz="2400" dirty="0">
                  <a:solidFill>
                    <a:schemeClr val="tx1">
                      <a:lumMod val="75000"/>
                      <a:lumOff val="25000"/>
                    </a:schemeClr>
                  </a:solidFill>
                </a:rPr>
                <a:t>N</a:t>
              </a:r>
              <a:r>
                <a:rPr lang="ja-JP" altLang="en-US" sz="2400" dirty="0">
                  <a:solidFill>
                    <a:schemeClr val="tx1">
                      <a:lumMod val="75000"/>
                      <a:lumOff val="25000"/>
                    </a:schemeClr>
                  </a:solidFill>
                </a:rPr>
                <a:t>タンク（溜）</a:t>
              </a:r>
            </a:p>
          </p:txBody>
        </p:sp>
        <p:sp>
          <p:nvSpPr>
            <p:cNvPr id="156" name="正方形/長方形 155">
              <a:extLst>
                <a:ext uri="{FF2B5EF4-FFF2-40B4-BE49-F238E27FC236}">
                  <a16:creationId xmlns:a16="http://schemas.microsoft.com/office/drawing/2014/main" id="{7A5A3D32-45DC-5643-DED1-4ACF450F068A}"/>
                </a:ext>
              </a:extLst>
            </p:cNvPr>
            <p:cNvSpPr/>
            <p:nvPr/>
          </p:nvSpPr>
          <p:spPr bwMode="auto">
            <a:xfrm rot="5400000" flipH="1">
              <a:off x="5150987" y="5634023"/>
              <a:ext cx="450004" cy="180001"/>
            </a:xfrm>
            <a:prstGeom prst="rect">
              <a:avLst/>
            </a:prstGeom>
            <a:solidFill>
              <a:schemeClr val="accent5"/>
            </a:solidFill>
            <a:ln>
              <a:solidFill>
                <a:schemeClr val="accent5"/>
              </a:solidFill>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cxnSp>
          <p:nvCxnSpPr>
            <p:cNvPr id="176" name="直線コネクタ 175">
              <a:extLst>
                <a:ext uri="{FF2B5EF4-FFF2-40B4-BE49-F238E27FC236}">
                  <a16:creationId xmlns:a16="http://schemas.microsoft.com/office/drawing/2014/main" id="{8220F12F-841C-9960-F2B7-381A71094A1D}"/>
                </a:ext>
              </a:extLst>
            </p:cNvPr>
            <p:cNvCxnSpPr>
              <a:cxnSpLocks/>
            </p:cNvCxnSpPr>
            <p:nvPr/>
          </p:nvCxnSpPr>
          <p:spPr bwMode="auto">
            <a:xfrm flipH="1">
              <a:off x="5465991" y="5319020"/>
              <a:ext cx="3" cy="180000"/>
            </a:xfrm>
            <a:prstGeom prst="line">
              <a:avLst/>
            </a:prstGeom>
            <a:noFill/>
            <a:ln w="19050" cap="rnd" cmpd="sng" algn="ctr">
              <a:solidFill>
                <a:schemeClr val="accent5"/>
              </a:solidFill>
              <a:prstDash val="sysDot"/>
              <a:round/>
              <a:headEnd type="none" w="med" len="med"/>
              <a:tailEnd type="none" w="med" len="med"/>
            </a:ln>
            <a:effectLst/>
          </p:spPr>
        </p:cxnSp>
        <p:cxnSp>
          <p:nvCxnSpPr>
            <p:cNvPr id="178" name="直線コネクタ 177">
              <a:extLst>
                <a:ext uri="{FF2B5EF4-FFF2-40B4-BE49-F238E27FC236}">
                  <a16:creationId xmlns:a16="http://schemas.microsoft.com/office/drawing/2014/main" id="{5F986E48-F194-51DF-911A-FA71F51A546E}"/>
                </a:ext>
              </a:extLst>
            </p:cNvPr>
            <p:cNvCxnSpPr>
              <a:cxnSpLocks/>
            </p:cNvCxnSpPr>
            <p:nvPr/>
          </p:nvCxnSpPr>
          <p:spPr bwMode="auto">
            <a:xfrm flipH="1">
              <a:off x="5285990" y="5319020"/>
              <a:ext cx="5" cy="180000"/>
            </a:xfrm>
            <a:prstGeom prst="line">
              <a:avLst/>
            </a:prstGeom>
            <a:noFill/>
            <a:ln w="19050" cap="rnd" cmpd="sng" algn="ctr">
              <a:solidFill>
                <a:schemeClr val="accent5"/>
              </a:solidFill>
              <a:prstDash val="sysDot"/>
              <a:round/>
              <a:headEnd type="none" w="med" len="med"/>
              <a:tailEnd type="none" w="med" len="med"/>
            </a:ln>
            <a:effectLst/>
          </p:spPr>
        </p:cxnSp>
        <p:sp>
          <p:nvSpPr>
            <p:cNvPr id="187" name="正方形/長方形 186">
              <a:extLst>
                <a:ext uri="{FF2B5EF4-FFF2-40B4-BE49-F238E27FC236}">
                  <a16:creationId xmlns:a16="http://schemas.microsoft.com/office/drawing/2014/main" id="{F300A16D-D4C2-F7FE-0880-0A177C99FC7F}"/>
                </a:ext>
              </a:extLst>
            </p:cNvPr>
            <p:cNvSpPr/>
            <p:nvPr/>
          </p:nvSpPr>
          <p:spPr bwMode="auto">
            <a:xfrm>
              <a:off x="5465993" y="5409022"/>
              <a:ext cx="720008" cy="720007"/>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r>
                <a:rPr lang="ja-JP" altLang="en-US" sz="1600" dirty="0">
                  <a:solidFill>
                    <a:schemeClr val="tx1">
                      <a:lumMod val="75000"/>
                      <a:lumOff val="25000"/>
                    </a:schemeClr>
                  </a:solidFill>
                </a:rPr>
                <a:t>水の重みで降りた時に</a:t>
              </a:r>
              <a:endParaRPr lang="en-US" altLang="ja-JP" sz="1600" dirty="0">
                <a:solidFill>
                  <a:schemeClr val="tx1">
                    <a:lumMod val="75000"/>
                    <a:lumOff val="25000"/>
                  </a:schemeClr>
                </a:solidFill>
              </a:endParaRPr>
            </a:p>
            <a:p>
              <a:r>
                <a:rPr lang="ja-JP" altLang="en-US" sz="1600" dirty="0">
                  <a:solidFill>
                    <a:schemeClr val="tx1">
                      <a:lumMod val="75000"/>
                      <a:lumOff val="25000"/>
                    </a:schemeClr>
                  </a:solidFill>
                </a:rPr>
                <a:t>流れる</a:t>
              </a:r>
            </a:p>
          </p:txBody>
        </p:sp>
        <p:cxnSp>
          <p:nvCxnSpPr>
            <p:cNvPr id="190" name="直線矢印コネクタ 189">
              <a:extLst>
                <a:ext uri="{FF2B5EF4-FFF2-40B4-BE49-F238E27FC236}">
                  <a16:creationId xmlns:a16="http://schemas.microsoft.com/office/drawing/2014/main" id="{5714EF0B-4D83-FFE8-0356-2648D9BF3145}"/>
                </a:ext>
              </a:extLst>
            </p:cNvPr>
            <p:cNvCxnSpPr/>
            <p:nvPr/>
          </p:nvCxnSpPr>
          <p:spPr bwMode="auto">
            <a:xfrm>
              <a:off x="4655984" y="5409022"/>
              <a:ext cx="1530017" cy="0"/>
            </a:xfrm>
            <a:prstGeom prst="straightConnector1">
              <a:avLst/>
            </a:prstGeom>
            <a:noFill/>
            <a:ln w="9525" cap="flat" cmpd="sng" algn="ctr">
              <a:solidFill>
                <a:schemeClr val="tx1"/>
              </a:solidFill>
              <a:prstDash val="solid"/>
              <a:round/>
              <a:headEnd type="none" w="med" len="med"/>
              <a:tailEnd type="triangle"/>
            </a:ln>
            <a:effectLst/>
          </p:spPr>
        </p:cxnSp>
        <p:sp>
          <p:nvSpPr>
            <p:cNvPr id="204" name="Rectangle 93">
              <a:extLst>
                <a:ext uri="{FF2B5EF4-FFF2-40B4-BE49-F238E27FC236}">
                  <a16:creationId xmlns:a16="http://schemas.microsoft.com/office/drawing/2014/main" id="{668326D5-07F6-01DF-1DCE-4A4C7231FAE0}"/>
                </a:ext>
              </a:extLst>
            </p:cNvPr>
            <p:cNvSpPr>
              <a:spLocks noChangeArrowheads="1"/>
            </p:cNvSpPr>
            <p:nvPr/>
          </p:nvSpPr>
          <p:spPr bwMode="auto">
            <a:xfrm>
              <a:off x="5195989" y="4149008"/>
              <a:ext cx="361079" cy="360004"/>
            </a:xfrm>
            <a:prstGeom prst="rect">
              <a:avLst/>
            </a:prstGeom>
            <a:noFill/>
            <a:ln w="12700" algn="ctr">
              <a:noFill/>
              <a:miter lim="800000"/>
              <a:headEnd/>
              <a:tailEnd/>
            </a:ln>
            <a:effectLst/>
          </p:spPr>
          <p:txBody>
            <a:bodyPr wrap="none" lIns="90000" tIns="46800" rIns="90000" bIns="46800" anchor="ctr"/>
            <a:lstStyle/>
            <a:p>
              <a:r>
                <a:rPr lang="en-US" altLang="ja-JP" dirty="0"/>
                <a:t>G</a:t>
              </a:r>
            </a:p>
          </p:txBody>
        </p:sp>
        <p:sp>
          <p:nvSpPr>
            <p:cNvPr id="205" name="Rectangle 93">
              <a:extLst>
                <a:ext uri="{FF2B5EF4-FFF2-40B4-BE49-F238E27FC236}">
                  <a16:creationId xmlns:a16="http://schemas.microsoft.com/office/drawing/2014/main" id="{39AEA9D5-B671-34DA-22B9-EB2E1AF63E63}"/>
                </a:ext>
              </a:extLst>
            </p:cNvPr>
            <p:cNvSpPr>
              <a:spLocks noChangeArrowheads="1"/>
            </p:cNvSpPr>
            <p:nvPr/>
          </p:nvSpPr>
          <p:spPr bwMode="auto">
            <a:xfrm>
              <a:off x="3575972" y="5049020"/>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S</a:t>
              </a:r>
            </a:p>
          </p:txBody>
        </p:sp>
        <p:sp>
          <p:nvSpPr>
            <p:cNvPr id="206" name="Rectangle 93">
              <a:extLst>
                <a:ext uri="{FF2B5EF4-FFF2-40B4-BE49-F238E27FC236}">
                  <a16:creationId xmlns:a16="http://schemas.microsoft.com/office/drawing/2014/main" id="{9BFE4FC4-4342-0787-6C6A-B15710F791A9}"/>
                </a:ext>
              </a:extLst>
            </p:cNvPr>
            <p:cNvSpPr>
              <a:spLocks noChangeArrowheads="1"/>
            </p:cNvSpPr>
            <p:nvPr/>
          </p:nvSpPr>
          <p:spPr bwMode="auto">
            <a:xfrm>
              <a:off x="6546004" y="4959017"/>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D</a:t>
              </a:r>
            </a:p>
          </p:txBody>
        </p:sp>
      </p:grpSp>
      <p:grpSp>
        <p:nvGrpSpPr>
          <p:cNvPr id="14" name="グループ化 13">
            <a:extLst>
              <a:ext uri="{FF2B5EF4-FFF2-40B4-BE49-F238E27FC236}">
                <a16:creationId xmlns:a16="http://schemas.microsoft.com/office/drawing/2014/main" id="{09DBB5E9-6200-7B6B-EB10-027D50FF9585}"/>
              </a:ext>
            </a:extLst>
          </p:cNvPr>
          <p:cNvGrpSpPr/>
          <p:nvPr/>
        </p:nvGrpSpPr>
        <p:grpSpPr>
          <a:xfrm>
            <a:off x="1055944" y="1593021"/>
            <a:ext cx="2160240" cy="1475975"/>
            <a:chOff x="5292080" y="3203975"/>
            <a:chExt cx="2160240" cy="1475975"/>
          </a:xfrm>
        </p:grpSpPr>
        <p:cxnSp>
          <p:nvCxnSpPr>
            <p:cNvPr id="15" name="直線コネクタ 14">
              <a:extLst>
                <a:ext uri="{FF2B5EF4-FFF2-40B4-BE49-F238E27FC236}">
                  <a16:creationId xmlns:a16="http://schemas.microsoft.com/office/drawing/2014/main" id="{5B573A17-5393-A49C-FA2E-71632BEE4A26}"/>
                </a:ext>
              </a:extLst>
            </p:cNvPr>
            <p:cNvCxnSpPr/>
            <p:nvPr/>
          </p:nvCxnSpPr>
          <p:spPr bwMode="auto">
            <a:xfrm>
              <a:off x="6372200" y="3203975"/>
              <a:ext cx="0" cy="356394"/>
            </a:xfrm>
            <a:prstGeom prst="line">
              <a:avLst/>
            </a:prstGeom>
            <a:noFill/>
            <a:ln w="12700" cap="rnd" cmpd="sng" algn="ctr">
              <a:solidFill>
                <a:schemeClr val="tx1"/>
              </a:solidFill>
              <a:prstDash val="solid"/>
              <a:round/>
              <a:headEnd type="none" w="med" len="med"/>
              <a:tailEnd type="none" w="med" len="med"/>
            </a:ln>
            <a:effectLst/>
          </p:spPr>
        </p:cxnSp>
        <p:cxnSp>
          <p:nvCxnSpPr>
            <p:cNvPr id="16" name="直線コネクタ 15">
              <a:extLst>
                <a:ext uri="{FF2B5EF4-FFF2-40B4-BE49-F238E27FC236}">
                  <a16:creationId xmlns:a16="http://schemas.microsoft.com/office/drawing/2014/main" id="{96E5CE0C-3FFD-C5AB-CE78-7E0B2EE56209}"/>
                </a:ext>
              </a:extLst>
            </p:cNvPr>
            <p:cNvCxnSpPr/>
            <p:nvPr/>
          </p:nvCxnSpPr>
          <p:spPr bwMode="auto">
            <a:xfrm>
              <a:off x="5292080" y="4149080"/>
              <a:ext cx="720080" cy="1"/>
            </a:xfrm>
            <a:prstGeom prst="line">
              <a:avLst/>
            </a:prstGeom>
            <a:noFill/>
            <a:ln w="12700" cap="rnd" cmpd="sng" algn="ctr">
              <a:solidFill>
                <a:schemeClr val="tx1"/>
              </a:solidFill>
              <a:prstDash val="solid"/>
              <a:round/>
              <a:headEnd type="none" w="med" len="med"/>
              <a:tailEnd type="none" w="med" len="med"/>
            </a:ln>
            <a:effectLst/>
          </p:spPr>
        </p:cxnSp>
        <p:cxnSp>
          <p:nvCxnSpPr>
            <p:cNvPr id="17" name="直線コネクタ 16">
              <a:extLst>
                <a:ext uri="{FF2B5EF4-FFF2-40B4-BE49-F238E27FC236}">
                  <a16:creationId xmlns:a16="http://schemas.microsoft.com/office/drawing/2014/main" id="{FCE28633-96DE-24F8-DE0E-3B51162D9D36}"/>
                </a:ext>
              </a:extLst>
            </p:cNvPr>
            <p:cNvCxnSpPr/>
            <p:nvPr/>
          </p:nvCxnSpPr>
          <p:spPr bwMode="auto">
            <a:xfrm>
              <a:off x="6732240" y="4149080"/>
              <a:ext cx="720080" cy="0"/>
            </a:xfrm>
            <a:prstGeom prst="line">
              <a:avLst/>
            </a:prstGeom>
            <a:noFill/>
            <a:ln w="12700" cap="rnd" cmpd="sng" algn="ctr">
              <a:solidFill>
                <a:schemeClr val="tx1"/>
              </a:solidFill>
              <a:prstDash val="solid"/>
              <a:round/>
              <a:headEnd type="none" w="med" len="med"/>
              <a:tailEnd type="none" w="med" len="med"/>
            </a:ln>
            <a:effectLst/>
          </p:spPr>
        </p:cxnSp>
        <p:cxnSp>
          <p:nvCxnSpPr>
            <p:cNvPr id="18" name="直線コネクタ 17">
              <a:extLst>
                <a:ext uri="{FF2B5EF4-FFF2-40B4-BE49-F238E27FC236}">
                  <a16:creationId xmlns:a16="http://schemas.microsoft.com/office/drawing/2014/main" id="{C3C85C1B-7F44-488D-8293-A1DD439A9983}"/>
                </a:ext>
              </a:extLst>
            </p:cNvPr>
            <p:cNvCxnSpPr/>
            <p:nvPr/>
          </p:nvCxnSpPr>
          <p:spPr bwMode="auto">
            <a:xfrm>
              <a:off x="6012160" y="3789040"/>
              <a:ext cx="720080" cy="0"/>
            </a:xfrm>
            <a:prstGeom prst="line">
              <a:avLst/>
            </a:prstGeom>
            <a:noFill/>
            <a:ln w="38100" cap="rnd" cmpd="sng" algn="ctr">
              <a:solidFill>
                <a:schemeClr val="tx1"/>
              </a:solidFill>
              <a:prstDash val="solid"/>
              <a:round/>
              <a:headEnd type="none" w="med" len="med"/>
              <a:tailEnd type="none" w="med" len="med"/>
            </a:ln>
            <a:effectLst/>
          </p:spPr>
        </p:cxnSp>
        <p:cxnSp>
          <p:nvCxnSpPr>
            <p:cNvPr id="19" name="直線コネクタ 18">
              <a:extLst>
                <a:ext uri="{FF2B5EF4-FFF2-40B4-BE49-F238E27FC236}">
                  <a16:creationId xmlns:a16="http://schemas.microsoft.com/office/drawing/2014/main" id="{56360E89-55FE-33F2-C721-BC06EE8F1D1A}"/>
                </a:ext>
              </a:extLst>
            </p:cNvPr>
            <p:cNvCxnSpPr/>
            <p:nvPr/>
          </p:nvCxnSpPr>
          <p:spPr bwMode="auto">
            <a:xfrm>
              <a:off x="6012160" y="3789040"/>
              <a:ext cx="0" cy="360040"/>
            </a:xfrm>
            <a:prstGeom prst="line">
              <a:avLst/>
            </a:prstGeom>
            <a:noFill/>
            <a:ln w="38100" cap="rnd" cmpd="sng" algn="ctr">
              <a:solidFill>
                <a:schemeClr val="tx1"/>
              </a:solidFill>
              <a:prstDash val="solid"/>
              <a:round/>
              <a:headEnd type="none" w="med" len="med"/>
              <a:tailEnd type="none" w="med" len="med"/>
            </a:ln>
            <a:effectLst/>
          </p:spPr>
        </p:cxnSp>
        <p:cxnSp>
          <p:nvCxnSpPr>
            <p:cNvPr id="20" name="直線コネクタ 19">
              <a:extLst>
                <a:ext uri="{FF2B5EF4-FFF2-40B4-BE49-F238E27FC236}">
                  <a16:creationId xmlns:a16="http://schemas.microsoft.com/office/drawing/2014/main" id="{A5A0A396-D2C3-E82D-4D69-BA306FBC3311}"/>
                </a:ext>
              </a:extLst>
            </p:cNvPr>
            <p:cNvCxnSpPr/>
            <p:nvPr/>
          </p:nvCxnSpPr>
          <p:spPr bwMode="auto">
            <a:xfrm>
              <a:off x="6732240" y="3789040"/>
              <a:ext cx="0" cy="360040"/>
            </a:xfrm>
            <a:prstGeom prst="line">
              <a:avLst/>
            </a:prstGeom>
            <a:noFill/>
            <a:ln w="38100" cap="rnd" cmpd="sng" algn="ctr">
              <a:solidFill>
                <a:schemeClr val="tx1"/>
              </a:solidFill>
              <a:prstDash val="solid"/>
              <a:round/>
              <a:headEnd type="none" w="med" len="med"/>
              <a:tailEnd type="none" w="med" len="med"/>
            </a:ln>
            <a:effectLst/>
          </p:spPr>
        </p:cxnSp>
        <p:cxnSp>
          <p:nvCxnSpPr>
            <p:cNvPr id="21" name="直線コネクタ 20">
              <a:extLst>
                <a:ext uri="{FF2B5EF4-FFF2-40B4-BE49-F238E27FC236}">
                  <a16:creationId xmlns:a16="http://schemas.microsoft.com/office/drawing/2014/main" id="{15082E3D-3167-0ED7-A05F-44481B65801A}"/>
                </a:ext>
              </a:extLst>
            </p:cNvPr>
            <p:cNvCxnSpPr/>
            <p:nvPr/>
          </p:nvCxnSpPr>
          <p:spPr bwMode="auto">
            <a:xfrm>
              <a:off x="6012160" y="3654025"/>
              <a:ext cx="720080" cy="0"/>
            </a:xfrm>
            <a:prstGeom prst="line">
              <a:avLst/>
            </a:prstGeom>
            <a:noFill/>
            <a:ln w="38100" cap="rnd" cmpd="sng" algn="ctr">
              <a:solidFill>
                <a:schemeClr val="tx1"/>
              </a:solidFill>
              <a:prstDash val="solid"/>
              <a:round/>
              <a:headEnd type="none" w="med" len="med"/>
              <a:tailEnd type="none" w="med" len="med"/>
            </a:ln>
            <a:effectLst/>
          </p:spPr>
        </p:cxnSp>
        <p:sp useBgFill="1">
          <p:nvSpPr>
            <p:cNvPr id="22" name="円/楕円 13">
              <a:extLst>
                <a:ext uri="{FF2B5EF4-FFF2-40B4-BE49-F238E27FC236}">
                  <a16:creationId xmlns:a16="http://schemas.microsoft.com/office/drawing/2014/main" id="{9D1264BB-3BB7-4068-75A5-53D43C0B344D}"/>
                </a:ext>
              </a:extLst>
            </p:cNvPr>
            <p:cNvSpPr/>
            <p:nvPr/>
          </p:nvSpPr>
          <p:spPr bwMode="auto">
            <a:xfrm>
              <a:off x="6304693" y="3519010"/>
              <a:ext cx="135015" cy="132239"/>
            </a:xfrm>
            <a:prstGeom prst="ellipse">
              <a:avLst/>
            </a:prstGeom>
            <a:ln w="381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fontAlgn="base">
                <a:spcBef>
                  <a:spcPct val="0"/>
                </a:spcBef>
                <a:spcAft>
                  <a:spcPct val="0"/>
                </a:spcAft>
              </a:pPr>
              <a:endParaRPr lang="ja-JP" altLang="en-US" baseline="60000">
                <a:latin typeface="Times New Roman" pitchFamily="18" charset="0"/>
                <a:ea typeface="HG丸ｺﾞｼｯｸM-PRO" pitchFamily="50" charset="-128"/>
              </a:endParaRPr>
            </a:p>
          </p:txBody>
        </p:sp>
        <p:sp>
          <p:nvSpPr>
            <p:cNvPr id="23" name="正方形/長方形 22">
              <a:extLst>
                <a:ext uri="{FF2B5EF4-FFF2-40B4-BE49-F238E27FC236}">
                  <a16:creationId xmlns:a16="http://schemas.microsoft.com/office/drawing/2014/main" id="{75F64B60-72CA-1992-3EE7-8A15814BBCFF}"/>
                </a:ext>
              </a:extLst>
            </p:cNvPr>
            <p:cNvSpPr/>
            <p:nvPr/>
          </p:nvSpPr>
          <p:spPr bwMode="auto">
            <a:xfrm>
              <a:off x="5683250" y="4362450"/>
              <a:ext cx="1466850" cy="317500"/>
            </a:xfrm>
            <a:prstGeom prst="rect">
              <a:avLst/>
            </a:prstGeom>
            <a:noFill/>
            <a:ln>
              <a:noFill/>
              <a:headEnd type="none" w="med" len="med"/>
              <a:tailEnd type="none" w="med" len="med"/>
            </a:ln>
          </p:spPr>
          <p:style>
            <a:lnRef idx="2">
              <a:schemeClr val="accent3"/>
            </a:lnRef>
            <a:fillRef idx="1">
              <a:schemeClr val="lt1"/>
            </a:fillRef>
            <a:effectRef idx="0">
              <a:schemeClr val="accent3"/>
            </a:effectRef>
            <a:fontRef idx="minor">
              <a:schemeClr val="dk1"/>
            </a:fontRef>
          </p:style>
          <p:txBody>
            <a:bodyPr vert="horz" wrap="square" lIns="91440" tIns="45720" rIns="91440" bIns="45720" numCol="1" rtlCol="0" anchor="ctr" anchorCtr="0" compatLnSpc="1">
              <a:prstTxWarp prst="textNoShape">
                <a:avLst/>
              </a:prstTxWarp>
            </a:bodyPr>
            <a:lstStyle/>
            <a:p>
              <a:pPr algn="ctr" fontAlgn="base">
                <a:spcBef>
                  <a:spcPct val="0"/>
                </a:spcBef>
                <a:spcAft>
                  <a:spcPct val="0"/>
                </a:spcAft>
              </a:pPr>
              <a:r>
                <a:rPr lang="en-US" altLang="ja-JP" dirty="0">
                  <a:solidFill>
                    <a:schemeClr val="tx1"/>
                  </a:solidFill>
                  <a:latin typeface="Times New Roman" pitchFamily="18" charset="0"/>
                  <a:ea typeface="HG丸ｺﾞｼｯｸM-PRO" pitchFamily="50" charset="-128"/>
                </a:rPr>
                <a:t>PMOS</a:t>
              </a:r>
              <a:endParaRPr lang="ja-JP" altLang="en-US" dirty="0">
                <a:solidFill>
                  <a:schemeClr val="tx1"/>
                </a:solidFill>
                <a:latin typeface="Times New Roman" pitchFamily="18" charset="0"/>
                <a:ea typeface="HG丸ｺﾞｼｯｸM-PRO" pitchFamily="50" charset="-128"/>
              </a:endParaRPr>
            </a:p>
          </p:txBody>
        </p:sp>
      </p:grpSp>
      <p:sp>
        <p:nvSpPr>
          <p:cNvPr id="24" name="Rectangle 93">
            <a:extLst>
              <a:ext uri="{FF2B5EF4-FFF2-40B4-BE49-F238E27FC236}">
                <a16:creationId xmlns:a16="http://schemas.microsoft.com/office/drawing/2014/main" id="{A982541E-0E2D-FE53-6D12-E3FA1885BA99}"/>
              </a:ext>
            </a:extLst>
          </p:cNvPr>
          <p:cNvSpPr>
            <a:spLocks noChangeArrowheads="1"/>
          </p:cNvSpPr>
          <p:nvPr/>
        </p:nvSpPr>
        <p:spPr bwMode="auto">
          <a:xfrm>
            <a:off x="1775953" y="1233016"/>
            <a:ext cx="721083" cy="360362"/>
          </a:xfrm>
          <a:prstGeom prst="rect">
            <a:avLst/>
          </a:prstGeom>
          <a:noFill/>
          <a:ln w="12700" algn="ctr">
            <a:noFill/>
            <a:miter lim="800000"/>
            <a:headEnd/>
            <a:tailEnd/>
          </a:ln>
          <a:effectLst/>
        </p:spPr>
        <p:txBody>
          <a:bodyPr wrap="none" lIns="90000" tIns="46800" rIns="90000" bIns="46800" anchor="ctr"/>
          <a:lstStyle/>
          <a:p>
            <a:r>
              <a:rPr lang="en-US" altLang="ja-JP" dirty="0"/>
              <a:t>Gate</a:t>
            </a:r>
          </a:p>
        </p:txBody>
      </p:sp>
      <p:sp>
        <p:nvSpPr>
          <p:cNvPr id="25" name="Rectangle 93">
            <a:extLst>
              <a:ext uri="{FF2B5EF4-FFF2-40B4-BE49-F238E27FC236}">
                <a16:creationId xmlns:a16="http://schemas.microsoft.com/office/drawing/2014/main" id="{BB28B0F2-0D51-1E4B-7813-787B28A79914}"/>
              </a:ext>
            </a:extLst>
          </p:cNvPr>
          <p:cNvSpPr>
            <a:spLocks noChangeArrowheads="1"/>
          </p:cNvSpPr>
          <p:nvPr/>
        </p:nvSpPr>
        <p:spPr bwMode="auto">
          <a:xfrm>
            <a:off x="695941" y="2133026"/>
            <a:ext cx="721083" cy="360362"/>
          </a:xfrm>
          <a:prstGeom prst="rect">
            <a:avLst/>
          </a:prstGeom>
          <a:noFill/>
          <a:ln w="12700" algn="ctr">
            <a:noFill/>
            <a:miter lim="800000"/>
            <a:headEnd/>
            <a:tailEnd/>
          </a:ln>
          <a:effectLst/>
        </p:spPr>
        <p:txBody>
          <a:bodyPr wrap="none" lIns="90000" tIns="46800" rIns="90000" bIns="46800" anchor="ctr"/>
          <a:lstStyle/>
          <a:p>
            <a:r>
              <a:rPr lang="en-US" altLang="ja-JP" dirty="0"/>
              <a:t>Source</a:t>
            </a:r>
          </a:p>
        </p:txBody>
      </p:sp>
      <p:sp>
        <p:nvSpPr>
          <p:cNvPr id="26" name="Rectangle 93">
            <a:extLst>
              <a:ext uri="{FF2B5EF4-FFF2-40B4-BE49-F238E27FC236}">
                <a16:creationId xmlns:a16="http://schemas.microsoft.com/office/drawing/2014/main" id="{37AEE90B-9290-95EE-6772-2FE08177C8A8}"/>
              </a:ext>
            </a:extLst>
          </p:cNvPr>
          <p:cNvSpPr>
            <a:spLocks noChangeArrowheads="1"/>
          </p:cNvSpPr>
          <p:nvPr/>
        </p:nvSpPr>
        <p:spPr bwMode="auto">
          <a:xfrm>
            <a:off x="2675963" y="2133026"/>
            <a:ext cx="721083" cy="360362"/>
          </a:xfrm>
          <a:prstGeom prst="rect">
            <a:avLst/>
          </a:prstGeom>
          <a:noFill/>
          <a:ln w="12700" algn="ctr">
            <a:noFill/>
            <a:miter lim="800000"/>
            <a:headEnd/>
            <a:tailEnd/>
          </a:ln>
          <a:effectLst/>
        </p:spPr>
        <p:txBody>
          <a:bodyPr wrap="none" lIns="90000" tIns="46800" rIns="90000" bIns="46800" anchor="ctr"/>
          <a:lstStyle/>
          <a:p>
            <a:r>
              <a:rPr lang="en-US" altLang="ja-JP" dirty="0"/>
              <a:t>Drain</a:t>
            </a:r>
          </a:p>
        </p:txBody>
      </p:sp>
      <p:cxnSp>
        <p:nvCxnSpPr>
          <p:cNvPr id="72" name="直線コネクタ 71">
            <a:extLst>
              <a:ext uri="{FF2B5EF4-FFF2-40B4-BE49-F238E27FC236}">
                <a16:creationId xmlns:a16="http://schemas.microsoft.com/office/drawing/2014/main" id="{508597D1-6E90-8EFE-203D-FFBE4A5F1905}"/>
              </a:ext>
            </a:extLst>
          </p:cNvPr>
          <p:cNvCxnSpPr>
            <a:cxnSpLocks/>
          </p:cNvCxnSpPr>
          <p:nvPr/>
        </p:nvCxnSpPr>
        <p:spPr bwMode="auto">
          <a:xfrm>
            <a:off x="3935976" y="3338998"/>
            <a:ext cx="7290081" cy="0"/>
          </a:xfrm>
          <a:prstGeom prst="line">
            <a:avLst/>
          </a:prstGeom>
          <a:noFill/>
          <a:ln w="6350" cap="flat" cmpd="sng" algn="ctr">
            <a:solidFill>
              <a:schemeClr val="tx1"/>
            </a:solidFill>
            <a:prstDash val="solid"/>
            <a:round/>
            <a:headEnd type="none" w="med" len="med"/>
            <a:tailEnd type="none" w="med" len="med"/>
          </a:ln>
          <a:effectLst/>
        </p:spPr>
      </p:cxnSp>
      <p:grpSp>
        <p:nvGrpSpPr>
          <p:cNvPr id="3" name="グループ化 2">
            <a:extLst>
              <a:ext uri="{FF2B5EF4-FFF2-40B4-BE49-F238E27FC236}">
                <a16:creationId xmlns:a16="http://schemas.microsoft.com/office/drawing/2014/main" id="{0284423A-28C8-C7FB-41AD-F7F0524A9CF4}"/>
              </a:ext>
            </a:extLst>
          </p:cNvPr>
          <p:cNvGrpSpPr/>
          <p:nvPr/>
        </p:nvGrpSpPr>
        <p:grpSpPr>
          <a:xfrm>
            <a:off x="8256024" y="1178975"/>
            <a:ext cx="2971108" cy="2160023"/>
            <a:chOff x="3935975" y="1178975"/>
            <a:chExt cx="2971108" cy="2160023"/>
          </a:xfrm>
        </p:grpSpPr>
        <p:sp>
          <p:nvSpPr>
            <p:cNvPr id="29" name="正方形/長方形 28">
              <a:extLst>
                <a:ext uri="{FF2B5EF4-FFF2-40B4-BE49-F238E27FC236}">
                  <a16:creationId xmlns:a16="http://schemas.microsoft.com/office/drawing/2014/main" id="{CCDBC65B-1F22-573A-4096-23F0DAFED8A0}"/>
                </a:ext>
              </a:extLst>
            </p:cNvPr>
            <p:cNvSpPr/>
            <p:nvPr/>
          </p:nvSpPr>
          <p:spPr bwMode="auto">
            <a:xfrm>
              <a:off x="5105991" y="1628980"/>
              <a:ext cx="540006" cy="360005"/>
            </a:xfrm>
            <a:prstGeom prst="rect">
              <a:avLst/>
            </a:prstGeom>
            <a:solidFill>
              <a:schemeClr val="accent5">
                <a:lumMod val="20000"/>
                <a:lumOff val="80000"/>
              </a:schemeClr>
            </a:solid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cxnSp>
          <p:nvCxnSpPr>
            <p:cNvPr id="30" name="直線コネクタ 29">
              <a:extLst>
                <a:ext uri="{FF2B5EF4-FFF2-40B4-BE49-F238E27FC236}">
                  <a16:creationId xmlns:a16="http://schemas.microsoft.com/office/drawing/2014/main" id="{6EA4E734-514B-E30D-7B81-106F95E0B8E5}"/>
                </a:ext>
              </a:extLst>
            </p:cNvPr>
            <p:cNvCxnSpPr>
              <a:cxnSpLocks/>
            </p:cNvCxnSpPr>
            <p:nvPr/>
          </p:nvCxnSpPr>
          <p:spPr bwMode="auto">
            <a:xfrm>
              <a:off x="5105991" y="1988985"/>
              <a:ext cx="540006" cy="0"/>
            </a:xfrm>
            <a:prstGeom prst="line">
              <a:avLst/>
            </a:prstGeom>
            <a:noFill/>
            <a:ln w="19050" cap="rnd" cmpd="sng" algn="ctr">
              <a:solidFill>
                <a:schemeClr val="accent6"/>
              </a:solidFill>
              <a:prstDash val="solid"/>
              <a:round/>
              <a:headEnd type="none" w="med" len="med"/>
              <a:tailEnd type="none" w="med" len="med"/>
            </a:ln>
            <a:effectLst/>
          </p:spPr>
        </p:cxnSp>
        <p:cxnSp>
          <p:nvCxnSpPr>
            <p:cNvPr id="31" name="直線コネクタ 30">
              <a:extLst>
                <a:ext uri="{FF2B5EF4-FFF2-40B4-BE49-F238E27FC236}">
                  <a16:creationId xmlns:a16="http://schemas.microsoft.com/office/drawing/2014/main" id="{39149881-4C29-C7AE-B479-C94F71A0076A}"/>
                </a:ext>
              </a:extLst>
            </p:cNvPr>
            <p:cNvCxnSpPr>
              <a:cxnSpLocks/>
            </p:cNvCxnSpPr>
            <p:nvPr/>
          </p:nvCxnSpPr>
          <p:spPr bwMode="auto">
            <a:xfrm>
              <a:off x="5105991" y="1538979"/>
              <a:ext cx="0" cy="450041"/>
            </a:xfrm>
            <a:prstGeom prst="line">
              <a:avLst/>
            </a:prstGeom>
            <a:noFill/>
            <a:ln w="19050" cap="rnd" cmpd="sng" algn="ctr">
              <a:solidFill>
                <a:schemeClr val="accent6"/>
              </a:solidFill>
              <a:prstDash val="solid"/>
              <a:round/>
              <a:headEnd type="none" w="med" len="med"/>
              <a:tailEnd type="none" w="med" len="med"/>
            </a:ln>
            <a:effectLst/>
          </p:spPr>
        </p:cxnSp>
        <p:cxnSp>
          <p:nvCxnSpPr>
            <p:cNvPr id="32" name="直線コネクタ 31">
              <a:extLst>
                <a:ext uri="{FF2B5EF4-FFF2-40B4-BE49-F238E27FC236}">
                  <a16:creationId xmlns:a16="http://schemas.microsoft.com/office/drawing/2014/main" id="{204934BF-E7A2-454F-F9E3-8983EB4AC9D6}"/>
                </a:ext>
              </a:extLst>
            </p:cNvPr>
            <p:cNvCxnSpPr>
              <a:cxnSpLocks/>
            </p:cNvCxnSpPr>
            <p:nvPr/>
          </p:nvCxnSpPr>
          <p:spPr bwMode="auto">
            <a:xfrm>
              <a:off x="5645997" y="1538979"/>
              <a:ext cx="0" cy="450041"/>
            </a:xfrm>
            <a:prstGeom prst="line">
              <a:avLst/>
            </a:prstGeom>
            <a:noFill/>
            <a:ln w="19050" cap="rnd" cmpd="sng" algn="ctr">
              <a:solidFill>
                <a:schemeClr val="accent6"/>
              </a:solidFill>
              <a:prstDash val="solid"/>
              <a:round/>
              <a:headEnd type="none" w="med" len="med"/>
              <a:tailEnd type="none" w="med" len="med"/>
            </a:ln>
            <a:effectLst/>
          </p:spPr>
        </p:cxnSp>
        <p:cxnSp>
          <p:nvCxnSpPr>
            <p:cNvPr id="33" name="直線コネクタ 32">
              <a:extLst>
                <a:ext uri="{FF2B5EF4-FFF2-40B4-BE49-F238E27FC236}">
                  <a16:creationId xmlns:a16="http://schemas.microsoft.com/office/drawing/2014/main" id="{50E11F97-11A2-11AD-5248-E1382C5B5430}"/>
                </a:ext>
              </a:extLst>
            </p:cNvPr>
            <p:cNvCxnSpPr>
              <a:cxnSpLocks/>
            </p:cNvCxnSpPr>
            <p:nvPr/>
          </p:nvCxnSpPr>
          <p:spPr bwMode="auto">
            <a:xfrm flipV="1">
              <a:off x="5375992" y="1988985"/>
              <a:ext cx="0" cy="180002"/>
            </a:xfrm>
            <a:prstGeom prst="line">
              <a:avLst/>
            </a:prstGeom>
            <a:noFill/>
            <a:ln w="19050" cap="flat" cmpd="sng" algn="ctr">
              <a:solidFill>
                <a:schemeClr val="accent6"/>
              </a:solidFill>
              <a:prstDash val="solid"/>
              <a:round/>
              <a:headEnd type="none" w="med" len="med"/>
              <a:tailEnd type="none" w="med" len="med"/>
            </a:ln>
            <a:effectLst/>
          </p:spPr>
        </p:cxnSp>
        <p:sp>
          <p:nvSpPr>
            <p:cNvPr id="34" name="正方形/長方形 33">
              <a:extLst>
                <a:ext uri="{FF2B5EF4-FFF2-40B4-BE49-F238E27FC236}">
                  <a16:creationId xmlns:a16="http://schemas.microsoft.com/office/drawing/2014/main" id="{1D695172-EE59-E141-A778-ACDBA3609DCD}"/>
                </a:ext>
              </a:extLst>
            </p:cNvPr>
            <p:cNvSpPr/>
            <p:nvPr/>
          </p:nvSpPr>
          <p:spPr bwMode="auto">
            <a:xfrm rot="5400000">
              <a:off x="4520982" y="1763982"/>
              <a:ext cx="180002" cy="1350015"/>
            </a:xfrm>
            <a:prstGeom prst="rect">
              <a:avLst/>
            </a:prstGeom>
            <a:solidFill>
              <a:schemeClr val="accent5">
                <a:lumMod val="20000"/>
                <a:lumOff val="80000"/>
              </a:schemeClr>
            </a:solid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cxnSp>
          <p:nvCxnSpPr>
            <p:cNvPr id="35" name="直線コネクタ 34">
              <a:extLst>
                <a:ext uri="{FF2B5EF4-FFF2-40B4-BE49-F238E27FC236}">
                  <a16:creationId xmlns:a16="http://schemas.microsoft.com/office/drawing/2014/main" id="{F9A70292-A4FC-658D-A83D-915E2E915F59}"/>
                </a:ext>
              </a:extLst>
            </p:cNvPr>
            <p:cNvCxnSpPr>
              <a:cxnSpLocks/>
            </p:cNvCxnSpPr>
            <p:nvPr/>
          </p:nvCxnSpPr>
          <p:spPr bwMode="auto">
            <a:xfrm>
              <a:off x="5465995" y="2348990"/>
              <a:ext cx="1350015" cy="0"/>
            </a:xfrm>
            <a:prstGeom prst="line">
              <a:avLst/>
            </a:prstGeom>
            <a:noFill/>
            <a:ln w="19050" cap="flat" cmpd="sng" algn="ctr">
              <a:solidFill>
                <a:schemeClr val="tx1"/>
              </a:solidFill>
              <a:prstDash val="solid"/>
              <a:round/>
              <a:headEnd type="none" w="med" len="med"/>
              <a:tailEnd type="none" w="med" len="med"/>
            </a:ln>
            <a:effectLst/>
          </p:spPr>
        </p:cxnSp>
        <p:cxnSp>
          <p:nvCxnSpPr>
            <p:cNvPr id="36" name="直線コネクタ 35">
              <a:extLst>
                <a:ext uri="{FF2B5EF4-FFF2-40B4-BE49-F238E27FC236}">
                  <a16:creationId xmlns:a16="http://schemas.microsoft.com/office/drawing/2014/main" id="{A8309FB5-332C-1A4C-33DA-DEBF66D2C165}"/>
                </a:ext>
              </a:extLst>
            </p:cNvPr>
            <p:cNvCxnSpPr>
              <a:cxnSpLocks/>
            </p:cNvCxnSpPr>
            <p:nvPr/>
          </p:nvCxnSpPr>
          <p:spPr bwMode="auto">
            <a:xfrm>
              <a:off x="3935975" y="2528990"/>
              <a:ext cx="2880035" cy="0"/>
            </a:xfrm>
            <a:prstGeom prst="line">
              <a:avLst/>
            </a:prstGeom>
            <a:noFill/>
            <a:ln w="19050" cap="flat" cmpd="sng" algn="ctr">
              <a:solidFill>
                <a:schemeClr val="tx1"/>
              </a:solidFill>
              <a:prstDash val="solid"/>
              <a:round/>
              <a:headEnd type="none" w="med" len="med"/>
              <a:tailEnd type="none" w="med" len="med"/>
            </a:ln>
            <a:effectLst/>
          </p:spPr>
        </p:cxnSp>
        <p:cxnSp>
          <p:nvCxnSpPr>
            <p:cNvPr id="37" name="直線コネクタ 36">
              <a:extLst>
                <a:ext uri="{FF2B5EF4-FFF2-40B4-BE49-F238E27FC236}">
                  <a16:creationId xmlns:a16="http://schemas.microsoft.com/office/drawing/2014/main" id="{D0D92D0C-26BF-79F9-9033-12836B31A2BB}"/>
                </a:ext>
              </a:extLst>
            </p:cNvPr>
            <p:cNvCxnSpPr>
              <a:cxnSpLocks/>
            </p:cNvCxnSpPr>
            <p:nvPr/>
          </p:nvCxnSpPr>
          <p:spPr bwMode="auto">
            <a:xfrm>
              <a:off x="3935975" y="2348988"/>
              <a:ext cx="1350016" cy="0"/>
            </a:xfrm>
            <a:prstGeom prst="line">
              <a:avLst/>
            </a:prstGeom>
            <a:noFill/>
            <a:ln w="19050" cap="flat" cmpd="sng" algn="ctr">
              <a:solidFill>
                <a:schemeClr val="tx1"/>
              </a:solidFill>
              <a:prstDash val="solid"/>
              <a:round/>
              <a:headEnd type="none" w="med" len="med"/>
              <a:tailEnd type="none" w="med" len="med"/>
            </a:ln>
            <a:effectLst/>
          </p:spPr>
        </p:cxnSp>
        <p:sp>
          <p:nvSpPr>
            <p:cNvPr id="38" name="正方形/長方形 37">
              <a:extLst>
                <a:ext uri="{FF2B5EF4-FFF2-40B4-BE49-F238E27FC236}">
                  <a16:creationId xmlns:a16="http://schemas.microsoft.com/office/drawing/2014/main" id="{6B71B555-458C-80BF-5C7E-76E87CFD4171}"/>
                </a:ext>
              </a:extLst>
            </p:cNvPr>
            <p:cNvSpPr/>
            <p:nvPr/>
          </p:nvSpPr>
          <p:spPr bwMode="auto">
            <a:xfrm rot="5400000">
              <a:off x="5105989" y="2348989"/>
              <a:ext cx="540006" cy="180001"/>
            </a:xfrm>
            <a:prstGeom prst="rect">
              <a:avLst/>
            </a:prstGeom>
            <a:solidFill>
              <a:schemeClr val="accent6"/>
            </a:solidFill>
            <a:ln>
              <a:solidFill>
                <a:schemeClr val="accent6"/>
              </a:solidFill>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grpSp>
          <p:nvGrpSpPr>
            <p:cNvPr id="39" name="グループ化 38">
              <a:extLst>
                <a:ext uri="{FF2B5EF4-FFF2-40B4-BE49-F238E27FC236}">
                  <a16:creationId xmlns:a16="http://schemas.microsoft.com/office/drawing/2014/main" id="{19F7F108-4C9E-C00C-D05D-CF04A5012544}"/>
                </a:ext>
              </a:extLst>
            </p:cNvPr>
            <p:cNvGrpSpPr/>
            <p:nvPr/>
          </p:nvGrpSpPr>
          <p:grpSpPr>
            <a:xfrm>
              <a:off x="5285991" y="2978994"/>
              <a:ext cx="180003" cy="360004"/>
              <a:chOff x="3131985" y="5049018"/>
              <a:chExt cx="180002" cy="437056"/>
            </a:xfrm>
          </p:grpSpPr>
          <p:grpSp>
            <p:nvGrpSpPr>
              <p:cNvPr id="40" name="グループ化 39">
                <a:extLst>
                  <a:ext uri="{FF2B5EF4-FFF2-40B4-BE49-F238E27FC236}">
                    <a16:creationId xmlns:a16="http://schemas.microsoft.com/office/drawing/2014/main" id="{8B975B66-04D8-A97C-A11C-0A952A17D8DC}"/>
                  </a:ext>
                </a:extLst>
              </p:cNvPr>
              <p:cNvGrpSpPr/>
              <p:nvPr/>
            </p:nvGrpSpPr>
            <p:grpSpPr>
              <a:xfrm>
                <a:off x="3131985" y="5139021"/>
                <a:ext cx="180002" cy="254126"/>
                <a:chOff x="3131984" y="5191944"/>
                <a:chExt cx="270003" cy="201854"/>
              </a:xfrm>
            </p:grpSpPr>
            <p:sp>
              <p:nvSpPr>
                <p:cNvPr id="43" name="Freeform 42">
                  <a:extLst>
                    <a:ext uri="{FF2B5EF4-FFF2-40B4-BE49-F238E27FC236}">
                      <a16:creationId xmlns:a16="http://schemas.microsoft.com/office/drawing/2014/main" id="{D274171D-E019-8A77-2A3A-0DE4CFCC505C}"/>
                    </a:ext>
                  </a:extLst>
                </p:cNvPr>
                <p:cNvSpPr>
                  <a:spLocks/>
                </p:cNvSpPr>
                <p:nvPr/>
              </p:nvSpPr>
              <p:spPr bwMode="auto">
                <a:xfrm>
                  <a:off x="3131984" y="5229020"/>
                  <a:ext cx="270003" cy="90001"/>
                </a:xfrm>
                <a:custGeom>
                  <a:avLst/>
                  <a:gdLst>
                    <a:gd name="T0" fmla="*/ 3025 w 5991"/>
                    <a:gd name="T1" fmla="*/ 3393 h 3396"/>
                    <a:gd name="T2" fmla="*/ 3330 w 5991"/>
                    <a:gd name="T3" fmla="*/ 3377 h 3396"/>
                    <a:gd name="T4" fmla="*/ 3627 w 5991"/>
                    <a:gd name="T5" fmla="*/ 3342 h 3396"/>
                    <a:gd name="T6" fmla="*/ 3916 w 5991"/>
                    <a:gd name="T7" fmla="*/ 3293 h 3396"/>
                    <a:gd name="T8" fmla="*/ 4193 w 5991"/>
                    <a:gd name="T9" fmla="*/ 3228 h 3396"/>
                    <a:gd name="T10" fmla="*/ 4458 w 5991"/>
                    <a:gd name="T11" fmla="*/ 3150 h 3396"/>
                    <a:gd name="T12" fmla="*/ 4708 w 5991"/>
                    <a:gd name="T13" fmla="*/ 3059 h 3396"/>
                    <a:gd name="T14" fmla="*/ 4941 w 5991"/>
                    <a:gd name="T15" fmla="*/ 2955 h 3396"/>
                    <a:gd name="T16" fmla="*/ 5157 w 5991"/>
                    <a:gd name="T17" fmla="*/ 2839 h 3396"/>
                    <a:gd name="T18" fmla="*/ 5350 w 5991"/>
                    <a:gd name="T19" fmla="*/ 2714 h 3396"/>
                    <a:gd name="T20" fmla="*/ 5523 w 5991"/>
                    <a:gd name="T21" fmla="*/ 2578 h 3396"/>
                    <a:gd name="T22" fmla="*/ 5671 w 5991"/>
                    <a:gd name="T23" fmla="*/ 2434 h 3396"/>
                    <a:gd name="T24" fmla="*/ 5794 w 5991"/>
                    <a:gd name="T25" fmla="*/ 2282 h 3396"/>
                    <a:gd name="T26" fmla="*/ 5889 w 5991"/>
                    <a:gd name="T27" fmla="*/ 2123 h 3396"/>
                    <a:gd name="T28" fmla="*/ 5953 w 5991"/>
                    <a:gd name="T29" fmla="*/ 1956 h 3396"/>
                    <a:gd name="T30" fmla="*/ 5986 w 5991"/>
                    <a:gd name="T31" fmla="*/ 1786 h 3396"/>
                    <a:gd name="T32" fmla="*/ 5990 w 5991"/>
                    <a:gd name="T33" fmla="*/ 1654 h 3396"/>
                    <a:gd name="T34" fmla="*/ 5964 w 5991"/>
                    <a:gd name="T35" fmla="*/ 1482 h 3396"/>
                    <a:gd name="T36" fmla="*/ 5908 w 5991"/>
                    <a:gd name="T37" fmla="*/ 1315 h 3396"/>
                    <a:gd name="T38" fmla="*/ 5819 w 5991"/>
                    <a:gd name="T39" fmla="*/ 1154 h 3396"/>
                    <a:gd name="T40" fmla="*/ 5704 w 5991"/>
                    <a:gd name="T41" fmla="*/ 1000 h 3396"/>
                    <a:gd name="T42" fmla="*/ 5563 w 5991"/>
                    <a:gd name="T43" fmla="*/ 852 h 3396"/>
                    <a:gd name="T44" fmla="*/ 5396 w 5991"/>
                    <a:gd name="T45" fmla="*/ 715 h 3396"/>
                    <a:gd name="T46" fmla="*/ 5207 w 5991"/>
                    <a:gd name="T47" fmla="*/ 587 h 3396"/>
                    <a:gd name="T48" fmla="*/ 4996 w 5991"/>
                    <a:gd name="T49" fmla="*/ 469 h 3396"/>
                    <a:gd name="T50" fmla="*/ 4768 w 5991"/>
                    <a:gd name="T51" fmla="*/ 363 h 3396"/>
                    <a:gd name="T52" fmla="*/ 4522 w 5991"/>
                    <a:gd name="T53" fmla="*/ 268 h 3396"/>
                    <a:gd name="T54" fmla="*/ 4261 w 5991"/>
                    <a:gd name="T55" fmla="*/ 186 h 3396"/>
                    <a:gd name="T56" fmla="*/ 3986 w 5991"/>
                    <a:gd name="T57" fmla="*/ 118 h 3396"/>
                    <a:gd name="T58" fmla="*/ 3700 w 5991"/>
                    <a:gd name="T59" fmla="*/ 65 h 3396"/>
                    <a:gd name="T60" fmla="*/ 3404 w 5991"/>
                    <a:gd name="T61" fmla="*/ 27 h 3396"/>
                    <a:gd name="T62" fmla="*/ 3102 w 5991"/>
                    <a:gd name="T63" fmla="*/ 5 h 3396"/>
                    <a:gd name="T64" fmla="*/ 2870 w 5991"/>
                    <a:gd name="T65" fmla="*/ 0 h 3396"/>
                    <a:gd name="T66" fmla="*/ 2272 w 5991"/>
                    <a:gd name="T67" fmla="*/ 20 h 3396"/>
                    <a:gd name="T68" fmla="*/ 1724 w 5991"/>
                    <a:gd name="T69" fmla="*/ 79 h 3396"/>
                    <a:gd name="T70" fmla="*/ 1235 w 5991"/>
                    <a:gd name="T71" fmla="*/ 170 h 3396"/>
                    <a:gd name="T72" fmla="*/ 862 w 5991"/>
                    <a:gd name="T73" fmla="*/ 276 h 3396"/>
                    <a:gd name="T74" fmla="*/ 677 w 5991"/>
                    <a:gd name="T75" fmla="*/ 345 h 3396"/>
                    <a:gd name="T76" fmla="*/ 510 w 5991"/>
                    <a:gd name="T77" fmla="*/ 420 h 3396"/>
                    <a:gd name="T78" fmla="*/ 365 w 5991"/>
                    <a:gd name="T79" fmla="*/ 502 h 3396"/>
                    <a:gd name="T80" fmla="*/ 242 w 5991"/>
                    <a:gd name="T81" fmla="*/ 588 h 3396"/>
                    <a:gd name="T82" fmla="*/ 143 w 5991"/>
                    <a:gd name="T83" fmla="*/ 678 h 3396"/>
                    <a:gd name="T84" fmla="*/ 69 w 5991"/>
                    <a:gd name="T85" fmla="*/ 773 h 3396"/>
                    <a:gd name="T86" fmla="*/ 21 w 5991"/>
                    <a:gd name="T87" fmla="*/ 872 h 3396"/>
                    <a:gd name="T88" fmla="*/ 0 w 5991"/>
                    <a:gd name="T89" fmla="*/ 973 h 3396"/>
                    <a:gd name="T90" fmla="*/ 2 w 5991"/>
                    <a:gd name="T91" fmla="*/ 1050 h 3396"/>
                    <a:gd name="T92" fmla="*/ 30 w 5991"/>
                    <a:gd name="T93" fmla="*/ 1151 h 3396"/>
                    <a:gd name="T94" fmla="*/ 86 w 5991"/>
                    <a:gd name="T95" fmla="*/ 1249 h 3396"/>
                    <a:gd name="T96" fmla="*/ 166 w 5991"/>
                    <a:gd name="T97" fmla="*/ 1342 h 3396"/>
                    <a:gd name="T98" fmla="*/ 270 w 5991"/>
                    <a:gd name="T99" fmla="*/ 1432 h 3396"/>
                    <a:gd name="T100" fmla="*/ 398 w 5991"/>
                    <a:gd name="T101" fmla="*/ 1517 h 3396"/>
                    <a:gd name="T102" fmla="*/ 550 w 5991"/>
                    <a:gd name="T103" fmla="*/ 1596 h 3396"/>
                    <a:gd name="T104" fmla="*/ 721 w 5991"/>
                    <a:gd name="T105" fmla="*/ 1670 h 3396"/>
                    <a:gd name="T106" fmla="*/ 912 w 5991"/>
                    <a:gd name="T107" fmla="*/ 1738 h 3396"/>
                    <a:gd name="T108" fmla="*/ 1351 w 5991"/>
                    <a:gd name="T109" fmla="*/ 1854 h 3396"/>
                    <a:gd name="T110" fmla="*/ 1856 w 5991"/>
                    <a:gd name="T111" fmla="*/ 1937 h 3396"/>
                    <a:gd name="T112" fmla="*/ 2417 w 5991"/>
                    <a:gd name="T113" fmla="*/ 1986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991" h="3396">
                      <a:moveTo>
                        <a:pt x="2870" y="3396"/>
                      </a:moveTo>
                      <a:lnTo>
                        <a:pt x="2870" y="3396"/>
                      </a:lnTo>
                      <a:lnTo>
                        <a:pt x="2948" y="3395"/>
                      </a:lnTo>
                      <a:lnTo>
                        <a:pt x="3025" y="3393"/>
                      </a:lnTo>
                      <a:lnTo>
                        <a:pt x="3102" y="3391"/>
                      </a:lnTo>
                      <a:lnTo>
                        <a:pt x="3179" y="3387"/>
                      </a:lnTo>
                      <a:lnTo>
                        <a:pt x="3254" y="3382"/>
                      </a:lnTo>
                      <a:lnTo>
                        <a:pt x="3330" y="3377"/>
                      </a:lnTo>
                      <a:lnTo>
                        <a:pt x="3404" y="3369"/>
                      </a:lnTo>
                      <a:lnTo>
                        <a:pt x="3480" y="3361"/>
                      </a:lnTo>
                      <a:lnTo>
                        <a:pt x="3553" y="3352"/>
                      </a:lnTo>
                      <a:lnTo>
                        <a:pt x="3627" y="3342"/>
                      </a:lnTo>
                      <a:lnTo>
                        <a:pt x="3700" y="3332"/>
                      </a:lnTo>
                      <a:lnTo>
                        <a:pt x="3772" y="3319"/>
                      </a:lnTo>
                      <a:lnTo>
                        <a:pt x="3844" y="3306"/>
                      </a:lnTo>
                      <a:lnTo>
                        <a:pt x="3916" y="3293"/>
                      </a:lnTo>
                      <a:lnTo>
                        <a:pt x="3986" y="3278"/>
                      </a:lnTo>
                      <a:lnTo>
                        <a:pt x="4056" y="3262"/>
                      </a:lnTo>
                      <a:lnTo>
                        <a:pt x="4125" y="3246"/>
                      </a:lnTo>
                      <a:lnTo>
                        <a:pt x="4193" y="3228"/>
                      </a:lnTo>
                      <a:lnTo>
                        <a:pt x="4261" y="3210"/>
                      </a:lnTo>
                      <a:lnTo>
                        <a:pt x="4327" y="3191"/>
                      </a:lnTo>
                      <a:lnTo>
                        <a:pt x="4393" y="3170"/>
                      </a:lnTo>
                      <a:lnTo>
                        <a:pt x="4458" y="3150"/>
                      </a:lnTo>
                      <a:lnTo>
                        <a:pt x="4522" y="3128"/>
                      </a:lnTo>
                      <a:lnTo>
                        <a:pt x="4585" y="3106"/>
                      </a:lnTo>
                      <a:lnTo>
                        <a:pt x="4647" y="3083"/>
                      </a:lnTo>
                      <a:lnTo>
                        <a:pt x="4708" y="3059"/>
                      </a:lnTo>
                      <a:lnTo>
                        <a:pt x="4768" y="3033"/>
                      </a:lnTo>
                      <a:lnTo>
                        <a:pt x="4827" y="3009"/>
                      </a:lnTo>
                      <a:lnTo>
                        <a:pt x="4885" y="2982"/>
                      </a:lnTo>
                      <a:lnTo>
                        <a:pt x="4941" y="2955"/>
                      </a:lnTo>
                      <a:lnTo>
                        <a:pt x="4996" y="2927"/>
                      </a:lnTo>
                      <a:lnTo>
                        <a:pt x="5052" y="2898"/>
                      </a:lnTo>
                      <a:lnTo>
                        <a:pt x="5104" y="2869"/>
                      </a:lnTo>
                      <a:lnTo>
                        <a:pt x="5157" y="2839"/>
                      </a:lnTo>
                      <a:lnTo>
                        <a:pt x="5207" y="2809"/>
                      </a:lnTo>
                      <a:lnTo>
                        <a:pt x="5255" y="2778"/>
                      </a:lnTo>
                      <a:lnTo>
                        <a:pt x="5304" y="2746"/>
                      </a:lnTo>
                      <a:lnTo>
                        <a:pt x="5350" y="2714"/>
                      </a:lnTo>
                      <a:lnTo>
                        <a:pt x="5396" y="2680"/>
                      </a:lnTo>
                      <a:lnTo>
                        <a:pt x="5440" y="2647"/>
                      </a:lnTo>
                      <a:lnTo>
                        <a:pt x="5482" y="2613"/>
                      </a:lnTo>
                      <a:lnTo>
                        <a:pt x="5523" y="2578"/>
                      </a:lnTo>
                      <a:lnTo>
                        <a:pt x="5563" y="2543"/>
                      </a:lnTo>
                      <a:lnTo>
                        <a:pt x="5600" y="2507"/>
                      </a:lnTo>
                      <a:lnTo>
                        <a:pt x="5636" y="2470"/>
                      </a:lnTo>
                      <a:lnTo>
                        <a:pt x="5671" y="2434"/>
                      </a:lnTo>
                      <a:lnTo>
                        <a:pt x="5704" y="2397"/>
                      </a:lnTo>
                      <a:lnTo>
                        <a:pt x="5736" y="2359"/>
                      </a:lnTo>
                      <a:lnTo>
                        <a:pt x="5766" y="2320"/>
                      </a:lnTo>
                      <a:lnTo>
                        <a:pt x="5794" y="2282"/>
                      </a:lnTo>
                      <a:lnTo>
                        <a:pt x="5819" y="2242"/>
                      </a:lnTo>
                      <a:lnTo>
                        <a:pt x="5845" y="2202"/>
                      </a:lnTo>
                      <a:lnTo>
                        <a:pt x="5867" y="2163"/>
                      </a:lnTo>
                      <a:lnTo>
                        <a:pt x="5889" y="2123"/>
                      </a:lnTo>
                      <a:lnTo>
                        <a:pt x="5908" y="2082"/>
                      </a:lnTo>
                      <a:lnTo>
                        <a:pt x="5925" y="2040"/>
                      </a:lnTo>
                      <a:lnTo>
                        <a:pt x="5940" y="1999"/>
                      </a:lnTo>
                      <a:lnTo>
                        <a:pt x="5953" y="1956"/>
                      </a:lnTo>
                      <a:lnTo>
                        <a:pt x="5964" y="1914"/>
                      </a:lnTo>
                      <a:lnTo>
                        <a:pt x="5973" y="1872"/>
                      </a:lnTo>
                      <a:lnTo>
                        <a:pt x="5981" y="1828"/>
                      </a:lnTo>
                      <a:lnTo>
                        <a:pt x="5986" y="1786"/>
                      </a:lnTo>
                      <a:lnTo>
                        <a:pt x="5990" y="1742"/>
                      </a:lnTo>
                      <a:lnTo>
                        <a:pt x="5991" y="1699"/>
                      </a:lnTo>
                      <a:lnTo>
                        <a:pt x="5991" y="1699"/>
                      </a:lnTo>
                      <a:lnTo>
                        <a:pt x="5990" y="1654"/>
                      </a:lnTo>
                      <a:lnTo>
                        <a:pt x="5986" y="1610"/>
                      </a:lnTo>
                      <a:lnTo>
                        <a:pt x="5981" y="1568"/>
                      </a:lnTo>
                      <a:lnTo>
                        <a:pt x="5973" y="1524"/>
                      </a:lnTo>
                      <a:lnTo>
                        <a:pt x="5964" y="1482"/>
                      </a:lnTo>
                      <a:lnTo>
                        <a:pt x="5953" y="1440"/>
                      </a:lnTo>
                      <a:lnTo>
                        <a:pt x="5940" y="1397"/>
                      </a:lnTo>
                      <a:lnTo>
                        <a:pt x="5925" y="1356"/>
                      </a:lnTo>
                      <a:lnTo>
                        <a:pt x="5908" y="1315"/>
                      </a:lnTo>
                      <a:lnTo>
                        <a:pt x="5889" y="1274"/>
                      </a:lnTo>
                      <a:lnTo>
                        <a:pt x="5867" y="1233"/>
                      </a:lnTo>
                      <a:lnTo>
                        <a:pt x="5845" y="1193"/>
                      </a:lnTo>
                      <a:lnTo>
                        <a:pt x="5819" y="1154"/>
                      </a:lnTo>
                      <a:lnTo>
                        <a:pt x="5794" y="1114"/>
                      </a:lnTo>
                      <a:lnTo>
                        <a:pt x="5766" y="1076"/>
                      </a:lnTo>
                      <a:lnTo>
                        <a:pt x="5736" y="1037"/>
                      </a:lnTo>
                      <a:lnTo>
                        <a:pt x="5704" y="1000"/>
                      </a:lnTo>
                      <a:lnTo>
                        <a:pt x="5671" y="961"/>
                      </a:lnTo>
                      <a:lnTo>
                        <a:pt x="5636" y="926"/>
                      </a:lnTo>
                      <a:lnTo>
                        <a:pt x="5600" y="888"/>
                      </a:lnTo>
                      <a:lnTo>
                        <a:pt x="5563" y="852"/>
                      </a:lnTo>
                      <a:lnTo>
                        <a:pt x="5523" y="818"/>
                      </a:lnTo>
                      <a:lnTo>
                        <a:pt x="5482" y="783"/>
                      </a:lnTo>
                      <a:lnTo>
                        <a:pt x="5440" y="749"/>
                      </a:lnTo>
                      <a:lnTo>
                        <a:pt x="5396" y="715"/>
                      </a:lnTo>
                      <a:lnTo>
                        <a:pt x="5350" y="682"/>
                      </a:lnTo>
                      <a:lnTo>
                        <a:pt x="5304" y="650"/>
                      </a:lnTo>
                      <a:lnTo>
                        <a:pt x="5255" y="618"/>
                      </a:lnTo>
                      <a:lnTo>
                        <a:pt x="5207" y="587"/>
                      </a:lnTo>
                      <a:lnTo>
                        <a:pt x="5157" y="556"/>
                      </a:lnTo>
                      <a:lnTo>
                        <a:pt x="5104" y="527"/>
                      </a:lnTo>
                      <a:lnTo>
                        <a:pt x="5052" y="497"/>
                      </a:lnTo>
                      <a:lnTo>
                        <a:pt x="4996" y="469"/>
                      </a:lnTo>
                      <a:lnTo>
                        <a:pt x="4941" y="441"/>
                      </a:lnTo>
                      <a:lnTo>
                        <a:pt x="4885" y="414"/>
                      </a:lnTo>
                      <a:lnTo>
                        <a:pt x="4827" y="388"/>
                      </a:lnTo>
                      <a:lnTo>
                        <a:pt x="4768" y="363"/>
                      </a:lnTo>
                      <a:lnTo>
                        <a:pt x="4708" y="337"/>
                      </a:lnTo>
                      <a:lnTo>
                        <a:pt x="4647" y="314"/>
                      </a:lnTo>
                      <a:lnTo>
                        <a:pt x="4585" y="290"/>
                      </a:lnTo>
                      <a:lnTo>
                        <a:pt x="4522" y="268"/>
                      </a:lnTo>
                      <a:lnTo>
                        <a:pt x="4458" y="246"/>
                      </a:lnTo>
                      <a:lnTo>
                        <a:pt x="4393" y="226"/>
                      </a:lnTo>
                      <a:lnTo>
                        <a:pt x="4327" y="205"/>
                      </a:lnTo>
                      <a:lnTo>
                        <a:pt x="4261" y="186"/>
                      </a:lnTo>
                      <a:lnTo>
                        <a:pt x="4193" y="168"/>
                      </a:lnTo>
                      <a:lnTo>
                        <a:pt x="4125" y="150"/>
                      </a:lnTo>
                      <a:lnTo>
                        <a:pt x="4056" y="133"/>
                      </a:lnTo>
                      <a:lnTo>
                        <a:pt x="3986" y="118"/>
                      </a:lnTo>
                      <a:lnTo>
                        <a:pt x="3916" y="104"/>
                      </a:lnTo>
                      <a:lnTo>
                        <a:pt x="3844" y="90"/>
                      </a:lnTo>
                      <a:lnTo>
                        <a:pt x="3772" y="77"/>
                      </a:lnTo>
                      <a:lnTo>
                        <a:pt x="3700" y="65"/>
                      </a:lnTo>
                      <a:lnTo>
                        <a:pt x="3627" y="54"/>
                      </a:lnTo>
                      <a:lnTo>
                        <a:pt x="3553" y="44"/>
                      </a:lnTo>
                      <a:lnTo>
                        <a:pt x="3480" y="35"/>
                      </a:lnTo>
                      <a:lnTo>
                        <a:pt x="3404" y="27"/>
                      </a:lnTo>
                      <a:lnTo>
                        <a:pt x="3330" y="20"/>
                      </a:lnTo>
                      <a:lnTo>
                        <a:pt x="3254" y="14"/>
                      </a:lnTo>
                      <a:lnTo>
                        <a:pt x="3179" y="9"/>
                      </a:lnTo>
                      <a:lnTo>
                        <a:pt x="3102" y="5"/>
                      </a:lnTo>
                      <a:lnTo>
                        <a:pt x="3025" y="3"/>
                      </a:lnTo>
                      <a:lnTo>
                        <a:pt x="2948" y="1"/>
                      </a:lnTo>
                      <a:lnTo>
                        <a:pt x="2870" y="0"/>
                      </a:lnTo>
                      <a:lnTo>
                        <a:pt x="2870" y="0"/>
                      </a:lnTo>
                      <a:lnTo>
                        <a:pt x="2716" y="1"/>
                      </a:lnTo>
                      <a:lnTo>
                        <a:pt x="2566" y="5"/>
                      </a:lnTo>
                      <a:lnTo>
                        <a:pt x="2417" y="12"/>
                      </a:lnTo>
                      <a:lnTo>
                        <a:pt x="2272" y="20"/>
                      </a:lnTo>
                      <a:lnTo>
                        <a:pt x="2130" y="32"/>
                      </a:lnTo>
                      <a:lnTo>
                        <a:pt x="1990" y="45"/>
                      </a:lnTo>
                      <a:lnTo>
                        <a:pt x="1856" y="62"/>
                      </a:lnTo>
                      <a:lnTo>
                        <a:pt x="1724" y="79"/>
                      </a:lnTo>
                      <a:lnTo>
                        <a:pt x="1596" y="99"/>
                      </a:lnTo>
                      <a:lnTo>
                        <a:pt x="1471" y="120"/>
                      </a:lnTo>
                      <a:lnTo>
                        <a:pt x="1351" y="145"/>
                      </a:lnTo>
                      <a:lnTo>
                        <a:pt x="1235" y="170"/>
                      </a:lnTo>
                      <a:lnTo>
                        <a:pt x="1123" y="199"/>
                      </a:lnTo>
                      <a:lnTo>
                        <a:pt x="1015" y="228"/>
                      </a:lnTo>
                      <a:lnTo>
                        <a:pt x="912" y="260"/>
                      </a:lnTo>
                      <a:lnTo>
                        <a:pt x="862" y="276"/>
                      </a:lnTo>
                      <a:lnTo>
                        <a:pt x="815" y="292"/>
                      </a:lnTo>
                      <a:lnTo>
                        <a:pt x="768" y="310"/>
                      </a:lnTo>
                      <a:lnTo>
                        <a:pt x="721" y="328"/>
                      </a:lnTo>
                      <a:lnTo>
                        <a:pt x="677" y="345"/>
                      </a:lnTo>
                      <a:lnTo>
                        <a:pt x="633" y="364"/>
                      </a:lnTo>
                      <a:lnTo>
                        <a:pt x="591" y="382"/>
                      </a:lnTo>
                      <a:lnTo>
                        <a:pt x="550" y="401"/>
                      </a:lnTo>
                      <a:lnTo>
                        <a:pt x="510" y="420"/>
                      </a:lnTo>
                      <a:lnTo>
                        <a:pt x="471" y="441"/>
                      </a:lnTo>
                      <a:lnTo>
                        <a:pt x="434" y="460"/>
                      </a:lnTo>
                      <a:lnTo>
                        <a:pt x="398" y="481"/>
                      </a:lnTo>
                      <a:lnTo>
                        <a:pt x="365" y="502"/>
                      </a:lnTo>
                      <a:lnTo>
                        <a:pt x="332" y="523"/>
                      </a:lnTo>
                      <a:lnTo>
                        <a:pt x="301" y="545"/>
                      </a:lnTo>
                      <a:lnTo>
                        <a:pt x="270" y="567"/>
                      </a:lnTo>
                      <a:lnTo>
                        <a:pt x="242" y="588"/>
                      </a:lnTo>
                      <a:lnTo>
                        <a:pt x="215" y="610"/>
                      </a:lnTo>
                      <a:lnTo>
                        <a:pt x="189" y="633"/>
                      </a:lnTo>
                      <a:lnTo>
                        <a:pt x="166" y="655"/>
                      </a:lnTo>
                      <a:lnTo>
                        <a:pt x="143" y="678"/>
                      </a:lnTo>
                      <a:lnTo>
                        <a:pt x="123" y="702"/>
                      </a:lnTo>
                      <a:lnTo>
                        <a:pt x="104" y="726"/>
                      </a:lnTo>
                      <a:lnTo>
                        <a:pt x="86" y="750"/>
                      </a:lnTo>
                      <a:lnTo>
                        <a:pt x="69" y="773"/>
                      </a:lnTo>
                      <a:lnTo>
                        <a:pt x="55" y="797"/>
                      </a:lnTo>
                      <a:lnTo>
                        <a:pt x="42" y="822"/>
                      </a:lnTo>
                      <a:lnTo>
                        <a:pt x="30" y="847"/>
                      </a:lnTo>
                      <a:lnTo>
                        <a:pt x="21" y="872"/>
                      </a:lnTo>
                      <a:lnTo>
                        <a:pt x="14" y="897"/>
                      </a:lnTo>
                      <a:lnTo>
                        <a:pt x="7" y="922"/>
                      </a:lnTo>
                      <a:lnTo>
                        <a:pt x="2" y="947"/>
                      </a:lnTo>
                      <a:lnTo>
                        <a:pt x="0" y="973"/>
                      </a:lnTo>
                      <a:lnTo>
                        <a:pt x="0" y="999"/>
                      </a:lnTo>
                      <a:lnTo>
                        <a:pt x="0" y="999"/>
                      </a:lnTo>
                      <a:lnTo>
                        <a:pt x="0" y="1024"/>
                      </a:lnTo>
                      <a:lnTo>
                        <a:pt x="2" y="1050"/>
                      </a:lnTo>
                      <a:lnTo>
                        <a:pt x="7" y="1076"/>
                      </a:lnTo>
                      <a:lnTo>
                        <a:pt x="14" y="1101"/>
                      </a:lnTo>
                      <a:lnTo>
                        <a:pt x="21" y="1127"/>
                      </a:lnTo>
                      <a:lnTo>
                        <a:pt x="30" y="1151"/>
                      </a:lnTo>
                      <a:lnTo>
                        <a:pt x="42" y="1176"/>
                      </a:lnTo>
                      <a:lnTo>
                        <a:pt x="55" y="1200"/>
                      </a:lnTo>
                      <a:lnTo>
                        <a:pt x="69" y="1224"/>
                      </a:lnTo>
                      <a:lnTo>
                        <a:pt x="86" y="1249"/>
                      </a:lnTo>
                      <a:lnTo>
                        <a:pt x="104" y="1273"/>
                      </a:lnTo>
                      <a:lnTo>
                        <a:pt x="123" y="1296"/>
                      </a:lnTo>
                      <a:lnTo>
                        <a:pt x="143" y="1319"/>
                      </a:lnTo>
                      <a:lnTo>
                        <a:pt x="166" y="1342"/>
                      </a:lnTo>
                      <a:lnTo>
                        <a:pt x="189" y="1365"/>
                      </a:lnTo>
                      <a:lnTo>
                        <a:pt x="215" y="1388"/>
                      </a:lnTo>
                      <a:lnTo>
                        <a:pt x="242" y="1410"/>
                      </a:lnTo>
                      <a:lnTo>
                        <a:pt x="270" y="1432"/>
                      </a:lnTo>
                      <a:lnTo>
                        <a:pt x="301" y="1454"/>
                      </a:lnTo>
                      <a:lnTo>
                        <a:pt x="332" y="1475"/>
                      </a:lnTo>
                      <a:lnTo>
                        <a:pt x="365" y="1496"/>
                      </a:lnTo>
                      <a:lnTo>
                        <a:pt x="398" y="1517"/>
                      </a:lnTo>
                      <a:lnTo>
                        <a:pt x="434" y="1537"/>
                      </a:lnTo>
                      <a:lnTo>
                        <a:pt x="471" y="1558"/>
                      </a:lnTo>
                      <a:lnTo>
                        <a:pt x="510" y="1577"/>
                      </a:lnTo>
                      <a:lnTo>
                        <a:pt x="550" y="1596"/>
                      </a:lnTo>
                      <a:lnTo>
                        <a:pt x="591" y="1615"/>
                      </a:lnTo>
                      <a:lnTo>
                        <a:pt x="633" y="1634"/>
                      </a:lnTo>
                      <a:lnTo>
                        <a:pt x="677" y="1652"/>
                      </a:lnTo>
                      <a:lnTo>
                        <a:pt x="721" y="1670"/>
                      </a:lnTo>
                      <a:lnTo>
                        <a:pt x="768" y="1688"/>
                      </a:lnTo>
                      <a:lnTo>
                        <a:pt x="815" y="1705"/>
                      </a:lnTo>
                      <a:lnTo>
                        <a:pt x="862" y="1722"/>
                      </a:lnTo>
                      <a:lnTo>
                        <a:pt x="912" y="1738"/>
                      </a:lnTo>
                      <a:lnTo>
                        <a:pt x="1015" y="1769"/>
                      </a:lnTo>
                      <a:lnTo>
                        <a:pt x="1123" y="1800"/>
                      </a:lnTo>
                      <a:lnTo>
                        <a:pt x="1235" y="1827"/>
                      </a:lnTo>
                      <a:lnTo>
                        <a:pt x="1351" y="1854"/>
                      </a:lnTo>
                      <a:lnTo>
                        <a:pt x="1471" y="1877"/>
                      </a:lnTo>
                      <a:lnTo>
                        <a:pt x="1596" y="1899"/>
                      </a:lnTo>
                      <a:lnTo>
                        <a:pt x="1724" y="1919"/>
                      </a:lnTo>
                      <a:lnTo>
                        <a:pt x="1856" y="1937"/>
                      </a:lnTo>
                      <a:lnTo>
                        <a:pt x="1990" y="1952"/>
                      </a:lnTo>
                      <a:lnTo>
                        <a:pt x="2130" y="1966"/>
                      </a:lnTo>
                      <a:lnTo>
                        <a:pt x="2272" y="1977"/>
                      </a:lnTo>
                      <a:lnTo>
                        <a:pt x="2417" y="1986"/>
                      </a:lnTo>
                      <a:lnTo>
                        <a:pt x="2566" y="1992"/>
                      </a:lnTo>
                      <a:lnTo>
                        <a:pt x="2716" y="1996"/>
                      </a:lnTo>
                      <a:lnTo>
                        <a:pt x="2870" y="1997"/>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478093" rtl="0" eaLnBrk="1" latinLnBrk="0" hangingPunct="1">
                    <a:defRPr sz="1883" kern="1200">
                      <a:solidFill>
                        <a:schemeClr val="tx1"/>
                      </a:solidFill>
                      <a:latin typeface="+mn-lt"/>
                      <a:ea typeface="+mn-ea"/>
                      <a:cs typeface="+mn-cs"/>
                    </a:defRPr>
                  </a:lvl1pPr>
                  <a:lvl2pPr marL="478093" algn="l" defTabSz="478093" rtl="0" eaLnBrk="1" latinLnBrk="0" hangingPunct="1">
                    <a:defRPr sz="1883" kern="1200">
                      <a:solidFill>
                        <a:schemeClr val="tx1"/>
                      </a:solidFill>
                      <a:latin typeface="+mn-lt"/>
                      <a:ea typeface="+mn-ea"/>
                      <a:cs typeface="+mn-cs"/>
                    </a:defRPr>
                  </a:lvl2pPr>
                  <a:lvl3pPr marL="956184" algn="l" defTabSz="478093" rtl="0" eaLnBrk="1" latinLnBrk="0" hangingPunct="1">
                    <a:defRPr sz="1883" kern="1200">
                      <a:solidFill>
                        <a:schemeClr val="tx1"/>
                      </a:solidFill>
                      <a:latin typeface="+mn-lt"/>
                      <a:ea typeface="+mn-ea"/>
                      <a:cs typeface="+mn-cs"/>
                    </a:defRPr>
                  </a:lvl3pPr>
                  <a:lvl4pPr marL="1434277" algn="l" defTabSz="478093" rtl="0" eaLnBrk="1" latinLnBrk="0" hangingPunct="1">
                    <a:defRPr sz="1883" kern="1200">
                      <a:solidFill>
                        <a:schemeClr val="tx1"/>
                      </a:solidFill>
                      <a:latin typeface="+mn-lt"/>
                      <a:ea typeface="+mn-ea"/>
                      <a:cs typeface="+mn-cs"/>
                    </a:defRPr>
                  </a:lvl4pPr>
                  <a:lvl5pPr marL="1912370" algn="l" defTabSz="478093" rtl="0" eaLnBrk="1" latinLnBrk="0" hangingPunct="1">
                    <a:defRPr sz="1883" kern="1200">
                      <a:solidFill>
                        <a:schemeClr val="tx1"/>
                      </a:solidFill>
                      <a:latin typeface="+mn-lt"/>
                      <a:ea typeface="+mn-ea"/>
                      <a:cs typeface="+mn-cs"/>
                    </a:defRPr>
                  </a:lvl5pPr>
                  <a:lvl6pPr marL="2390462" algn="l" defTabSz="478093" rtl="0" eaLnBrk="1" latinLnBrk="0" hangingPunct="1">
                    <a:defRPr sz="1883" kern="1200">
                      <a:solidFill>
                        <a:schemeClr val="tx1"/>
                      </a:solidFill>
                      <a:latin typeface="+mn-lt"/>
                      <a:ea typeface="+mn-ea"/>
                      <a:cs typeface="+mn-cs"/>
                    </a:defRPr>
                  </a:lvl6pPr>
                  <a:lvl7pPr marL="2868554" algn="l" defTabSz="478093" rtl="0" eaLnBrk="1" latinLnBrk="0" hangingPunct="1">
                    <a:defRPr sz="1883" kern="1200">
                      <a:solidFill>
                        <a:schemeClr val="tx1"/>
                      </a:solidFill>
                      <a:latin typeface="+mn-lt"/>
                      <a:ea typeface="+mn-ea"/>
                      <a:cs typeface="+mn-cs"/>
                    </a:defRPr>
                  </a:lvl7pPr>
                  <a:lvl8pPr marL="3346646" algn="l" defTabSz="478093" rtl="0" eaLnBrk="1" latinLnBrk="0" hangingPunct="1">
                    <a:defRPr sz="1883" kern="1200">
                      <a:solidFill>
                        <a:schemeClr val="tx1"/>
                      </a:solidFill>
                      <a:latin typeface="+mn-lt"/>
                      <a:ea typeface="+mn-ea"/>
                      <a:cs typeface="+mn-cs"/>
                    </a:defRPr>
                  </a:lvl8pPr>
                  <a:lvl9pPr marL="3824739" algn="l" defTabSz="478093" rtl="0" eaLnBrk="1" latinLnBrk="0" hangingPunct="1">
                    <a:defRPr sz="1883" kern="1200">
                      <a:solidFill>
                        <a:schemeClr val="tx1"/>
                      </a:solidFill>
                      <a:latin typeface="+mn-lt"/>
                      <a:ea typeface="+mn-ea"/>
                      <a:cs typeface="+mn-cs"/>
                    </a:defRPr>
                  </a:lvl9pPr>
                </a:lstStyle>
                <a:p>
                  <a:endParaRPr lang="ja-JP" altLang="en-US"/>
                </a:p>
              </p:txBody>
            </p:sp>
            <p:sp>
              <p:nvSpPr>
                <p:cNvPr id="44" name="Freeform 42">
                  <a:extLst>
                    <a:ext uri="{FF2B5EF4-FFF2-40B4-BE49-F238E27FC236}">
                      <a16:creationId xmlns:a16="http://schemas.microsoft.com/office/drawing/2014/main" id="{FD08D539-A0CF-6A99-91EF-5D471287EBEA}"/>
                    </a:ext>
                  </a:extLst>
                </p:cNvPr>
                <p:cNvSpPr>
                  <a:spLocks/>
                </p:cNvSpPr>
                <p:nvPr/>
              </p:nvSpPr>
              <p:spPr bwMode="auto">
                <a:xfrm>
                  <a:off x="3131984" y="5267334"/>
                  <a:ext cx="270003" cy="90001"/>
                </a:xfrm>
                <a:custGeom>
                  <a:avLst/>
                  <a:gdLst>
                    <a:gd name="T0" fmla="*/ 3025 w 5991"/>
                    <a:gd name="T1" fmla="*/ 3393 h 3396"/>
                    <a:gd name="T2" fmla="*/ 3330 w 5991"/>
                    <a:gd name="T3" fmla="*/ 3377 h 3396"/>
                    <a:gd name="T4" fmla="*/ 3627 w 5991"/>
                    <a:gd name="T5" fmla="*/ 3342 h 3396"/>
                    <a:gd name="T6" fmla="*/ 3916 w 5991"/>
                    <a:gd name="T7" fmla="*/ 3293 h 3396"/>
                    <a:gd name="T8" fmla="*/ 4193 w 5991"/>
                    <a:gd name="T9" fmla="*/ 3228 h 3396"/>
                    <a:gd name="T10" fmla="*/ 4458 w 5991"/>
                    <a:gd name="T11" fmla="*/ 3150 h 3396"/>
                    <a:gd name="T12" fmla="*/ 4708 w 5991"/>
                    <a:gd name="T13" fmla="*/ 3059 h 3396"/>
                    <a:gd name="T14" fmla="*/ 4941 w 5991"/>
                    <a:gd name="T15" fmla="*/ 2955 h 3396"/>
                    <a:gd name="T16" fmla="*/ 5157 w 5991"/>
                    <a:gd name="T17" fmla="*/ 2839 h 3396"/>
                    <a:gd name="T18" fmla="*/ 5350 w 5991"/>
                    <a:gd name="T19" fmla="*/ 2714 h 3396"/>
                    <a:gd name="T20" fmla="*/ 5523 w 5991"/>
                    <a:gd name="T21" fmla="*/ 2578 h 3396"/>
                    <a:gd name="T22" fmla="*/ 5671 w 5991"/>
                    <a:gd name="T23" fmla="*/ 2434 h 3396"/>
                    <a:gd name="T24" fmla="*/ 5794 w 5991"/>
                    <a:gd name="T25" fmla="*/ 2282 h 3396"/>
                    <a:gd name="T26" fmla="*/ 5889 w 5991"/>
                    <a:gd name="T27" fmla="*/ 2123 h 3396"/>
                    <a:gd name="T28" fmla="*/ 5953 w 5991"/>
                    <a:gd name="T29" fmla="*/ 1956 h 3396"/>
                    <a:gd name="T30" fmla="*/ 5986 w 5991"/>
                    <a:gd name="T31" fmla="*/ 1786 h 3396"/>
                    <a:gd name="T32" fmla="*/ 5990 w 5991"/>
                    <a:gd name="T33" fmla="*/ 1654 h 3396"/>
                    <a:gd name="T34" fmla="*/ 5964 w 5991"/>
                    <a:gd name="T35" fmla="*/ 1482 h 3396"/>
                    <a:gd name="T36" fmla="*/ 5908 w 5991"/>
                    <a:gd name="T37" fmla="*/ 1315 h 3396"/>
                    <a:gd name="T38" fmla="*/ 5819 w 5991"/>
                    <a:gd name="T39" fmla="*/ 1154 h 3396"/>
                    <a:gd name="T40" fmla="*/ 5704 w 5991"/>
                    <a:gd name="T41" fmla="*/ 1000 h 3396"/>
                    <a:gd name="T42" fmla="*/ 5563 w 5991"/>
                    <a:gd name="T43" fmla="*/ 852 h 3396"/>
                    <a:gd name="T44" fmla="*/ 5396 w 5991"/>
                    <a:gd name="T45" fmla="*/ 715 h 3396"/>
                    <a:gd name="T46" fmla="*/ 5207 w 5991"/>
                    <a:gd name="T47" fmla="*/ 587 h 3396"/>
                    <a:gd name="T48" fmla="*/ 4996 w 5991"/>
                    <a:gd name="T49" fmla="*/ 469 h 3396"/>
                    <a:gd name="T50" fmla="*/ 4768 w 5991"/>
                    <a:gd name="T51" fmla="*/ 363 h 3396"/>
                    <a:gd name="T52" fmla="*/ 4522 w 5991"/>
                    <a:gd name="T53" fmla="*/ 268 h 3396"/>
                    <a:gd name="T54" fmla="*/ 4261 w 5991"/>
                    <a:gd name="T55" fmla="*/ 186 h 3396"/>
                    <a:gd name="T56" fmla="*/ 3986 w 5991"/>
                    <a:gd name="T57" fmla="*/ 118 h 3396"/>
                    <a:gd name="T58" fmla="*/ 3700 w 5991"/>
                    <a:gd name="T59" fmla="*/ 65 h 3396"/>
                    <a:gd name="T60" fmla="*/ 3404 w 5991"/>
                    <a:gd name="T61" fmla="*/ 27 h 3396"/>
                    <a:gd name="T62" fmla="*/ 3102 w 5991"/>
                    <a:gd name="T63" fmla="*/ 5 h 3396"/>
                    <a:gd name="T64" fmla="*/ 2870 w 5991"/>
                    <a:gd name="T65" fmla="*/ 0 h 3396"/>
                    <a:gd name="T66" fmla="*/ 2272 w 5991"/>
                    <a:gd name="T67" fmla="*/ 20 h 3396"/>
                    <a:gd name="T68" fmla="*/ 1724 w 5991"/>
                    <a:gd name="T69" fmla="*/ 79 h 3396"/>
                    <a:gd name="T70" fmla="*/ 1235 w 5991"/>
                    <a:gd name="T71" fmla="*/ 170 h 3396"/>
                    <a:gd name="T72" fmla="*/ 862 w 5991"/>
                    <a:gd name="T73" fmla="*/ 276 h 3396"/>
                    <a:gd name="T74" fmla="*/ 677 w 5991"/>
                    <a:gd name="T75" fmla="*/ 345 h 3396"/>
                    <a:gd name="T76" fmla="*/ 510 w 5991"/>
                    <a:gd name="T77" fmla="*/ 420 h 3396"/>
                    <a:gd name="T78" fmla="*/ 365 w 5991"/>
                    <a:gd name="T79" fmla="*/ 502 h 3396"/>
                    <a:gd name="T80" fmla="*/ 242 w 5991"/>
                    <a:gd name="T81" fmla="*/ 588 h 3396"/>
                    <a:gd name="T82" fmla="*/ 143 w 5991"/>
                    <a:gd name="T83" fmla="*/ 678 h 3396"/>
                    <a:gd name="T84" fmla="*/ 69 w 5991"/>
                    <a:gd name="T85" fmla="*/ 773 h 3396"/>
                    <a:gd name="T86" fmla="*/ 21 w 5991"/>
                    <a:gd name="T87" fmla="*/ 872 h 3396"/>
                    <a:gd name="T88" fmla="*/ 0 w 5991"/>
                    <a:gd name="T89" fmla="*/ 973 h 3396"/>
                    <a:gd name="T90" fmla="*/ 2 w 5991"/>
                    <a:gd name="T91" fmla="*/ 1050 h 3396"/>
                    <a:gd name="T92" fmla="*/ 30 w 5991"/>
                    <a:gd name="T93" fmla="*/ 1151 h 3396"/>
                    <a:gd name="T94" fmla="*/ 86 w 5991"/>
                    <a:gd name="T95" fmla="*/ 1249 h 3396"/>
                    <a:gd name="T96" fmla="*/ 166 w 5991"/>
                    <a:gd name="T97" fmla="*/ 1342 h 3396"/>
                    <a:gd name="T98" fmla="*/ 270 w 5991"/>
                    <a:gd name="T99" fmla="*/ 1432 h 3396"/>
                    <a:gd name="T100" fmla="*/ 398 w 5991"/>
                    <a:gd name="T101" fmla="*/ 1517 h 3396"/>
                    <a:gd name="T102" fmla="*/ 550 w 5991"/>
                    <a:gd name="T103" fmla="*/ 1596 h 3396"/>
                    <a:gd name="T104" fmla="*/ 721 w 5991"/>
                    <a:gd name="T105" fmla="*/ 1670 h 3396"/>
                    <a:gd name="T106" fmla="*/ 912 w 5991"/>
                    <a:gd name="T107" fmla="*/ 1738 h 3396"/>
                    <a:gd name="T108" fmla="*/ 1351 w 5991"/>
                    <a:gd name="T109" fmla="*/ 1854 h 3396"/>
                    <a:gd name="T110" fmla="*/ 1856 w 5991"/>
                    <a:gd name="T111" fmla="*/ 1937 h 3396"/>
                    <a:gd name="T112" fmla="*/ 2417 w 5991"/>
                    <a:gd name="T113" fmla="*/ 1986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991" h="3396">
                      <a:moveTo>
                        <a:pt x="2870" y="3396"/>
                      </a:moveTo>
                      <a:lnTo>
                        <a:pt x="2870" y="3396"/>
                      </a:lnTo>
                      <a:lnTo>
                        <a:pt x="2948" y="3395"/>
                      </a:lnTo>
                      <a:lnTo>
                        <a:pt x="3025" y="3393"/>
                      </a:lnTo>
                      <a:lnTo>
                        <a:pt x="3102" y="3391"/>
                      </a:lnTo>
                      <a:lnTo>
                        <a:pt x="3179" y="3387"/>
                      </a:lnTo>
                      <a:lnTo>
                        <a:pt x="3254" y="3382"/>
                      </a:lnTo>
                      <a:lnTo>
                        <a:pt x="3330" y="3377"/>
                      </a:lnTo>
                      <a:lnTo>
                        <a:pt x="3404" y="3369"/>
                      </a:lnTo>
                      <a:lnTo>
                        <a:pt x="3480" y="3361"/>
                      </a:lnTo>
                      <a:lnTo>
                        <a:pt x="3553" y="3352"/>
                      </a:lnTo>
                      <a:lnTo>
                        <a:pt x="3627" y="3342"/>
                      </a:lnTo>
                      <a:lnTo>
                        <a:pt x="3700" y="3332"/>
                      </a:lnTo>
                      <a:lnTo>
                        <a:pt x="3772" y="3319"/>
                      </a:lnTo>
                      <a:lnTo>
                        <a:pt x="3844" y="3306"/>
                      </a:lnTo>
                      <a:lnTo>
                        <a:pt x="3916" y="3293"/>
                      </a:lnTo>
                      <a:lnTo>
                        <a:pt x="3986" y="3278"/>
                      </a:lnTo>
                      <a:lnTo>
                        <a:pt x="4056" y="3262"/>
                      </a:lnTo>
                      <a:lnTo>
                        <a:pt x="4125" y="3246"/>
                      </a:lnTo>
                      <a:lnTo>
                        <a:pt x="4193" y="3228"/>
                      </a:lnTo>
                      <a:lnTo>
                        <a:pt x="4261" y="3210"/>
                      </a:lnTo>
                      <a:lnTo>
                        <a:pt x="4327" y="3191"/>
                      </a:lnTo>
                      <a:lnTo>
                        <a:pt x="4393" y="3170"/>
                      </a:lnTo>
                      <a:lnTo>
                        <a:pt x="4458" y="3150"/>
                      </a:lnTo>
                      <a:lnTo>
                        <a:pt x="4522" y="3128"/>
                      </a:lnTo>
                      <a:lnTo>
                        <a:pt x="4585" y="3106"/>
                      </a:lnTo>
                      <a:lnTo>
                        <a:pt x="4647" y="3083"/>
                      </a:lnTo>
                      <a:lnTo>
                        <a:pt x="4708" y="3059"/>
                      </a:lnTo>
                      <a:lnTo>
                        <a:pt x="4768" y="3033"/>
                      </a:lnTo>
                      <a:lnTo>
                        <a:pt x="4827" y="3009"/>
                      </a:lnTo>
                      <a:lnTo>
                        <a:pt x="4885" y="2982"/>
                      </a:lnTo>
                      <a:lnTo>
                        <a:pt x="4941" y="2955"/>
                      </a:lnTo>
                      <a:lnTo>
                        <a:pt x="4996" y="2927"/>
                      </a:lnTo>
                      <a:lnTo>
                        <a:pt x="5052" y="2898"/>
                      </a:lnTo>
                      <a:lnTo>
                        <a:pt x="5104" y="2869"/>
                      </a:lnTo>
                      <a:lnTo>
                        <a:pt x="5157" y="2839"/>
                      </a:lnTo>
                      <a:lnTo>
                        <a:pt x="5207" y="2809"/>
                      </a:lnTo>
                      <a:lnTo>
                        <a:pt x="5255" y="2778"/>
                      </a:lnTo>
                      <a:lnTo>
                        <a:pt x="5304" y="2746"/>
                      </a:lnTo>
                      <a:lnTo>
                        <a:pt x="5350" y="2714"/>
                      </a:lnTo>
                      <a:lnTo>
                        <a:pt x="5396" y="2680"/>
                      </a:lnTo>
                      <a:lnTo>
                        <a:pt x="5440" y="2647"/>
                      </a:lnTo>
                      <a:lnTo>
                        <a:pt x="5482" y="2613"/>
                      </a:lnTo>
                      <a:lnTo>
                        <a:pt x="5523" y="2578"/>
                      </a:lnTo>
                      <a:lnTo>
                        <a:pt x="5563" y="2543"/>
                      </a:lnTo>
                      <a:lnTo>
                        <a:pt x="5600" y="2507"/>
                      </a:lnTo>
                      <a:lnTo>
                        <a:pt x="5636" y="2470"/>
                      </a:lnTo>
                      <a:lnTo>
                        <a:pt x="5671" y="2434"/>
                      </a:lnTo>
                      <a:lnTo>
                        <a:pt x="5704" y="2397"/>
                      </a:lnTo>
                      <a:lnTo>
                        <a:pt x="5736" y="2359"/>
                      </a:lnTo>
                      <a:lnTo>
                        <a:pt x="5766" y="2320"/>
                      </a:lnTo>
                      <a:lnTo>
                        <a:pt x="5794" y="2282"/>
                      </a:lnTo>
                      <a:lnTo>
                        <a:pt x="5819" y="2242"/>
                      </a:lnTo>
                      <a:lnTo>
                        <a:pt x="5845" y="2202"/>
                      </a:lnTo>
                      <a:lnTo>
                        <a:pt x="5867" y="2163"/>
                      </a:lnTo>
                      <a:lnTo>
                        <a:pt x="5889" y="2123"/>
                      </a:lnTo>
                      <a:lnTo>
                        <a:pt x="5908" y="2082"/>
                      </a:lnTo>
                      <a:lnTo>
                        <a:pt x="5925" y="2040"/>
                      </a:lnTo>
                      <a:lnTo>
                        <a:pt x="5940" y="1999"/>
                      </a:lnTo>
                      <a:lnTo>
                        <a:pt x="5953" y="1956"/>
                      </a:lnTo>
                      <a:lnTo>
                        <a:pt x="5964" y="1914"/>
                      </a:lnTo>
                      <a:lnTo>
                        <a:pt x="5973" y="1872"/>
                      </a:lnTo>
                      <a:lnTo>
                        <a:pt x="5981" y="1828"/>
                      </a:lnTo>
                      <a:lnTo>
                        <a:pt x="5986" y="1786"/>
                      </a:lnTo>
                      <a:lnTo>
                        <a:pt x="5990" y="1742"/>
                      </a:lnTo>
                      <a:lnTo>
                        <a:pt x="5991" y="1699"/>
                      </a:lnTo>
                      <a:lnTo>
                        <a:pt x="5991" y="1699"/>
                      </a:lnTo>
                      <a:lnTo>
                        <a:pt x="5990" y="1654"/>
                      </a:lnTo>
                      <a:lnTo>
                        <a:pt x="5986" y="1610"/>
                      </a:lnTo>
                      <a:lnTo>
                        <a:pt x="5981" y="1568"/>
                      </a:lnTo>
                      <a:lnTo>
                        <a:pt x="5973" y="1524"/>
                      </a:lnTo>
                      <a:lnTo>
                        <a:pt x="5964" y="1482"/>
                      </a:lnTo>
                      <a:lnTo>
                        <a:pt x="5953" y="1440"/>
                      </a:lnTo>
                      <a:lnTo>
                        <a:pt x="5940" y="1397"/>
                      </a:lnTo>
                      <a:lnTo>
                        <a:pt x="5925" y="1356"/>
                      </a:lnTo>
                      <a:lnTo>
                        <a:pt x="5908" y="1315"/>
                      </a:lnTo>
                      <a:lnTo>
                        <a:pt x="5889" y="1274"/>
                      </a:lnTo>
                      <a:lnTo>
                        <a:pt x="5867" y="1233"/>
                      </a:lnTo>
                      <a:lnTo>
                        <a:pt x="5845" y="1193"/>
                      </a:lnTo>
                      <a:lnTo>
                        <a:pt x="5819" y="1154"/>
                      </a:lnTo>
                      <a:lnTo>
                        <a:pt x="5794" y="1114"/>
                      </a:lnTo>
                      <a:lnTo>
                        <a:pt x="5766" y="1076"/>
                      </a:lnTo>
                      <a:lnTo>
                        <a:pt x="5736" y="1037"/>
                      </a:lnTo>
                      <a:lnTo>
                        <a:pt x="5704" y="1000"/>
                      </a:lnTo>
                      <a:lnTo>
                        <a:pt x="5671" y="961"/>
                      </a:lnTo>
                      <a:lnTo>
                        <a:pt x="5636" y="926"/>
                      </a:lnTo>
                      <a:lnTo>
                        <a:pt x="5600" y="888"/>
                      </a:lnTo>
                      <a:lnTo>
                        <a:pt x="5563" y="852"/>
                      </a:lnTo>
                      <a:lnTo>
                        <a:pt x="5523" y="818"/>
                      </a:lnTo>
                      <a:lnTo>
                        <a:pt x="5482" y="783"/>
                      </a:lnTo>
                      <a:lnTo>
                        <a:pt x="5440" y="749"/>
                      </a:lnTo>
                      <a:lnTo>
                        <a:pt x="5396" y="715"/>
                      </a:lnTo>
                      <a:lnTo>
                        <a:pt x="5350" y="682"/>
                      </a:lnTo>
                      <a:lnTo>
                        <a:pt x="5304" y="650"/>
                      </a:lnTo>
                      <a:lnTo>
                        <a:pt x="5255" y="618"/>
                      </a:lnTo>
                      <a:lnTo>
                        <a:pt x="5207" y="587"/>
                      </a:lnTo>
                      <a:lnTo>
                        <a:pt x="5157" y="556"/>
                      </a:lnTo>
                      <a:lnTo>
                        <a:pt x="5104" y="527"/>
                      </a:lnTo>
                      <a:lnTo>
                        <a:pt x="5052" y="497"/>
                      </a:lnTo>
                      <a:lnTo>
                        <a:pt x="4996" y="469"/>
                      </a:lnTo>
                      <a:lnTo>
                        <a:pt x="4941" y="441"/>
                      </a:lnTo>
                      <a:lnTo>
                        <a:pt x="4885" y="414"/>
                      </a:lnTo>
                      <a:lnTo>
                        <a:pt x="4827" y="388"/>
                      </a:lnTo>
                      <a:lnTo>
                        <a:pt x="4768" y="363"/>
                      </a:lnTo>
                      <a:lnTo>
                        <a:pt x="4708" y="337"/>
                      </a:lnTo>
                      <a:lnTo>
                        <a:pt x="4647" y="314"/>
                      </a:lnTo>
                      <a:lnTo>
                        <a:pt x="4585" y="290"/>
                      </a:lnTo>
                      <a:lnTo>
                        <a:pt x="4522" y="268"/>
                      </a:lnTo>
                      <a:lnTo>
                        <a:pt x="4458" y="246"/>
                      </a:lnTo>
                      <a:lnTo>
                        <a:pt x="4393" y="226"/>
                      </a:lnTo>
                      <a:lnTo>
                        <a:pt x="4327" y="205"/>
                      </a:lnTo>
                      <a:lnTo>
                        <a:pt x="4261" y="186"/>
                      </a:lnTo>
                      <a:lnTo>
                        <a:pt x="4193" y="168"/>
                      </a:lnTo>
                      <a:lnTo>
                        <a:pt x="4125" y="150"/>
                      </a:lnTo>
                      <a:lnTo>
                        <a:pt x="4056" y="133"/>
                      </a:lnTo>
                      <a:lnTo>
                        <a:pt x="3986" y="118"/>
                      </a:lnTo>
                      <a:lnTo>
                        <a:pt x="3916" y="104"/>
                      </a:lnTo>
                      <a:lnTo>
                        <a:pt x="3844" y="90"/>
                      </a:lnTo>
                      <a:lnTo>
                        <a:pt x="3772" y="77"/>
                      </a:lnTo>
                      <a:lnTo>
                        <a:pt x="3700" y="65"/>
                      </a:lnTo>
                      <a:lnTo>
                        <a:pt x="3627" y="54"/>
                      </a:lnTo>
                      <a:lnTo>
                        <a:pt x="3553" y="44"/>
                      </a:lnTo>
                      <a:lnTo>
                        <a:pt x="3480" y="35"/>
                      </a:lnTo>
                      <a:lnTo>
                        <a:pt x="3404" y="27"/>
                      </a:lnTo>
                      <a:lnTo>
                        <a:pt x="3330" y="20"/>
                      </a:lnTo>
                      <a:lnTo>
                        <a:pt x="3254" y="14"/>
                      </a:lnTo>
                      <a:lnTo>
                        <a:pt x="3179" y="9"/>
                      </a:lnTo>
                      <a:lnTo>
                        <a:pt x="3102" y="5"/>
                      </a:lnTo>
                      <a:lnTo>
                        <a:pt x="3025" y="3"/>
                      </a:lnTo>
                      <a:lnTo>
                        <a:pt x="2948" y="1"/>
                      </a:lnTo>
                      <a:lnTo>
                        <a:pt x="2870" y="0"/>
                      </a:lnTo>
                      <a:lnTo>
                        <a:pt x="2870" y="0"/>
                      </a:lnTo>
                      <a:lnTo>
                        <a:pt x="2716" y="1"/>
                      </a:lnTo>
                      <a:lnTo>
                        <a:pt x="2566" y="5"/>
                      </a:lnTo>
                      <a:lnTo>
                        <a:pt x="2417" y="12"/>
                      </a:lnTo>
                      <a:lnTo>
                        <a:pt x="2272" y="20"/>
                      </a:lnTo>
                      <a:lnTo>
                        <a:pt x="2130" y="32"/>
                      </a:lnTo>
                      <a:lnTo>
                        <a:pt x="1990" y="45"/>
                      </a:lnTo>
                      <a:lnTo>
                        <a:pt x="1856" y="62"/>
                      </a:lnTo>
                      <a:lnTo>
                        <a:pt x="1724" y="79"/>
                      </a:lnTo>
                      <a:lnTo>
                        <a:pt x="1596" y="99"/>
                      </a:lnTo>
                      <a:lnTo>
                        <a:pt x="1471" y="120"/>
                      </a:lnTo>
                      <a:lnTo>
                        <a:pt x="1351" y="145"/>
                      </a:lnTo>
                      <a:lnTo>
                        <a:pt x="1235" y="170"/>
                      </a:lnTo>
                      <a:lnTo>
                        <a:pt x="1123" y="199"/>
                      </a:lnTo>
                      <a:lnTo>
                        <a:pt x="1015" y="228"/>
                      </a:lnTo>
                      <a:lnTo>
                        <a:pt x="912" y="260"/>
                      </a:lnTo>
                      <a:lnTo>
                        <a:pt x="862" y="276"/>
                      </a:lnTo>
                      <a:lnTo>
                        <a:pt x="815" y="292"/>
                      </a:lnTo>
                      <a:lnTo>
                        <a:pt x="768" y="310"/>
                      </a:lnTo>
                      <a:lnTo>
                        <a:pt x="721" y="328"/>
                      </a:lnTo>
                      <a:lnTo>
                        <a:pt x="677" y="345"/>
                      </a:lnTo>
                      <a:lnTo>
                        <a:pt x="633" y="364"/>
                      </a:lnTo>
                      <a:lnTo>
                        <a:pt x="591" y="382"/>
                      </a:lnTo>
                      <a:lnTo>
                        <a:pt x="550" y="401"/>
                      </a:lnTo>
                      <a:lnTo>
                        <a:pt x="510" y="420"/>
                      </a:lnTo>
                      <a:lnTo>
                        <a:pt x="471" y="441"/>
                      </a:lnTo>
                      <a:lnTo>
                        <a:pt x="434" y="460"/>
                      </a:lnTo>
                      <a:lnTo>
                        <a:pt x="398" y="481"/>
                      </a:lnTo>
                      <a:lnTo>
                        <a:pt x="365" y="502"/>
                      </a:lnTo>
                      <a:lnTo>
                        <a:pt x="332" y="523"/>
                      </a:lnTo>
                      <a:lnTo>
                        <a:pt x="301" y="545"/>
                      </a:lnTo>
                      <a:lnTo>
                        <a:pt x="270" y="567"/>
                      </a:lnTo>
                      <a:lnTo>
                        <a:pt x="242" y="588"/>
                      </a:lnTo>
                      <a:lnTo>
                        <a:pt x="215" y="610"/>
                      </a:lnTo>
                      <a:lnTo>
                        <a:pt x="189" y="633"/>
                      </a:lnTo>
                      <a:lnTo>
                        <a:pt x="166" y="655"/>
                      </a:lnTo>
                      <a:lnTo>
                        <a:pt x="143" y="678"/>
                      </a:lnTo>
                      <a:lnTo>
                        <a:pt x="123" y="702"/>
                      </a:lnTo>
                      <a:lnTo>
                        <a:pt x="104" y="726"/>
                      </a:lnTo>
                      <a:lnTo>
                        <a:pt x="86" y="750"/>
                      </a:lnTo>
                      <a:lnTo>
                        <a:pt x="69" y="773"/>
                      </a:lnTo>
                      <a:lnTo>
                        <a:pt x="55" y="797"/>
                      </a:lnTo>
                      <a:lnTo>
                        <a:pt x="42" y="822"/>
                      </a:lnTo>
                      <a:lnTo>
                        <a:pt x="30" y="847"/>
                      </a:lnTo>
                      <a:lnTo>
                        <a:pt x="21" y="872"/>
                      </a:lnTo>
                      <a:lnTo>
                        <a:pt x="14" y="897"/>
                      </a:lnTo>
                      <a:lnTo>
                        <a:pt x="7" y="922"/>
                      </a:lnTo>
                      <a:lnTo>
                        <a:pt x="2" y="947"/>
                      </a:lnTo>
                      <a:lnTo>
                        <a:pt x="0" y="973"/>
                      </a:lnTo>
                      <a:lnTo>
                        <a:pt x="0" y="999"/>
                      </a:lnTo>
                      <a:lnTo>
                        <a:pt x="0" y="999"/>
                      </a:lnTo>
                      <a:lnTo>
                        <a:pt x="0" y="1024"/>
                      </a:lnTo>
                      <a:lnTo>
                        <a:pt x="2" y="1050"/>
                      </a:lnTo>
                      <a:lnTo>
                        <a:pt x="7" y="1076"/>
                      </a:lnTo>
                      <a:lnTo>
                        <a:pt x="14" y="1101"/>
                      </a:lnTo>
                      <a:lnTo>
                        <a:pt x="21" y="1127"/>
                      </a:lnTo>
                      <a:lnTo>
                        <a:pt x="30" y="1151"/>
                      </a:lnTo>
                      <a:lnTo>
                        <a:pt x="42" y="1176"/>
                      </a:lnTo>
                      <a:lnTo>
                        <a:pt x="55" y="1200"/>
                      </a:lnTo>
                      <a:lnTo>
                        <a:pt x="69" y="1224"/>
                      </a:lnTo>
                      <a:lnTo>
                        <a:pt x="86" y="1249"/>
                      </a:lnTo>
                      <a:lnTo>
                        <a:pt x="104" y="1273"/>
                      </a:lnTo>
                      <a:lnTo>
                        <a:pt x="123" y="1296"/>
                      </a:lnTo>
                      <a:lnTo>
                        <a:pt x="143" y="1319"/>
                      </a:lnTo>
                      <a:lnTo>
                        <a:pt x="166" y="1342"/>
                      </a:lnTo>
                      <a:lnTo>
                        <a:pt x="189" y="1365"/>
                      </a:lnTo>
                      <a:lnTo>
                        <a:pt x="215" y="1388"/>
                      </a:lnTo>
                      <a:lnTo>
                        <a:pt x="242" y="1410"/>
                      </a:lnTo>
                      <a:lnTo>
                        <a:pt x="270" y="1432"/>
                      </a:lnTo>
                      <a:lnTo>
                        <a:pt x="301" y="1454"/>
                      </a:lnTo>
                      <a:lnTo>
                        <a:pt x="332" y="1475"/>
                      </a:lnTo>
                      <a:lnTo>
                        <a:pt x="365" y="1496"/>
                      </a:lnTo>
                      <a:lnTo>
                        <a:pt x="398" y="1517"/>
                      </a:lnTo>
                      <a:lnTo>
                        <a:pt x="434" y="1537"/>
                      </a:lnTo>
                      <a:lnTo>
                        <a:pt x="471" y="1558"/>
                      </a:lnTo>
                      <a:lnTo>
                        <a:pt x="510" y="1577"/>
                      </a:lnTo>
                      <a:lnTo>
                        <a:pt x="550" y="1596"/>
                      </a:lnTo>
                      <a:lnTo>
                        <a:pt x="591" y="1615"/>
                      </a:lnTo>
                      <a:lnTo>
                        <a:pt x="633" y="1634"/>
                      </a:lnTo>
                      <a:lnTo>
                        <a:pt x="677" y="1652"/>
                      </a:lnTo>
                      <a:lnTo>
                        <a:pt x="721" y="1670"/>
                      </a:lnTo>
                      <a:lnTo>
                        <a:pt x="768" y="1688"/>
                      </a:lnTo>
                      <a:lnTo>
                        <a:pt x="815" y="1705"/>
                      </a:lnTo>
                      <a:lnTo>
                        <a:pt x="862" y="1722"/>
                      </a:lnTo>
                      <a:lnTo>
                        <a:pt x="912" y="1738"/>
                      </a:lnTo>
                      <a:lnTo>
                        <a:pt x="1015" y="1769"/>
                      </a:lnTo>
                      <a:lnTo>
                        <a:pt x="1123" y="1800"/>
                      </a:lnTo>
                      <a:lnTo>
                        <a:pt x="1235" y="1827"/>
                      </a:lnTo>
                      <a:lnTo>
                        <a:pt x="1351" y="1854"/>
                      </a:lnTo>
                      <a:lnTo>
                        <a:pt x="1471" y="1877"/>
                      </a:lnTo>
                      <a:lnTo>
                        <a:pt x="1596" y="1899"/>
                      </a:lnTo>
                      <a:lnTo>
                        <a:pt x="1724" y="1919"/>
                      </a:lnTo>
                      <a:lnTo>
                        <a:pt x="1856" y="1937"/>
                      </a:lnTo>
                      <a:lnTo>
                        <a:pt x="1990" y="1952"/>
                      </a:lnTo>
                      <a:lnTo>
                        <a:pt x="2130" y="1966"/>
                      </a:lnTo>
                      <a:lnTo>
                        <a:pt x="2272" y="1977"/>
                      </a:lnTo>
                      <a:lnTo>
                        <a:pt x="2417" y="1986"/>
                      </a:lnTo>
                      <a:lnTo>
                        <a:pt x="2566" y="1992"/>
                      </a:lnTo>
                      <a:lnTo>
                        <a:pt x="2716" y="1996"/>
                      </a:lnTo>
                      <a:lnTo>
                        <a:pt x="2870" y="1997"/>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478093" rtl="0" eaLnBrk="1" latinLnBrk="0" hangingPunct="1">
                    <a:defRPr sz="1883" kern="1200">
                      <a:solidFill>
                        <a:schemeClr val="tx1"/>
                      </a:solidFill>
                      <a:latin typeface="+mn-lt"/>
                      <a:ea typeface="+mn-ea"/>
                      <a:cs typeface="+mn-cs"/>
                    </a:defRPr>
                  </a:lvl1pPr>
                  <a:lvl2pPr marL="478093" algn="l" defTabSz="478093" rtl="0" eaLnBrk="1" latinLnBrk="0" hangingPunct="1">
                    <a:defRPr sz="1883" kern="1200">
                      <a:solidFill>
                        <a:schemeClr val="tx1"/>
                      </a:solidFill>
                      <a:latin typeface="+mn-lt"/>
                      <a:ea typeface="+mn-ea"/>
                      <a:cs typeface="+mn-cs"/>
                    </a:defRPr>
                  </a:lvl2pPr>
                  <a:lvl3pPr marL="956184" algn="l" defTabSz="478093" rtl="0" eaLnBrk="1" latinLnBrk="0" hangingPunct="1">
                    <a:defRPr sz="1883" kern="1200">
                      <a:solidFill>
                        <a:schemeClr val="tx1"/>
                      </a:solidFill>
                      <a:latin typeface="+mn-lt"/>
                      <a:ea typeface="+mn-ea"/>
                      <a:cs typeface="+mn-cs"/>
                    </a:defRPr>
                  </a:lvl3pPr>
                  <a:lvl4pPr marL="1434277" algn="l" defTabSz="478093" rtl="0" eaLnBrk="1" latinLnBrk="0" hangingPunct="1">
                    <a:defRPr sz="1883" kern="1200">
                      <a:solidFill>
                        <a:schemeClr val="tx1"/>
                      </a:solidFill>
                      <a:latin typeface="+mn-lt"/>
                      <a:ea typeface="+mn-ea"/>
                      <a:cs typeface="+mn-cs"/>
                    </a:defRPr>
                  </a:lvl4pPr>
                  <a:lvl5pPr marL="1912370" algn="l" defTabSz="478093" rtl="0" eaLnBrk="1" latinLnBrk="0" hangingPunct="1">
                    <a:defRPr sz="1883" kern="1200">
                      <a:solidFill>
                        <a:schemeClr val="tx1"/>
                      </a:solidFill>
                      <a:latin typeface="+mn-lt"/>
                      <a:ea typeface="+mn-ea"/>
                      <a:cs typeface="+mn-cs"/>
                    </a:defRPr>
                  </a:lvl5pPr>
                  <a:lvl6pPr marL="2390462" algn="l" defTabSz="478093" rtl="0" eaLnBrk="1" latinLnBrk="0" hangingPunct="1">
                    <a:defRPr sz="1883" kern="1200">
                      <a:solidFill>
                        <a:schemeClr val="tx1"/>
                      </a:solidFill>
                      <a:latin typeface="+mn-lt"/>
                      <a:ea typeface="+mn-ea"/>
                      <a:cs typeface="+mn-cs"/>
                    </a:defRPr>
                  </a:lvl6pPr>
                  <a:lvl7pPr marL="2868554" algn="l" defTabSz="478093" rtl="0" eaLnBrk="1" latinLnBrk="0" hangingPunct="1">
                    <a:defRPr sz="1883" kern="1200">
                      <a:solidFill>
                        <a:schemeClr val="tx1"/>
                      </a:solidFill>
                      <a:latin typeface="+mn-lt"/>
                      <a:ea typeface="+mn-ea"/>
                      <a:cs typeface="+mn-cs"/>
                    </a:defRPr>
                  </a:lvl7pPr>
                  <a:lvl8pPr marL="3346646" algn="l" defTabSz="478093" rtl="0" eaLnBrk="1" latinLnBrk="0" hangingPunct="1">
                    <a:defRPr sz="1883" kern="1200">
                      <a:solidFill>
                        <a:schemeClr val="tx1"/>
                      </a:solidFill>
                      <a:latin typeface="+mn-lt"/>
                      <a:ea typeface="+mn-ea"/>
                      <a:cs typeface="+mn-cs"/>
                    </a:defRPr>
                  </a:lvl8pPr>
                  <a:lvl9pPr marL="3824739" algn="l" defTabSz="478093" rtl="0" eaLnBrk="1" latinLnBrk="0" hangingPunct="1">
                    <a:defRPr sz="1883" kern="1200">
                      <a:solidFill>
                        <a:schemeClr val="tx1"/>
                      </a:solidFill>
                      <a:latin typeface="+mn-lt"/>
                      <a:ea typeface="+mn-ea"/>
                      <a:cs typeface="+mn-cs"/>
                    </a:defRPr>
                  </a:lvl9pPr>
                </a:lstStyle>
                <a:p>
                  <a:endParaRPr lang="ja-JP" altLang="en-US"/>
                </a:p>
              </p:txBody>
            </p:sp>
            <p:sp>
              <p:nvSpPr>
                <p:cNvPr id="45" name="Freeform 42">
                  <a:extLst>
                    <a:ext uri="{FF2B5EF4-FFF2-40B4-BE49-F238E27FC236}">
                      <a16:creationId xmlns:a16="http://schemas.microsoft.com/office/drawing/2014/main" id="{1257A8B8-3D09-0F81-FFFD-B160AA271408}"/>
                    </a:ext>
                  </a:extLst>
                </p:cNvPr>
                <p:cNvSpPr>
                  <a:spLocks/>
                </p:cNvSpPr>
                <p:nvPr/>
              </p:nvSpPr>
              <p:spPr bwMode="auto">
                <a:xfrm>
                  <a:off x="3131984" y="5303797"/>
                  <a:ext cx="270003" cy="90001"/>
                </a:xfrm>
                <a:custGeom>
                  <a:avLst/>
                  <a:gdLst>
                    <a:gd name="T0" fmla="*/ 3025 w 5991"/>
                    <a:gd name="T1" fmla="*/ 3393 h 3396"/>
                    <a:gd name="T2" fmla="*/ 3330 w 5991"/>
                    <a:gd name="T3" fmla="*/ 3377 h 3396"/>
                    <a:gd name="T4" fmla="*/ 3627 w 5991"/>
                    <a:gd name="T5" fmla="*/ 3342 h 3396"/>
                    <a:gd name="T6" fmla="*/ 3916 w 5991"/>
                    <a:gd name="T7" fmla="*/ 3293 h 3396"/>
                    <a:gd name="T8" fmla="*/ 4193 w 5991"/>
                    <a:gd name="T9" fmla="*/ 3228 h 3396"/>
                    <a:gd name="T10" fmla="*/ 4458 w 5991"/>
                    <a:gd name="T11" fmla="*/ 3150 h 3396"/>
                    <a:gd name="T12" fmla="*/ 4708 w 5991"/>
                    <a:gd name="T13" fmla="*/ 3059 h 3396"/>
                    <a:gd name="T14" fmla="*/ 4941 w 5991"/>
                    <a:gd name="T15" fmla="*/ 2955 h 3396"/>
                    <a:gd name="T16" fmla="*/ 5157 w 5991"/>
                    <a:gd name="T17" fmla="*/ 2839 h 3396"/>
                    <a:gd name="T18" fmla="*/ 5350 w 5991"/>
                    <a:gd name="T19" fmla="*/ 2714 h 3396"/>
                    <a:gd name="T20" fmla="*/ 5523 w 5991"/>
                    <a:gd name="T21" fmla="*/ 2578 h 3396"/>
                    <a:gd name="T22" fmla="*/ 5671 w 5991"/>
                    <a:gd name="T23" fmla="*/ 2434 h 3396"/>
                    <a:gd name="T24" fmla="*/ 5794 w 5991"/>
                    <a:gd name="T25" fmla="*/ 2282 h 3396"/>
                    <a:gd name="T26" fmla="*/ 5889 w 5991"/>
                    <a:gd name="T27" fmla="*/ 2123 h 3396"/>
                    <a:gd name="T28" fmla="*/ 5953 w 5991"/>
                    <a:gd name="T29" fmla="*/ 1956 h 3396"/>
                    <a:gd name="T30" fmla="*/ 5986 w 5991"/>
                    <a:gd name="T31" fmla="*/ 1786 h 3396"/>
                    <a:gd name="T32" fmla="*/ 5990 w 5991"/>
                    <a:gd name="T33" fmla="*/ 1654 h 3396"/>
                    <a:gd name="T34" fmla="*/ 5964 w 5991"/>
                    <a:gd name="T35" fmla="*/ 1482 h 3396"/>
                    <a:gd name="T36" fmla="*/ 5908 w 5991"/>
                    <a:gd name="T37" fmla="*/ 1315 h 3396"/>
                    <a:gd name="T38" fmla="*/ 5819 w 5991"/>
                    <a:gd name="T39" fmla="*/ 1154 h 3396"/>
                    <a:gd name="T40" fmla="*/ 5704 w 5991"/>
                    <a:gd name="T41" fmla="*/ 1000 h 3396"/>
                    <a:gd name="T42" fmla="*/ 5563 w 5991"/>
                    <a:gd name="T43" fmla="*/ 852 h 3396"/>
                    <a:gd name="T44" fmla="*/ 5396 w 5991"/>
                    <a:gd name="T45" fmla="*/ 715 h 3396"/>
                    <a:gd name="T46" fmla="*/ 5207 w 5991"/>
                    <a:gd name="T47" fmla="*/ 587 h 3396"/>
                    <a:gd name="T48" fmla="*/ 4996 w 5991"/>
                    <a:gd name="T49" fmla="*/ 469 h 3396"/>
                    <a:gd name="T50" fmla="*/ 4768 w 5991"/>
                    <a:gd name="T51" fmla="*/ 363 h 3396"/>
                    <a:gd name="T52" fmla="*/ 4522 w 5991"/>
                    <a:gd name="T53" fmla="*/ 268 h 3396"/>
                    <a:gd name="T54" fmla="*/ 4261 w 5991"/>
                    <a:gd name="T55" fmla="*/ 186 h 3396"/>
                    <a:gd name="T56" fmla="*/ 3986 w 5991"/>
                    <a:gd name="T57" fmla="*/ 118 h 3396"/>
                    <a:gd name="T58" fmla="*/ 3700 w 5991"/>
                    <a:gd name="T59" fmla="*/ 65 h 3396"/>
                    <a:gd name="T60" fmla="*/ 3404 w 5991"/>
                    <a:gd name="T61" fmla="*/ 27 h 3396"/>
                    <a:gd name="T62" fmla="*/ 3102 w 5991"/>
                    <a:gd name="T63" fmla="*/ 5 h 3396"/>
                    <a:gd name="T64" fmla="*/ 2870 w 5991"/>
                    <a:gd name="T65" fmla="*/ 0 h 3396"/>
                    <a:gd name="T66" fmla="*/ 2272 w 5991"/>
                    <a:gd name="T67" fmla="*/ 20 h 3396"/>
                    <a:gd name="T68" fmla="*/ 1724 w 5991"/>
                    <a:gd name="T69" fmla="*/ 79 h 3396"/>
                    <a:gd name="T70" fmla="*/ 1235 w 5991"/>
                    <a:gd name="T71" fmla="*/ 170 h 3396"/>
                    <a:gd name="T72" fmla="*/ 862 w 5991"/>
                    <a:gd name="T73" fmla="*/ 276 h 3396"/>
                    <a:gd name="T74" fmla="*/ 677 w 5991"/>
                    <a:gd name="T75" fmla="*/ 345 h 3396"/>
                    <a:gd name="T76" fmla="*/ 510 w 5991"/>
                    <a:gd name="T77" fmla="*/ 420 h 3396"/>
                    <a:gd name="T78" fmla="*/ 365 w 5991"/>
                    <a:gd name="T79" fmla="*/ 502 h 3396"/>
                    <a:gd name="T80" fmla="*/ 242 w 5991"/>
                    <a:gd name="T81" fmla="*/ 588 h 3396"/>
                    <a:gd name="T82" fmla="*/ 143 w 5991"/>
                    <a:gd name="T83" fmla="*/ 678 h 3396"/>
                    <a:gd name="T84" fmla="*/ 69 w 5991"/>
                    <a:gd name="T85" fmla="*/ 773 h 3396"/>
                    <a:gd name="T86" fmla="*/ 21 w 5991"/>
                    <a:gd name="T87" fmla="*/ 872 h 3396"/>
                    <a:gd name="T88" fmla="*/ 0 w 5991"/>
                    <a:gd name="T89" fmla="*/ 973 h 3396"/>
                    <a:gd name="T90" fmla="*/ 2 w 5991"/>
                    <a:gd name="T91" fmla="*/ 1050 h 3396"/>
                    <a:gd name="T92" fmla="*/ 30 w 5991"/>
                    <a:gd name="T93" fmla="*/ 1151 h 3396"/>
                    <a:gd name="T94" fmla="*/ 86 w 5991"/>
                    <a:gd name="T95" fmla="*/ 1249 h 3396"/>
                    <a:gd name="T96" fmla="*/ 166 w 5991"/>
                    <a:gd name="T97" fmla="*/ 1342 h 3396"/>
                    <a:gd name="T98" fmla="*/ 270 w 5991"/>
                    <a:gd name="T99" fmla="*/ 1432 h 3396"/>
                    <a:gd name="T100" fmla="*/ 398 w 5991"/>
                    <a:gd name="T101" fmla="*/ 1517 h 3396"/>
                    <a:gd name="T102" fmla="*/ 550 w 5991"/>
                    <a:gd name="T103" fmla="*/ 1596 h 3396"/>
                    <a:gd name="T104" fmla="*/ 721 w 5991"/>
                    <a:gd name="T105" fmla="*/ 1670 h 3396"/>
                    <a:gd name="T106" fmla="*/ 912 w 5991"/>
                    <a:gd name="T107" fmla="*/ 1738 h 3396"/>
                    <a:gd name="T108" fmla="*/ 1351 w 5991"/>
                    <a:gd name="T109" fmla="*/ 1854 h 3396"/>
                    <a:gd name="T110" fmla="*/ 1856 w 5991"/>
                    <a:gd name="T111" fmla="*/ 1937 h 3396"/>
                    <a:gd name="T112" fmla="*/ 2417 w 5991"/>
                    <a:gd name="T113" fmla="*/ 1986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991" h="3396">
                      <a:moveTo>
                        <a:pt x="2870" y="3396"/>
                      </a:moveTo>
                      <a:lnTo>
                        <a:pt x="2870" y="3396"/>
                      </a:lnTo>
                      <a:lnTo>
                        <a:pt x="2948" y="3395"/>
                      </a:lnTo>
                      <a:lnTo>
                        <a:pt x="3025" y="3393"/>
                      </a:lnTo>
                      <a:lnTo>
                        <a:pt x="3102" y="3391"/>
                      </a:lnTo>
                      <a:lnTo>
                        <a:pt x="3179" y="3387"/>
                      </a:lnTo>
                      <a:lnTo>
                        <a:pt x="3254" y="3382"/>
                      </a:lnTo>
                      <a:lnTo>
                        <a:pt x="3330" y="3377"/>
                      </a:lnTo>
                      <a:lnTo>
                        <a:pt x="3404" y="3369"/>
                      </a:lnTo>
                      <a:lnTo>
                        <a:pt x="3480" y="3361"/>
                      </a:lnTo>
                      <a:lnTo>
                        <a:pt x="3553" y="3352"/>
                      </a:lnTo>
                      <a:lnTo>
                        <a:pt x="3627" y="3342"/>
                      </a:lnTo>
                      <a:lnTo>
                        <a:pt x="3700" y="3332"/>
                      </a:lnTo>
                      <a:lnTo>
                        <a:pt x="3772" y="3319"/>
                      </a:lnTo>
                      <a:lnTo>
                        <a:pt x="3844" y="3306"/>
                      </a:lnTo>
                      <a:lnTo>
                        <a:pt x="3916" y="3293"/>
                      </a:lnTo>
                      <a:lnTo>
                        <a:pt x="3986" y="3278"/>
                      </a:lnTo>
                      <a:lnTo>
                        <a:pt x="4056" y="3262"/>
                      </a:lnTo>
                      <a:lnTo>
                        <a:pt x="4125" y="3246"/>
                      </a:lnTo>
                      <a:lnTo>
                        <a:pt x="4193" y="3228"/>
                      </a:lnTo>
                      <a:lnTo>
                        <a:pt x="4261" y="3210"/>
                      </a:lnTo>
                      <a:lnTo>
                        <a:pt x="4327" y="3191"/>
                      </a:lnTo>
                      <a:lnTo>
                        <a:pt x="4393" y="3170"/>
                      </a:lnTo>
                      <a:lnTo>
                        <a:pt x="4458" y="3150"/>
                      </a:lnTo>
                      <a:lnTo>
                        <a:pt x="4522" y="3128"/>
                      </a:lnTo>
                      <a:lnTo>
                        <a:pt x="4585" y="3106"/>
                      </a:lnTo>
                      <a:lnTo>
                        <a:pt x="4647" y="3083"/>
                      </a:lnTo>
                      <a:lnTo>
                        <a:pt x="4708" y="3059"/>
                      </a:lnTo>
                      <a:lnTo>
                        <a:pt x="4768" y="3033"/>
                      </a:lnTo>
                      <a:lnTo>
                        <a:pt x="4827" y="3009"/>
                      </a:lnTo>
                      <a:lnTo>
                        <a:pt x="4885" y="2982"/>
                      </a:lnTo>
                      <a:lnTo>
                        <a:pt x="4941" y="2955"/>
                      </a:lnTo>
                      <a:lnTo>
                        <a:pt x="4996" y="2927"/>
                      </a:lnTo>
                      <a:lnTo>
                        <a:pt x="5052" y="2898"/>
                      </a:lnTo>
                      <a:lnTo>
                        <a:pt x="5104" y="2869"/>
                      </a:lnTo>
                      <a:lnTo>
                        <a:pt x="5157" y="2839"/>
                      </a:lnTo>
                      <a:lnTo>
                        <a:pt x="5207" y="2809"/>
                      </a:lnTo>
                      <a:lnTo>
                        <a:pt x="5255" y="2778"/>
                      </a:lnTo>
                      <a:lnTo>
                        <a:pt x="5304" y="2746"/>
                      </a:lnTo>
                      <a:lnTo>
                        <a:pt x="5350" y="2714"/>
                      </a:lnTo>
                      <a:lnTo>
                        <a:pt x="5396" y="2680"/>
                      </a:lnTo>
                      <a:lnTo>
                        <a:pt x="5440" y="2647"/>
                      </a:lnTo>
                      <a:lnTo>
                        <a:pt x="5482" y="2613"/>
                      </a:lnTo>
                      <a:lnTo>
                        <a:pt x="5523" y="2578"/>
                      </a:lnTo>
                      <a:lnTo>
                        <a:pt x="5563" y="2543"/>
                      </a:lnTo>
                      <a:lnTo>
                        <a:pt x="5600" y="2507"/>
                      </a:lnTo>
                      <a:lnTo>
                        <a:pt x="5636" y="2470"/>
                      </a:lnTo>
                      <a:lnTo>
                        <a:pt x="5671" y="2434"/>
                      </a:lnTo>
                      <a:lnTo>
                        <a:pt x="5704" y="2397"/>
                      </a:lnTo>
                      <a:lnTo>
                        <a:pt x="5736" y="2359"/>
                      </a:lnTo>
                      <a:lnTo>
                        <a:pt x="5766" y="2320"/>
                      </a:lnTo>
                      <a:lnTo>
                        <a:pt x="5794" y="2282"/>
                      </a:lnTo>
                      <a:lnTo>
                        <a:pt x="5819" y="2242"/>
                      </a:lnTo>
                      <a:lnTo>
                        <a:pt x="5845" y="2202"/>
                      </a:lnTo>
                      <a:lnTo>
                        <a:pt x="5867" y="2163"/>
                      </a:lnTo>
                      <a:lnTo>
                        <a:pt x="5889" y="2123"/>
                      </a:lnTo>
                      <a:lnTo>
                        <a:pt x="5908" y="2082"/>
                      </a:lnTo>
                      <a:lnTo>
                        <a:pt x="5925" y="2040"/>
                      </a:lnTo>
                      <a:lnTo>
                        <a:pt x="5940" y="1999"/>
                      </a:lnTo>
                      <a:lnTo>
                        <a:pt x="5953" y="1956"/>
                      </a:lnTo>
                      <a:lnTo>
                        <a:pt x="5964" y="1914"/>
                      </a:lnTo>
                      <a:lnTo>
                        <a:pt x="5973" y="1872"/>
                      </a:lnTo>
                      <a:lnTo>
                        <a:pt x="5981" y="1828"/>
                      </a:lnTo>
                      <a:lnTo>
                        <a:pt x="5986" y="1786"/>
                      </a:lnTo>
                      <a:lnTo>
                        <a:pt x="5990" y="1742"/>
                      </a:lnTo>
                      <a:lnTo>
                        <a:pt x="5991" y="1699"/>
                      </a:lnTo>
                      <a:lnTo>
                        <a:pt x="5991" y="1699"/>
                      </a:lnTo>
                      <a:lnTo>
                        <a:pt x="5990" y="1654"/>
                      </a:lnTo>
                      <a:lnTo>
                        <a:pt x="5986" y="1610"/>
                      </a:lnTo>
                      <a:lnTo>
                        <a:pt x="5981" y="1568"/>
                      </a:lnTo>
                      <a:lnTo>
                        <a:pt x="5973" y="1524"/>
                      </a:lnTo>
                      <a:lnTo>
                        <a:pt x="5964" y="1482"/>
                      </a:lnTo>
                      <a:lnTo>
                        <a:pt x="5953" y="1440"/>
                      </a:lnTo>
                      <a:lnTo>
                        <a:pt x="5940" y="1397"/>
                      </a:lnTo>
                      <a:lnTo>
                        <a:pt x="5925" y="1356"/>
                      </a:lnTo>
                      <a:lnTo>
                        <a:pt x="5908" y="1315"/>
                      </a:lnTo>
                      <a:lnTo>
                        <a:pt x="5889" y="1274"/>
                      </a:lnTo>
                      <a:lnTo>
                        <a:pt x="5867" y="1233"/>
                      </a:lnTo>
                      <a:lnTo>
                        <a:pt x="5845" y="1193"/>
                      </a:lnTo>
                      <a:lnTo>
                        <a:pt x="5819" y="1154"/>
                      </a:lnTo>
                      <a:lnTo>
                        <a:pt x="5794" y="1114"/>
                      </a:lnTo>
                      <a:lnTo>
                        <a:pt x="5766" y="1076"/>
                      </a:lnTo>
                      <a:lnTo>
                        <a:pt x="5736" y="1037"/>
                      </a:lnTo>
                      <a:lnTo>
                        <a:pt x="5704" y="1000"/>
                      </a:lnTo>
                      <a:lnTo>
                        <a:pt x="5671" y="961"/>
                      </a:lnTo>
                      <a:lnTo>
                        <a:pt x="5636" y="926"/>
                      </a:lnTo>
                      <a:lnTo>
                        <a:pt x="5600" y="888"/>
                      </a:lnTo>
                      <a:lnTo>
                        <a:pt x="5563" y="852"/>
                      </a:lnTo>
                      <a:lnTo>
                        <a:pt x="5523" y="818"/>
                      </a:lnTo>
                      <a:lnTo>
                        <a:pt x="5482" y="783"/>
                      </a:lnTo>
                      <a:lnTo>
                        <a:pt x="5440" y="749"/>
                      </a:lnTo>
                      <a:lnTo>
                        <a:pt x="5396" y="715"/>
                      </a:lnTo>
                      <a:lnTo>
                        <a:pt x="5350" y="682"/>
                      </a:lnTo>
                      <a:lnTo>
                        <a:pt x="5304" y="650"/>
                      </a:lnTo>
                      <a:lnTo>
                        <a:pt x="5255" y="618"/>
                      </a:lnTo>
                      <a:lnTo>
                        <a:pt x="5207" y="587"/>
                      </a:lnTo>
                      <a:lnTo>
                        <a:pt x="5157" y="556"/>
                      </a:lnTo>
                      <a:lnTo>
                        <a:pt x="5104" y="527"/>
                      </a:lnTo>
                      <a:lnTo>
                        <a:pt x="5052" y="497"/>
                      </a:lnTo>
                      <a:lnTo>
                        <a:pt x="4996" y="469"/>
                      </a:lnTo>
                      <a:lnTo>
                        <a:pt x="4941" y="441"/>
                      </a:lnTo>
                      <a:lnTo>
                        <a:pt x="4885" y="414"/>
                      </a:lnTo>
                      <a:lnTo>
                        <a:pt x="4827" y="388"/>
                      </a:lnTo>
                      <a:lnTo>
                        <a:pt x="4768" y="363"/>
                      </a:lnTo>
                      <a:lnTo>
                        <a:pt x="4708" y="337"/>
                      </a:lnTo>
                      <a:lnTo>
                        <a:pt x="4647" y="314"/>
                      </a:lnTo>
                      <a:lnTo>
                        <a:pt x="4585" y="290"/>
                      </a:lnTo>
                      <a:lnTo>
                        <a:pt x="4522" y="268"/>
                      </a:lnTo>
                      <a:lnTo>
                        <a:pt x="4458" y="246"/>
                      </a:lnTo>
                      <a:lnTo>
                        <a:pt x="4393" y="226"/>
                      </a:lnTo>
                      <a:lnTo>
                        <a:pt x="4327" y="205"/>
                      </a:lnTo>
                      <a:lnTo>
                        <a:pt x="4261" y="186"/>
                      </a:lnTo>
                      <a:lnTo>
                        <a:pt x="4193" y="168"/>
                      </a:lnTo>
                      <a:lnTo>
                        <a:pt x="4125" y="150"/>
                      </a:lnTo>
                      <a:lnTo>
                        <a:pt x="4056" y="133"/>
                      </a:lnTo>
                      <a:lnTo>
                        <a:pt x="3986" y="118"/>
                      </a:lnTo>
                      <a:lnTo>
                        <a:pt x="3916" y="104"/>
                      </a:lnTo>
                      <a:lnTo>
                        <a:pt x="3844" y="90"/>
                      </a:lnTo>
                      <a:lnTo>
                        <a:pt x="3772" y="77"/>
                      </a:lnTo>
                      <a:lnTo>
                        <a:pt x="3700" y="65"/>
                      </a:lnTo>
                      <a:lnTo>
                        <a:pt x="3627" y="54"/>
                      </a:lnTo>
                      <a:lnTo>
                        <a:pt x="3553" y="44"/>
                      </a:lnTo>
                      <a:lnTo>
                        <a:pt x="3480" y="35"/>
                      </a:lnTo>
                      <a:lnTo>
                        <a:pt x="3404" y="27"/>
                      </a:lnTo>
                      <a:lnTo>
                        <a:pt x="3330" y="20"/>
                      </a:lnTo>
                      <a:lnTo>
                        <a:pt x="3254" y="14"/>
                      </a:lnTo>
                      <a:lnTo>
                        <a:pt x="3179" y="9"/>
                      </a:lnTo>
                      <a:lnTo>
                        <a:pt x="3102" y="5"/>
                      </a:lnTo>
                      <a:lnTo>
                        <a:pt x="3025" y="3"/>
                      </a:lnTo>
                      <a:lnTo>
                        <a:pt x="2948" y="1"/>
                      </a:lnTo>
                      <a:lnTo>
                        <a:pt x="2870" y="0"/>
                      </a:lnTo>
                      <a:lnTo>
                        <a:pt x="2870" y="0"/>
                      </a:lnTo>
                      <a:lnTo>
                        <a:pt x="2716" y="1"/>
                      </a:lnTo>
                      <a:lnTo>
                        <a:pt x="2566" y="5"/>
                      </a:lnTo>
                      <a:lnTo>
                        <a:pt x="2417" y="12"/>
                      </a:lnTo>
                      <a:lnTo>
                        <a:pt x="2272" y="20"/>
                      </a:lnTo>
                      <a:lnTo>
                        <a:pt x="2130" y="32"/>
                      </a:lnTo>
                      <a:lnTo>
                        <a:pt x="1990" y="45"/>
                      </a:lnTo>
                      <a:lnTo>
                        <a:pt x="1856" y="62"/>
                      </a:lnTo>
                      <a:lnTo>
                        <a:pt x="1724" y="79"/>
                      </a:lnTo>
                      <a:lnTo>
                        <a:pt x="1596" y="99"/>
                      </a:lnTo>
                      <a:lnTo>
                        <a:pt x="1471" y="120"/>
                      </a:lnTo>
                      <a:lnTo>
                        <a:pt x="1351" y="145"/>
                      </a:lnTo>
                      <a:lnTo>
                        <a:pt x="1235" y="170"/>
                      </a:lnTo>
                      <a:lnTo>
                        <a:pt x="1123" y="199"/>
                      </a:lnTo>
                      <a:lnTo>
                        <a:pt x="1015" y="228"/>
                      </a:lnTo>
                      <a:lnTo>
                        <a:pt x="912" y="260"/>
                      </a:lnTo>
                      <a:lnTo>
                        <a:pt x="862" y="276"/>
                      </a:lnTo>
                      <a:lnTo>
                        <a:pt x="815" y="292"/>
                      </a:lnTo>
                      <a:lnTo>
                        <a:pt x="768" y="310"/>
                      </a:lnTo>
                      <a:lnTo>
                        <a:pt x="721" y="328"/>
                      </a:lnTo>
                      <a:lnTo>
                        <a:pt x="677" y="345"/>
                      </a:lnTo>
                      <a:lnTo>
                        <a:pt x="633" y="364"/>
                      </a:lnTo>
                      <a:lnTo>
                        <a:pt x="591" y="382"/>
                      </a:lnTo>
                      <a:lnTo>
                        <a:pt x="550" y="401"/>
                      </a:lnTo>
                      <a:lnTo>
                        <a:pt x="510" y="420"/>
                      </a:lnTo>
                      <a:lnTo>
                        <a:pt x="471" y="441"/>
                      </a:lnTo>
                      <a:lnTo>
                        <a:pt x="434" y="460"/>
                      </a:lnTo>
                      <a:lnTo>
                        <a:pt x="398" y="481"/>
                      </a:lnTo>
                      <a:lnTo>
                        <a:pt x="365" y="502"/>
                      </a:lnTo>
                      <a:lnTo>
                        <a:pt x="332" y="523"/>
                      </a:lnTo>
                      <a:lnTo>
                        <a:pt x="301" y="545"/>
                      </a:lnTo>
                      <a:lnTo>
                        <a:pt x="270" y="567"/>
                      </a:lnTo>
                      <a:lnTo>
                        <a:pt x="242" y="588"/>
                      </a:lnTo>
                      <a:lnTo>
                        <a:pt x="215" y="610"/>
                      </a:lnTo>
                      <a:lnTo>
                        <a:pt x="189" y="633"/>
                      </a:lnTo>
                      <a:lnTo>
                        <a:pt x="166" y="655"/>
                      </a:lnTo>
                      <a:lnTo>
                        <a:pt x="143" y="678"/>
                      </a:lnTo>
                      <a:lnTo>
                        <a:pt x="123" y="702"/>
                      </a:lnTo>
                      <a:lnTo>
                        <a:pt x="104" y="726"/>
                      </a:lnTo>
                      <a:lnTo>
                        <a:pt x="86" y="750"/>
                      </a:lnTo>
                      <a:lnTo>
                        <a:pt x="69" y="773"/>
                      </a:lnTo>
                      <a:lnTo>
                        <a:pt x="55" y="797"/>
                      </a:lnTo>
                      <a:lnTo>
                        <a:pt x="42" y="822"/>
                      </a:lnTo>
                      <a:lnTo>
                        <a:pt x="30" y="847"/>
                      </a:lnTo>
                      <a:lnTo>
                        <a:pt x="21" y="872"/>
                      </a:lnTo>
                      <a:lnTo>
                        <a:pt x="14" y="897"/>
                      </a:lnTo>
                      <a:lnTo>
                        <a:pt x="7" y="922"/>
                      </a:lnTo>
                      <a:lnTo>
                        <a:pt x="2" y="947"/>
                      </a:lnTo>
                      <a:lnTo>
                        <a:pt x="0" y="973"/>
                      </a:lnTo>
                      <a:lnTo>
                        <a:pt x="0" y="999"/>
                      </a:lnTo>
                      <a:lnTo>
                        <a:pt x="0" y="999"/>
                      </a:lnTo>
                      <a:lnTo>
                        <a:pt x="0" y="1024"/>
                      </a:lnTo>
                      <a:lnTo>
                        <a:pt x="2" y="1050"/>
                      </a:lnTo>
                      <a:lnTo>
                        <a:pt x="7" y="1076"/>
                      </a:lnTo>
                      <a:lnTo>
                        <a:pt x="14" y="1101"/>
                      </a:lnTo>
                      <a:lnTo>
                        <a:pt x="21" y="1127"/>
                      </a:lnTo>
                      <a:lnTo>
                        <a:pt x="30" y="1151"/>
                      </a:lnTo>
                      <a:lnTo>
                        <a:pt x="42" y="1176"/>
                      </a:lnTo>
                      <a:lnTo>
                        <a:pt x="55" y="1200"/>
                      </a:lnTo>
                      <a:lnTo>
                        <a:pt x="69" y="1224"/>
                      </a:lnTo>
                      <a:lnTo>
                        <a:pt x="86" y="1249"/>
                      </a:lnTo>
                      <a:lnTo>
                        <a:pt x="104" y="1273"/>
                      </a:lnTo>
                      <a:lnTo>
                        <a:pt x="123" y="1296"/>
                      </a:lnTo>
                      <a:lnTo>
                        <a:pt x="143" y="1319"/>
                      </a:lnTo>
                      <a:lnTo>
                        <a:pt x="166" y="1342"/>
                      </a:lnTo>
                      <a:lnTo>
                        <a:pt x="189" y="1365"/>
                      </a:lnTo>
                      <a:lnTo>
                        <a:pt x="215" y="1388"/>
                      </a:lnTo>
                      <a:lnTo>
                        <a:pt x="242" y="1410"/>
                      </a:lnTo>
                      <a:lnTo>
                        <a:pt x="270" y="1432"/>
                      </a:lnTo>
                      <a:lnTo>
                        <a:pt x="301" y="1454"/>
                      </a:lnTo>
                      <a:lnTo>
                        <a:pt x="332" y="1475"/>
                      </a:lnTo>
                      <a:lnTo>
                        <a:pt x="365" y="1496"/>
                      </a:lnTo>
                      <a:lnTo>
                        <a:pt x="398" y="1517"/>
                      </a:lnTo>
                      <a:lnTo>
                        <a:pt x="434" y="1537"/>
                      </a:lnTo>
                      <a:lnTo>
                        <a:pt x="471" y="1558"/>
                      </a:lnTo>
                      <a:lnTo>
                        <a:pt x="510" y="1577"/>
                      </a:lnTo>
                      <a:lnTo>
                        <a:pt x="550" y="1596"/>
                      </a:lnTo>
                      <a:lnTo>
                        <a:pt x="591" y="1615"/>
                      </a:lnTo>
                      <a:lnTo>
                        <a:pt x="633" y="1634"/>
                      </a:lnTo>
                      <a:lnTo>
                        <a:pt x="677" y="1652"/>
                      </a:lnTo>
                      <a:lnTo>
                        <a:pt x="721" y="1670"/>
                      </a:lnTo>
                      <a:lnTo>
                        <a:pt x="768" y="1688"/>
                      </a:lnTo>
                      <a:lnTo>
                        <a:pt x="815" y="1705"/>
                      </a:lnTo>
                      <a:lnTo>
                        <a:pt x="862" y="1722"/>
                      </a:lnTo>
                      <a:lnTo>
                        <a:pt x="912" y="1738"/>
                      </a:lnTo>
                      <a:lnTo>
                        <a:pt x="1015" y="1769"/>
                      </a:lnTo>
                      <a:lnTo>
                        <a:pt x="1123" y="1800"/>
                      </a:lnTo>
                      <a:lnTo>
                        <a:pt x="1235" y="1827"/>
                      </a:lnTo>
                      <a:lnTo>
                        <a:pt x="1351" y="1854"/>
                      </a:lnTo>
                      <a:lnTo>
                        <a:pt x="1471" y="1877"/>
                      </a:lnTo>
                      <a:lnTo>
                        <a:pt x="1596" y="1899"/>
                      </a:lnTo>
                      <a:lnTo>
                        <a:pt x="1724" y="1919"/>
                      </a:lnTo>
                      <a:lnTo>
                        <a:pt x="1856" y="1937"/>
                      </a:lnTo>
                      <a:lnTo>
                        <a:pt x="1990" y="1952"/>
                      </a:lnTo>
                      <a:lnTo>
                        <a:pt x="2130" y="1966"/>
                      </a:lnTo>
                      <a:lnTo>
                        <a:pt x="2272" y="1977"/>
                      </a:lnTo>
                      <a:lnTo>
                        <a:pt x="2417" y="1986"/>
                      </a:lnTo>
                      <a:lnTo>
                        <a:pt x="2566" y="1992"/>
                      </a:lnTo>
                      <a:lnTo>
                        <a:pt x="2716" y="1996"/>
                      </a:lnTo>
                      <a:lnTo>
                        <a:pt x="2870" y="1997"/>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478093" rtl="0" eaLnBrk="1" latinLnBrk="0" hangingPunct="1">
                    <a:defRPr sz="1883" kern="1200">
                      <a:solidFill>
                        <a:schemeClr val="tx1"/>
                      </a:solidFill>
                      <a:latin typeface="+mn-lt"/>
                      <a:ea typeface="+mn-ea"/>
                      <a:cs typeface="+mn-cs"/>
                    </a:defRPr>
                  </a:lvl1pPr>
                  <a:lvl2pPr marL="478093" algn="l" defTabSz="478093" rtl="0" eaLnBrk="1" latinLnBrk="0" hangingPunct="1">
                    <a:defRPr sz="1883" kern="1200">
                      <a:solidFill>
                        <a:schemeClr val="tx1"/>
                      </a:solidFill>
                      <a:latin typeface="+mn-lt"/>
                      <a:ea typeface="+mn-ea"/>
                      <a:cs typeface="+mn-cs"/>
                    </a:defRPr>
                  </a:lvl2pPr>
                  <a:lvl3pPr marL="956184" algn="l" defTabSz="478093" rtl="0" eaLnBrk="1" latinLnBrk="0" hangingPunct="1">
                    <a:defRPr sz="1883" kern="1200">
                      <a:solidFill>
                        <a:schemeClr val="tx1"/>
                      </a:solidFill>
                      <a:latin typeface="+mn-lt"/>
                      <a:ea typeface="+mn-ea"/>
                      <a:cs typeface="+mn-cs"/>
                    </a:defRPr>
                  </a:lvl3pPr>
                  <a:lvl4pPr marL="1434277" algn="l" defTabSz="478093" rtl="0" eaLnBrk="1" latinLnBrk="0" hangingPunct="1">
                    <a:defRPr sz="1883" kern="1200">
                      <a:solidFill>
                        <a:schemeClr val="tx1"/>
                      </a:solidFill>
                      <a:latin typeface="+mn-lt"/>
                      <a:ea typeface="+mn-ea"/>
                      <a:cs typeface="+mn-cs"/>
                    </a:defRPr>
                  </a:lvl4pPr>
                  <a:lvl5pPr marL="1912370" algn="l" defTabSz="478093" rtl="0" eaLnBrk="1" latinLnBrk="0" hangingPunct="1">
                    <a:defRPr sz="1883" kern="1200">
                      <a:solidFill>
                        <a:schemeClr val="tx1"/>
                      </a:solidFill>
                      <a:latin typeface="+mn-lt"/>
                      <a:ea typeface="+mn-ea"/>
                      <a:cs typeface="+mn-cs"/>
                    </a:defRPr>
                  </a:lvl5pPr>
                  <a:lvl6pPr marL="2390462" algn="l" defTabSz="478093" rtl="0" eaLnBrk="1" latinLnBrk="0" hangingPunct="1">
                    <a:defRPr sz="1883" kern="1200">
                      <a:solidFill>
                        <a:schemeClr val="tx1"/>
                      </a:solidFill>
                      <a:latin typeface="+mn-lt"/>
                      <a:ea typeface="+mn-ea"/>
                      <a:cs typeface="+mn-cs"/>
                    </a:defRPr>
                  </a:lvl6pPr>
                  <a:lvl7pPr marL="2868554" algn="l" defTabSz="478093" rtl="0" eaLnBrk="1" latinLnBrk="0" hangingPunct="1">
                    <a:defRPr sz="1883" kern="1200">
                      <a:solidFill>
                        <a:schemeClr val="tx1"/>
                      </a:solidFill>
                      <a:latin typeface="+mn-lt"/>
                      <a:ea typeface="+mn-ea"/>
                      <a:cs typeface="+mn-cs"/>
                    </a:defRPr>
                  </a:lvl7pPr>
                  <a:lvl8pPr marL="3346646" algn="l" defTabSz="478093" rtl="0" eaLnBrk="1" latinLnBrk="0" hangingPunct="1">
                    <a:defRPr sz="1883" kern="1200">
                      <a:solidFill>
                        <a:schemeClr val="tx1"/>
                      </a:solidFill>
                      <a:latin typeface="+mn-lt"/>
                      <a:ea typeface="+mn-ea"/>
                      <a:cs typeface="+mn-cs"/>
                    </a:defRPr>
                  </a:lvl8pPr>
                  <a:lvl9pPr marL="3824739" algn="l" defTabSz="478093" rtl="0" eaLnBrk="1" latinLnBrk="0" hangingPunct="1">
                    <a:defRPr sz="1883" kern="1200">
                      <a:solidFill>
                        <a:schemeClr val="tx1"/>
                      </a:solidFill>
                      <a:latin typeface="+mn-lt"/>
                      <a:ea typeface="+mn-ea"/>
                      <a:cs typeface="+mn-cs"/>
                    </a:defRPr>
                  </a:lvl9pPr>
                </a:lstStyle>
                <a:p>
                  <a:endParaRPr lang="ja-JP" altLang="en-US"/>
                </a:p>
              </p:txBody>
            </p:sp>
            <p:sp>
              <p:nvSpPr>
                <p:cNvPr id="46" name="Freeform 42">
                  <a:extLst>
                    <a:ext uri="{FF2B5EF4-FFF2-40B4-BE49-F238E27FC236}">
                      <a16:creationId xmlns:a16="http://schemas.microsoft.com/office/drawing/2014/main" id="{510BA4FF-2DC5-8B68-3EFD-EE91C97937D6}"/>
                    </a:ext>
                  </a:extLst>
                </p:cNvPr>
                <p:cNvSpPr>
                  <a:spLocks/>
                </p:cNvSpPr>
                <p:nvPr/>
              </p:nvSpPr>
              <p:spPr bwMode="auto">
                <a:xfrm flipV="1">
                  <a:off x="3131984" y="5191944"/>
                  <a:ext cx="270003" cy="90001"/>
                </a:xfrm>
                <a:custGeom>
                  <a:avLst/>
                  <a:gdLst>
                    <a:gd name="T0" fmla="*/ 3025 w 5991"/>
                    <a:gd name="T1" fmla="*/ 3393 h 3396"/>
                    <a:gd name="T2" fmla="*/ 3330 w 5991"/>
                    <a:gd name="T3" fmla="*/ 3377 h 3396"/>
                    <a:gd name="T4" fmla="*/ 3627 w 5991"/>
                    <a:gd name="T5" fmla="*/ 3342 h 3396"/>
                    <a:gd name="T6" fmla="*/ 3916 w 5991"/>
                    <a:gd name="T7" fmla="*/ 3293 h 3396"/>
                    <a:gd name="T8" fmla="*/ 4193 w 5991"/>
                    <a:gd name="T9" fmla="*/ 3228 h 3396"/>
                    <a:gd name="T10" fmla="*/ 4458 w 5991"/>
                    <a:gd name="T11" fmla="*/ 3150 h 3396"/>
                    <a:gd name="T12" fmla="*/ 4708 w 5991"/>
                    <a:gd name="T13" fmla="*/ 3059 h 3396"/>
                    <a:gd name="T14" fmla="*/ 4941 w 5991"/>
                    <a:gd name="T15" fmla="*/ 2955 h 3396"/>
                    <a:gd name="T16" fmla="*/ 5157 w 5991"/>
                    <a:gd name="T17" fmla="*/ 2839 h 3396"/>
                    <a:gd name="T18" fmla="*/ 5350 w 5991"/>
                    <a:gd name="T19" fmla="*/ 2714 h 3396"/>
                    <a:gd name="T20" fmla="*/ 5523 w 5991"/>
                    <a:gd name="T21" fmla="*/ 2578 h 3396"/>
                    <a:gd name="T22" fmla="*/ 5671 w 5991"/>
                    <a:gd name="T23" fmla="*/ 2434 h 3396"/>
                    <a:gd name="T24" fmla="*/ 5794 w 5991"/>
                    <a:gd name="T25" fmla="*/ 2282 h 3396"/>
                    <a:gd name="T26" fmla="*/ 5889 w 5991"/>
                    <a:gd name="T27" fmla="*/ 2123 h 3396"/>
                    <a:gd name="T28" fmla="*/ 5953 w 5991"/>
                    <a:gd name="T29" fmla="*/ 1956 h 3396"/>
                    <a:gd name="T30" fmla="*/ 5986 w 5991"/>
                    <a:gd name="T31" fmla="*/ 1786 h 3396"/>
                    <a:gd name="T32" fmla="*/ 5990 w 5991"/>
                    <a:gd name="T33" fmla="*/ 1654 h 3396"/>
                    <a:gd name="T34" fmla="*/ 5964 w 5991"/>
                    <a:gd name="T35" fmla="*/ 1482 h 3396"/>
                    <a:gd name="T36" fmla="*/ 5908 w 5991"/>
                    <a:gd name="T37" fmla="*/ 1315 h 3396"/>
                    <a:gd name="T38" fmla="*/ 5819 w 5991"/>
                    <a:gd name="T39" fmla="*/ 1154 h 3396"/>
                    <a:gd name="T40" fmla="*/ 5704 w 5991"/>
                    <a:gd name="T41" fmla="*/ 1000 h 3396"/>
                    <a:gd name="T42" fmla="*/ 5563 w 5991"/>
                    <a:gd name="T43" fmla="*/ 852 h 3396"/>
                    <a:gd name="T44" fmla="*/ 5396 w 5991"/>
                    <a:gd name="T45" fmla="*/ 715 h 3396"/>
                    <a:gd name="T46" fmla="*/ 5207 w 5991"/>
                    <a:gd name="T47" fmla="*/ 587 h 3396"/>
                    <a:gd name="T48" fmla="*/ 4996 w 5991"/>
                    <a:gd name="T49" fmla="*/ 469 h 3396"/>
                    <a:gd name="T50" fmla="*/ 4768 w 5991"/>
                    <a:gd name="T51" fmla="*/ 363 h 3396"/>
                    <a:gd name="T52" fmla="*/ 4522 w 5991"/>
                    <a:gd name="T53" fmla="*/ 268 h 3396"/>
                    <a:gd name="T54" fmla="*/ 4261 w 5991"/>
                    <a:gd name="T55" fmla="*/ 186 h 3396"/>
                    <a:gd name="T56" fmla="*/ 3986 w 5991"/>
                    <a:gd name="T57" fmla="*/ 118 h 3396"/>
                    <a:gd name="T58" fmla="*/ 3700 w 5991"/>
                    <a:gd name="T59" fmla="*/ 65 h 3396"/>
                    <a:gd name="T60" fmla="*/ 3404 w 5991"/>
                    <a:gd name="T61" fmla="*/ 27 h 3396"/>
                    <a:gd name="T62" fmla="*/ 3102 w 5991"/>
                    <a:gd name="T63" fmla="*/ 5 h 3396"/>
                    <a:gd name="T64" fmla="*/ 2870 w 5991"/>
                    <a:gd name="T65" fmla="*/ 0 h 3396"/>
                    <a:gd name="T66" fmla="*/ 2272 w 5991"/>
                    <a:gd name="T67" fmla="*/ 20 h 3396"/>
                    <a:gd name="T68" fmla="*/ 1724 w 5991"/>
                    <a:gd name="T69" fmla="*/ 79 h 3396"/>
                    <a:gd name="T70" fmla="*/ 1235 w 5991"/>
                    <a:gd name="T71" fmla="*/ 170 h 3396"/>
                    <a:gd name="T72" fmla="*/ 862 w 5991"/>
                    <a:gd name="T73" fmla="*/ 276 h 3396"/>
                    <a:gd name="T74" fmla="*/ 677 w 5991"/>
                    <a:gd name="T75" fmla="*/ 345 h 3396"/>
                    <a:gd name="T76" fmla="*/ 510 w 5991"/>
                    <a:gd name="T77" fmla="*/ 420 h 3396"/>
                    <a:gd name="T78" fmla="*/ 365 w 5991"/>
                    <a:gd name="T79" fmla="*/ 502 h 3396"/>
                    <a:gd name="T80" fmla="*/ 242 w 5991"/>
                    <a:gd name="T81" fmla="*/ 588 h 3396"/>
                    <a:gd name="T82" fmla="*/ 143 w 5991"/>
                    <a:gd name="T83" fmla="*/ 678 h 3396"/>
                    <a:gd name="T84" fmla="*/ 69 w 5991"/>
                    <a:gd name="T85" fmla="*/ 773 h 3396"/>
                    <a:gd name="T86" fmla="*/ 21 w 5991"/>
                    <a:gd name="T87" fmla="*/ 872 h 3396"/>
                    <a:gd name="T88" fmla="*/ 0 w 5991"/>
                    <a:gd name="T89" fmla="*/ 973 h 3396"/>
                    <a:gd name="T90" fmla="*/ 2 w 5991"/>
                    <a:gd name="T91" fmla="*/ 1050 h 3396"/>
                    <a:gd name="T92" fmla="*/ 30 w 5991"/>
                    <a:gd name="T93" fmla="*/ 1151 h 3396"/>
                    <a:gd name="T94" fmla="*/ 86 w 5991"/>
                    <a:gd name="T95" fmla="*/ 1249 h 3396"/>
                    <a:gd name="T96" fmla="*/ 166 w 5991"/>
                    <a:gd name="T97" fmla="*/ 1342 h 3396"/>
                    <a:gd name="T98" fmla="*/ 270 w 5991"/>
                    <a:gd name="T99" fmla="*/ 1432 h 3396"/>
                    <a:gd name="T100" fmla="*/ 398 w 5991"/>
                    <a:gd name="T101" fmla="*/ 1517 h 3396"/>
                    <a:gd name="T102" fmla="*/ 550 w 5991"/>
                    <a:gd name="T103" fmla="*/ 1596 h 3396"/>
                    <a:gd name="T104" fmla="*/ 721 w 5991"/>
                    <a:gd name="T105" fmla="*/ 1670 h 3396"/>
                    <a:gd name="T106" fmla="*/ 912 w 5991"/>
                    <a:gd name="T107" fmla="*/ 1738 h 3396"/>
                    <a:gd name="T108" fmla="*/ 1351 w 5991"/>
                    <a:gd name="T109" fmla="*/ 1854 h 3396"/>
                    <a:gd name="T110" fmla="*/ 1856 w 5991"/>
                    <a:gd name="T111" fmla="*/ 1937 h 3396"/>
                    <a:gd name="T112" fmla="*/ 2417 w 5991"/>
                    <a:gd name="T113" fmla="*/ 1986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991" h="3396">
                      <a:moveTo>
                        <a:pt x="2870" y="3396"/>
                      </a:moveTo>
                      <a:lnTo>
                        <a:pt x="2870" y="3396"/>
                      </a:lnTo>
                      <a:lnTo>
                        <a:pt x="2948" y="3395"/>
                      </a:lnTo>
                      <a:lnTo>
                        <a:pt x="3025" y="3393"/>
                      </a:lnTo>
                      <a:lnTo>
                        <a:pt x="3102" y="3391"/>
                      </a:lnTo>
                      <a:lnTo>
                        <a:pt x="3179" y="3387"/>
                      </a:lnTo>
                      <a:lnTo>
                        <a:pt x="3254" y="3382"/>
                      </a:lnTo>
                      <a:lnTo>
                        <a:pt x="3330" y="3377"/>
                      </a:lnTo>
                      <a:lnTo>
                        <a:pt x="3404" y="3369"/>
                      </a:lnTo>
                      <a:lnTo>
                        <a:pt x="3480" y="3361"/>
                      </a:lnTo>
                      <a:lnTo>
                        <a:pt x="3553" y="3352"/>
                      </a:lnTo>
                      <a:lnTo>
                        <a:pt x="3627" y="3342"/>
                      </a:lnTo>
                      <a:lnTo>
                        <a:pt x="3700" y="3332"/>
                      </a:lnTo>
                      <a:lnTo>
                        <a:pt x="3772" y="3319"/>
                      </a:lnTo>
                      <a:lnTo>
                        <a:pt x="3844" y="3306"/>
                      </a:lnTo>
                      <a:lnTo>
                        <a:pt x="3916" y="3293"/>
                      </a:lnTo>
                      <a:lnTo>
                        <a:pt x="3986" y="3278"/>
                      </a:lnTo>
                      <a:lnTo>
                        <a:pt x="4056" y="3262"/>
                      </a:lnTo>
                      <a:lnTo>
                        <a:pt x="4125" y="3246"/>
                      </a:lnTo>
                      <a:lnTo>
                        <a:pt x="4193" y="3228"/>
                      </a:lnTo>
                      <a:lnTo>
                        <a:pt x="4261" y="3210"/>
                      </a:lnTo>
                      <a:lnTo>
                        <a:pt x="4327" y="3191"/>
                      </a:lnTo>
                      <a:lnTo>
                        <a:pt x="4393" y="3170"/>
                      </a:lnTo>
                      <a:lnTo>
                        <a:pt x="4458" y="3150"/>
                      </a:lnTo>
                      <a:lnTo>
                        <a:pt x="4522" y="3128"/>
                      </a:lnTo>
                      <a:lnTo>
                        <a:pt x="4585" y="3106"/>
                      </a:lnTo>
                      <a:lnTo>
                        <a:pt x="4647" y="3083"/>
                      </a:lnTo>
                      <a:lnTo>
                        <a:pt x="4708" y="3059"/>
                      </a:lnTo>
                      <a:lnTo>
                        <a:pt x="4768" y="3033"/>
                      </a:lnTo>
                      <a:lnTo>
                        <a:pt x="4827" y="3009"/>
                      </a:lnTo>
                      <a:lnTo>
                        <a:pt x="4885" y="2982"/>
                      </a:lnTo>
                      <a:lnTo>
                        <a:pt x="4941" y="2955"/>
                      </a:lnTo>
                      <a:lnTo>
                        <a:pt x="4996" y="2927"/>
                      </a:lnTo>
                      <a:lnTo>
                        <a:pt x="5052" y="2898"/>
                      </a:lnTo>
                      <a:lnTo>
                        <a:pt x="5104" y="2869"/>
                      </a:lnTo>
                      <a:lnTo>
                        <a:pt x="5157" y="2839"/>
                      </a:lnTo>
                      <a:lnTo>
                        <a:pt x="5207" y="2809"/>
                      </a:lnTo>
                      <a:lnTo>
                        <a:pt x="5255" y="2778"/>
                      </a:lnTo>
                      <a:lnTo>
                        <a:pt x="5304" y="2746"/>
                      </a:lnTo>
                      <a:lnTo>
                        <a:pt x="5350" y="2714"/>
                      </a:lnTo>
                      <a:lnTo>
                        <a:pt x="5396" y="2680"/>
                      </a:lnTo>
                      <a:lnTo>
                        <a:pt x="5440" y="2647"/>
                      </a:lnTo>
                      <a:lnTo>
                        <a:pt x="5482" y="2613"/>
                      </a:lnTo>
                      <a:lnTo>
                        <a:pt x="5523" y="2578"/>
                      </a:lnTo>
                      <a:lnTo>
                        <a:pt x="5563" y="2543"/>
                      </a:lnTo>
                      <a:lnTo>
                        <a:pt x="5600" y="2507"/>
                      </a:lnTo>
                      <a:lnTo>
                        <a:pt x="5636" y="2470"/>
                      </a:lnTo>
                      <a:lnTo>
                        <a:pt x="5671" y="2434"/>
                      </a:lnTo>
                      <a:lnTo>
                        <a:pt x="5704" y="2397"/>
                      </a:lnTo>
                      <a:lnTo>
                        <a:pt x="5736" y="2359"/>
                      </a:lnTo>
                      <a:lnTo>
                        <a:pt x="5766" y="2320"/>
                      </a:lnTo>
                      <a:lnTo>
                        <a:pt x="5794" y="2282"/>
                      </a:lnTo>
                      <a:lnTo>
                        <a:pt x="5819" y="2242"/>
                      </a:lnTo>
                      <a:lnTo>
                        <a:pt x="5845" y="2202"/>
                      </a:lnTo>
                      <a:lnTo>
                        <a:pt x="5867" y="2163"/>
                      </a:lnTo>
                      <a:lnTo>
                        <a:pt x="5889" y="2123"/>
                      </a:lnTo>
                      <a:lnTo>
                        <a:pt x="5908" y="2082"/>
                      </a:lnTo>
                      <a:lnTo>
                        <a:pt x="5925" y="2040"/>
                      </a:lnTo>
                      <a:lnTo>
                        <a:pt x="5940" y="1999"/>
                      </a:lnTo>
                      <a:lnTo>
                        <a:pt x="5953" y="1956"/>
                      </a:lnTo>
                      <a:lnTo>
                        <a:pt x="5964" y="1914"/>
                      </a:lnTo>
                      <a:lnTo>
                        <a:pt x="5973" y="1872"/>
                      </a:lnTo>
                      <a:lnTo>
                        <a:pt x="5981" y="1828"/>
                      </a:lnTo>
                      <a:lnTo>
                        <a:pt x="5986" y="1786"/>
                      </a:lnTo>
                      <a:lnTo>
                        <a:pt x="5990" y="1742"/>
                      </a:lnTo>
                      <a:lnTo>
                        <a:pt x="5991" y="1699"/>
                      </a:lnTo>
                      <a:lnTo>
                        <a:pt x="5991" y="1699"/>
                      </a:lnTo>
                      <a:lnTo>
                        <a:pt x="5990" y="1654"/>
                      </a:lnTo>
                      <a:lnTo>
                        <a:pt x="5986" y="1610"/>
                      </a:lnTo>
                      <a:lnTo>
                        <a:pt x="5981" y="1568"/>
                      </a:lnTo>
                      <a:lnTo>
                        <a:pt x="5973" y="1524"/>
                      </a:lnTo>
                      <a:lnTo>
                        <a:pt x="5964" y="1482"/>
                      </a:lnTo>
                      <a:lnTo>
                        <a:pt x="5953" y="1440"/>
                      </a:lnTo>
                      <a:lnTo>
                        <a:pt x="5940" y="1397"/>
                      </a:lnTo>
                      <a:lnTo>
                        <a:pt x="5925" y="1356"/>
                      </a:lnTo>
                      <a:lnTo>
                        <a:pt x="5908" y="1315"/>
                      </a:lnTo>
                      <a:lnTo>
                        <a:pt x="5889" y="1274"/>
                      </a:lnTo>
                      <a:lnTo>
                        <a:pt x="5867" y="1233"/>
                      </a:lnTo>
                      <a:lnTo>
                        <a:pt x="5845" y="1193"/>
                      </a:lnTo>
                      <a:lnTo>
                        <a:pt x="5819" y="1154"/>
                      </a:lnTo>
                      <a:lnTo>
                        <a:pt x="5794" y="1114"/>
                      </a:lnTo>
                      <a:lnTo>
                        <a:pt x="5766" y="1076"/>
                      </a:lnTo>
                      <a:lnTo>
                        <a:pt x="5736" y="1037"/>
                      </a:lnTo>
                      <a:lnTo>
                        <a:pt x="5704" y="1000"/>
                      </a:lnTo>
                      <a:lnTo>
                        <a:pt x="5671" y="961"/>
                      </a:lnTo>
                      <a:lnTo>
                        <a:pt x="5636" y="926"/>
                      </a:lnTo>
                      <a:lnTo>
                        <a:pt x="5600" y="888"/>
                      </a:lnTo>
                      <a:lnTo>
                        <a:pt x="5563" y="852"/>
                      </a:lnTo>
                      <a:lnTo>
                        <a:pt x="5523" y="818"/>
                      </a:lnTo>
                      <a:lnTo>
                        <a:pt x="5482" y="783"/>
                      </a:lnTo>
                      <a:lnTo>
                        <a:pt x="5440" y="749"/>
                      </a:lnTo>
                      <a:lnTo>
                        <a:pt x="5396" y="715"/>
                      </a:lnTo>
                      <a:lnTo>
                        <a:pt x="5350" y="682"/>
                      </a:lnTo>
                      <a:lnTo>
                        <a:pt x="5304" y="650"/>
                      </a:lnTo>
                      <a:lnTo>
                        <a:pt x="5255" y="618"/>
                      </a:lnTo>
                      <a:lnTo>
                        <a:pt x="5207" y="587"/>
                      </a:lnTo>
                      <a:lnTo>
                        <a:pt x="5157" y="556"/>
                      </a:lnTo>
                      <a:lnTo>
                        <a:pt x="5104" y="527"/>
                      </a:lnTo>
                      <a:lnTo>
                        <a:pt x="5052" y="497"/>
                      </a:lnTo>
                      <a:lnTo>
                        <a:pt x="4996" y="469"/>
                      </a:lnTo>
                      <a:lnTo>
                        <a:pt x="4941" y="441"/>
                      </a:lnTo>
                      <a:lnTo>
                        <a:pt x="4885" y="414"/>
                      </a:lnTo>
                      <a:lnTo>
                        <a:pt x="4827" y="388"/>
                      </a:lnTo>
                      <a:lnTo>
                        <a:pt x="4768" y="363"/>
                      </a:lnTo>
                      <a:lnTo>
                        <a:pt x="4708" y="337"/>
                      </a:lnTo>
                      <a:lnTo>
                        <a:pt x="4647" y="314"/>
                      </a:lnTo>
                      <a:lnTo>
                        <a:pt x="4585" y="290"/>
                      </a:lnTo>
                      <a:lnTo>
                        <a:pt x="4522" y="268"/>
                      </a:lnTo>
                      <a:lnTo>
                        <a:pt x="4458" y="246"/>
                      </a:lnTo>
                      <a:lnTo>
                        <a:pt x="4393" y="226"/>
                      </a:lnTo>
                      <a:lnTo>
                        <a:pt x="4327" y="205"/>
                      </a:lnTo>
                      <a:lnTo>
                        <a:pt x="4261" y="186"/>
                      </a:lnTo>
                      <a:lnTo>
                        <a:pt x="4193" y="168"/>
                      </a:lnTo>
                      <a:lnTo>
                        <a:pt x="4125" y="150"/>
                      </a:lnTo>
                      <a:lnTo>
                        <a:pt x="4056" y="133"/>
                      </a:lnTo>
                      <a:lnTo>
                        <a:pt x="3986" y="118"/>
                      </a:lnTo>
                      <a:lnTo>
                        <a:pt x="3916" y="104"/>
                      </a:lnTo>
                      <a:lnTo>
                        <a:pt x="3844" y="90"/>
                      </a:lnTo>
                      <a:lnTo>
                        <a:pt x="3772" y="77"/>
                      </a:lnTo>
                      <a:lnTo>
                        <a:pt x="3700" y="65"/>
                      </a:lnTo>
                      <a:lnTo>
                        <a:pt x="3627" y="54"/>
                      </a:lnTo>
                      <a:lnTo>
                        <a:pt x="3553" y="44"/>
                      </a:lnTo>
                      <a:lnTo>
                        <a:pt x="3480" y="35"/>
                      </a:lnTo>
                      <a:lnTo>
                        <a:pt x="3404" y="27"/>
                      </a:lnTo>
                      <a:lnTo>
                        <a:pt x="3330" y="20"/>
                      </a:lnTo>
                      <a:lnTo>
                        <a:pt x="3254" y="14"/>
                      </a:lnTo>
                      <a:lnTo>
                        <a:pt x="3179" y="9"/>
                      </a:lnTo>
                      <a:lnTo>
                        <a:pt x="3102" y="5"/>
                      </a:lnTo>
                      <a:lnTo>
                        <a:pt x="3025" y="3"/>
                      </a:lnTo>
                      <a:lnTo>
                        <a:pt x="2948" y="1"/>
                      </a:lnTo>
                      <a:lnTo>
                        <a:pt x="2870" y="0"/>
                      </a:lnTo>
                      <a:lnTo>
                        <a:pt x="2870" y="0"/>
                      </a:lnTo>
                      <a:lnTo>
                        <a:pt x="2716" y="1"/>
                      </a:lnTo>
                      <a:lnTo>
                        <a:pt x="2566" y="5"/>
                      </a:lnTo>
                      <a:lnTo>
                        <a:pt x="2417" y="12"/>
                      </a:lnTo>
                      <a:lnTo>
                        <a:pt x="2272" y="20"/>
                      </a:lnTo>
                      <a:lnTo>
                        <a:pt x="2130" y="32"/>
                      </a:lnTo>
                      <a:lnTo>
                        <a:pt x="1990" y="45"/>
                      </a:lnTo>
                      <a:lnTo>
                        <a:pt x="1856" y="62"/>
                      </a:lnTo>
                      <a:lnTo>
                        <a:pt x="1724" y="79"/>
                      </a:lnTo>
                      <a:lnTo>
                        <a:pt x="1596" y="99"/>
                      </a:lnTo>
                      <a:lnTo>
                        <a:pt x="1471" y="120"/>
                      </a:lnTo>
                      <a:lnTo>
                        <a:pt x="1351" y="145"/>
                      </a:lnTo>
                      <a:lnTo>
                        <a:pt x="1235" y="170"/>
                      </a:lnTo>
                      <a:lnTo>
                        <a:pt x="1123" y="199"/>
                      </a:lnTo>
                      <a:lnTo>
                        <a:pt x="1015" y="228"/>
                      </a:lnTo>
                      <a:lnTo>
                        <a:pt x="912" y="260"/>
                      </a:lnTo>
                      <a:lnTo>
                        <a:pt x="862" y="276"/>
                      </a:lnTo>
                      <a:lnTo>
                        <a:pt x="815" y="292"/>
                      </a:lnTo>
                      <a:lnTo>
                        <a:pt x="768" y="310"/>
                      </a:lnTo>
                      <a:lnTo>
                        <a:pt x="721" y="328"/>
                      </a:lnTo>
                      <a:lnTo>
                        <a:pt x="677" y="345"/>
                      </a:lnTo>
                      <a:lnTo>
                        <a:pt x="633" y="364"/>
                      </a:lnTo>
                      <a:lnTo>
                        <a:pt x="591" y="382"/>
                      </a:lnTo>
                      <a:lnTo>
                        <a:pt x="550" y="401"/>
                      </a:lnTo>
                      <a:lnTo>
                        <a:pt x="510" y="420"/>
                      </a:lnTo>
                      <a:lnTo>
                        <a:pt x="471" y="441"/>
                      </a:lnTo>
                      <a:lnTo>
                        <a:pt x="434" y="460"/>
                      </a:lnTo>
                      <a:lnTo>
                        <a:pt x="398" y="481"/>
                      </a:lnTo>
                      <a:lnTo>
                        <a:pt x="365" y="502"/>
                      </a:lnTo>
                      <a:lnTo>
                        <a:pt x="332" y="523"/>
                      </a:lnTo>
                      <a:lnTo>
                        <a:pt x="301" y="545"/>
                      </a:lnTo>
                      <a:lnTo>
                        <a:pt x="270" y="567"/>
                      </a:lnTo>
                      <a:lnTo>
                        <a:pt x="242" y="588"/>
                      </a:lnTo>
                      <a:lnTo>
                        <a:pt x="215" y="610"/>
                      </a:lnTo>
                      <a:lnTo>
                        <a:pt x="189" y="633"/>
                      </a:lnTo>
                      <a:lnTo>
                        <a:pt x="166" y="655"/>
                      </a:lnTo>
                      <a:lnTo>
                        <a:pt x="143" y="678"/>
                      </a:lnTo>
                      <a:lnTo>
                        <a:pt x="123" y="702"/>
                      </a:lnTo>
                      <a:lnTo>
                        <a:pt x="104" y="726"/>
                      </a:lnTo>
                      <a:lnTo>
                        <a:pt x="86" y="750"/>
                      </a:lnTo>
                      <a:lnTo>
                        <a:pt x="69" y="773"/>
                      </a:lnTo>
                      <a:lnTo>
                        <a:pt x="55" y="797"/>
                      </a:lnTo>
                      <a:lnTo>
                        <a:pt x="42" y="822"/>
                      </a:lnTo>
                      <a:lnTo>
                        <a:pt x="30" y="847"/>
                      </a:lnTo>
                      <a:lnTo>
                        <a:pt x="21" y="872"/>
                      </a:lnTo>
                      <a:lnTo>
                        <a:pt x="14" y="897"/>
                      </a:lnTo>
                      <a:lnTo>
                        <a:pt x="7" y="922"/>
                      </a:lnTo>
                      <a:lnTo>
                        <a:pt x="2" y="947"/>
                      </a:lnTo>
                      <a:lnTo>
                        <a:pt x="0" y="973"/>
                      </a:lnTo>
                      <a:lnTo>
                        <a:pt x="0" y="999"/>
                      </a:lnTo>
                      <a:lnTo>
                        <a:pt x="0" y="999"/>
                      </a:lnTo>
                      <a:lnTo>
                        <a:pt x="0" y="1024"/>
                      </a:lnTo>
                      <a:lnTo>
                        <a:pt x="2" y="1050"/>
                      </a:lnTo>
                      <a:lnTo>
                        <a:pt x="7" y="1076"/>
                      </a:lnTo>
                      <a:lnTo>
                        <a:pt x="14" y="1101"/>
                      </a:lnTo>
                      <a:lnTo>
                        <a:pt x="21" y="1127"/>
                      </a:lnTo>
                      <a:lnTo>
                        <a:pt x="30" y="1151"/>
                      </a:lnTo>
                      <a:lnTo>
                        <a:pt x="42" y="1176"/>
                      </a:lnTo>
                      <a:lnTo>
                        <a:pt x="55" y="1200"/>
                      </a:lnTo>
                      <a:lnTo>
                        <a:pt x="69" y="1224"/>
                      </a:lnTo>
                      <a:lnTo>
                        <a:pt x="86" y="1249"/>
                      </a:lnTo>
                      <a:lnTo>
                        <a:pt x="104" y="1273"/>
                      </a:lnTo>
                      <a:lnTo>
                        <a:pt x="123" y="1296"/>
                      </a:lnTo>
                      <a:lnTo>
                        <a:pt x="143" y="1319"/>
                      </a:lnTo>
                      <a:lnTo>
                        <a:pt x="166" y="1342"/>
                      </a:lnTo>
                      <a:lnTo>
                        <a:pt x="189" y="1365"/>
                      </a:lnTo>
                      <a:lnTo>
                        <a:pt x="215" y="1388"/>
                      </a:lnTo>
                      <a:lnTo>
                        <a:pt x="242" y="1410"/>
                      </a:lnTo>
                      <a:lnTo>
                        <a:pt x="270" y="1432"/>
                      </a:lnTo>
                      <a:lnTo>
                        <a:pt x="301" y="1454"/>
                      </a:lnTo>
                      <a:lnTo>
                        <a:pt x="332" y="1475"/>
                      </a:lnTo>
                      <a:lnTo>
                        <a:pt x="365" y="1496"/>
                      </a:lnTo>
                      <a:lnTo>
                        <a:pt x="398" y="1517"/>
                      </a:lnTo>
                      <a:lnTo>
                        <a:pt x="434" y="1537"/>
                      </a:lnTo>
                      <a:lnTo>
                        <a:pt x="471" y="1558"/>
                      </a:lnTo>
                      <a:lnTo>
                        <a:pt x="510" y="1577"/>
                      </a:lnTo>
                      <a:lnTo>
                        <a:pt x="550" y="1596"/>
                      </a:lnTo>
                      <a:lnTo>
                        <a:pt x="591" y="1615"/>
                      </a:lnTo>
                      <a:lnTo>
                        <a:pt x="633" y="1634"/>
                      </a:lnTo>
                      <a:lnTo>
                        <a:pt x="677" y="1652"/>
                      </a:lnTo>
                      <a:lnTo>
                        <a:pt x="721" y="1670"/>
                      </a:lnTo>
                      <a:lnTo>
                        <a:pt x="768" y="1688"/>
                      </a:lnTo>
                      <a:lnTo>
                        <a:pt x="815" y="1705"/>
                      </a:lnTo>
                      <a:lnTo>
                        <a:pt x="862" y="1722"/>
                      </a:lnTo>
                      <a:lnTo>
                        <a:pt x="912" y="1738"/>
                      </a:lnTo>
                      <a:lnTo>
                        <a:pt x="1015" y="1769"/>
                      </a:lnTo>
                      <a:lnTo>
                        <a:pt x="1123" y="1800"/>
                      </a:lnTo>
                      <a:lnTo>
                        <a:pt x="1235" y="1827"/>
                      </a:lnTo>
                      <a:lnTo>
                        <a:pt x="1351" y="1854"/>
                      </a:lnTo>
                      <a:lnTo>
                        <a:pt x="1471" y="1877"/>
                      </a:lnTo>
                      <a:lnTo>
                        <a:pt x="1596" y="1899"/>
                      </a:lnTo>
                      <a:lnTo>
                        <a:pt x="1724" y="1919"/>
                      </a:lnTo>
                      <a:lnTo>
                        <a:pt x="1856" y="1937"/>
                      </a:lnTo>
                      <a:lnTo>
                        <a:pt x="1990" y="1952"/>
                      </a:lnTo>
                      <a:lnTo>
                        <a:pt x="2130" y="1966"/>
                      </a:lnTo>
                      <a:lnTo>
                        <a:pt x="2272" y="1977"/>
                      </a:lnTo>
                      <a:lnTo>
                        <a:pt x="2417" y="1986"/>
                      </a:lnTo>
                      <a:lnTo>
                        <a:pt x="2566" y="1992"/>
                      </a:lnTo>
                      <a:lnTo>
                        <a:pt x="2716" y="1996"/>
                      </a:lnTo>
                      <a:lnTo>
                        <a:pt x="2870" y="1997"/>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478093" rtl="0" eaLnBrk="1" latinLnBrk="0" hangingPunct="1">
                    <a:defRPr sz="1883" kern="1200">
                      <a:solidFill>
                        <a:schemeClr val="tx1"/>
                      </a:solidFill>
                      <a:latin typeface="+mn-lt"/>
                      <a:ea typeface="+mn-ea"/>
                      <a:cs typeface="+mn-cs"/>
                    </a:defRPr>
                  </a:lvl1pPr>
                  <a:lvl2pPr marL="478093" algn="l" defTabSz="478093" rtl="0" eaLnBrk="1" latinLnBrk="0" hangingPunct="1">
                    <a:defRPr sz="1883" kern="1200">
                      <a:solidFill>
                        <a:schemeClr val="tx1"/>
                      </a:solidFill>
                      <a:latin typeface="+mn-lt"/>
                      <a:ea typeface="+mn-ea"/>
                      <a:cs typeface="+mn-cs"/>
                    </a:defRPr>
                  </a:lvl2pPr>
                  <a:lvl3pPr marL="956184" algn="l" defTabSz="478093" rtl="0" eaLnBrk="1" latinLnBrk="0" hangingPunct="1">
                    <a:defRPr sz="1883" kern="1200">
                      <a:solidFill>
                        <a:schemeClr val="tx1"/>
                      </a:solidFill>
                      <a:latin typeface="+mn-lt"/>
                      <a:ea typeface="+mn-ea"/>
                      <a:cs typeface="+mn-cs"/>
                    </a:defRPr>
                  </a:lvl3pPr>
                  <a:lvl4pPr marL="1434277" algn="l" defTabSz="478093" rtl="0" eaLnBrk="1" latinLnBrk="0" hangingPunct="1">
                    <a:defRPr sz="1883" kern="1200">
                      <a:solidFill>
                        <a:schemeClr val="tx1"/>
                      </a:solidFill>
                      <a:latin typeface="+mn-lt"/>
                      <a:ea typeface="+mn-ea"/>
                      <a:cs typeface="+mn-cs"/>
                    </a:defRPr>
                  </a:lvl4pPr>
                  <a:lvl5pPr marL="1912370" algn="l" defTabSz="478093" rtl="0" eaLnBrk="1" latinLnBrk="0" hangingPunct="1">
                    <a:defRPr sz="1883" kern="1200">
                      <a:solidFill>
                        <a:schemeClr val="tx1"/>
                      </a:solidFill>
                      <a:latin typeface="+mn-lt"/>
                      <a:ea typeface="+mn-ea"/>
                      <a:cs typeface="+mn-cs"/>
                    </a:defRPr>
                  </a:lvl5pPr>
                  <a:lvl6pPr marL="2390462" algn="l" defTabSz="478093" rtl="0" eaLnBrk="1" latinLnBrk="0" hangingPunct="1">
                    <a:defRPr sz="1883" kern="1200">
                      <a:solidFill>
                        <a:schemeClr val="tx1"/>
                      </a:solidFill>
                      <a:latin typeface="+mn-lt"/>
                      <a:ea typeface="+mn-ea"/>
                      <a:cs typeface="+mn-cs"/>
                    </a:defRPr>
                  </a:lvl6pPr>
                  <a:lvl7pPr marL="2868554" algn="l" defTabSz="478093" rtl="0" eaLnBrk="1" latinLnBrk="0" hangingPunct="1">
                    <a:defRPr sz="1883" kern="1200">
                      <a:solidFill>
                        <a:schemeClr val="tx1"/>
                      </a:solidFill>
                      <a:latin typeface="+mn-lt"/>
                      <a:ea typeface="+mn-ea"/>
                      <a:cs typeface="+mn-cs"/>
                    </a:defRPr>
                  </a:lvl7pPr>
                  <a:lvl8pPr marL="3346646" algn="l" defTabSz="478093" rtl="0" eaLnBrk="1" latinLnBrk="0" hangingPunct="1">
                    <a:defRPr sz="1883" kern="1200">
                      <a:solidFill>
                        <a:schemeClr val="tx1"/>
                      </a:solidFill>
                      <a:latin typeface="+mn-lt"/>
                      <a:ea typeface="+mn-ea"/>
                      <a:cs typeface="+mn-cs"/>
                    </a:defRPr>
                  </a:lvl8pPr>
                  <a:lvl9pPr marL="3824739" algn="l" defTabSz="478093" rtl="0" eaLnBrk="1" latinLnBrk="0" hangingPunct="1">
                    <a:defRPr sz="1883" kern="1200">
                      <a:solidFill>
                        <a:schemeClr val="tx1"/>
                      </a:solidFill>
                      <a:latin typeface="+mn-lt"/>
                      <a:ea typeface="+mn-ea"/>
                      <a:cs typeface="+mn-cs"/>
                    </a:defRPr>
                  </a:lvl9pPr>
                </a:lstStyle>
                <a:p>
                  <a:endParaRPr lang="ja-JP" altLang="en-US"/>
                </a:p>
              </p:txBody>
            </p:sp>
          </p:grpSp>
          <p:cxnSp>
            <p:nvCxnSpPr>
              <p:cNvPr id="41" name="直線コネクタ 40">
                <a:extLst>
                  <a:ext uri="{FF2B5EF4-FFF2-40B4-BE49-F238E27FC236}">
                    <a16:creationId xmlns:a16="http://schemas.microsoft.com/office/drawing/2014/main" id="{569021C6-74C0-5A87-56BC-A434CCCC07E3}"/>
                  </a:ext>
                </a:extLst>
              </p:cNvPr>
              <p:cNvCxnSpPr>
                <a:cxnSpLocks/>
              </p:cNvCxnSpPr>
              <p:nvPr/>
            </p:nvCxnSpPr>
            <p:spPr>
              <a:xfrm>
                <a:off x="3221985" y="5049018"/>
                <a:ext cx="0" cy="90001"/>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42" name="直線コネクタ 41">
                <a:extLst>
                  <a:ext uri="{FF2B5EF4-FFF2-40B4-BE49-F238E27FC236}">
                    <a16:creationId xmlns:a16="http://schemas.microsoft.com/office/drawing/2014/main" id="{F7F66C7B-4D14-6355-806E-83EAFCB4417B}"/>
                  </a:ext>
                </a:extLst>
              </p:cNvPr>
              <p:cNvCxnSpPr>
                <a:cxnSpLocks/>
              </p:cNvCxnSpPr>
              <p:nvPr/>
            </p:nvCxnSpPr>
            <p:spPr>
              <a:xfrm>
                <a:off x="3221985" y="5392898"/>
                <a:ext cx="0" cy="93176"/>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grpSp>
        <p:sp>
          <p:nvSpPr>
            <p:cNvPr id="64" name="正方形/長方形 63">
              <a:extLst>
                <a:ext uri="{FF2B5EF4-FFF2-40B4-BE49-F238E27FC236}">
                  <a16:creationId xmlns:a16="http://schemas.microsoft.com/office/drawing/2014/main" id="{2BCEC655-864E-558D-8966-E389ADDE59A4}"/>
                </a:ext>
              </a:extLst>
            </p:cNvPr>
            <p:cNvSpPr/>
            <p:nvPr/>
          </p:nvSpPr>
          <p:spPr bwMode="auto">
            <a:xfrm>
              <a:off x="5825997" y="1268976"/>
              <a:ext cx="720008" cy="720007"/>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r>
                <a:rPr lang="en-US" altLang="ja-JP" sz="2400" dirty="0">
                  <a:solidFill>
                    <a:schemeClr val="tx1">
                      <a:lumMod val="75000"/>
                      <a:lumOff val="25000"/>
                    </a:schemeClr>
                  </a:solidFill>
                </a:rPr>
                <a:t>P</a:t>
              </a:r>
              <a:r>
                <a:rPr lang="ja-JP" altLang="en-US" sz="2400" dirty="0">
                  <a:solidFill>
                    <a:schemeClr val="tx1">
                      <a:lumMod val="75000"/>
                      <a:lumOff val="25000"/>
                    </a:schemeClr>
                  </a:solidFill>
                </a:rPr>
                <a:t>タンク（溜）</a:t>
              </a:r>
            </a:p>
          </p:txBody>
        </p:sp>
        <p:sp>
          <p:nvSpPr>
            <p:cNvPr id="65" name="正方形/長方形 64">
              <a:extLst>
                <a:ext uri="{FF2B5EF4-FFF2-40B4-BE49-F238E27FC236}">
                  <a16:creationId xmlns:a16="http://schemas.microsoft.com/office/drawing/2014/main" id="{A2F3BFBF-0935-4BB5-FC3B-3A6C55671A47}"/>
                </a:ext>
              </a:extLst>
            </p:cNvPr>
            <p:cNvSpPr/>
            <p:nvPr/>
          </p:nvSpPr>
          <p:spPr bwMode="auto">
            <a:xfrm rot="5400000" flipH="1">
              <a:off x="5330989" y="2843992"/>
              <a:ext cx="90001" cy="180001"/>
            </a:xfrm>
            <a:prstGeom prst="rect">
              <a:avLst/>
            </a:prstGeom>
            <a:solidFill>
              <a:schemeClr val="accent6"/>
            </a:solidFill>
            <a:ln>
              <a:solidFill>
                <a:schemeClr val="accent6"/>
              </a:solidFill>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cxnSp>
          <p:nvCxnSpPr>
            <p:cNvPr id="66" name="直線コネクタ 65">
              <a:extLst>
                <a:ext uri="{FF2B5EF4-FFF2-40B4-BE49-F238E27FC236}">
                  <a16:creationId xmlns:a16="http://schemas.microsoft.com/office/drawing/2014/main" id="{EAF9F286-4804-5F59-4418-F09F07853650}"/>
                </a:ext>
              </a:extLst>
            </p:cNvPr>
            <p:cNvCxnSpPr>
              <a:cxnSpLocks/>
            </p:cNvCxnSpPr>
            <p:nvPr/>
          </p:nvCxnSpPr>
          <p:spPr bwMode="auto">
            <a:xfrm flipH="1">
              <a:off x="5465993" y="2708991"/>
              <a:ext cx="3" cy="180000"/>
            </a:xfrm>
            <a:prstGeom prst="line">
              <a:avLst/>
            </a:prstGeom>
            <a:noFill/>
            <a:ln w="19050" cap="rnd" cmpd="sng" algn="ctr">
              <a:solidFill>
                <a:schemeClr val="accent6"/>
              </a:solidFill>
              <a:prstDash val="sysDot"/>
              <a:round/>
              <a:headEnd type="none" w="med" len="med"/>
              <a:tailEnd type="none" w="med" len="med"/>
            </a:ln>
            <a:effectLst/>
          </p:spPr>
        </p:cxnSp>
        <p:cxnSp>
          <p:nvCxnSpPr>
            <p:cNvPr id="67" name="直線コネクタ 66">
              <a:extLst>
                <a:ext uri="{FF2B5EF4-FFF2-40B4-BE49-F238E27FC236}">
                  <a16:creationId xmlns:a16="http://schemas.microsoft.com/office/drawing/2014/main" id="{F35D23E9-DD9D-677C-8F4E-103CBBDB0419}"/>
                </a:ext>
              </a:extLst>
            </p:cNvPr>
            <p:cNvCxnSpPr>
              <a:cxnSpLocks/>
            </p:cNvCxnSpPr>
            <p:nvPr/>
          </p:nvCxnSpPr>
          <p:spPr bwMode="auto">
            <a:xfrm flipH="1">
              <a:off x="5285992" y="2708991"/>
              <a:ext cx="5" cy="180000"/>
            </a:xfrm>
            <a:prstGeom prst="line">
              <a:avLst/>
            </a:prstGeom>
            <a:noFill/>
            <a:ln w="19050" cap="rnd" cmpd="sng" algn="ctr">
              <a:solidFill>
                <a:schemeClr val="accent6"/>
              </a:solidFill>
              <a:prstDash val="sysDot"/>
              <a:round/>
              <a:headEnd type="none" w="med" len="med"/>
              <a:tailEnd type="none" w="med" len="med"/>
            </a:ln>
            <a:effectLst/>
          </p:spPr>
        </p:cxnSp>
        <p:sp>
          <p:nvSpPr>
            <p:cNvPr id="73" name="正方形/長方形 72">
              <a:extLst>
                <a:ext uri="{FF2B5EF4-FFF2-40B4-BE49-F238E27FC236}">
                  <a16:creationId xmlns:a16="http://schemas.microsoft.com/office/drawing/2014/main" id="{A1BB13E8-8E00-79C0-CCAB-B5CE8B8BEF68}"/>
                </a:ext>
              </a:extLst>
            </p:cNvPr>
            <p:cNvSpPr/>
            <p:nvPr/>
          </p:nvSpPr>
          <p:spPr bwMode="auto">
            <a:xfrm>
              <a:off x="5465993" y="2438989"/>
              <a:ext cx="720008" cy="720007"/>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r>
                <a:rPr lang="ja-JP" altLang="en-US" sz="1600" dirty="0">
                  <a:solidFill>
                    <a:schemeClr val="tx1">
                      <a:lumMod val="75000"/>
                      <a:lumOff val="25000"/>
                    </a:schemeClr>
                  </a:solidFill>
                </a:rPr>
                <a:t>栓が水の重みで</a:t>
              </a:r>
              <a:endParaRPr lang="en-US" altLang="ja-JP" sz="1600" dirty="0">
                <a:solidFill>
                  <a:schemeClr val="tx1">
                    <a:lumMod val="75000"/>
                    <a:lumOff val="25000"/>
                  </a:schemeClr>
                </a:solidFill>
              </a:endParaRPr>
            </a:p>
            <a:p>
              <a:r>
                <a:rPr lang="ja-JP" altLang="en-US" sz="1600" dirty="0">
                  <a:solidFill>
                    <a:schemeClr val="tx1">
                      <a:lumMod val="75000"/>
                      <a:lumOff val="25000"/>
                    </a:schemeClr>
                  </a:solidFill>
                </a:rPr>
                <a:t>降りて水が流れない</a:t>
              </a:r>
            </a:p>
          </p:txBody>
        </p:sp>
        <p:sp>
          <p:nvSpPr>
            <p:cNvPr id="76" name="Rectangle 93">
              <a:extLst>
                <a:ext uri="{FF2B5EF4-FFF2-40B4-BE49-F238E27FC236}">
                  <a16:creationId xmlns:a16="http://schemas.microsoft.com/office/drawing/2014/main" id="{B3A3BB14-76F5-CE51-211D-BD14C6BE3425}"/>
                </a:ext>
              </a:extLst>
            </p:cNvPr>
            <p:cNvSpPr>
              <a:spLocks noChangeArrowheads="1"/>
            </p:cNvSpPr>
            <p:nvPr/>
          </p:nvSpPr>
          <p:spPr bwMode="auto">
            <a:xfrm>
              <a:off x="5195989" y="1178975"/>
              <a:ext cx="361079" cy="360004"/>
            </a:xfrm>
            <a:prstGeom prst="rect">
              <a:avLst/>
            </a:prstGeom>
            <a:noFill/>
            <a:ln w="12700" algn="ctr">
              <a:noFill/>
              <a:miter lim="800000"/>
              <a:headEnd/>
              <a:tailEnd/>
            </a:ln>
            <a:effectLst/>
          </p:spPr>
          <p:txBody>
            <a:bodyPr wrap="none" lIns="90000" tIns="46800" rIns="90000" bIns="46800" anchor="ctr"/>
            <a:lstStyle/>
            <a:p>
              <a:r>
                <a:rPr lang="en-US" altLang="ja-JP" dirty="0"/>
                <a:t>G</a:t>
              </a:r>
            </a:p>
          </p:txBody>
        </p:sp>
        <p:sp>
          <p:nvSpPr>
            <p:cNvPr id="77" name="Rectangle 93">
              <a:extLst>
                <a:ext uri="{FF2B5EF4-FFF2-40B4-BE49-F238E27FC236}">
                  <a16:creationId xmlns:a16="http://schemas.microsoft.com/office/drawing/2014/main" id="{B77C8F52-FA12-0C78-EE54-984BD04B07C6}"/>
                </a:ext>
              </a:extLst>
            </p:cNvPr>
            <p:cNvSpPr>
              <a:spLocks noChangeArrowheads="1"/>
            </p:cNvSpPr>
            <p:nvPr/>
          </p:nvSpPr>
          <p:spPr bwMode="auto">
            <a:xfrm>
              <a:off x="3935975" y="1988984"/>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S</a:t>
              </a:r>
            </a:p>
          </p:txBody>
        </p:sp>
        <p:sp>
          <p:nvSpPr>
            <p:cNvPr id="78" name="Rectangle 93">
              <a:extLst>
                <a:ext uri="{FF2B5EF4-FFF2-40B4-BE49-F238E27FC236}">
                  <a16:creationId xmlns:a16="http://schemas.microsoft.com/office/drawing/2014/main" id="{D2D51955-870A-2F98-7580-72F9682F92F8}"/>
                </a:ext>
              </a:extLst>
            </p:cNvPr>
            <p:cNvSpPr>
              <a:spLocks noChangeArrowheads="1"/>
            </p:cNvSpPr>
            <p:nvPr/>
          </p:nvSpPr>
          <p:spPr bwMode="auto">
            <a:xfrm>
              <a:off x="6546004" y="1988984"/>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D</a:t>
              </a:r>
            </a:p>
          </p:txBody>
        </p:sp>
      </p:grpSp>
      <p:grpSp>
        <p:nvGrpSpPr>
          <p:cNvPr id="4" name="グループ化 3">
            <a:extLst>
              <a:ext uri="{FF2B5EF4-FFF2-40B4-BE49-F238E27FC236}">
                <a16:creationId xmlns:a16="http://schemas.microsoft.com/office/drawing/2014/main" id="{7F1E086E-E19B-0832-098C-75FAC83456B7}"/>
              </a:ext>
            </a:extLst>
          </p:cNvPr>
          <p:cNvGrpSpPr/>
          <p:nvPr/>
        </p:nvGrpSpPr>
        <p:grpSpPr>
          <a:xfrm>
            <a:off x="3935976" y="908972"/>
            <a:ext cx="3240037" cy="2430026"/>
            <a:chOff x="8256023" y="908972"/>
            <a:chExt cx="3240037" cy="2430026"/>
          </a:xfrm>
        </p:grpSpPr>
        <p:cxnSp>
          <p:nvCxnSpPr>
            <p:cNvPr id="47" name="直線コネクタ 46">
              <a:extLst>
                <a:ext uri="{FF2B5EF4-FFF2-40B4-BE49-F238E27FC236}">
                  <a16:creationId xmlns:a16="http://schemas.microsoft.com/office/drawing/2014/main" id="{B4427312-AB51-8750-1A7D-939EA618C87D}"/>
                </a:ext>
              </a:extLst>
            </p:cNvPr>
            <p:cNvCxnSpPr>
              <a:cxnSpLocks/>
            </p:cNvCxnSpPr>
            <p:nvPr/>
          </p:nvCxnSpPr>
          <p:spPr bwMode="auto">
            <a:xfrm>
              <a:off x="9426037" y="1628980"/>
              <a:ext cx="540006" cy="0"/>
            </a:xfrm>
            <a:prstGeom prst="line">
              <a:avLst/>
            </a:prstGeom>
            <a:noFill/>
            <a:ln w="19050" cap="rnd" cmpd="sng" algn="ctr">
              <a:solidFill>
                <a:schemeClr val="accent6"/>
              </a:solidFill>
              <a:prstDash val="solid"/>
              <a:round/>
              <a:headEnd type="none" w="med" len="med"/>
              <a:tailEnd type="none" w="med" len="med"/>
            </a:ln>
            <a:effectLst/>
          </p:spPr>
        </p:cxnSp>
        <p:cxnSp>
          <p:nvCxnSpPr>
            <p:cNvPr id="48" name="直線コネクタ 47">
              <a:extLst>
                <a:ext uri="{FF2B5EF4-FFF2-40B4-BE49-F238E27FC236}">
                  <a16:creationId xmlns:a16="http://schemas.microsoft.com/office/drawing/2014/main" id="{6142E68E-286A-07DA-6F0F-D4FD97E30B58}"/>
                </a:ext>
              </a:extLst>
            </p:cNvPr>
            <p:cNvCxnSpPr>
              <a:cxnSpLocks/>
            </p:cNvCxnSpPr>
            <p:nvPr/>
          </p:nvCxnSpPr>
          <p:spPr bwMode="auto">
            <a:xfrm>
              <a:off x="9426037" y="1178974"/>
              <a:ext cx="0" cy="450041"/>
            </a:xfrm>
            <a:prstGeom prst="line">
              <a:avLst/>
            </a:prstGeom>
            <a:noFill/>
            <a:ln w="19050" cap="rnd" cmpd="sng" algn="ctr">
              <a:solidFill>
                <a:schemeClr val="accent6"/>
              </a:solidFill>
              <a:prstDash val="solid"/>
              <a:round/>
              <a:headEnd type="none" w="med" len="med"/>
              <a:tailEnd type="none" w="med" len="med"/>
            </a:ln>
            <a:effectLst/>
          </p:spPr>
        </p:cxnSp>
        <p:cxnSp>
          <p:nvCxnSpPr>
            <p:cNvPr id="49" name="直線コネクタ 48">
              <a:extLst>
                <a:ext uri="{FF2B5EF4-FFF2-40B4-BE49-F238E27FC236}">
                  <a16:creationId xmlns:a16="http://schemas.microsoft.com/office/drawing/2014/main" id="{AA4063C3-0B9E-BF89-79E4-460025E13B95}"/>
                </a:ext>
              </a:extLst>
            </p:cNvPr>
            <p:cNvCxnSpPr>
              <a:cxnSpLocks/>
            </p:cNvCxnSpPr>
            <p:nvPr/>
          </p:nvCxnSpPr>
          <p:spPr bwMode="auto">
            <a:xfrm>
              <a:off x="9966043" y="1178974"/>
              <a:ext cx="0" cy="450041"/>
            </a:xfrm>
            <a:prstGeom prst="line">
              <a:avLst/>
            </a:prstGeom>
            <a:noFill/>
            <a:ln w="19050" cap="rnd" cmpd="sng" algn="ctr">
              <a:solidFill>
                <a:schemeClr val="accent6"/>
              </a:solidFill>
              <a:prstDash val="solid"/>
              <a:round/>
              <a:headEnd type="none" w="med" len="med"/>
              <a:tailEnd type="none" w="med" len="med"/>
            </a:ln>
            <a:effectLst/>
          </p:spPr>
        </p:cxnSp>
        <p:cxnSp>
          <p:nvCxnSpPr>
            <p:cNvPr id="50" name="直線コネクタ 49">
              <a:extLst>
                <a:ext uri="{FF2B5EF4-FFF2-40B4-BE49-F238E27FC236}">
                  <a16:creationId xmlns:a16="http://schemas.microsoft.com/office/drawing/2014/main" id="{0A5CE312-7539-D861-960F-959BCFEAF276}"/>
                </a:ext>
              </a:extLst>
            </p:cNvPr>
            <p:cNvCxnSpPr>
              <a:cxnSpLocks/>
            </p:cNvCxnSpPr>
            <p:nvPr/>
          </p:nvCxnSpPr>
          <p:spPr bwMode="auto">
            <a:xfrm flipV="1">
              <a:off x="9696038" y="1628980"/>
              <a:ext cx="0" cy="180002"/>
            </a:xfrm>
            <a:prstGeom prst="line">
              <a:avLst/>
            </a:prstGeom>
            <a:noFill/>
            <a:ln w="19050" cap="flat" cmpd="sng" algn="ctr">
              <a:solidFill>
                <a:schemeClr val="accent6"/>
              </a:solidFill>
              <a:prstDash val="solid"/>
              <a:round/>
              <a:headEnd type="none" w="med" len="med"/>
              <a:tailEnd type="none" w="med" len="med"/>
            </a:ln>
            <a:effectLst/>
          </p:spPr>
        </p:cxnSp>
        <p:sp>
          <p:nvSpPr>
            <p:cNvPr id="51" name="正方形/長方形 50">
              <a:extLst>
                <a:ext uri="{FF2B5EF4-FFF2-40B4-BE49-F238E27FC236}">
                  <a16:creationId xmlns:a16="http://schemas.microsoft.com/office/drawing/2014/main" id="{13C5594C-4561-DAE6-3E78-9FA0C83A1E94}"/>
                </a:ext>
              </a:extLst>
            </p:cNvPr>
            <p:cNvSpPr/>
            <p:nvPr/>
          </p:nvSpPr>
          <p:spPr bwMode="auto">
            <a:xfrm rot="5400000">
              <a:off x="9606039" y="998973"/>
              <a:ext cx="180002" cy="2880033"/>
            </a:xfrm>
            <a:prstGeom prst="rect">
              <a:avLst/>
            </a:prstGeom>
            <a:solidFill>
              <a:schemeClr val="accent5">
                <a:lumMod val="20000"/>
                <a:lumOff val="80000"/>
              </a:schemeClr>
            </a:solid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cxnSp>
          <p:nvCxnSpPr>
            <p:cNvPr id="52" name="直線コネクタ 51">
              <a:extLst>
                <a:ext uri="{FF2B5EF4-FFF2-40B4-BE49-F238E27FC236}">
                  <a16:creationId xmlns:a16="http://schemas.microsoft.com/office/drawing/2014/main" id="{9B71AC23-6A40-0761-8550-426A37798978}"/>
                </a:ext>
              </a:extLst>
            </p:cNvPr>
            <p:cNvCxnSpPr>
              <a:cxnSpLocks/>
            </p:cNvCxnSpPr>
            <p:nvPr/>
          </p:nvCxnSpPr>
          <p:spPr bwMode="auto">
            <a:xfrm>
              <a:off x="9786043" y="2348990"/>
              <a:ext cx="1350015" cy="0"/>
            </a:xfrm>
            <a:prstGeom prst="line">
              <a:avLst/>
            </a:prstGeom>
            <a:noFill/>
            <a:ln w="19050" cap="flat" cmpd="sng" algn="ctr">
              <a:solidFill>
                <a:schemeClr val="tx1"/>
              </a:solidFill>
              <a:prstDash val="solid"/>
              <a:round/>
              <a:headEnd type="none" w="med" len="med"/>
              <a:tailEnd type="none" w="med" len="med"/>
            </a:ln>
            <a:effectLst/>
          </p:spPr>
        </p:cxnSp>
        <p:cxnSp>
          <p:nvCxnSpPr>
            <p:cNvPr id="53" name="直線コネクタ 52">
              <a:extLst>
                <a:ext uri="{FF2B5EF4-FFF2-40B4-BE49-F238E27FC236}">
                  <a16:creationId xmlns:a16="http://schemas.microsoft.com/office/drawing/2014/main" id="{95BC0AC0-4AEE-DD39-AAC3-87DB5952FD1D}"/>
                </a:ext>
              </a:extLst>
            </p:cNvPr>
            <p:cNvCxnSpPr>
              <a:cxnSpLocks/>
            </p:cNvCxnSpPr>
            <p:nvPr/>
          </p:nvCxnSpPr>
          <p:spPr bwMode="auto">
            <a:xfrm>
              <a:off x="8256023" y="2528990"/>
              <a:ext cx="2880035" cy="0"/>
            </a:xfrm>
            <a:prstGeom prst="line">
              <a:avLst/>
            </a:prstGeom>
            <a:noFill/>
            <a:ln w="19050" cap="flat" cmpd="sng" algn="ctr">
              <a:solidFill>
                <a:schemeClr val="tx1"/>
              </a:solidFill>
              <a:prstDash val="solid"/>
              <a:round/>
              <a:headEnd type="none" w="med" len="med"/>
              <a:tailEnd type="none" w="med" len="med"/>
            </a:ln>
            <a:effectLst/>
          </p:spPr>
        </p:cxnSp>
        <p:cxnSp>
          <p:nvCxnSpPr>
            <p:cNvPr id="54" name="直線コネクタ 53">
              <a:extLst>
                <a:ext uri="{FF2B5EF4-FFF2-40B4-BE49-F238E27FC236}">
                  <a16:creationId xmlns:a16="http://schemas.microsoft.com/office/drawing/2014/main" id="{137FB84C-F465-8AC0-8721-13715BE74039}"/>
                </a:ext>
              </a:extLst>
            </p:cNvPr>
            <p:cNvCxnSpPr>
              <a:cxnSpLocks/>
            </p:cNvCxnSpPr>
            <p:nvPr/>
          </p:nvCxnSpPr>
          <p:spPr bwMode="auto">
            <a:xfrm>
              <a:off x="8256023" y="2348988"/>
              <a:ext cx="1350016" cy="0"/>
            </a:xfrm>
            <a:prstGeom prst="line">
              <a:avLst/>
            </a:prstGeom>
            <a:noFill/>
            <a:ln w="19050" cap="flat" cmpd="sng" algn="ctr">
              <a:solidFill>
                <a:schemeClr val="tx1"/>
              </a:solidFill>
              <a:prstDash val="solid"/>
              <a:round/>
              <a:headEnd type="none" w="med" len="med"/>
              <a:tailEnd type="none" w="med" len="med"/>
            </a:ln>
            <a:effectLst/>
          </p:spPr>
        </p:cxnSp>
        <p:sp>
          <p:nvSpPr>
            <p:cNvPr id="55" name="正方形/長方形 54">
              <a:extLst>
                <a:ext uri="{FF2B5EF4-FFF2-40B4-BE49-F238E27FC236}">
                  <a16:creationId xmlns:a16="http://schemas.microsoft.com/office/drawing/2014/main" id="{9A4A10FC-6B0A-856A-BA8D-0E09857C50F7}"/>
                </a:ext>
              </a:extLst>
            </p:cNvPr>
            <p:cNvSpPr/>
            <p:nvPr/>
          </p:nvSpPr>
          <p:spPr bwMode="auto">
            <a:xfrm rot="5400000">
              <a:off x="9426035" y="1988984"/>
              <a:ext cx="540006" cy="180001"/>
            </a:xfrm>
            <a:prstGeom prst="rect">
              <a:avLst/>
            </a:prstGeom>
            <a:solidFill>
              <a:schemeClr val="accent6"/>
            </a:solidFill>
            <a:ln>
              <a:solidFill>
                <a:schemeClr val="accent6"/>
              </a:solidFill>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grpSp>
          <p:nvGrpSpPr>
            <p:cNvPr id="56" name="グループ化 55">
              <a:extLst>
                <a:ext uri="{FF2B5EF4-FFF2-40B4-BE49-F238E27FC236}">
                  <a16:creationId xmlns:a16="http://schemas.microsoft.com/office/drawing/2014/main" id="{C24388D3-3916-A19B-48D0-CD6B900F425A}"/>
                </a:ext>
              </a:extLst>
            </p:cNvPr>
            <p:cNvGrpSpPr/>
            <p:nvPr/>
          </p:nvGrpSpPr>
          <p:grpSpPr>
            <a:xfrm>
              <a:off x="9606039" y="2618989"/>
              <a:ext cx="180003" cy="720009"/>
              <a:chOff x="3131985" y="5049018"/>
              <a:chExt cx="180002" cy="437056"/>
            </a:xfrm>
          </p:grpSpPr>
          <p:grpSp>
            <p:nvGrpSpPr>
              <p:cNvPr id="57" name="グループ化 56">
                <a:extLst>
                  <a:ext uri="{FF2B5EF4-FFF2-40B4-BE49-F238E27FC236}">
                    <a16:creationId xmlns:a16="http://schemas.microsoft.com/office/drawing/2014/main" id="{F1E36575-69DB-9358-8BCD-CF006E9E2F1D}"/>
                  </a:ext>
                </a:extLst>
              </p:cNvPr>
              <p:cNvGrpSpPr/>
              <p:nvPr/>
            </p:nvGrpSpPr>
            <p:grpSpPr>
              <a:xfrm>
                <a:off x="3131985" y="5139021"/>
                <a:ext cx="180002" cy="254126"/>
                <a:chOff x="3131984" y="5191944"/>
                <a:chExt cx="270003" cy="201854"/>
              </a:xfrm>
            </p:grpSpPr>
            <p:sp>
              <p:nvSpPr>
                <p:cNvPr id="60" name="Freeform 42">
                  <a:extLst>
                    <a:ext uri="{FF2B5EF4-FFF2-40B4-BE49-F238E27FC236}">
                      <a16:creationId xmlns:a16="http://schemas.microsoft.com/office/drawing/2014/main" id="{DF69E78E-CC48-047D-A688-5391DB41F15F}"/>
                    </a:ext>
                  </a:extLst>
                </p:cNvPr>
                <p:cNvSpPr>
                  <a:spLocks/>
                </p:cNvSpPr>
                <p:nvPr/>
              </p:nvSpPr>
              <p:spPr bwMode="auto">
                <a:xfrm>
                  <a:off x="3131984" y="5229020"/>
                  <a:ext cx="270003" cy="90001"/>
                </a:xfrm>
                <a:custGeom>
                  <a:avLst/>
                  <a:gdLst>
                    <a:gd name="T0" fmla="*/ 3025 w 5991"/>
                    <a:gd name="T1" fmla="*/ 3393 h 3396"/>
                    <a:gd name="T2" fmla="*/ 3330 w 5991"/>
                    <a:gd name="T3" fmla="*/ 3377 h 3396"/>
                    <a:gd name="T4" fmla="*/ 3627 w 5991"/>
                    <a:gd name="T5" fmla="*/ 3342 h 3396"/>
                    <a:gd name="T6" fmla="*/ 3916 w 5991"/>
                    <a:gd name="T7" fmla="*/ 3293 h 3396"/>
                    <a:gd name="T8" fmla="*/ 4193 w 5991"/>
                    <a:gd name="T9" fmla="*/ 3228 h 3396"/>
                    <a:gd name="T10" fmla="*/ 4458 w 5991"/>
                    <a:gd name="T11" fmla="*/ 3150 h 3396"/>
                    <a:gd name="T12" fmla="*/ 4708 w 5991"/>
                    <a:gd name="T13" fmla="*/ 3059 h 3396"/>
                    <a:gd name="T14" fmla="*/ 4941 w 5991"/>
                    <a:gd name="T15" fmla="*/ 2955 h 3396"/>
                    <a:gd name="T16" fmla="*/ 5157 w 5991"/>
                    <a:gd name="T17" fmla="*/ 2839 h 3396"/>
                    <a:gd name="T18" fmla="*/ 5350 w 5991"/>
                    <a:gd name="T19" fmla="*/ 2714 h 3396"/>
                    <a:gd name="T20" fmla="*/ 5523 w 5991"/>
                    <a:gd name="T21" fmla="*/ 2578 h 3396"/>
                    <a:gd name="T22" fmla="*/ 5671 w 5991"/>
                    <a:gd name="T23" fmla="*/ 2434 h 3396"/>
                    <a:gd name="T24" fmla="*/ 5794 w 5991"/>
                    <a:gd name="T25" fmla="*/ 2282 h 3396"/>
                    <a:gd name="T26" fmla="*/ 5889 w 5991"/>
                    <a:gd name="T27" fmla="*/ 2123 h 3396"/>
                    <a:gd name="T28" fmla="*/ 5953 w 5991"/>
                    <a:gd name="T29" fmla="*/ 1956 h 3396"/>
                    <a:gd name="T30" fmla="*/ 5986 w 5991"/>
                    <a:gd name="T31" fmla="*/ 1786 h 3396"/>
                    <a:gd name="T32" fmla="*/ 5990 w 5991"/>
                    <a:gd name="T33" fmla="*/ 1654 h 3396"/>
                    <a:gd name="T34" fmla="*/ 5964 w 5991"/>
                    <a:gd name="T35" fmla="*/ 1482 h 3396"/>
                    <a:gd name="T36" fmla="*/ 5908 w 5991"/>
                    <a:gd name="T37" fmla="*/ 1315 h 3396"/>
                    <a:gd name="T38" fmla="*/ 5819 w 5991"/>
                    <a:gd name="T39" fmla="*/ 1154 h 3396"/>
                    <a:gd name="T40" fmla="*/ 5704 w 5991"/>
                    <a:gd name="T41" fmla="*/ 1000 h 3396"/>
                    <a:gd name="T42" fmla="*/ 5563 w 5991"/>
                    <a:gd name="T43" fmla="*/ 852 h 3396"/>
                    <a:gd name="T44" fmla="*/ 5396 w 5991"/>
                    <a:gd name="T45" fmla="*/ 715 h 3396"/>
                    <a:gd name="T46" fmla="*/ 5207 w 5991"/>
                    <a:gd name="T47" fmla="*/ 587 h 3396"/>
                    <a:gd name="T48" fmla="*/ 4996 w 5991"/>
                    <a:gd name="T49" fmla="*/ 469 h 3396"/>
                    <a:gd name="T50" fmla="*/ 4768 w 5991"/>
                    <a:gd name="T51" fmla="*/ 363 h 3396"/>
                    <a:gd name="T52" fmla="*/ 4522 w 5991"/>
                    <a:gd name="T53" fmla="*/ 268 h 3396"/>
                    <a:gd name="T54" fmla="*/ 4261 w 5991"/>
                    <a:gd name="T55" fmla="*/ 186 h 3396"/>
                    <a:gd name="T56" fmla="*/ 3986 w 5991"/>
                    <a:gd name="T57" fmla="*/ 118 h 3396"/>
                    <a:gd name="T58" fmla="*/ 3700 w 5991"/>
                    <a:gd name="T59" fmla="*/ 65 h 3396"/>
                    <a:gd name="T60" fmla="*/ 3404 w 5991"/>
                    <a:gd name="T61" fmla="*/ 27 h 3396"/>
                    <a:gd name="T62" fmla="*/ 3102 w 5991"/>
                    <a:gd name="T63" fmla="*/ 5 h 3396"/>
                    <a:gd name="T64" fmla="*/ 2870 w 5991"/>
                    <a:gd name="T65" fmla="*/ 0 h 3396"/>
                    <a:gd name="T66" fmla="*/ 2272 w 5991"/>
                    <a:gd name="T67" fmla="*/ 20 h 3396"/>
                    <a:gd name="T68" fmla="*/ 1724 w 5991"/>
                    <a:gd name="T69" fmla="*/ 79 h 3396"/>
                    <a:gd name="T70" fmla="*/ 1235 w 5991"/>
                    <a:gd name="T71" fmla="*/ 170 h 3396"/>
                    <a:gd name="T72" fmla="*/ 862 w 5991"/>
                    <a:gd name="T73" fmla="*/ 276 h 3396"/>
                    <a:gd name="T74" fmla="*/ 677 w 5991"/>
                    <a:gd name="T75" fmla="*/ 345 h 3396"/>
                    <a:gd name="T76" fmla="*/ 510 w 5991"/>
                    <a:gd name="T77" fmla="*/ 420 h 3396"/>
                    <a:gd name="T78" fmla="*/ 365 w 5991"/>
                    <a:gd name="T79" fmla="*/ 502 h 3396"/>
                    <a:gd name="T80" fmla="*/ 242 w 5991"/>
                    <a:gd name="T81" fmla="*/ 588 h 3396"/>
                    <a:gd name="T82" fmla="*/ 143 w 5991"/>
                    <a:gd name="T83" fmla="*/ 678 h 3396"/>
                    <a:gd name="T84" fmla="*/ 69 w 5991"/>
                    <a:gd name="T85" fmla="*/ 773 h 3396"/>
                    <a:gd name="T86" fmla="*/ 21 w 5991"/>
                    <a:gd name="T87" fmla="*/ 872 h 3396"/>
                    <a:gd name="T88" fmla="*/ 0 w 5991"/>
                    <a:gd name="T89" fmla="*/ 973 h 3396"/>
                    <a:gd name="T90" fmla="*/ 2 w 5991"/>
                    <a:gd name="T91" fmla="*/ 1050 h 3396"/>
                    <a:gd name="T92" fmla="*/ 30 w 5991"/>
                    <a:gd name="T93" fmla="*/ 1151 h 3396"/>
                    <a:gd name="T94" fmla="*/ 86 w 5991"/>
                    <a:gd name="T95" fmla="*/ 1249 h 3396"/>
                    <a:gd name="T96" fmla="*/ 166 w 5991"/>
                    <a:gd name="T97" fmla="*/ 1342 h 3396"/>
                    <a:gd name="T98" fmla="*/ 270 w 5991"/>
                    <a:gd name="T99" fmla="*/ 1432 h 3396"/>
                    <a:gd name="T100" fmla="*/ 398 w 5991"/>
                    <a:gd name="T101" fmla="*/ 1517 h 3396"/>
                    <a:gd name="T102" fmla="*/ 550 w 5991"/>
                    <a:gd name="T103" fmla="*/ 1596 h 3396"/>
                    <a:gd name="T104" fmla="*/ 721 w 5991"/>
                    <a:gd name="T105" fmla="*/ 1670 h 3396"/>
                    <a:gd name="T106" fmla="*/ 912 w 5991"/>
                    <a:gd name="T107" fmla="*/ 1738 h 3396"/>
                    <a:gd name="T108" fmla="*/ 1351 w 5991"/>
                    <a:gd name="T109" fmla="*/ 1854 h 3396"/>
                    <a:gd name="T110" fmla="*/ 1856 w 5991"/>
                    <a:gd name="T111" fmla="*/ 1937 h 3396"/>
                    <a:gd name="T112" fmla="*/ 2417 w 5991"/>
                    <a:gd name="T113" fmla="*/ 1986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991" h="3396">
                      <a:moveTo>
                        <a:pt x="2870" y="3396"/>
                      </a:moveTo>
                      <a:lnTo>
                        <a:pt x="2870" y="3396"/>
                      </a:lnTo>
                      <a:lnTo>
                        <a:pt x="2948" y="3395"/>
                      </a:lnTo>
                      <a:lnTo>
                        <a:pt x="3025" y="3393"/>
                      </a:lnTo>
                      <a:lnTo>
                        <a:pt x="3102" y="3391"/>
                      </a:lnTo>
                      <a:lnTo>
                        <a:pt x="3179" y="3387"/>
                      </a:lnTo>
                      <a:lnTo>
                        <a:pt x="3254" y="3382"/>
                      </a:lnTo>
                      <a:lnTo>
                        <a:pt x="3330" y="3377"/>
                      </a:lnTo>
                      <a:lnTo>
                        <a:pt x="3404" y="3369"/>
                      </a:lnTo>
                      <a:lnTo>
                        <a:pt x="3480" y="3361"/>
                      </a:lnTo>
                      <a:lnTo>
                        <a:pt x="3553" y="3352"/>
                      </a:lnTo>
                      <a:lnTo>
                        <a:pt x="3627" y="3342"/>
                      </a:lnTo>
                      <a:lnTo>
                        <a:pt x="3700" y="3332"/>
                      </a:lnTo>
                      <a:lnTo>
                        <a:pt x="3772" y="3319"/>
                      </a:lnTo>
                      <a:lnTo>
                        <a:pt x="3844" y="3306"/>
                      </a:lnTo>
                      <a:lnTo>
                        <a:pt x="3916" y="3293"/>
                      </a:lnTo>
                      <a:lnTo>
                        <a:pt x="3986" y="3278"/>
                      </a:lnTo>
                      <a:lnTo>
                        <a:pt x="4056" y="3262"/>
                      </a:lnTo>
                      <a:lnTo>
                        <a:pt x="4125" y="3246"/>
                      </a:lnTo>
                      <a:lnTo>
                        <a:pt x="4193" y="3228"/>
                      </a:lnTo>
                      <a:lnTo>
                        <a:pt x="4261" y="3210"/>
                      </a:lnTo>
                      <a:lnTo>
                        <a:pt x="4327" y="3191"/>
                      </a:lnTo>
                      <a:lnTo>
                        <a:pt x="4393" y="3170"/>
                      </a:lnTo>
                      <a:lnTo>
                        <a:pt x="4458" y="3150"/>
                      </a:lnTo>
                      <a:lnTo>
                        <a:pt x="4522" y="3128"/>
                      </a:lnTo>
                      <a:lnTo>
                        <a:pt x="4585" y="3106"/>
                      </a:lnTo>
                      <a:lnTo>
                        <a:pt x="4647" y="3083"/>
                      </a:lnTo>
                      <a:lnTo>
                        <a:pt x="4708" y="3059"/>
                      </a:lnTo>
                      <a:lnTo>
                        <a:pt x="4768" y="3033"/>
                      </a:lnTo>
                      <a:lnTo>
                        <a:pt x="4827" y="3009"/>
                      </a:lnTo>
                      <a:lnTo>
                        <a:pt x="4885" y="2982"/>
                      </a:lnTo>
                      <a:lnTo>
                        <a:pt x="4941" y="2955"/>
                      </a:lnTo>
                      <a:lnTo>
                        <a:pt x="4996" y="2927"/>
                      </a:lnTo>
                      <a:lnTo>
                        <a:pt x="5052" y="2898"/>
                      </a:lnTo>
                      <a:lnTo>
                        <a:pt x="5104" y="2869"/>
                      </a:lnTo>
                      <a:lnTo>
                        <a:pt x="5157" y="2839"/>
                      </a:lnTo>
                      <a:lnTo>
                        <a:pt x="5207" y="2809"/>
                      </a:lnTo>
                      <a:lnTo>
                        <a:pt x="5255" y="2778"/>
                      </a:lnTo>
                      <a:lnTo>
                        <a:pt x="5304" y="2746"/>
                      </a:lnTo>
                      <a:lnTo>
                        <a:pt x="5350" y="2714"/>
                      </a:lnTo>
                      <a:lnTo>
                        <a:pt x="5396" y="2680"/>
                      </a:lnTo>
                      <a:lnTo>
                        <a:pt x="5440" y="2647"/>
                      </a:lnTo>
                      <a:lnTo>
                        <a:pt x="5482" y="2613"/>
                      </a:lnTo>
                      <a:lnTo>
                        <a:pt x="5523" y="2578"/>
                      </a:lnTo>
                      <a:lnTo>
                        <a:pt x="5563" y="2543"/>
                      </a:lnTo>
                      <a:lnTo>
                        <a:pt x="5600" y="2507"/>
                      </a:lnTo>
                      <a:lnTo>
                        <a:pt x="5636" y="2470"/>
                      </a:lnTo>
                      <a:lnTo>
                        <a:pt x="5671" y="2434"/>
                      </a:lnTo>
                      <a:lnTo>
                        <a:pt x="5704" y="2397"/>
                      </a:lnTo>
                      <a:lnTo>
                        <a:pt x="5736" y="2359"/>
                      </a:lnTo>
                      <a:lnTo>
                        <a:pt x="5766" y="2320"/>
                      </a:lnTo>
                      <a:lnTo>
                        <a:pt x="5794" y="2282"/>
                      </a:lnTo>
                      <a:lnTo>
                        <a:pt x="5819" y="2242"/>
                      </a:lnTo>
                      <a:lnTo>
                        <a:pt x="5845" y="2202"/>
                      </a:lnTo>
                      <a:lnTo>
                        <a:pt x="5867" y="2163"/>
                      </a:lnTo>
                      <a:lnTo>
                        <a:pt x="5889" y="2123"/>
                      </a:lnTo>
                      <a:lnTo>
                        <a:pt x="5908" y="2082"/>
                      </a:lnTo>
                      <a:lnTo>
                        <a:pt x="5925" y="2040"/>
                      </a:lnTo>
                      <a:lnTo>
                        <a:pt x="5940" y="1999"/>
                      </a:lnTo>
                      <a:lnTo>
                        <a:pt x="5953" y="1956"/>
                      </a:lnTo>
                      <a:lnTo>
                        <a:pt x="5964" y="1914"/>
                      </a:lnTo>
                      <a:lnTo>
                        <a:pt x="5973" y="1872"/>
                      </a:lnTo>
                      <a:lnTo>
                        <a:pt x="5981" y="1828"/>
                      </a:lnTo>
                      <a:lnTo>
                        <a:pt x="5986" y="1786"/>
                      </a:lnTo>
                      <a:lnTo>
                        <a:pt x="5990" y="1742"/>
                      </a:lnTo>
                      <a:lnTo>
                        <a:pt x="5991" y="1699"/>
                      </a:lnTo>
                      <a:lnTo>
                        <a:pt x="5991" y="1699"/>
                      </a:lnTo>
                      <a:lnTo>
                        <a:pt x="5990" y="1654"/>
                      </a:lnTo>
                      <a:lnTo>
                        <a:pt x="5986" y="1610"/>
                      </a:lnTo>
                      <a:lnTo>
                        <a:pt x="5981" y="1568"/>
                      </a:lnTo>
                      <a:lnTo>
                        <a:pt x="5973" y="1524"/>
                      </a:lnTo>
                      <a:lnTo>
                        <a:pt x="5964" y="1482"/>
                      </a:lnTo>
                      <a:lnTo>
                        <a:pt x="5953" y="1440"/>
                      </a:lnTo>
                      <a:lnTo>
                        <a:pt x="5940" y="1397"/>
                      </a:lnTo>
                      <a:lnTo>
                        <a:pt x="5925" y="1356"/>
                      </a:lnTo>
                      <a:lnTo>
                        <a:pt x="5908" y="1315"/>
                      </a:lnTo>
                      <a:lnTo>
                        <a:pt x="5889" y="1274"/>
                      </a:lnTo>
                      <a:lnTo>
                        <a:pt x="5867" y="1233"/>
                      </a:lnTo>
                      <a:lnTo>
                        <a:pt x="5845" y="1193"/>
                      </a:lnTo>
                      <a:lnTo>
                        <a:pt x="5819" y="1154"/>
                      </a:lnTo>
                      <a:lnTo>
                        <a:pt x="5794" y="1114"/>
                      </a:lnTo>
                      <a:lnTo>
                        <a:pt x="5766" y="1076"/>
                      </a:lnTo>
                      <a:lnTo>
                        <a:pt x="5736" y="1037"/>
                      </a:lnTo>
                      <a:lnTo>
                        <a:pt x="5704" y="1000"/>
                      </a:lnTo>
                      <a:lnTo>
                        <a:pt x="5671" y="961"/>
                      </a:lnTo>
                      <a:lnTo>
                        <a:pt x="5636" y="926"/>
                      </a:lnTo>
                      <a:lnTo>
                        <a:pt x="5600" y="888"/>
                      </a:lnTo>
                      <a:lnTo>
                        <a:pt x="5563" y="852"/>
                      </a:lnTo>
                      <a:lnTo>
                        <a:pt x="5523" y="818"/>
                      </a:lnTo>
                      <a:lnTo>
                        <a:pt x="5482" y="783"/>
                      </a:lnTo>
                      <a:lnTo>
                        <a:pt x="5440" y="749"/>
                      </a:lnTo>
                      <a:lnTo>
                        <a:pt x="5396" y="715"/>
                      </a:lnTo>
                      <a:lnTo>
                        <a:pt x="5350" y="682"/>
                      </a:lnTo>
                      <a:lnTo>
                        <a:pt x="5304" y="650"/>
                      </a:lnTo>
                      <a:lnTo>
                        <a:pt x="5255" y="618"/>
                      </a:lnTo>
                      <a:lnTo>
                        <a:pt x="5207" y="587"/>
                      </a:lnTo>
                      <a:lnTo>
                        <a:pt x="5157" y="556"/>
                      </a:lnTo>
                      <a:lnTo>
                        <a:pt x="5104" y="527"/>
                      </a:lnTo>
                      <a:lnTo>
                        <a:pt x="5052" y="497"/>
                      </a:lnTo>
                      <a:lnTo>
                        <a:pt x="4996" y="469"/>
                      </a:lnTo>
                      <a:lnTo>
                        <a:pt x="4941" y="441"/>
                      </a:lnTo>
                      <a:lnTo>
                        <a:pt x="4885" y="414"/>
                      </a:lnTo>
                      <a:lnTo>
                        <a:pt x="4827" y="388"/>
                      </a:lnTo>
                      <a:lnTo>
                        <a:pt x="4768" y="363"/>
                      </a:lnTo>
                      <a:lnTo>
                        <a:pt x="4708" y="337"/>
                      </a:lnTo>
                      <a:lnTo>
                        <a:pt x="4647" y="314"/>
                      </a:lnTo>
                      <a:lnTo>
                        <a:pt x="4585" y="290"/>
                      </a:lnTo>
                      <a:lnTo>
                        <a:pt x="4522" y="268"/>
                      </a:lnTo>
                      <a:lnTo>
                        <a:pt x="4458" y="246"/>
                      </a:lnTo>
                      <a:lnTo>
                        <a:pt x="4393" y="226"/>
                      </a:lnTo>
                      <a:lnTo>
                        <a:pt x="4327" y="205"/>
                      </a:lnTo>
                      <a:lnTo>
                        <a:pt x="4261" y="186"/>
                      </a:lnTo>
                      <a:lnTo>
                        <a:pt x="4193" y="168"/>
                      </a:lnTo>
                      <a:lnTo>
                        <a:pt x="4125" y="150"/>
                      </a:lnTo>
                      <a:lnTo>
                        <a:pt x="4056" y="133"/>
                      </a:lnTo>
                      <a:lnTo>
                        <a:pt x="3986" y="118"/>
                      </a:lnTo>
                      <a:lnTo>
                        <a:pt x="3916" y="104"/>
                      </a:lnTo>
                      <a:lnTo>
                        <a:pt x="3844" y="90"/>
                      </a:lnTo>
                      <a:lnTo>
                        <a:pt x="3772" y="77"/>
                      </a:lnTo>
                      <a:lnTo>
                        <a:pt x="3700" y="65"/>
                      </a:lnTo>
                      <a:lnTo>
                        <a:pt x="3627" y="54"/>
                      </a:lnTo>
                      <a:lnTo>
                        <a:pt x="3553" y="44"/>
                      </a:lnTo>
                      <a:lnTo>
                        <a:pt x="3480" y="35"/>
                      </a:lnTo>
                      <a:lnTo>
                        <a:pt x="3404" y="27"/>
                      </a:lnTo>
                      <a:lnTo>
                        <a:pt x="3330" y="20"/>
                      </a:lnTo>
                      <a:lnTo>
                        <a:pt x="3254" y="14"/>
                      </a:lnTo>
                      <a:lnTo>
                        <a:pt x="3179" y="9"/>
                      </a:lnTo>
                      <a:lnTo>
                        <a:pt x="3102" y="5"/>
                      </a:lnTo>
                      <a:lnTo>
                        <a:pt x="3025" y="3"/>
                      </a:lnTo>
                      <a:lnTo>
                        <a:pt x="2948" y="1"/>
                      </a:lnTo>
                      <a:lnTo>
                        <a:pt x="2870" y="0"/>
                      </a:lnTo>
                      <a:lnTo>
                        <a:pt x="2870" y="0"/>
                      </a:lnTo>
                      <a:lnTo>
                        <a:pt x="2716" y="1"/>
                      </a:lnTo>
                      <a:lnTo>
                        <a:pt x="2566" y="5"/>
                      </a:lnTo>
                      <a:lnTo>
                        <a:pt x="2417" y="12"/>
                      </a:lnTo>
                      <a:lnTo>
                        <a:pt x="2272" y="20"/>
                      </a:lnTo>
                      <a:lnTo>
                        <a:pt x="2130" y="32"/>
                      </a:lnTo>
                      <a:lnTo>
                        <a:pt x="1990" y="45"/>
                      </a:lnTo>
                      <a:lnTo>
                        <a:pt x="1856" y="62"/>
                      </a:lnTo>
                      <a:lnTo>
                        <a:pt x="1724" y="79"/>
                      </a:lnTo>
                      <a:lnTo>
                        <a:pt x="1596" y="99"/>
                      </a:lnTo>
                      <a:lnTo>
                        <a:pt x="1471" y="120"/>
                      </a:lnTo>
                      <a:lnTo>
                        <a:pt x="1351" y="145"/>
                      </a:lnTo>
                      <a:lnTo>
                        <a:pt x="1235" y="170"/>
                      </a:lnTo>
                      <a:lnTo>
                        <a:pt x="1123" y="199"/>
                      </a:lnTo>
                      <a:lnTo>
                        <a:pt x="1015" y="228"/>
                      </a:lnTo>
                      <a:lnTo>
                        <a:pt x="912" y="260"/>
                      </a:lnTo>
                      <a:lnTo>
                        <a:pt x="862" y="276"/>
                      </a:lnTo>
                      <a:lnTo>
                        <a:pt x="815" y="292"/>
                      </a:lnTo>
                      <a:lnTo>
                        <a:pt x="768" y="310"/>
                      </a:lnTo>
                      <a:lnTo>
                        <a:pt x="721" y="328"/>
                      </a:lnTo>
                      <a:lnTo>
                        <a:pt x="677" y="345"/>
                      </a:lnTo>
                      <a:lnTo>
                        <a:pt x="633" y="364"/>
                      </a:lnTo>
                      <a:lnTo>
                        <a:pt x="591" y="382"/>
                      </a:lnTo>
                      <a:lnTo>
                        <a:pt x="550" y="401"/>
                      </a:lnTo>
                      <a:lnTo>
                        <a:pt x="510" y="420"/>
                      </a:lnTo>
                      <a:lnTo>
                        <a:pt x="471" y="441"/>
                      </a:lnTo>
                      <a:lnTo>
                        <a:pt x="434" y="460"/>
                      </a:lnTo>
                      <a:lnTo>
                        <a:pt x="398" y="481"/>
                      </a:lnTo>
                      <a:lnTo>
                        <a:pt x="365" y="502"/>
                      </a:lnTo>
                      <a:lnTo>
                        <a:pt x="332" y="523"/>
                      </a:lnTo>
                      <a:lnTo>
                        <a:pt x="301" y="545"/>
                      </a:lnTo>
                      <a:lnTo>
                        <a:pt x="270" y="567"/>
                      </a:lnTo>
                      <a:lnTo>
                        <a:pt x="242" y="588"/>
                      </a:lnTo>
                      <a:lnTo>
                        <a:pt x="215" y="610"/>
                      </a:lnTo>
                      <a:lnTo>
                        <a:pt x="189" y="633"/>
                      </a:lnTo>
                      <a:lnTo>
                        <a:pt x="166" y="655"/>
                      </a:lnTo>
                      <a:lnTo>
                        <a:pt x="143" y="678"/>
                      </a:lnTo>
                      <a:lnTo>
                        <a:pt x="123" y="702"/>
                      </a:lnTo>
                      <a:lnTo>
                        <a:pt x="104" y="726"/>
                      </a:lnTo>
                      <a:lnTo>
                        <a:pt x="86" y="750"/>
                      </a:lnTo>
                      <a:lnTo>
                        <a:pt x="69" y="773"/>
                      </a:lnTo>
                      <a:lnTo>
                        <a:pt x="55" y="797"/>
                      </a:lnTo>
                      <a:lnTo>
                        <a:pt x="42" y="822"/>
                      </a:lnTo>
                      <a:lnTo>
                        <a:pt x="30" y="847"/>
                      </a:lnTo>
                      <a:lnTo>
                        <a:pt x="21" y="872"/>
                      </a:lnTo>
                      <a:lnTo>
                        <a:pt x="14" y="897"/>
                      </a:lnTo>
                      <a:lnTo>
                        <a:pt x="7" y="922"/>
                      </a:lnTo>
                      <a:lnTo>
                        <a:pt x="2" y="947"/>
                      </a:lnTo>
                      <a:lnTo>
                        <a:pt x="0" y="973"/>
                      </a:lnTo>
                      <a:lnTo>
                        <a:pt x="0" y="999"/>
                      </a:lnTo>
                      <a:lnTo>
                        <a:pt x="0" y="999"/>
                      </a:lnTo>
                      <a:lnTo>
                        <a:pt x="0" y="1024"/>
                      </a:lnTo>
                      <a:lnTo>
                        <a:pt x="2" y="1050"/>
                      </a:lnTo>
                      <a:lnTo>
                        <a:pt x="7" y="1076"/>
                      </a:lnTo>
                      <a:lnTo>
                        <a:pt x="14" y="1101"/>
                      </a:lnTo>
                      <a:lnTo>
                        <a:pt x="21" y="1127"/>
                      </a:lnTo>
                      <a:lnTo>
                        <a:pt x="30" y="1151"/>
                      </a:lnTo>
                      <a:lnTo>
                        <a:pt x="42" y="1176"/>
                      </a:lnTo>
                      <a:lnTo>
                        <a:pt x="55" y="1200"/>
                      </a:lnTo>
                      <a:lnTo>
                        <a:pt x="69" y="1224"/>
                      </a:lnTo>
                      <a:lnTo>
                        <a:pt x="86" y="1249"/>
                      </a:lnTo>
                      <a:lnTo>
                        <a:pt x="104" y="1273"/>
                      </a:lnTo>
                      <a:lnTo>
                        <a:pt x="123" y="1296"/>
                      </a:lnTo>
                      <a:lnTo>
                        <a:pt x="143" y="1319"/>
                      </a:lnTo>
                      <a:lnTo>
                        <a:pt x="166" y="1342"/>
                      </a:lnTo>
                      <a:lnTo>
                        <a:pt x="189" y="1365"/>
                      </a:lnTo>
                      <a:lnTo>
                        <a:pt x="215" y="1388"/>
                      </a:lnTo>
                      <a:lnTo>
                        <a:pt x="242" y="1410"/>
                      </a:lnTo>
                      <a:lnTo>
                        <a:pt x="270" y="1432"/>
                      </a:lnTo>
                      <a:lnTo>
                        <a:pt x="301" y="1454"/>
                      </a:lnTo>
                      <a:lnTo>
                        <a:pt x="332" y="1475"/>
                      </a:lnTo>
                      <a:lnTo>
                        <a:pt x="365" y="1496"/>
                      </a:lnTo>
                      <a:lnTo>
                        <a:pt x="398" y="1517"/>
                      </a:lnTo>
                      <a:lnTo>
                        <a:pt x="434" y="1537"/>
                      </a:lnTo>
                      <a:lnTo>
                        <a:pt x="471" y="1558"/>
                      </a:lnTo>
                      <a:lnTo>
                        <a:pt x="510" y="1577"/>
                      </a:lnTo>
                      <a:lnTo>
                        <a:pt x="550" y="1596"/>
                      </a:lnTo>
                      <a:lnTo>
                        <a:pt x="591" y="1615"/>
                      </a:lnTo>
                      <a:lnTo>
                        <a:pt x="633" y="1634"/>
                      </a:lnTo>
                      <a:lnTo>
                        <a:pt x="677" y="1652"/>
                      </a:lnTo>
                      <a:lnTo>
                        <a:pt x="721" y="1670"/>
                      </a:lnTo>
                      <a:lnTo>
                        <a:pt x="768" y="1688"/>
                      </a:lnTo>
                      <a:lnTo>
                        <a:pt x="815" y="1705"/>
                      </a:lnTo>
                      <a:lnTo>
                        <a:pt x="862" y="1722"/>
                      </a:lnTo>
                      <a:lnTo>
                        <a:pt x="912" y="1738"/>
                      </a:lnTo>
                      <a:lnTo>
                        <a:pt x="1015" y="1769"/>
                      </a:lnTo>
                      <a:lnTo>
                        <a:pt x="1123" y="1800"/>
                      </a:lnTo>
                      <a:lnTo>
                        <a:pt x="1235" y="1827"/>
                      </a:lnTo>
                      <a:lnTo>
                        <a:pt x="1351" y="1854"/>
                      </a:lnTo>
                      <a:lnTo>
                        <a:pt x="1471" y="1877"/>
                      </a:lnTo>
                      <a:lnTo>
                        <a:pt x="1596" y="1899"/>
                      </a:lnTo>
                      <a:lnTo>
                        <a:pt x="1724" y="1919"/>
                      </a:lnTo>
                      <a:lnTo>
                        <a:pt x="1856" y="1937"/>
                      </a:lnTo>
                      <a:lnTo>
                        <a:pt x="1990" y="1952"/>
                      </a:lnTo>
                      <a:lnTo>
                        <a:pt x="2130" y="1966"/>
                      </a:lnTo>
                      <a:lnTo>
                        <a:pt x="2272" y="1977"/>
                      </a:lnTo>
                      <a:lnTo>
                        <a:pt x="2417" y="1986"/>
                      </a:lnTo>
                      <a:lnTo>
                        <a:pt x="2566" y="1992"/>
                      </a:lnTo>
                      <a:lnTo>
                        <a:pt x="2716" y="1996"/>
                      </a:lnTo>
                      <a:lnTo>
                        <a:pt x="2870" y="1997"/>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478093" rtl="0" eaLnBrk="1" latinLnBrk="0" hangingPunct="1">
                    <a:defRPr sz="1883" kern="1200">
                      <a:solidFill>
                        <a:schemeClr val="tx1"/>
                      </a:solidFill>
                      <a:latin typeface="+mn-lt"/>
                      <a:ea typeface="+mn-ea"/>
                      <a:cs typeface="+mn-cs"/>
                    </a:defRPr>
                  </a:lvl1pPr>
                  <a:lvl2pPr marL="478093" algn="l" defTabSz="478093" rtl="0" eaLnBrk="1" latinLnBrk="0" hangingPunct="1">
                    <a:defRPr sz="1883" kern="1200">
                      <a:solidFill>
                        <a:schemeClr val="tx1"/>
                      </a:solidFill>
                      <a:latin typeface="+mn-lt"/>
                      <a:ea typeface="+mn-ea"/>
                      <a:cs typeface="+mn-cs"/>
                    </a:defRPr>
                  </a:lvl2pPr>
                  <a:lvl3pPr marL="956184" algn="l" defTabSz="478093" rtl="0" eaLnBrk="1" latinLnBrk="0" hangingPunct="1">
                    <a:defRPr sz="1883" kern="1200">
                      <a:solidFill>
                        <a:schemeClr val="tx1"/>
                      </a:solidFill>
                      <a:latin typeface="+mn-lt"/>
                      <a:ea typeface="+mn-ea"/>
                      <a:cs typeface="+mn-cs"/>
                    </a:defRPr>
                  </a:lvl3pPr>
                  <a:lvl4pPr marL="1434277" algn="l" defTabSz="478093" rtl="0" eaLnBrk="1" latinLnBrk="0" hangingPunct="1">
                    <a:defRPr sz="1883" kern="1200">
                      <a:solidFill>
                        <a:schemeClr val="tx1"/>
                      </a:solidFill>
                      <a:latin typeface="+mn-lt"/>
                      <a:ea typeface="+mn-ea"/>
                      <a:cs typeface="+mn-cs"/>
                    </a:defRPr>
                  </a:lvl4pPr>
                  <a:lvl5pPr marL="1912370" algn="l" defTabSz="478093" rtl="0" eaLnBrk="1" latinLnBrk="0" hangingPunct="1">
                    <a:defRPr sz="1883" kern="1200">
                      <a:solidFill>
                        <a:schemeClr val="tx1"/>
                      </a:solidFill>
                      <a:latin typeface="+mn-lt"/>
                      <a:ea typeface="+mn-ea"/>
                      <a:cs typeface="+mn-cs"/>
                    </a:defRPr>
                  </a:lvl5pPr>
                  <a:lvl6pPr marL="2390462" algn="l" defTabSz="478093" rtl="0" eaLnBrk="1" latinLnBrk="0" hangingPunct="1">
                    <a:defRPr sz="1883" kern="1200">
                      <a:solidFill>
                        <a:schemeClr val="tx1"/>
                      </a:solidFill>
                      <a:latin typeface="+mn-lt"/>
                      <a:ea typeface="+mn-ea"/>
                      <a:cs typeface="+mn-cs"/>
                    </a:defRPr>
                  </a:lvl6pPr>
                  <a:lvl7pPr marL="2868554" algn="l" defTabSz="478093" rtl="0" eaLnBrk="1" latinLnBrk="0" hangingPunct="1">
                    <a:defRPr sz="1883" kern="1200">
                      <a:solidFill>
                        <a:schemeClr val="tx1"/>
                      </a:solidFill>
                      <a:latin typeface="+mn-lt"/>
                      <a:ea typeface="+mn-ea"/>
                      <a:cs typeface="+mn-cs"/>
                    </a:defRPr>
                  </a:lvl7pPr>
                  <a:lvl8pPr marL="3346646" algn="l" defTabSz="478093" rtl="0" eaLnBrk="1" latinLnBrk="0" hangingPunct="1">
                    <a:defRPr sz="1883" kern="1200">
                      <a:solidFill>
                        <a:schemeClr val="tx1"/>
                      </a:solidFill>
                      <a:latin typeface="+mn-lt"/>
                      <a:ea typeface="+mn-ea"/>
                      <a:cs typeface="+mn-cs"/>
                    </a:defRPr>
                  </a:lvl8pPr>
                  <a:lvl9pPr marL="3824739" algn="l" defTabSz="478093" rtl="0" eaLnBrk="1" latinLnBrk="0" hangingPunct="1">
                    <a:defRPr sz="1883" kern="1200">
                      <a:solidFill>
                        <a:schemeClr val="tx1"/>
                      </a:solidFill>
                      <a:latin typeface="+mn-lt"/>
                      <a:ea typeface="+mn-ea"/>
                      <a:cs typeface="+mn-cs"/>
                    </a:defRPr>
                  </a:lvl9pPr>
                </a:lstStyle>
                <a:p>
                  <a:endParaRPr lang="ja-JP" altLang="en-US"/>
                </a:p>
              </p:txBody>
            </p:sp>
            <p:sp>
              <p:nvSpPr>
                <p:cNvPr id="61" name="Freeform 42">
                  <a:extLst>
                    <a:ext uri="{FF2B5EF4-FFF2-40B4-BE49-F238E27FC236}">
                      <a16:creationId xmlns:a16="http://schemas.microsoft.com/office/drawing/2014/main" id="{05CF6532-7872-E168-688E-C43A323061FE}"/>
                    </a:ext>
                  </a:extLst>
                </p:cNvPr>
                <p:cNvSpPr>
                  <a:spLocks/>
                </p:cNvSpPr>
                <p:nvPr/>
              </p:nvSpPr>
              <p:spPr bwMode="auto">
                <a:xfrm>
                  <a:off x="3131984" y="5267334"/>
                  <a:ext cx="270003" cy="90001"/>
                </a:xfrm>
                <a:custGeom>
                  <a:avLst/>
                  <a:gdLst>
                    <a:gd name="T0" fmla="*/ 3025 w 5991"/>
                    <a:gd name="T1" fmla="*/ 3393 h 3396"/>
                    <a:gd name="T2" fmla="*/ 3330 w 5991"/>
                    <a:gd name="T3" fmla="*/ 3377 h 3396"/>
                    <a:gd name="T4" fmla="*/ 3627 w 5991"/>
                    <a:gd name="T5" fmla="*/ 3342 h 3396"/>
                    <a:gd name="T6" fmla="*/ 3916 w 5991"/>
                    <a:gd name="T7" fmla="*/ 3293 h 3396"/>
                    <a:gd name="T8" fmla="*/ 4193 w 5991"/>
                    <a:gd name="T9" fmla="*/ 3228 h 3396"/>
                    <a:gd name="T10" fmla="*/ 4458 w 5991"/>
                    <a:gd name="T11" fmla="*/ 3150 h 3396"/>
                    <a:gd name="T12" fmla="*/ 4708 w 5991"/>
                    <a:gd name="T13" fmla="*/ 3059 h 3396"/>
                    <a:gd name="T14" fmla="*/ 4941 w 5991"/>
                    <a:gd name="T15" fmla="*/ 2955 h 3396"/>
                    <a:gd name="T16" fmla="*/ 5157 w 5991"/>
                    <a:gd name="T17" fmla="*/ 2839 h 3396"/>
                    <a:gd name="T18" fmla="*/ 5350 w 5991"/>
                    <a:gd name="T19" fmla="*/ 2714 h 3396"/>
                    <a:gd name="T20" fmla="*/ 5523 w 5991"/>
                    <a:gd name="T21" fmla="*/ 2578 h 3396"/>
                    <a:gd name="T22" fmla="*/ 5671 w 5991"/>
                    <a:gd name="T23" fmla="*/ 2434 h 3396"/>
                    <a:gd name="T24" fmla="*/ 5794 w 5991"/>
                    <a:gd name="T25" fmla="*/ 2282 h 3396"/>
                    <a:gd name="T26" fmla="*/ 5889 w 5991"/>
                    <a:gd name="T27" fmla="*/ 2123 h 3396"/>
                    <a:gd name="T28" fmla="*/ 5953 w 5991"/>
                    <a:gd name="T29" fmla="*/ 1956 h 3396"/>
                    <a:gd name="T30" fmla="*/ 5986 w 5991"/>
                    <a:gd name="T31" fmla="*/ 1786 h 3396"/>
                    <a:gd name="T32" fmla="*/ 5990 w 5991"/>
                    <a:gd name="T33" fmla="*/ 1654 h 3396"/>
                    <a:gd name="T34" fmla="*/ 5964 w 5991"/>
                    <a:gd name="T35" fmla="*/ 1482 h 3396"/>
                    <a:gd name="T36" fmla="*/ 5908 w 5991"/>
                    <a:gd name="T37" fmla="*/ 1315 h 3396"/>
                    <a:gd name="T38" fmla="*/ 5819 w 5991"/>
                    <a:gd name="T39" fmla="*/ 1154 h 3396"/>
                    <a:gd name="T40" fmla="*/ 5704 w 5991"/>
                    <a:gd name="T41" fmla="*/ 1000 h 3396"/>
                    <a:gd name="T42" fmla="*/ 5563 w 5991"/>
                    <a:gd name="T43" fmla="*/ 852 h 3396"/>
                    <a:gd name="T44" fmla="*/ 5396 w 5991"/>
                    <a:gd name="T45" fmla="*/ 715 h 3396"/>
                    <a:gd name="T46" fmla="*/ 5207 w 5991"/>
                    <a:gd name="T47" fmla="*/ 587 h 3396"/>
                    <a:gd name="T48" fmla="*/ 4996 w 5991"/>
                    <a:gd name="T49" fmla="*/ 469 h 3396"/>
                    <a:gd name="T50" fmla="*/ 4768 w 5991"/>
                    <a:gd name="T51" fmla="*/ 363 h 3396"/>
                    <a:gd name="T52" fmla="*/ 4522 w 5991"/>
                    <a:gd name="T53" fmla="*/ 268 h 3396"/>
                    <a:gd name="T54" fmla="*/ 4261 w 5991"/>
                    <a:gd name="T55" fmla="*/ 186 h 3396"/>
                    <a:gd name="T56" fmla="*/ 3986 w 5991"/>
                    <a:gd name="T57" fmla="*/ 118 h 3396"/>
                    <a:gd name="T58" fmla="*/ 3700 w 5991"/>
                    <a:gd name="T59" fmla="*/ 65 h 3396"/>
                    <a:gd name="T60" fmla="*/ 3404 w 5991"/>
                    <a:gd name="T61" fmla="*/ 27 h 3396"/>
                    <a:gd name="T62" fmla="*/ 3102 w 5991"/>
                    <a:gd name="T63" fmla="*/ 5 h 3396"/>
                    <a:gd name="T64" fmla="*/ 2870 w 5991"/>
                    <a:gd name="T65" fmla="*/ 0 h 3396"/>
                    <a:gd name="T66" fmla="*/ 2272 w 5991"/>
                    <a:gd name="T67" fmla="*/ 20 h 3396"/>
                    <a:gd name="T68" fmla="*/ 1724 w 5991"/>
                    <a:gd name="T69" fmla="*/ 79 h 3396"/>
                    <a:gd name="T70" fmla="*/ 1235 w 5991"/>
                    <a:gd name="T71" fmla="*/ 170 h 3396"/>
                    <a:gd name="T72" fmla="*/ 862 w 5991"/>
                    <a:gd name="T73" fmla="*/ 276 h 3396"/>
                    <a:gd name="T74" fmla="*/ 677 w 5991"/>
                    <a:gd name="T75" fmla="*/ 345 h 3396"/>
                    <a:gd name="T76" fmla="*/ 510 w 5991"/>
                    <a:gd name="T77" fmla="*/ 420 h 3396"/>
                    <a:gd name="T78" fmla="*/ 365 w 5991"/>
                    <a:gd name="T79" fmla="*/ 502 h 3396"/>
                    <a:gd name="T80" fmla="*/ 242 w 5991"/>
                    <a:gd name="T81" fmla="*/ 588 h 3396"/>
                    <a:gd name="T82" fmla="*/ 143 w 5991"/>
                    <a:gd name="T83" fmla="*/ 678 h 3396"/>
                    <a:gd name="T84" fmla="*/ 69 w 5991"/>
                    <a:gd name="T85" fmla="*/ 773 h 3396"/>
                    <a:gd name="T86" fmla="*/ 21 w 5991"/>
                    <a:gd name="T87" fmla="*/ 872 h 3396"/>
                    <a:gd name="T88" fmla="*/ 0 w 5991"/>
                    <a:gd name="T89" fmla="*/ 973 h 3396"/>
                    <a:gd name="T90" fmla="*/ 2 w 5991"/>
                    <a:gd name="T91" fmla="*/ 1050 h 3396"/>
                    <a:gd name="T92" fmla="*/ 30 w 5991"/>
                    <a:gd name="T93" fmla="*/ 1151 h 3396"/>
                    <a:gd name="T94" fmla="*/ 86 w 5991"/>
                    <a:gd name="T95" fmla="*/ 1249 h 3396"/>
                    <a:gd name="T96" fmla="*/ 166 w 5991"/>
                    <a:gd name="T97" fmla="*/ 1342 h 3396"/>
                    <a:gd name="T98" fmla="*/ 270 w 5991"/>
                    <a:gd name="T99" fmla="*/ 1432 h 3396"/>
                    <a:gd name="T100" fmla="*/ 398 w 5991"/>
                    <a:gd name="T101" fmla="*/ 1517 h 3396"/>
                    <a:gd name="T102" fmla="*/ 550 w 5991"/>
                    <a:gd name="T103" fmla="*/ 1596 h 3396"/>
                    <a:gd name="T104" fmla="*/ 721 w 5991"/>
                    <a:gd name="T105" fmla="*/ 1670 h 3396"/>
                    <a:gd name="T106" fmla="*/ 912 w 5991"/>
                    <a:gd name="T107" fmla="*/ 1738 h 3396"/>
                    <a:gd name="T108" fmla="*/ 1351 w 5991"/>
                    <a:gd name="T109" fmla="*/ 1854 h 3396"/>
                    <a:gd name="T110" fmla="*/ 1856 w 5991"/>
                    <a:gd name="T111" fmla="*/ 1937 h 3396"/>
                    <a:gd name="T112" fmla="*/ 2417 w 5991"/>
                    <a:gd name="T113" fmla="*/ 1986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991" h="3396">
                      <a:moveTo>
                        <a:pt x="2870" y="3396"/>
                      </a:moveTo>
                      <a:lnTo>
                        <a:pt x="2870" y="3396"/>
                      </a:lnTo>
                      <a:lnTo>
                        <a:pt x="2948" y="3395"/>
                      </a:lnTo>
                      <a:lnTo>
                        <a:pt x="3025" y="3393"/>
                      </a:lnTo>
                      <a:lnTo>
                        <a:pt x="3102" y="3391"/>
                      </a:lnTo>
                      <a:lnTo>
                        <a:pt x="3179" y="3387"/>
                      </a:lnTo>
                      <a:lnTo>
                        <a:pt x="3254" y="3382"/>
                      </a:lnTo>
                      <a:lnTo>
                        <a:pt x="3330" y="3377"/>
                      </a:lnTo>
                      <a:lnTo>
                        <a:pt x="3404" y="3369"/>
                      </a:lnTo>
                      <a:lnTo>
                        <a:pt x="3480" y="3361"/>
                      </a:lnTo>
                      <a:lnTo>
                        <a:pt x="3553" y="3352"/>
                      </a:lnTo>
                      <a:lnTo>
                        <a:pt x="3627" y="3342"/>
                      </a:lnTo>
                      <a:lnTo>
                        <a:pt x="3700" y="3332"/>
                      </a:lnTo>
                      <a:lnTo>
                        <a:pt x="3772" y="3319"/>
                      </a:lnTo>
                      <a:lnTo>
                        <a:pt x="3844" y="3306"/>
                      </a:lnTo>
                      <a:lnTo>
                        <a:pt x="3916" y="3293"/>
                      </a:lnTo>
                      <a:lnTo>
                        <a:pt x="3986" y="3278"/>
                      </a:lnTo>
                      <a:lnTo>
                        <a:pt x="4056" y="3262"/>
                      </a:lnTo>
                      <a:lnTo>
                        <a:pt x="4125" y="3246"/>
                      </a:lnTo>
                      <a:lnTo>
                        <a:pt x="4193" y="3228"/>
                      </a:lnTo>
                      <a:lnTo>
                        <a:pt x="4261" y="3210"/>
                      </a:lnTo>
                      <a:lnTo>
                        <a:pt x="4327" y="3191"/>
                      </a:lnTo>
                      <a:lnTo>
                        <a:pt x="4393" y="3170"/>
                      </a:lnTo>
                      <a:lnTo>
                        <a:pt x="4458" y="3150"/>
                      </a:lnTo>
                      <a:lnTo>
                        <a:pt x="4522" y="3128"/>
                      </a:lnTo>
                      <a:lnTo>
                        <a:pt x="4585" y="3106"/>
                      </a:lnTo>
                      <a:lnTo>
                        <a:pt x="4647" y="3083"/>
                      </a:lnTo>
                      <a:lnTo>
                        <a:pt x="4708" y="3059"/>
                      </a:lnTo>
                      <a:lnTo>
                        <a:pt x="4768" y="3033"/>
                      </a:lnTo>
                      <a:lnTo>
                        <a:pt x="4827" y="3009"/>
                      </a:lnTo>
                      <a:lnTo>
                        <a:pt x="4885" y="2982"/>
                      </a:lnTo>
                      <a:lnTo>
                        <a:pt x="4941" y="2955"/>
                      </a:lnTo>
                      <a:lnTo>
                        <a:pt x="4996" y="2927"/>
                      </a:lnTo>
                      <a:lnTo>
                        <a:pt x="5052" y="2898"/>
                      </a:lnTo>
                      <a:lnTo>
                        <a:pt x="5104" y="2869"/>
                      </a:lnTo>
                      <a:lnTo>
                        <a:pt x="5157" y="2839"/>
                      </a:lnTo>
                      <a:lnTo>
                        <a:pt x="5207" y="2809"/>
                      </a:lnTo>
                      <a:lnTo>
                        <a:pt x="5255" y="2778"/>
                      </a:lnTo>
                      <a:lnTo>
                        <a:pt x="5304" y="2746"/>
                      </a:lnTo>
                      <a:lnTo>
                        <a:pt x="5350" y="2714"/>
                      </a:lnTo>
                      <a:lnTo>
                        <a:pt x="5396" y="2680"/>
                      </a:lnTo>
                      <a:lnTo>
                        <a:pt x="5440" y="2647"/>
                      </a:lnTo>
                      <a:lnTo>
                        <a:pt x="5482" y="2613"/>
                      </a:lnTo>
                      <a:lnTo>
                        <a:pt x="5523" y="2578"/>
                      </a:lnTo>
                      <a:lnTo>
                        <a:pt x="5563" y="2543"/>
                      </a:lnTo>
                      <a:lnTo>
                        <a:pt x="5600" y="2507"/>
                      </a:lnTo>
                      <a:lnTo>
                        <a:pt x="5636" y="2470"/>
                      </a:lnTo>
                      <a:lnTo>
                        <a:pt x="5671" y="2434"/>
                      </a:lnTo>
                      <a:lnTo>
                        <a:pt x="5704" y="2397"/>
                      </a:lnTo>
                      <a:lnTo>
                        <a:pt x="5736" y="2359"/>
                      </a:lnTo>
                      <a:lnTo>
                        <a:pt x="5766" y="2320"/>
                      </a:lnTo>
                      <a:lnTo>
                        <a:pt x="5794" y="2282"/>
                      </a:lnTo>
                      <a:lnTo>
                        <a:pt x="5819" y="2242"/>
                      </a:lnTo>
                      <a:lnTo>
                        <a:pt x="5845" y="2202"/>
                      </a:lnTo>
                      <a:lnTo>
                        <a:pt x="5867" y="2163"/>
                      </a:lnTo>
                      <a:lnTo>
                        <a:pt x="5889" y="2123"/>
                      </a:lnTo>
                      <a:lnTo>
                        <a:pt x="5908" y="2082"/>
                      </a:lnTo>
                      <a:lnTo>
                        <a:pt x="5925" y="2040"/>
                      </a:lnTo>
                      <a:lnTo>
                        <a:pt x="5940" y="1999"/>
                      </a:lnTo>
                      <a:lnTo>
                        <a:pt x="5953" y="1956"/>
                      </a:lnTo>
                      <a:lnTo>
                        <a:pt x="5964" y="1914"/>
                      </a:lnTo>
                      <a:lnTo>
                        <a:pt x="5973" y="1872"/>
                      </a:lnTo>
                      <a:lnTo>
                        <a:pt x="5981" y="1828"/>
                      </a:lnTo>
                      <a:lnTo>
                        <a:pt x="5986" y="1786"/>
                      </a:lnTo>
                      <a:lnTo>
                        <a:pt x="5990" y="1742"/>
                      </a:lnTo>
                      <a:lnTo>
                        <a:pt x="5991" y="1699"/>
                      </a:lnTo>
                      <a:lnTo>
                        <a:pt x="5991" y="1699"/>
                      </a:lnTo>
                      <a:lnTo>
                        <a:pt x="5990" y="1654"/>
                      </a:lnTo>
                      <a:lnTo>
                        <a:pt x="5986" y="1610"/>
                      </a:lnTo>
                      <a:lnTo>
                        <a:pt x="5981" y="1568"/>
                      </a:lnTo>
                      <a:lnTo>
                        <a:pt x="5973" y="1524"/>
                      </a:lnTo>
                      <a:lnTo>
                        <a:pt x="5964" y="1482"/>
                      </a:lnTo>
                      <a:lnTo>
                        <a:pt x="5953" y="1440"/>
                      </a:lnTo>
                      <a:lnTo>
                        <a:pt x="5940" y="1397"/>
                      </a:lnTo>
                      <a:lnTo>
                        <a:pt x="5925" y="1356"/>
                      </a:lnTo>
                      <a:lnTo>
                        <a:pt x="5908" y="1315"/>
                      </a:lnTo>
                      <a:lnTo>
                        <a:pt x="5889" y="1274"/>
                      </a:lnTo>
                      <a:lnTo>
                        <a:pt x="5867" y="1233"/>
                      </a:lnTo>
                      <a:lnTo>
                        <a:pt x="5845" y="1193"/>
                      </a:lnTo>
                      <a:lnTo>
                        <a:pt x="5819" y="1154"/>
                      </a:lnTo>
                      <a:lnTo>
                        <a:pt x="5794" y="1114"/>
                      </a:lnTo>
                      <a:lnTo>
                        <a:pt x="5766" y="1076"/>
                      </a:lnTo>
                      <a:lnTo>
                        <a:pt x="5736" y="1037"/>
                      </a:lnTo>
                      <a:lnTo>
                        <a:pt x="5704" y="1000"/>
                      </a:lnTo>
                      <a:lnTo>
                        <a:pt x="5671" y="961"/>
                      </a:lnTo>
                      <a:lnTo>
                        <a:pt x="5636" y="926"/>
                      </a:lnTo>
                      <a:lnTo>
                        <a:pt x="5600" y="888"/>
                      </a:lnTo>
                      <a:lnTo>
                        <a:pt x="5563" y="852"/>
                      </a:lnTo>
                      <a:lnTo>
                        <a:pt x="5523" y="818"/>
                      </a:lnTo>
                      <a:lnTo>
                        <a:pt x="5482" y="783"/>
                      </a:lnTo>
                      <a:lnTo>
                        <a:pt x="5440" y="749"/>
                      </a:lnTo>
                      <a:lnTo>
                        <a:pt x="5396" y="715"/>
                      </a:lnTo>
                      <a:lnTo>
                        <a:pt x="5350" y="682"/>
                      </a:lnTo>
                      <a:lnTo>
                        <a:pt x="5304" y="650"/>
                      </a:lnTo>
                      <a:lnTo>
                        <a:pt x="5255" y="618"/>
                      </a:lnTo>
                      <a:lnTo>
                        <a:pt x="5207" y="587"/>
                      </a:lnTo>
                      <a:lnTo>
                        <a:pt x="5157" y="556"/>
                      </a:lnTo>
                      <a:lnTo>
                        <a:pt x="5104" y="527"/>
                      </a:lnTo>
                      <a:lnTo>
                        <a:pt x="5052" y="497"/>
                      </a:lnTo>
                      <a:lnTo>
                        <a:pt x="4996" y="469"/>
                      </a:lnTo>
                      <a:lnTo>
                        <a:pt x="4941" y="441"/>
                      </a:lnTo>
                      <a:lnTo>
                        <a:pt x="4885" y="414"/>
                      </a:lnTo>
                      <a:lnTo>
                        <a:pt x="4827" y="388"/>
                      </a:lnTo>
                      <a:lnTo>
                        <a:pt x="4768" y="363"/>
                      </a:lnTo>
                      <a:lnTo>
                        <a:pt x="4708" y="337"/>
                      </a:lnTo>
                      <a:lnTo>
                        <a:pt x="4647" y="314"/>
                      </a:lnTo>
                      <a:lnTo>
                        <a:pt x="4585" y="290"/>
                      </a:lnTo>
                      <a:lnTo>
                        <a:pt x="4522" y="268"/>
                      </a:lnTo>
                      <a:lnTo>
                        <a:pt x="4458" y="246"/>
                      </a:lnTo>
                      <a:lnTo>
                        <a:pt x="4393" y="226"/>
                      </a:lnTo>
                      <a:lnTo>
                        <a:pt x="4327" y="205"/>
                      </a:lnTo>
                      <a:lnTo>
                        <a:pt x="4261" y="186"/>
                      </a:lnTo>
                      <a:lnTo>
                        <a:pt x="4193" y="168"/>
                      </a:lnTo>
                      <a:lnTo>
                        <a:pt x="4125" y="150"/>
                      </a:lnTo>
                      <a:lnTo>
                        <a:pt x="4056" y="133"/>
                      </a:lnTo>
                      <a:lnTo>
                        <a:pt x="3986" y="118"/>
                      </a:lnTo>
                      <a:lnTo>
                        <a:pt x="3916" y="104"/>
                      </a:lnTo>
                      <a:lnTo>
                        <a:pt x="3844" y="90"/>
                      </a:lnTo>
                      <a:lnTo>
                        <a:pt x="3772" y="77"/>
                      </a:lnTo>
                      <a:lnTo>
                        <a:pt x="3700" y="65"/>
                      </a:lnTo>
                      <a:lnTo>
                        <a:pt x="3627" y="54"/>
                      </a:lnTo>
                      <a:lnTo>
                        <a:pt x="3553" y="44"/>
                      </a:lnTo>
                      <a:lnTo>
                        <a:pt x="3480" y="35"/>
                      </a:lnTo>
                      <a:lnTo>
                        <a:pt x="3404" y="27"/>
                      </a:lnTo>
                      <a:lnTo>
                        <a:pt x="3330" y="20"/>
                      </a:lnTo>
                      <a:lnTo>
                        <a:pt x="3254" y="14"/>
                      </a:lnTo>
                      <a:lnTo>
                        <a:pt x="3179" y="9"/>
                      </a:lnTo>
                      <a:lnTo>
                        <a:pt x="3102" y="5"/>
                      </a:lnTo>
                      <a:lnTo>
                        <a:pt x="3025" y="3"/>
                      </a:lnTo>
                      <a:lnTo>
                        <a:pt x="2948" y="1"/>
                      </a:lnTo>
                      <a:lnTo>
                        <a:pt x="2870" y="0"/>
                      </a:lnTo>
                      <a:lnTo>
                        <a:pt x="2870" y="0"/>
                      </a:lnTo>
                      <a:lnTo>
                        <a:pt x="2716" y="1"/>
                      </a:lnTo>
                      <a:lnTo>
                        <a:pt x="2566" y="5"/>
                      </a:lnTo>
                      <a:lnTo>
                        <a:pt x="2417" y="12"/>
                      </a:lnTo>
                      <a:lnTo>
                        <a:pt x="2272" y="20"/>
                      </a:lnTo>
                      <a:lnTo>
                        <a:pt x="2130" y="32"/>
                      </a:lnTo>
                      <a:lnTo>
                        <a:pt x="1990" y="45"/>
                      </a:lnTo>
                      <a:lnTo>
                        <a:pt x="1856" y="62"/>
                      </a:lnTo>
                      <a:lnTo>
                        <a:pt x="1724" y="79"/>
                      </a:lnTo>
                      <a:lnTo>
                        <a:pt x="1596" y="99"/>
                      </a:lnTo>
                      <a:lnTo>
                        <a:pt x="1471" y="120"/>
                      </a:lnTo>
                      <a:lnTo>
                        <a:pt x="1351" y="145"/>
                      </a:lnTo>
                      <a:lnTo>
                        <a:pt x="1235" y="170"/>
                      </a:lnTo>
                      <a:lnTo>
                        <a:pt x="1123" y="199"/>
                      </a:lnTo>
                      <a:lnTo>
                        <a:pt x="1015" y="228"/>
                      </a:lnTo>
                      <a:lnTo>
                        <a:pt x="912" y="260"/>
                      </a:lnTo>
                      <a:lnTo>
                        <a:pt x="862" y="276"/>
                      </a:lnTo>
                      <a:lnTo>
                        <a:pt x="815" y="292"/>
                      </a:lnTo>
                      <a:lnTo>
                        <a:pt x="768" y="310"/>
                      </a:lnTo>
                      <a:lnTo>
                        <a:pt x="721" y="328"/>
                      </a:lnTo>
                      <a:lnTo>
                        <a:pt x="677" y="345"/>
                      </a:lnTo>
                      <a:lnTo>
                        <a:pt x="633" y="364"/>
                      </a:lnTo>
                      <a:lnTo>
                        <a:pt x="591" y="382"/>
                      </a:lnTo>
                      <a:lnTo>
                        <a:pt x="550" y="401"/>
                      </a:lnTo>
                      <a:lnTo>
                        <a:pt x="510" y="420"/>
                      </a:lnTo>
                      <a:lnTo>
                        <a:pt x="471" y="441"/>
                      </a:lnTo>
                      <a:lnTo>
                        <a:pt x="434" y="460"/>
                      </a:lnTo>
                      <a:lnTo>
                        <a:pt x="398" y="481"/>
                      </a:lnTo>
                      <a:lnTo>
                        <a:pt x="365" y="502"/>
                      </a:lnTo>
                      <a:lnTo>
                        <a:pt x="332" y="523"/>
                      </a:lnTo>
                      <a:lnTo>
                        <a:pt x="301" y="545"/>
                      </a:lnTo>
                      <a:lnTo>
                        <a:pt x="270" y="567"/>
                      </a:lnTo>
                      <a:lnTo>
                        <a:pt x="242" y="588"/>
                      </a:lnTo>
                      <a:lnTo>
                        <a:pt x="215" y="610"/>
                      </a:lnTo>
                      <a:lnTo>
                        <a:pt x="189" y="633"/>
                      </a:lnTo>
                      <a:lnTo>
                        <a:pt x="166" y="655"/>
                      </a:lnTo>
                      <a:lnTo>
                        <a:pt x="143" y="678"/>
                      </a:lnTo>
                      <a:lnTo>
                        <a:pt x="123" y="702"/>
                      </a:lnTo>
                      <a:lnTo>
                        <a:pt x="104" y="726"/>
                      </a:lnTo>
                      <a:lnTo>
                        <a:pt x="86" y="750"/>
                      </a:lnTo>
                      <a:lnTo>
                        <a:pt x="69" y="773"/>
                      </a:lnTo>
                      <a:lnTo>
                        <a:pt x="55" y="797"/>
                      </a:lnTo>
                      <a:lnTo>
                        <a:pt x="42" y="822"/>
                      </a:lnTo>
                      <a:lnTo>
                        <a:pt x="30" y="847"/>
                      </a:lnTo>
                      <a:lnTo>
                        <a:pt x="21" y="872"/>
                      </a:lnTo>
                      <a:lnTo>
                        <a:pt x="14" y="897"/>
                      </a:lnTo>
                      <a:lnTo>
                        <a:pt x="7" y="922"/>
                      </a:lnTo>
                      <a:lnTo>
                        <a:pt x="2" y="947"/>
                      </a:lnTo>
                      <a:lnTo>
                        <a:pt x="0" y="973"/>
                      </a:lnTo>
                      <a:lnTo>
                        <a:pt x="0" y="999"/>
                      </a:lnTo>
                      <a:lnTo>
                        <a:pt x="0" y="999"/>
                      </a:lnTo>
                      <a:lnTo>
                        <a:pt x="0" y="1024"/>
                      </a:lnTo>
                      <a:lnTo>
                        <a:pt x="2" y="1050"/>
                      </a:lnTo>
                      <a:lnTo>
                        <a:pt x="7" y="1076"/>
                      </a:lnTo>
                      <a:lnTo>
                        <a:pt x="14" y="1101"/>
                      </a:lnTo>
                      <a:lnTo>
                        <a:pt x="21" y="1127"/>
                      </a:lnTo>
                      <a:lnTo>
                        <a:pt x="30" y="1151"/>
                      </a:lnTo>
                      <a:lnTo>
                        <a:pt x="42" y="1176"/>
                      </a:lnTo>
                      <a:lnTo>
                        <a:pt x="55" y="1200"/>
                      </a:lnTo>
                      <a:lnTo>
                        <a:pt x="69" y="1224"/>
                      </a:lnTo>
                      <a:lnTo>
                        <a:pt x="86" y="1249"/>
                      </a:lnTo>
                      <a:lnTo>
                        <a:pt x="104" y="1273"/>
                      </a:lnTo>
                      <a:lnTo>
                        <a:pt x="123" y="1296"/>
                      </a:lnTo>
                      <a:lnTo>
                        <a:pt x="143" y="1319"/>
                      </a:lnTo>
                      <a:lnTo>
                        <a:pt x="166" y="1342"/>
                      </a:lnTo>
                      <a:lnTo>
                        <a:pt x="189" y="1365"/>
                      </a:lnTo>
                      <a:lnTo>
                        <a:pt x="215" y="1388"/>
                      </a:lnTo>
                      <a:lnTo>
                        <a:pt x="242" y="1410"/>
                      </a:lnTo>
                      <a:lnTo>
                        <a:pt x="270" y="1432"/>
                      </a:lnTo>
                      <a:lnTo>
                        <a:pt x="301" y="1454"/>
                      </a:lnTo>
                      <a:lnTo>
                        <a:pt x="332" y="1475"/>
                      </a:lnTo>
                      <a:lnTo>
                        <a:pt x="365" y="1496"/>
                      </a:lnTo>
                      <a:lnTo>
                        <a:pt x="398" y="1517"/>
                      </a:lnTo>
                      <a:lnTo>
                        <a:pt x="434" y="1537"/>
                      </a:lnTo>
                      <a:lnTo>
                        <a:pt x="471" y="1558"/>
                      </a:lnTo>
                      <a:lnTo>
                        <a:pt x="510" y="1577"/>
                      </a:lnTo>
                      <a:lnTo>
                        <a:pt x="550" y="1596"/>
                      </a:lnTo>
                      <a:lnTo>
                        <a:pt x="591" y="1615"/>
                      </a:lnTo>
                      <a:lnTo>
                        <a:pt x="633" y="1634"/>
                      </a:lnTo>
                      <a:lnTo>
                        <a:pt x="677" y="1652"/>
                      </a:lnTo>
                      <a:lnTo>
                        <a:pt x="721" y="1670"/>
                      </a:lnTo>
                      <a:lnTo>
                        <a:pt x="768" y="1688"/>
                      </a:lnTo>
                      <a:lnTo>
                        <a:pt x="815" y="1705"/>
                      </a:lnTo>
                      <a:lnTo>
                        <a:pt x="862" y="1722"/>
                      </a:lnTo>
                      <a:lnTo>
                        <a:pt x="912" y="1738"/>
                      </a:lnTo>
                      <a:lnTo>
                        <a:pt x="1015" y="1769"/>
                      </a:lnTo>
                      <a:lnTo>
                        <a:pt x="1123" y="1800"/>
                      </a:lnTo>
                      <a:lnTo>
                        <a:pt x="1235" y="1827"/>
                      </a:lnTo>
                      <a:lnTo>
                        <a:pt x="1351" y="1854"/>
                      </a:lnTo>
                      <a:lnTo>
                        <a:pt x="1471" y="1877"/>
                      </a:lnTo>
                      <a:lnTo>
                        <a:pt x="1596" y="1899"/>
                      </a:lnTo>
                      <a:lnTo>
                        <a:pt x="1724" y="1919"/>
                      </a:lnTo>
                      <a:lnTo>
                        <a:pt x="1856" y="1937"/>
                      </a:lnTo>
                      <a:lnTo>
                        <a:pt x="1990" y="1952"/>
                      </a:lnTo>
                      <a:lnTo>
                        <a:pt x="2130" y="1966"/>
                      </a:lnTo>
                      <a:lnTo>
                        <a:pt x="2272" y="1977"/>
                      </a:lnTo>
                      <a:lnTo>
                        <a:pt x="2417" y="1986"/>
                      </a:lnTo>
                      <a:lnTo>
                        <a:pt x="2566" y="1992"/>
                      </a:lnTo>
                      <a:lnTo>
                        <a:pt x="2716" y="1996"/>
                      </a:lnTo>
                      <a:lnTo>
                        <a:pt x="2870" y="1997"/>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478093" rtl="0" eaLnBrk="1" latinLnBrk="0" hangingPunct="1">
                    <a:defRPr sz="1883" kern="1200">
                      <a:solidFill>
                        <a:schemeClr val="tx1"/>
                      </a:solidFill>
                      <a:latin typeface="+mn-lt"/>
                      <a:ea typeface="+mn-ea"/>
                      <a:cs typeface="+mn-cs"/>
                    </a:defRPr>
                  </a:lvl1pPr>
                  <a:lvl2pPr marL="478093" algn="l" defTabSz="478093" rtl="0" eaLnBrk="1" latinLnBrk="0" hangingPunct="1">
                    <a:defRPr sz="1883" kern="1200">
                      <a:solidFill>
                        <a:schemeClr val="tx1"/>
                      </a:solidFill>
                      <a:latin typeface="+mn-lt"/>
                      <a:ea typeface="+mn-ea"/>
                      <a:cs typeface="+mn-cs"/>
                    </a:defRPr>
                  </a:lvl2pPr>
                  <a:lvl3pPr marL="956184" algn="l" defTabSz="478093" rtl="0" eaLnBrk="1" latinLnBrk="0" hangingPunct="1">
                    <a:defRPr sz="1883" kern="1200">
                      <a:solidFill>
                        <a:schemeClr val="tx1"/>
                      </a:solidFill>
                      <a:latin typeface="+mn-lt"/>
                      <a:ea typeface="+mn-ea"/>
                      <a:cs typeface="+mn-cs"/>
                    </a:defRPr>
                  </a:lvl3pPr>
                  <a:lvl4pPr marL="1434277" algn="l" defTabSz="478093" rtl="0" eaLnBrk="1" latinLnBrk="0" hangingPunct="1">
                    <a:defRPr sz="1883" kern="1200">
                      <a:solidFill>
                        <a:schemeClr val="tx1"/>
                      </a:solidFill>
                      <a:latin typeface="+mn-lt"/>
                      <a:ea typeface="+mn-ea"/>
                      <a:cs typeface="+mn-cs"/>
                    </a:defRPr>
                  </a:lvl4pPr>
                  <a:lvl5pPr marL="1912370" algn="l" defTabSz="478093" rtl="0" eaLnBrk="1" latinLnBrk="0" hangingPunct="1">
                    <a:defRPr sz="1883" kern="1200">
                      <a:solidFill>
                        <a:schemeClr val="tx1"/>
                      </a:solidFill>
                      <a:latin typeface="+mn-lt"/>
                      <a:ea typeface="+mn-ea"/>
                      <a:cs typeface="+mn-cs"/>
                    </a:defRPr>
                  </a:lvl5pPr>
                  <a:lvl6pPr marL="2390462" algn="l" defTabSz="478093" rtl="0" eaLnBrk="1" latinLnBrk="0" hangingPunct="1">
                    <a:defRPr sz="1883" kern="1200">
                      <a:solidFill>
                        <a:schemeClr val="tx1"/>
                      </a:solidFill>
                      <a:latin typeface="+mn-lt"/>
                      <a:ea typeface="+mn-ea"/>
                      <a:cs typeface="+mn-cs"/>
                    </a:defRPr>
                  </a:lvl6pPr>
                  <a:lvl7pPr marL="2868554" algn="l" defTabSz="478093" rtl="0" eaLnBrk="1" latinLnBrk="0" hangingPunct="1">
                    <a:defRPr sz="1883" kern="1200">
                      <a:solidFill>
                        <a:schemeClr val="tx1"/>
                      </a:solidFill>
                      <a:latin typeface="+mn-lt"/>
                      <a:ea typeface="+mn-ea"/>
                      <a:cs typeface="+mn-cs"/>
                    </a:defRPr>
                  </a:lvl7pPr>
                  <a:lvl8pPr marL="3346646" algn="l" defTabSz="478093" rtl="0" eaLnBrk="1" latinLnBrk="0" hangingPunct="1">
                    <a:defRPr sz="1883" kern="1200">
                      <a:solidFill>
                        <a:schemeClr val="tx1"/>
                      </a:solidFill>
                      <a:latin typeface="+mn-lt"/>
                      <a:ea typeface="+mn-ea"/>
                      <a:cs typeface="+mn-cs"/>
                    </a:defRPr>
                  </a:lvl8pPr>
                  <a:lvl9pPr marL="3824739" algn="l" defTabSz="478093" rtl="0" eaLnBrk="1" latinLnBrk="0" hangingPunct="1">
                    <a:defRPr sz="1883" kern="1200">
                      <a:solidFill>
                        <a:schemeClr val="tx1"/>
                      </a:solidFill>
                      <a:latin typeface="+mn-lt"/>
                      <a:ea typeface="+mn-ea"/>
                      <a:cs typeface="+mn-cs"/>
                    </a:defRPr>
                  </a:lvl9pPr>
                </a:lstStyle>
                <a:p>
                  <a:endParaRPr lang="ja-JP" altLang="en-US"/>
                </a:p>
              </p:txBody>
            </p:sp>
            <p:sp>
              <p:nvSpPr>
                <p:cNvPr id="62" name="Freeform 42">
                  <a:extLst>
                    <a:ext uri="{FF2B5EF4-FFF2-40B4-BE49-F238E27FC236}">
                      <a16:creationId xmlns:a16="http://schemas.microsoft.com/office/drawing/2014/main" id="{0B9403B0-4429-5FC4-8437-1D25375D755B}"/>
                    </a:ext>
                  </a:extLst>
                </p:cNvPr>
                <p:cNvSpPr>
                  <a:spLocks/>
                </p:cNvSpPr>
                <p:nvPr/>
              </p:nvSpPr>
              <p:spPr bwMode="auto">
                <a:xfrm>
                  <a:off x="3131984" y="5303797"/>
                  <a:ext cx="270003" cy="90001"/>
                </a:xfrm>
                <a:custGeom>
                  <a:avLst/>
                  <a:gdLst>
                    <a:gd name="T0" fmla="*/ 3025 w 5991"/>
                    <a:gd name="T1" fmla="*/ 3393 h 3396"/>
                    <a:gd name="T2" fmla="*/ 3330 w 5991"/>
                    <a:gd name="T3" fmla="*/ 3377 h 3396"/>
                    <a:gd name="T4" fmla="*/ 3627 w 5991"/>
                    <a:gd name="T5" fmla="*/ 3342 h 3396"/>
                    <a:gd name="T6" fmla="*/ 3916 w 5991"/>
                    <a:gd name="T7" fmla="*/ 3293 h 3396"/>
                    <a:gd name="T8" fmla="*/ 4193 w 5991"/>
                    <a:gd name="T9" fmla="*/ 3228 h 3396"/>
                    <a:gd name="T10" fmla="*/ 4458 w 5991"/>
                    <a:gd name="T11" fmla="*/ 3150 h 3396"/>
                    <a:gd name="T12" fmla="*/ 4708 w 5991"/>
                    <a:gd name="T13" fmla="*/ 3059 h 3396"/>
                    <a:gd name="T14" fmla="*/ 4941 w 5991"/>
                    <a:gd name="T15" fmla="*/ 2955 h 3396"/>
                    <a:gd name="T16" fmla="*/ 5157 w 5991"/>
                    <a:gd name="T17" fmla="*/ 2839 h 3396"/>
                    <a:gd name="T18" fmla="*/ 5350 w 5991"/>
                    <a:gd name="T19" fmla="*/ 2714 h 3396"/>
                    <a:gd name="T20" fmla="*/ 5523 w 5991"/>
                    <a:gd name="T21" fmla="*/ 2578 h 3396"/>
                    <a:gd name="T22" fmla="*/ 5671 w 5991"/>
                    <a:gd name="T23" fmla="*/ 2434 h 3396"/>
                    <a:gd name="T24" fmla="*/ 5794 w 5991"/>
                    <a:gd name="T25" fmla="*/ 2282 h 3396"/>
                    <a:gd name="T26" fmla="*/ 5889 w 5991"/>
                    <a:gd name="T27" fmla="*/ 2123 h 3396"/>
                    <a:gd name="T28" fmla="*/ 5953 w 5991"/>
                    <a:gd name="T29" fmla="*/ 1956 h 3396"/>
                    <a:gd name="T30" fmla="*/ 5986 w 5991"/>
                    <a:gd name="T31" fmla="*/ 1786 h 3396"/>
                    <a:gd name="T32" fmla="*/ 5990 w 5991"/>
                    <a:gd name="T33" fmla="*/ 1654 h 3396"/>
                    <a:gd name="T34" fmla="*/ 5964 w 5991"/>
                    <a:gd name="T35" fmla="*/ 1482 h 3396"/>
                    <a:gd name="T36" fmla="*/ 5908 w 5991"/>
                    <a:gd name="T37" fmla="*/ 1315 h 3396"/>
                    <a:gd name="T38" fmla="*/ 5819 w 5991"/>
                    <a:gd name="T39" fmla="*/ 1154 h 3396"/>
                    <a:gd name="T40" fmla="*/ 5704 w 5991"/>
                    <a:gd name="T41" fmla="*/ 1000 h 3396"/>
                    <a:gd name="T42" fmla="*/ 5563 w 5991"/>
                    <a:gd name="T43" fmla="*/ 852 h 3396"/>
                    <a:gd name="T44" fmla="*/ 5396 w 5991"/>
                    <a:gd name="T45" fmla="*/ 715 h 3396"/>
                    <a:gd name="T46" fmla="*/ 5207 w 5991"/>
                    <a:gd name="T47" fmla="*/ 587 h 3396"/>
                    <a:gd name="T48" fmla="*/ 4996 w 5991"/>
                    <a:gd name="T49" fmla="*/ 469 h 3396"/>
                    <a:gd name="T50" fmla="*/ 4768 w 5991"/>
                    <a:gd name="T51" fmla="*/ 363 h 3396"/>
                    <a:gd name="T52" fmla="*/ 4522 w 5991"/>
                    <a:gd name="T53" fmla="*/ 268 h 3396"/>
                    <a:gd name="T54" fmla="*/ 4261 w 5991"/>
                    <a:gd name="T55" fmla="*/ 186 h 3396"/>
                    <a:gd name="T56" fmla="*/ 3986 w 5991"/>
                    <a:gd name="T57" fmla="*/ 118 h 3396"/>
                    <a:gd name="T58" fmla="*/ 3700 w 5991"/>
                    <a:gd name="T59" fmla="*/ 65 h 3396"/>
                    <a:gd name="T60" fmla="*/ 3404 w 5991"/>
                    <a:gd name="T61" fmla="*/ 27 h 3396"/>
                    <a:gd name="T62" fmla="*/ 3102 w 5991"/>
                    <a:gd name="T63" fmla="*/ 5 h 3396"/>
                    <a:gd name="T64" fmla="*/ 2870 w 5991"/>
                    <a:gd name="T65" fmla="*/ 0 h 3396"/>
                    <a:gd name="T66" fmla="*/ 2272 w 5991"/>
                    <a:gd name="T67" fmla="*/ 20 h 3396"/>
                    <a:gd name="T68" fmla="*/ 1724 w 5991"/>
                    <a:gd name="T69" fmla="*/ 79 h 3396"/>
                    <a:gd name="T70" fmla="*/ 1235 w 5991"/>
                    <a:gd name="T71" fmla="*/ 170 h 3396"/>
                    <a:gd name="T72" fmla="*/ 862 w 5991"/>
                    <a:gd name="T73" fmla="*/ 276 h 3396"/>
                    <a:gd name="T74" fmla="*/ 677 w 5991"/>
                    <a:gd name="T75" fmla="*/ 345 h 3396"/>
                    <a:gd name="T76" fmla="*/ 510 w 5991"/>
                    <a:gd name="T77" fmla="*/ 420 h 3396"/>
                    <a:gd name="T78" fmla="*/ 365 w 5991"/>
                    <a:gd name="T79" fmla="*/ 502 h 3396"/>
                    <a:gd name="T80" fmla="*/ 242 w 5991"/>
                    <a:gd name="T81" fmla="*/ 588 h 3396"/>
                    <a:gd name="T82" fmla="*/ 143 w 5991"/>
                    <a:gd name="T83" fmla="*/ 678 h 3396"/>
                    <a:gd name="T84" fmla="*/ 69 w 5991"/>
                    <a:gd name="T85" fmla="*/ 773 h 3396"/>
                    <a:gd name="T86" fmla="*/ 21 w 5991"/>
                    <a:gd name="T87" fmla="*/ 872 h 3396"/>
                    <a:gd name="T88" fmla="*/ 0 w 5991"/>
                    <a:gd name="T89" fmla="*/ 973 h 3396"/>
                    <a:gd name="T90" fmla="*/ 2 w 5991"/>
                    <a:gd name="T91" fmla="*/ 1050 h 3396"/>
                    <a:gd name="T92" fmla="*/ 30 w 5991"/>
                    <a:gd name="T93" fmla="*/ 1151 h 3396"/>
                    <a:gd name="T94" fmla="*/ 86 w 5991"/>
                    <a:gd name="T95" fmla="*/ 1249 h 3396"/>
                    <a:gd name="T96" fmla="*/ 166 w 5991"/>
                    <a:gd name="T97" fmla="*/ 1342 h 3396"/>
                    <a:gd name="T98" fmla="*/ 270 w 5991"/>
                    <a:gd name="T99" fmla="*/ 1432 h 3396"/>
                    <a:gd name="T100" fmla="*/ 398 w 5991"/>
                    <a:gd name="T101" fmla="*/ 1517 h 3396"/>
                    <a:gd name="T102" fmla="*/ 550 w 5991"/>
                    <a:gd name="T103" fmla="*/ 1596 h 3396"/>
                    <a:gd name="T104" fmla="*/ 721 w 5991"/>
                    <a:gd name="T105" fmla="*/ 1670 h 3396"/>
                    <a:gd name="T106" fmla="*/ 912 w 5991"/>
                    <a:gd name="T107" fmla="*/ 1738 h 3396"/>
                    <a:gd name="T108" fmla="*/ 1351 w 5991"/>
                    <a:gd name="T109" fmla="*/ 1854 h 3396"/>
                    <a:gd name="T110" fmla="*/ 1856 w 5991"/>
                    <a:gd name="T111" fmla="*/ 1937 h 3396"/>
                    <a:gd name="T112" fmla="*/ 2417 w 5991"/>
                    <a:gd name="T113" fmla="*/ 1986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991" h="3396">
                      <a:moveTo>
                        <a:pt x="2870" y="3396"/>
                      </a:moveTo>
                      <a:lnTo>
                        <a:pt x="2870" y="3396"/>
                      </a:lnTo>
                      <a:lnTo>
                        <a:pt x="2948" y="3395"/>
                      </a:lnTo>
                      <a:lnTo>
                        <a:pt x="3025" y="3393"/>
                      </a:lnTo>
                      <a:lnTo>
                        <a:pt x="3102" y="3391"/>
                      </a:lnTo>
                      <a:lnTo>
                        <a:pt x="3179" y="3387"/>
                      </a:lnTo>
                      <a:lnTo>
                        <a:pt x="3254" y="3382"/>
                      </a:lnTo>
                      <a:lnTo>
                        <a:pt x="3330" y="3377"/>
                      </a:lnTo>
                      <a:lnTo>
                        <a:pt x="3404" y="3369"/>
                      </a:lnTo>
                      <a:lnTo>
                        <a:pt x="3480" y="3361"/>
                      </a:lnTo>
                      <a:lnTo>
                        <a:pt x="3553" y="3352"/>
                      </a:lnTo>
                      <a:lnTo>
                        <a:pt x="3627" y="3342"/>
                      </a:lnTo>
                      <a:lnTo>
                        <a:pt x="3700" y="3332"/>
                      </a:lnTo>
                      <a:lnTo>
                        <a:pt x="3772" y="3319"/>
                      </a:lnTo>
                      <a:lnTo>
                        <a:pt x="3844" y="3306"/>
                      </a:lnTo>
                      <a:lnTo>
                        <a:pt x="3916" y="3293"/>
                      </a:lnTo>
                      <a:lnTo>
                        <a:pt x="3986" y="3278"/>
                      </a:lnTo>
                      <a:lnTo>
                        <a:pt x="4056" y="3262"/>
                      </a:lnTo>
                      <a:lnTo>
                        <a:pt x="4125" y="3246"/>
                      </a:lnTo>
                      <a:lnTo>
                        <a:pt x="4193" y="3228"/>
                      </a:lnTo>
                      <a:lnTo>
                        <a:pt x="4261" y="3210"/>
                      </a:lnTo>
                      <a:lnTo>
                        <a:pt x="4327" y="3191"/>
                      </a:lnTo>
                      <a:lnTo>
                        <a:pt x="4393" y="3170"/>
                      </a:lnTo>
                      <a:lnTo>
                        <a:pt x="4458" y="3150"/>
                      </a:lnTo>
                      <a:lnTo>
                        <a:pt x="4522" y="3128"/>
                      </a:lnTo>
                      <a:lnTo>
                        <a:pt x="4585" y="3106"/>
                      </a:lnTo>
                      <a:lnTo>
                        <a:pt x="4647" y="3083"/>
                      </a:lnTo>
                      <a:lnTo>
                        <a:pt x="4708" y="3059"/>
                      </a:lnTo>
                      <a:lnTo>
                        <a:pt x="4768" y="3033"/>
                      </a:lnTo>
                      <a:lnTo>
                        <a:pt x="4827" y="3009"/>
                      </a:lnTo>
                      <a:lnTo>
                        <a:pt x="4885" y="2982"/>
                      </a:lnTo>
                      <a:lnTo>
                        <a:pt x="4941" y="2955"/>
                      </a:lnTo>
                      <a:lnTo>
                        <a:pt x="4996" y="2927"/>
                      </a:lnTo>
                      <a:lnTo>
                        <a:pt x="5052" y="2898"/>
                      </a:lnTo>
                      <a:lnTo>
                        <a:pt x="5104" y="2869"/>
                      </a:lnTo>
                      <a:lnTo>
                        <a:pt x="5157" y="2839"/>
                      </a:lnTo>
                      <a:lnTo>
                        <a:pt x="5207" y="2809"/>
                      </a:lnTo>
                      <a:lnTo>
                        <a:pt x="5255" y="2778"/>
                      </a:lnTo>
                      <a:lnTo>
                        <a:pt x="5304" y="2746"/>
                      </a:lnTo>
                      <a:lnTo>
                        <a:pt x="5350" y="2714"/>
                      </a:lnTo>
                      <a:lnTo>
                        <a:pt x="5396" y="2680"/>
                      </a:lnTo>
                      <a:lnTo>
                        <a:pt x="5440" y="2647"/>
                      </a:lnTo>
                      <a:lnTo>
                        <a:pt x="5482" y="2613"/>
                      </a:lnTo>
                      <a:lnTo>
                        <a:pt x="5523" y="2578"/>
                      </a:lnTo>
                      <a:lnTo>
                        <a:pt x="5563" y="2543"/>
                      </a:lnTo>
                      <a:lnTo>
                        <a:pt x="5600" y="2507"/>
                      </a:lnTo>
                      <a:lnTo>
                        <a:pt x="5636" y="2470"/>
                      </a:lnTo>
                      <a:lnTo>
                        <a:pt x="5671" y="2434"/>
                      </a:lnTo>
                      <a:lnTo>
                        <a:pt x="5704" y="2397"/>
                      </a:lnTo>
                      <a:lnTo>
                        <a:pt x="5736" y="2359"/>
                      </a:lnTo>
                      <a:lnTo>
                        <a:pt x="5766" y="2320"/>
                      </a:lnTo>
                      <a:lnTo>
                        <a:pt x="5794" y="2282"/>
                      </a:lnTo>
                      <a:lnTo>
                        <a:pt x="5819" y="2242"/>
                      </a:lnTo>
                      <a:lnTo>
                        <a:pt x="5845" y="2202"/>
                      </a:lnTo>
                      <a:lnTo>
                        <a:pt x="5867" y="2163"/>
                      </a:lnTo>
                      <a:lnTo>
                        <a:pt x="5889" y="2123"/>
                      </a:lnTo>
                      <a:lnTo>
                        <a:pt x="5908" y="2082"/>
                      </a:lnTo>
                      <a:lnTo>
                        <a:pt x="5925" y="2040"/>
                      </a:lnTo>
                      <a:lnTo>
                        <a:pt x="5940" y="1999"/>
                      </a:lnTo>
                      <a:lnTo>
                        <a:pt x="5953" y="1956"/>
                      </a:lnTo>
                      <a:lnTo>
                        <a:pt x="5964" y="1914"/>
                      </a:lnTo>
                      <a:lnTo>
                        <a:pt x="5973" y="1872"/>
                      </a:lnTo>
                      <a:lnTo>
                        <a:pt x="5981" y="1828"/>
                      </a:lnTo>
                      <a:lnTo>
                        <a:pt x="5986" y="1786"/>
                      </a:lnTo>
                      <a:lnTo>
                        <a:pt x="5990" y="1742"/>
                      </a:lnTo>
                      <a:lnTo>
                        <a:pt x="5991" y="1699"/>
                      </a:lnTo>
                      <a:lnTo>
                        <a:pt x="5991" y="1699"/>
                      </a:lnTo>
                      <a:lnTo>
                        <a:pt x="5990" y="1654"/>
                      </a:lnTo>
                      <a:lnTo>
                        <a:pt x="5986" y="1610"/>
                      </a:lnTo>
                      <a:lnTo>
                        <a:pt x="5981" y="1568"/>
                      </a:lnTo>
                      <a:lnTo>
                        <a:pt x="5973" y="1524"/>
                      </a:lnTo>
                      <a:lnTo>
                        <a:pt x="5964" y="1482"/>
                      </a:lnTo>
                      <a:lnTo>
                        <a:pt x="5953" y="1440"/>
                      </a:lnTo>
                      <a:lnTo>
                        <a:pt x="5940" y="1397"/>
                      </a:lnTo>
                      <a:lnTo>
                        <a:pt x="5925" y="1356"/>
                      </a:lnTo>
                      <a:lnTo>
                        <a:pt x="5908" y="1315"/>
                      </a:lnTo>
                      <a:lnTo>
                        <a:pt x="5889" y="1274"/>
                      </a:lnTo>
                      <a:lnTo>
                        <a:pt x="5867" y="1233"/>
                      </a:lnTo>
                      <a:lnTo>
                        <a:pt x="5845" y="1193"/>
                      </a:lnTo>
                      <a:lnTo>
                        <a:pt x="5819" y="1154"/>
                      </a:lnTo>
                      <a:lnTo>
                        <a:pt x="5794" y="1114"/>
                      </a:lnTo>
                      <a:lnTo>
                        <a:pt x="5766" y="1076"/>
                      </a:lnTo>
                      <a:lnTo>
                        <a:pt x="5736" y="1037"/>
                      </a:lnTo>
                      <a:lnTo>
                        <a:pt x="5704" y="1000"/>
                      </a:lnTo>
                      <a:lnTo>
                        <a:pt x="5671" y="961"/>
                      </a:lnTo>
                      <a:lnTo>
                        <a:pt x="5636" y="926"/>
                      </a:lnTo>
                      <a:lnTo>
                        <a:pt x="5600" y="888"/>
                      </a:lnTo>
                      <a:lnTo>
                        <a:pt x="5563" y="852"/>
                      </a:lnTo>
                      <a:lnTo>
                        <a:pt x="5523" y="818"/>
                      </a:lnTo>
                      <a:lnTo>
                        <a:pt x="5482" y="783"/>
                      </a:lnTo>
                      <a:lnTo>
                        <a:pt x="5440" y="749"/>
                      </a:lnTo>
                      <a:lnTo>
                        <a:pt x="5396" y="715"/>
                      </a:lnTo>
                      <a:lnTo>
                        <a:pt x="5350" y="682"/>
                      </a:lnTo>
                      <a:lnTo>
                        <a:pt x="5304" y="650"/>
                      </a:lnTo>
                      <a:lnTo>
                        <a:pt x="5255" y="618"/>
                      </a:lnTo>
                      <a:lnTo>
                        <a:pt x="5207" y="587"/>
                      </a:lnTo>
                      <a:lnTo>
                        <a:pt x="5157" y="556"/>
                      </a:lnTo>
                      <a:lnTo>
                        <a:pt x="5104" y="527"/>
                      </a:lnTo>
                      <a:lnTo>
                        <a:pt x="5052" y="497"/>
                      </a:lnTo>
                      <a:lnTo>
                        <a:pt x="4996" y="469"/>
                      </a:lnTo>
                      <a:lnTo>
                        <a:pt x="4941" y="441"/>
                      </a:lnTo>
                      <a:lnTo>
                        <a:pt x="4885" y="414"/>
                      </a:lnTo>
                      <a:lnTo>
                        <a:pt x="4827" y="388"/>
                      </a:lnTo>
                      <a:lnTo>
                        <a:pt x="4768" y="363"/>
                      </a:lnTo>
                      <a:lnTo>
                        <a:pt x="4708" y="337"/>
                      </a:lnTo>
                      <a:lnTo>
                        <a:pt x="4647" y="314"/>
                      </a:lnTo>
                      <a:lnTo>
                        <a:pt x="4585" y="290"/>
                      </a:lnTo>
                      <a:lnTo>
                        <a:pt x="4522" y="268"/>
                      </a:lnTo>
                      <a:lnTo>
                        <a:pt x="4458" y="246"/>
                      </a:lnTo>
                      <a:lnTo>
                        <a:pt x="4393" y="226"/>
                      </a:lnTo>
                      <a:lnTo>
                        <a:pt x="4327" y="205"/>
                      </a:lnTo>
                      <a:lnTo>
                        <a:pt x="4261" y="186"/>
                      </a:lnTo>
                      <a:lnTo>
                        <a:pt x="4193" y="168"/>
                      </a:lnTo>
                      <a:lnTo>
                        <a:pt x="4125" y="150"/>
                      </a:lnTo>
                      <a:lnTo>
                        <a:pt x="4056" y="133"/>
                      </a:lnTo>
                      <a:lnTo>
                        <a:pt x="3986" y="118"/>
                      </a:lnTo>
                      <a:lnTo>
                        <a:pt x="3916" y="104"/>
                      </a:lnTo>
                      <a:lnTo>
                        <a:pt x="3844" y="90"/>
                      </a:lnTo>
                      <a:lnTo>
                        <a:pt x="3772" y="77"/>
                      </a:lnTo>
                      <a:lnTo>
                        <a:pt x="3700" y="65"/>
                      </a:lnTo>
                      <a:lnTo>
                        <a:pt x="3627" y="54"/>
                      </a:lnTo>
                      <a:lnTo>
                        <a:pt x="3553" y="44"/>
                      </a:lnTo>
                      <a:lnTo>
                        <a:pt x="3480" y="35"/>
                      </a:lnTo>
                      <a:lnTo>
                        <a:pt x="3404" y="27"/>
                      </a:lnTo>
                      <a:lnTo>
                        <a:pt x="3330" y="20"/>
                      </a:lnTo>
                      <a:lnTo>
                        <a:pt x="3254" y="14"/>
                      </a:lnTo>
                      <a:lnTo>
                        <a:pt x="3179" y="9"/>
                      </a:lnTo>
                      <a:lnTo>
                        <a:pt x="3102" y="5"/>
                      </a:lnTo>
                      <a:lnTo>
                        <a:pt x="3025" y="3"/>
                      </a:lnTo>
                      <a:lnTo>
                        <a:pt x="2948" y="1"/>
                      </a:lnTo>
                      <a:lnTo>
                        <a:pt x="2870" y="0"/>
                      </a:lnTo>
                      <a:lnTo>
                        <a:pt x="2870" y="0"/>
                      </a:lnTo>
                      <a:lnTo>
                        <a:pt x="2716" y="1"/>
                      </a:lnTo>
                      <a:lnTo>
                        <a:pt x="2566" y="5"/>
                      </a:lnTo>
                      <a:lnTo>
                        <a:pt x="2417" y="12"/>
                      </a:lnTo>
                      <a:lnTo>
                        <a:pt x="2272" y="20"/>
                      </a:lnTo>
                      <a:lnTo>
                        <a:pt x="2130" y="32"/>
                      </a:lnTo>
                      <a:lnTo>
                        <a:pt x="1990" y="45"/>
                      </a:lnTo>
                      <a:lnTo>
                        <a:pt x="1856" y="62"/>
                      </a:lnTo>
                      <a:lnTo>
                        <a:pt x="1724" y="79"/>
                      </a:lnTo>
                      <a:lnTo>
                        <a:pt x="1596" y="99"/>
                      </a:lnTo>
                      <a:lnTo>
                        <a:pt x="1471" y="120"/>
                      </a:lnTo>
                      <a:lnTo>
                        <a:pt x="1351" y="145"/>
                      </a:lnTo>
                      <a:lnTo>
                        <a:pt x="1235" y="170"/>
                      </a:lnTo>
                      <a:lnTo>
                        <a:pt x="1123" y="199"/>
                      </a:lnTo>
                      <a:lnTo>
                        <a:pt x="1015" y="228"/>
                      </a:lnTo>
                      <a:lnTo>
                        <a:pt x="912" y="260"/>
                      </a:lnTo>
                      <a:lnTo>
                        <a:pt x="862" y="276"/>
                      </a:lnTo>
                      <a:lnTo>
                        <a:pt x="815" y="292"/>
                      </a:lnTo>
                      <a:lnTo>
                        <a:pt x="768" y="310"/>
                      </a:lnTo>
                      <a:lnTo>
                        <a:pt x="721" y="328"/>
                      </a:lnTo>
                      <a:lnTo>
                        <a:pt x="677" y="345"/>
                      </a:lnTo>
                      <a:lnTo>
                        <a:pt x="633" y="364"/>
                      </a:lnTo>
                      <a:lnTo>
                        <a:pt x="591" y="382"/>
                      </a:lnTo>
                      <a:lnTo>
                        <a:pt x="550" y="401"/>
                      </a:lnTo>
                      <a:lnTo>
                        <a:pt x="510" y="420"/>
                      </a:lnTo>
                      <a:lnTo>
                        <a:pt x="471" y="441"/>
                      </a:lnTo>
                      <a:lnTo>
                        <a:pt x="434" y="460"/>
                      </a:lnTo>
                      <a:lnTo>
                        <a:pt x="398" y="481"/>
                      </a:lnTo>
                      <a:lnTo>
                        <a:pt x="365" y="502"/>
                      </a:lnTo>
                      <a:lnTo>
                        <a:pt x="332" y="523"/>
                      </a:lnTo>
                      <a:lnTo>
                        <a:pt x="301" y="545"/>
                      </a:lnTo>
                      <a:lnTo>
                        <a:pt x="270" y="567"/>
                      </a:lnTo>
                      <a:lnTo>
                        <a:pt x="242" y="588"/>
                      </a:lnTo>
                      <a:lnTo>
                        <a:pt x="215" y="610"/>
                      </a:lnTo>
                      <a:lnTo>
                        <a:pt x="189" y="633"/>
                      </a:lnTo>
                      <a:lnTo>
                        <a:pt x="166" y="655"/>
                      </a:lnTo>
                      <a:lnTo>
                        <a:pt x="143" y="678"/>
                      </a:lnTo>
                      <a:lnTo>
                        <a:pt x="123" y="702"/>
                      </a:lnTo>
                      <a:lnTo>
                        <a:pt x="104" y="726"/>
                      </a:lnTo>
                      <a:lnTo>
                        <a:pt x="86" y="750"/>
                      </a:lnTo>
                      <a:lnTo>
                        <a:pt x="69" y="773"/>
                      </a:lnTo>
                      <a:lnTo>
                        <a:pt x="55" y="797"/>
                      </a:lnTo>
                      <a:lnTo>
                        <a:pt x="42" y="822"/>
                      </a:lnTo>
                      <a:lnTo>
                        <a:pt x="30" y="847"/>
                      </a:lnTo>
                      <a:lnTo>
                        <a:pt x="21" y="872"/>
                      </a:lnTo>
                      <a:lnTo>
                        <a:pt x="14" y="897"/>
                      </a:lnTo>
                      <a:lnTo>
                        <a:pt x="7" y="922"/>
                      </a:lnTo>
                      <a:lnTo>
                        <a:pt x="2" y="947"/>
                      </a:lnTo>
                      <a:lnTo>
                        <a:pt x="0" y="973"/>
                      </a:lnTo>
                      <a:lnTo>
                        <a:pt x="0" y="999"/>
                      </a:lnTo>
                      <a:lnTo>
                        <a:pt x="0" y="999"/>
                      </a:lnTo>
                      <a:lnTo>
                        <a:pt x="0" y="1024"/>
                      </a:lnTo>
                      <a:lnTo>
                        <a:pt x="2" y="1050"/>
                      </a:lnTo>
                      <a:lnTo>
                        <a:pt x="7" y="1076"/>
                      </a:lnTo>
                      <a:lnTo>
                        <a:pt x="14" y="1101"/>
                      </a:lnTo>
                      <a:lnTo>
                        <a:pt x="21" y="1127"/>
                      </a:lnTo>
                      <a:lnTo>
                        <a:pt x="30" y="1151"/>
                      </a:lnTo>
                      <a:lnTo>
                        <a:pt x="42" y="1176"/>
                      </a:lnTo>
                      <a:lnTo>
                        <a:pt x="55" y="1200"/>
                      </a:lnTo>
                      <a:lnTo>
                        <a:pt x="69" y="1224"/>
                      </a:lnTo>
                      <a:lnTo>
                        <a:pt x="86" y="1249"/>
                      </a:lnTo>
                      <a:lnTo>
                        <a:pt x="104" y="1273"/>
                      </a:lnTo>
                      <a:lnTo>
                        <a:pt x="123" y="1296"/>
                      </a:lnTo>
                      <a:lnTo>
                        <a:pt x="143" y="1319"/>
                      </a:lnTo>
                      <a:lnTo>
                        <a:pt x="166" y="1342"/>
                      </a:lnTo>
                      <a:lnTo>
                        <a:pt x="189" y="1365"/>
                      </a:lnTo>
                      <a:lnTo>
                        <a:pt x="215" y="1388"/>
                      </a:lnTo>
                      <a:lnTo>
                        <a:pt x="242" y="1410"/>
                      </a:lnTo>
                      <a:lnTo>
                        <a:pt x="270" y="1432"/>
                      </a:lnTo>
                      <a:lnTo>
                        <a:pt x="301" y="1454"/>
                      </a:lnTo>
                      <a:lnTo>
                        <a:pt x="332" y="1475"/>
                      </a:lnTo>
                      <a:lnTo>
                        <a:pt x="365" y="1496"/>
                      </a:lnTo>
                      <a:lnTo>
                        <a:pt x="398" y="1517"/>
                      </a:lnTo>
                      <a:lnTo>
                        <a:pt x="434" y="1537"/>
                      </a:lnTo>
                      <a:lnTo>
                        <a:pt x="471" y="1558"/>
                      </a:lnTo>
                      <a:lnTo>
                        <a:pt x="510" y="1577"/>
                      </a:lnTo>
                      <a:lnTo>
                        <a:pt x="550" y="1596"/>
                      </a:lnTo>
                      <a:lnTo>
                        <a:pt x="591" y="1615"/>
                      </a:lnTo>
                      <a:lnTo>
                        <a:pt x="633" y="1634"/>
                      </a:lnTo>
                      <a:lnTo>
                        <a:pt x="677" y="1652"/>
                      </a:lnTo>
                      <a:lnTo>
                        <a:pt x="721" y="1670"/>
                      </a:lnTo>
                      <a:lnTo>
                        <a:pt x="768" y="1688"/>
                      </a:lnTo>
                      <a:lnTo>
                        <a:pt x="815" y="1705"/>
                      </a:lnTo>
                      <a:lnTo>
                        <a:pt x="862" y="1722"/>
                      </a:lnTo>
                      <a:lnTo>
                        <a:pt x="912" y="1738"/>
                      </a:lnTo>
                      <a:lnTo>
                        <a:pt x="1015" y="1769"/>
                      </a:lnTo>
                      <a:lnTo>
                        <a:pt x="1123" y="1800"/>
                      </a:lnTo>
                      <a:lnTo>
                        <a:pt x="1235" y="1827"/>
                      </a:lnTo>
                      <a:lnTo>
                        <a:pt x="1351" y="1854"/>
                      </a:lnTo>
                      <a:lnTo>
                        <a:pt x="1471" y="1877"/>
                      </a:lnTo>
                      <a:lnTo>
                        <a:pt x="1596" y="1899"/>
                      </a:lnTo>
                      <a:lnTo>
                        <a:pt x="1724" y="1919"/>
                      </a:lnTo>
                      <a:lnTo>
                        <a:pt x="1856" y="1937"/>
                      </a:lnTo>
                      <a:lnTo>
                        <a:pt x="1990" y="1952"/>
                      </a:lnTo>
                      <a:lnTo>
                        <a:pt x="2130" y="1966"/>
                      </a:lnTo>
                      <a:lnTo>
                        <a:pt x="2272" y="1977"/>
                      </a:lnTo>
                      <a:lnTo>
                        <a:pt x="2417" y="1986"/>
                      </a:lnTo>
                      <a:lnTo>
                        <a:pt x="2566" y="1992"/>
                      </a:lnTo>
                      <a:lnTo>
                        <a:pt x="2716" y="1996"/>
                      </a:lnTo>
                      <a:lnTo>
                        <a:pt x="2870" y="1997"/>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478093" rtl="0" eaLnBrk="1" latinLnBrk="0" hangingPunct="1">
                    <a:defRPr sz="1883" kern="1200">
                      <a:solidFill>
                        <a:schemeClr val="tx1"/>
                      </a:solidFill>
                      <a:latin typeface="+mn-lt"/>
                      <a:ea typeface="+mn-ea"/>
                      <a:cs typeface="+mn-cs"/>
                    </a:defRPr>
                  </a:lvl1pPr>
                  <a:lvl2pPr marL="478093" algn="l" defTabSz="478093" rtl="0" eaLnBrk="1" latinLnBrk="0" hangingPunct="1">
                    <a:defRPr sz="1883" kern="1200">
                      <a:solidFill>
                        <a:schemeClr val="tx1"/>
                      </a:solidFill>
                      <a:latin typeface="+mn-lt"/>
                      <a:ea typeface="+mn-ea"/>
                      <a:cs typeface="+mn-cs"/>
                    </a:defRPr>
                  </a:lvl2pPr>
                  <a:lvl3pPr marL="956184" algn="l" defTabSz="478093" rtl="0" eaLnBrk="1" latinLnBrk="0" hangingPunct="1">
                    <a:defRPr sz="1883" kern="1200">
                      <a:solidFill>
                        <a:schemeClr val="tx1"/>
                      </a:solidFill>
                      <a:latin typeface="+mn-lt"/>
                      <a:ea typeface="+mn-ea"/>
                      <a:cs typeface="+mn-cs"/>
                    </a:defRPr>
                  </a:lvl3pPr>
                  <a:lvl4pPr marL="1434277" algn="l" defTabSz="478093" rtl="0" eaLnBrk="1" latinLnBrk="0" hangingPunct="1">
                    <a:defRPr sz="1883" kern="1200">
                      <a:solidFill>
                        <a:schemeClr val="tx1"/>
                      </a:solidFill>
                      <a:latin typeface="+mn-lt"/>
                      <a:ea typeface="+mn-ea"/>
                      <a:cs typeface="+mn-cs"/>
                    </a:defRPr>
                  </a:lvl4pPr>
                  <a:lvl5pPr marL="1912370" algn="l" defTabSz="478093" rtl="0" eaLnBrk="1" latinLnBrk="0" hangingPunct="1">
                    <a:defRPr sz="1883" kern="1200">
                      <a:solidFill>
                        <a:schemeClr val="tx1"/>
                      </a:solidFill>
                      <a:latin typeface="+mn-lt"/>
                      <a:ea typeface="+mn-ea"/>
                      <a:cs typeface="+mn-cs"/>
                    </a:defRPr>
                  </a:lvl5pPr>
                  <a:lvl6pPr marL="2390462" algn="l" defTabSz="478093" rtl="0" eaLnBrk="1" latinLnBrk="0" hangingPunct="1">
                    <a:defRPr sz="1883" kern="1200">
                      <a:solidFill>
                        <a:schemeClr val="tx1"/>
                      </a:solidFill>
                      <a:latin typeface="+mn-lt"/>
                      <a:ea typeface="+mn-ea"/>
                      <a:cs typeface="+mn-cs"/>
                    </a:defRPr>
                  </a:lvl6pPr>
                  <a:lvl7pPr marL="2868554" algn="l" defTabSz="478093" rtl="0" eaLnBrk="1" latinLnBrk="0" hangingPunct="1">
                    <a:defRPr sz="1883" kern="1200">
                      <a:solidFill>
                        <a:schemeClr val="tx1"/>
                      </a:solidFill>
                      <a:latin typeface="+mn-lt"/>
                      <a:ea typeface="+mn-ea"/>
                      <a:cs typeface="+mn-cs"/>
                    </a:defRPr>
                  </a:lvl7pPr>
                  <a:lvl8pPr marL="3346646" algn="l" defTabSz="478093" rtl="0" eaLnBrk="1" latinLnBrk="0" hangingPunct="1">
                    <a:defRPr sz="1883" kern="1200">
                      <a:solidFill>
                        <a:schemeClr val="tx1"/>
                      </a:solidFill>
                      <a:latin typeface="+mn-lt"/>
                      <a:ea typeface="+mn-ea"/>
                      <a:cs typeface="+mn-cs"/>
                    </a:defRPr>
                  </a:lvl8pPr>
                  <a:lvl9pPr marL="3824739" algn="l" defTabSz="478093" rtl="0" eaLnBrk="1" latinLnBrk="0" hangingPunct="1">
                    <a:defRPr sz="1883" kern="1200">
                      <a:solidFill>
                        <a:schemeClr val="tx1"/>
                      </a:solidFill>
                      <a:latin typeface="+mn-lt"/>
                      <a:ea typeface="+mn-ea"/>
                      <a:cs typeface="+mn-cs"/>
                    </a:defRPr>
                  </a:lvl9pPr>
                </a:lstStyle>
                <a:p>
                  <a:endParaRPr lang="ja-JP" altLang="en-US"/>
                </a:p>
              </p:txBody>
            </p:sp>
            <p:sp>
              <p:nvSpPr>
                <p:cNvPr id="63" name="Freeform 42">
                  <a:extLst>
                    <a:ext uri="{FF2B5EF4-FFF2-40B4-BE49-F238E27FC236}">
                      <a16:creationId xmlns:a16="http://schemas.microsoft.com/office/drawing/2014/main" id="{7357ACFE-D25B-AACD-D1DA-5AD585C405F5}"/>
                    </a:ext>
                  </a:extLst>
                </p:cNvPr>
                <p:cNvSpPr>
                  <a:spLocks/>
                </p:cNvSpPr>
                <p:nvPr/>
              </p:nvSpPr>
              <p:spPr bwMode="auto">
                <a:xfrm flipV="1">
                  <a:off x="3131984" y="5191944"/>
                  <a:ext cx="270003" cy="90001"/>
                </a:xfrm>
                <a:custGeom>
                  <a:avLst/>
                  <a:gdLst>
                    <a:gd name="T0" fmla="*/ 3025 w 5991"/>
                    <a:gd name="T1" fmla="*/ 3393 h 3396"/>
                    <a:gd name="T2" fmla="*/ 3330 w 5991"/>
                    <a:gd name="T3" fmla="*/ 3377 h 3396"/>
                    <a:gd name="T4" fmla="*/ 3627 w 5991"/>
                    <a:gd name="T5" fmla="*/ 3342 h 3396"/>
                    <a:gd name="T6" fmla="*/ 3916 w 5991"/>
                    <a:gd name="T7" fmla="*/ 3293 h 3396"/>
                    <a:gd name="T8" fmla="*/ 4193 w 5991"/>
                    <a:gd name="T9" fmla="*/ 3228 h 3396"/>
                    <a:gd name="T10" fmla="*/ 4458 w 5991"/>
                    <a:gd name="T11" fmla="*/ 3150 h 3396"/>
                    <a:gd name="T12" fmla="*/ 4708 w 5991"/>
                    <a:gd name="T13" fmla="*/ 3059 h 3396"/>
                    <a:gd name="T14" fmla="*/ 4941 w 5991"/>
                    <a:gd name="T15" fmla="*/ 2955 h 3396"/>
                    <a:gd name="T16" fmla="*/ 5157 w 5991"/>
                    <a:gd name="T17" fmla="*/ 2839 h 3396"/>
                    <a:gd name="T18" fmla="*/ 5350 w 5991"/>
                    <a:gd name="T19" fmla="*/ 2714 h 3396"/>
                    <a:gd name="T20" fmla="*/ 5523 w 5991"/>
                    <a:gd name="T21" fmla="*/ 2578 h 3396"/>
                    <a:gd name="T22" fmla="*/ 5671 w 5991"/>
                    <a:gd name="T23" fmla="*/ 2434 h 3396"/>
                    <a:gd name="T24" fmla="*/ 5794 w 5991"/>
                    <a:gd name="T25" fmla="*/ 2282 h 3396"/>
                    <a:gd name="T26" fmla="*/ 5889 w 5991"/>
                    <a:gd name="T27" fmla="*/ 2123 h 3396"/>
                    <a:gd name="T28" fmla="*/ 5953 w 5991"/>
                    <a:gd name="T29" fmla="*/ 1956 h 3396"/>
                    <a:gd name="T30" fmla="*/ 5986 w 5991"/>
                    <a:gd name="T31" fmla="*/ 1786 h 3396"/>
                    <a:gd name="T32" fmla="*/ 5990 w 5991"/>
                    <a:gd name="T33" fmla="*/ 1654 h 3396"/>
                    <a:gd name="T34" fmla="*/ 5964 w 5991"/>
                    <a:gd name="T35" fmla="*/ 1482 h 3396"/>
                    <a:gd name="T36" fmla="*/ 5908 w 5991"/>
                    <a:gd name="T37" fmla="*/ 1315 h 3396"/>
                    <a:gd name="T38" fmla="*/ 5819 w 5991"/>
                    <a:gd name="T39" fmla="*/ 1154 h 3396"/>
                    <a:gd name="T40" fmla="*/ 5704 w 5991"/>
                    <a:gd name="T41" fmla="*/ 1000 h 3396"/>
                    <a:gd name="T42" fmla="*/ 5563 w 5991"/>
                    <a:gd name="T43" fmla="*/ 852 h 3396"/>
                    <a:gd name="T44" fmla="*/ 5396 w 5991"/>
                    <a:gd name="T45" fmla="*/ 715 h 3396"/>
                    <a:gd name="T46" fmla="*/ 5207 w 5991"/>
                    <a:gd name="T47" fmla="*/ 587 h 3396"/>
                    <a:gd name="T48" fmla="*/ 4996 w 5991"/>
                    <a:gd name="T49" fmla="*/ 469 h 3396"/>
                    <a:gd name="T50" fmla="*/ 4768 w 5991"/>
                    <a:gd name="T51" fmla="*/ 363 h 3396"/>
                    <a:gd name="T52" fmla="*/ 4522 w 5991"/>
                    <a:gd name="T53" fmla="*/ 268 h 3396"/>
                    <a:gd name="T54" fmla="*/ 4261 w 5991"/>
                    <a:gd name="T55" fmla="*/ 186 h 3396"/>
                    <a:gd name="T56" fmla="*/ 3986 w 5991"/>
                    <a:gd name="T57" fmla="*/ 118 h 3396"/>
                    <a:gd name="T58" fmla="*/ 3700 w 5991"/>
                    <a:gd name="T59" fmla="*/ 65 h 3396"/>
                    <a:gd name="T60" fmla="*/ 3404 w 5991"/>
                    <a:gd name="T61" fmla="*/ 27 h 3396"/>
                    <a:gd name="T62" fmla="*/ 3102 w 5991"/>
                    <a:gd name="T63" fmla="*/ 5 h 3396"/>
                    <a:gd name="T64" fmla="*/ 2870 w 5991"/>
                    <a:gd name="T65" fmla="*/ 0 h 3396"/>
                    <a:gd name="T66" fmla="*/ 2272 w 5991"/>
                    <a:gd name="T67" fmla="*/ 20 h 3396"/>
                    <a:gd name="T68" fmla="*/ 1724 w 5991"/>
                    <a:gd name="T69" fmla="*/ 79 h 3396"/>
                    <a:gd name="T70" fmla="*/ 1235 w 5991"/>
                    <a:gd name="T71" fmla="*/ 170 h 3396"/>
                    <a:gd name="T72" fmla="*/ 862 w 5991"/>
                    <a:gd name="T73" fmla="*/ 276 h 3396"/>
                    <a:gd name="T74" fmla="*/ 677 w 5991"/>
                    <a:gd name="T75" fmla="*/ 345 h 3396"/>
                    <a:gd name="T76" fmla="*/ 510 w 5991"/>
                    <a:gd name="T77" fmla="*/ 420 h 3396"/>
                    <a:gd name="T78" fmla="*/ 365 w 5991"/>
                    <a:gd name="T79" fmla="*/ 502 h 3396"/>
                    <a:gd name="T80" fmla="*/ 242 w 5991"/>
                    <a:gd name="T81" fmla="*/ 588 h 3396"/>
                    <a:gd name="T82" fmla="*/ 143 w 5991"/>
                    <a:gd name="T83" fmla="*/ 678 h 3396"/>
                    <a:gd name="T84" fmla="*/ 69 w 5991"/>
                    <a:gd name="T85" fmla="*/ 773 h 3396"/>
                    <a:gd name="T86" fmla="*/ 21 w 5991"/>
                    <a:gd name="T87" fmla="*/ 872 h 3396"/>
                    <a:gd name="T88" fmla="*/ 0 w 5991"/>
                    <a:gd name="T89" fmla="*/ 973 h 3396"/>
                    <a:gd name="T90" fmla="*/ 2 w 5991"/>
                    <a:gd name="T91" fmla="*/ 1050 h 3396"/>
                    <a:gd name="T92" fmla="*/ 30 w 5991"/>
                    <a:gd name="T93" fmla="*/ 1151 h 3396"/>
                    <a:gd name="T94" fmla="*/ 86 w 5991"/>
                    <a:gd name="T95" fmla="*/ 1249 h 3396"/>
                    <a:gd name="T96" fmla="*/ 166 w 5991"/>
                    <a:gd name="T97" fmla="*/ 1342 h 3396"/>
                    <a:gd name="T98" fmla="*/ 270 w 5991"/>
                    <a:gd name="T99" fmla="*/ 1432 h 3396"/>
                    <a:gd name="T100" fmla="*/ 398 w 5991"/>
                    <a:gd name="T101" fmla="*/ 1517 h 3396"/>
                    <a:gd name="T102" fmla="*/ 550 w 5991"/>
                    <a:gd name="T103" fmla="*/ 1596 h 3396"/>
                    <a:gd name="T104" fmla="*/ 721 w 5991"/>
                    <a:gd name="T105" fmla="*/ 1670 h 3396"/>
                    <a:gd name="T106" fmla="*/ 912 w 5991"/>
                    <a:gd name="T107" fmla="*/ 1738 h 3396"/>
                    <a:gd name="T108" fmla="*/ 1351 w 5991"/>
                    <a:gd name="T109" fmla="*/ 1854 h 3396"/>
                    <a:gd name="T110" fmla="*/ 1856 w 5991"/>
                    <a:gd name="T111" fmla="*/ 1937 h 3396"/>
                    <a:gd name="T112" fmla="*/ 2417 w 5991"/>
                    <a:gd name="T113" fmla="*/ 1986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991" h="3396">
                      <a:moveTo>
                        <a:pt x="2870" y="3396"/>
                      </a:moveTo>
                      <a:lnTo>
                        <a:pt x="2870" y="3396"/>
                      </a:lnTo>
                      <a:lnTo>
                        <a:pt x="2948" y="3395"/>
                      </a:lnTo>
                      <a:lnTo>
                        <a:pt x="3025" y="3393"/>
                      </a:lnTo>
                      <a:lnTo>
                        <a:pt x="3102" y="3391"/>
                      </a:lnTo>
                      <a:lnTo>
                        <a:pt x="3179" y="3387"/>
                      </a:lnTo>
                      <a:lnTo>
                        <a:pt x="3254" y="3382"/>
                      </a:lnTo>
                      <a:lnTo>
                        <a:pt x="3330" y="3377"/>
                      </a:lnTo>
                      <a:lnTo>
                        <a:pt x="3404" y="3369"/>
                      </a:lnTo>
                      <a:lnTo>
                        <a:pt x="3480" y="3361"/>
                      </a:lnTo>
                      <a:lnTo>
                        <a:pt x="3553" y="3352"/>
                      </a:lnTo>
                      <a:lnTo>
                        <a:pt x="3627" y="3342"/>
                      </a:lnTo>
                      <a:lnTo>
                        <a:pt x="3700" y="3332"/>
                      </a:lnTo>
                      <a:lnTo>
                        <a:pt x="3772" y="3319"/>
                      </a:lnTo>
                      <a:lnTo>
                        <a:pt x="3844" y="3306"/>
                      </a:lnTo>
                      <a:lnTo>
                        <a:pt x="3916" y="3293"/>
                      </a:lnTo>
                      <a:lnTo>
                        <a:pt x="3986" y="3278"/>
                      </a:lnTo>
                      <a:lnTo>
                        <a:pt x="4056" y="3262"/>
                      </a:lnTo>
                      <a:lnTo>
                        <a:pt x="4125" y="3246"/>
                      </a:lnTo>
                      <a:lnTo>
                        <a:pt x="4193" y="3228"/>
                      </a:lnTo>
                      <a:lnTo>
                        <a:pt x="4261" y="3210"/>
                      </a:lnTo>
                      <a:lnTo>
                        <a:pt x="4327" y="3191"/>
                      </a:lnTo>
                      <a:lnTo>
                        <a:pt x="4393" y="3170"/>
                      </a:lnTo>
                      <a:lnTo>
                        <a:pt x="4458" y="3150"/>
                      </a:lnTo>
                      <a:lnTo>
                        <a:pt x="4522" y="3128"/>
                      </a:lnTo>
                      <a:lnTo>
                        <a:pt x="4585" y="3106"/>
                      </a:lnTo>
                      <a:lnTo>
                        <a:pt x="4647" y="3083"/>
                      </a:lnTo>
                      <a:lnTo>
                        <a:pt x="4708" y="3059"/>
                      </a:lnTo>
                      <a:lnTo>
                        <a:pt x="4768" y="3033"/>
                      </a:lnTo>
                      <a:lnTo>
                        <a:pt x="4827" y="3009"/>
                      </a:lnTo>
                      <a:lnTo>
                        <a:pt x="4885" y="2982"/>
                      </a:lnTo>
                      <a:lnTo>
                        <a:pt x="4941" y="2955"/>
                      </a:lnTo>
                      <a:lnTo>
                        <a:pt x="4996" y="2927"/>
                      </a:lnTo>
                      <a:lnTo>
                        <a:pt x="5052" y="2898"/>
                      </a:lnTo>
                      <a:lnTo>
                        <a:pt x="5104" y="2869"/>
                      </a:lnTo>
                      <a:lnTo>
                        <a:pt x="5157" y="2839"/>
                      </a:lnTo>
                      <a:lnTo>
                        <a:pt x="5207" y="2809"/>
                      </a:lnTo>
                      <a:lnTo>
                        <a:pt x="5255" y="2778"/>
                      </a:lnTo>
                      <a:lnTo>
                        <a:pt x="5304" y="2746"/>
                      </a:lnTo>
                      <a:lnTo>
                        <a:pt x="5350" y="2714"/>
                      </a:lnTo>
                      <a:lnTo>
                        <a:pt x="5396" y="2680"/>
                      </a:lnTo>
                      <a:lnTo>
                        <a:pt x="5440" y="2647"/>
                      </a:lnTo>
                      <a:lnTo>
                        <a:pt x="5482" y="2613"/>
                      </a:lnTo>
                      <a:lnTo>
                        <a:pt x="5523" y="2578"/>
                      </a:lnTo>
                      <a:lnTo>
                        <a:pt x="5563" y="2543"/>
                      </a:lnTo>
                      <a:lnTo>
                        <a:pt x="5600" y="2507"/>
                      </a:lnTo>
                      <a:lnTo>
                        <a:pt x="5636" y="2470"/>
                      </a:lnTo>
                      <a:lnTo>
                        <a:pt x="5671" y="2434"/>
                      </a:lnTo>
                      <a:lnTo>
                        <a:pt x="5704" y="2397"/>
                      </a:lnTo>
                      <a:lnTo>
                        <a:pt x="5736" y="2359"/>
                      </a:lnTo>
                      <a:lnTo>
                        <a:pt x="5766" y="2320"/>
                      </a:lnTo>
                      <a:lnTo>
                        <a:pt x="5794" y="2282"/>
                      </a:lnTo>
                      <a:lnTo>
                        <a:pt x="5819" y="2242"/>
                      </a:lnTo>
                      <a:lnTo>
                        <a:pt x="5845" y="2202"/>
                      </a:lnTo>
                      <a:lnTo>
                        <a:pt x="5867" y="2163"/>
                      </a:lnTo>
                      <a:lnTo>
                        <a:pt x="5889" y="2123"/>
                      </a:lnTo>
                      <a:lnTo>
                        <a:pt x="5908" y="2082"/>
                      </a:lnTo>
                      <a:lnTo>
                        <a:pt x="5925" y="2040"/>
                      </a:lnTo>
                      <a:lnTo>
                        <a:pt x="5940" y="1999"/>
                      </a:lnTo>
                      <a:lnTo>
                        <a:pt x="5953" y="1956"/>
                      </a:lnTo>
                      <a:lnTo>
                        <a:pt x="5964" y="1914"/>
                      </a:lnTo>
                      <a:lnTo>
                        <a:pt x="5973" y="1872"/>
                      </a:lnTo>
                      <a:lnTo>
                        <a:pt x="5981" y="1828"/>
                      </a:lnTo>
                      <a:lnTo>
                        <a:pt x="5986" y="1786"/>
                      </a:lnTo>
                      <a:lnTo>
                        <a:pt x="5990" y="1742"/>
                      </a:lnTo>
                      <a:lnTo>
                        <a:pt x="5991" y="1699"/>
                      </a:lnTo>
                      <a:lnTo>
                        <a:pt x="5991" y="1699"/>
                      </a:lnTo>
                      <a:lnTo>
                        <a:pt x="5990" y="1654"/>
                      </a:lnTo>
                      <a:lnTo>
                        <a:pt x="5986" y="1610"/>
                      </a:lnTo>
                      <a:lnTo>
                        <a:pt x="5981" y="1568"/>
                      </a:lnTo>
                      <a:lnTo>
                        <a:pt x="5973" y="1524"/>
                      </a:lnTo>
                      <a:lnTo>
                        <a:pt x="5964" y="1482"/>
                      </a:lnTo>
                      <a:lnTo>
                        <a:pt x="5953" y="1440"/>
                      </a:lnTo>
                      <a:lnTo>
                        <a:pt x="5940" y="1397"/>
                      </a:lnTo>
                      <a:lnTo>
                        <a:pt x="5925" y="1356"/>
                      </a:lnTo>
                      <a:lnTo>
                        <a:pt x="5908" y="1315"/>
                      </a:lnTo>
                      <a:lnTo>
                        <a:pt x="5889" y="1274"/>
                      </a:lnTo>
                      <a:lnTo>
                        <a:pt x="5867" y="1233"/>
                      </a:lnTo>
                      <a:lnTo>
                        <a:pt x="5845" y="1193"/>
                      </a:lnTo>
                      <a:lnTo>
                        <a:pt x="5819" y="1154"/>
                      </a:lnTo>
                      <a:lnTo>
                        <a:pt x="5794" y="1114"/>
                      </a:lnTo>
                      <a:lnTo>
                        <a:pt x="5766" y="1076"/>
                      </a:lnTo>
                      <a:lnTo>
                        <a:pt x="5736" y="1037"/>
                      </a:lnTo>
                      <a:lnTo>
                        <a:pt x="5704" y="1000"/>
                      </a:lnTo>
                      <a:lnTo>
                        <a:pt x="5671" y="961"/>
                      </a:lnTo>
                      <a:lnTo>
                        <a:pt x="5636" y="926"/>
                      </a:lnTo>
                      <a:lnTo>
                        <a:pt x="5600" y="888"/>
                      </a:lnTo>
                      <a:lnTo>
                        <a:pt x="5563" y="852"/>
                      </a:lnTo>
                      <a:lnTo>
                        <a:pt x="5523" y="818"/>
                      </a:lnTo>
                      <a:lnTo>
                        <a:pt x="5482" y="783"/>
                      </a:lnTo>
                      <a:lnTo>
                        <a:pt x="5440" y="749"/>
                      </a:lnTo>
                      <a:lnTo>
                        <a:pt x="5396" y="715"/>
                      </a:lnTo>
                      <a:lnTo>
                        <a:pt x="5350" y="682"/>
                      </a:lnTo>
                      <a:lnTo>
                        <a:pt x="5304" y="650"/>
                      </a:lnTo>
                      <a:lnTo>
                        <a:pt x="5255" y="618"/>
                      </a:lnTo>
                      <a:lnTo>
                        <a:pt x="5207" y="587"/>
                      </a:lnTo>
                      <a:lnTo>
                        <a:pt x="5157" y="556"/>
                      </a:lnTo>
                      <a:lnTo>
                        <a:pt x="5104" y="527"/>
                      </a:lnTo>
                      <a:lnTo>
                        <a:pt x="5052" y="497"/>
                      </a:lnTo>
                      <a:lnTo>
                        <a:pt x="4996" y="469"/>
                      </a:lnTo>
                      <a:lnTo>
                        <a:pt x="4941" y="441"/>
                      </a:lnTo>
                      <a:lnTo>
                        <a:pt x="4885" y="414"/>
                      </a:lnTo>
                      <a:lnTo>
                        <a:pt x="4827" y="388"/>
                      </a:lnTo>
                      <a:lnTo>
                        <a:pt x="4768" y="363"/>
                      </a:lnTo>
                      <a:lnTo>
                        <a:pt x="4708" y="337"/>
                      </a:lnTo>
                      <a:lnTo>
                        <a:pt x="4647" y="314"/>
                      </a:lnTo>
                      <a:lnTo>
                        <a:pt x="4585" y="290"/>
                      </a:lnTo>
                      <a:lnTo>
                        <a:pt x="4522" y="268"/>
                      </a:lnTo>
                      <a:lnTo>
                        <a:pt x="4458" y="246"/>
                      </a:lnTo>
                      <a:lnTo>
                        <a:pt x="4393" y="226"/>
                      </a:lnTo>
                      <a:lnTo>
                        <a:pt x="4327" y="205"/>
                      </a:lnTo>
                      <a:lnTo>
                        <a:pt x="4261" y="186"/>
                      </a:lnTo>
                      <a:lnTo>
                        <a:pt x="4193" y="168"/>
                      </a:lnTo>
                      <a:lnTo>
                        <a:pt x="4125" y="150"/>
                      </a:lnTo>
                      <a:lnTo>
                        <a:pt x="4056" y="133"/>
                      </a:lnTo>
                      <a:lnTo>
                        <a:pt x="3986" y="118"/>
                      </a:lnTo>
                      <a:lnTo>
                        <a:pt x="3916" y="104"/>
                      </a:lnTo>
                      <a:lnTo>
                        <a:pt x="3844" y="90"/>
                      </a:lnTo>
                      <a:lnTo>
                        <a:pt x="3772" y="77"/>
                      </a:lnTo>
                      <a:lnTo>
                        <a:pt x="3700" y="65"/>
                      </a:lnTo>
                      <a:lnTo>
                        <a:pt x="3627" y="54"/>
                      </a:lnTo>
                      <a:lnTo>
                        <a:pt x="3553" y="44"/>
                      </a:lnTo>
                      <a:lnTo>
                        <a:pt x="3480" y="35"/>
                      </a:lnTo>
                      <a:lnTo>
                        <a:pt x="3404" y="27"/>
                      </a:lnTo>
                      <a:lnTo>
                        <a:pt x="3330" y="20"/>
                      </a:lnTo>
                      <a:lnTo>
                        <a:pt x="3254" y="14"/>
                      </a:lnTo>
                      <a:lnTo>
                        <a:pt x="3179" y="9"/>
                      </a:lnTo>
                      <a:lnTo>
                        <a:pt x="3102" y="5"/>
                      </a:lnTo>
                      <a:lnTo>
                        <a:pt x="3025" y="3"/>
                      </a:lnTo>
                      <a:lnTo>
                        <a:pt x="2948" y="1"/>
                      </a:lnTo>
                      <a:lnTo>
                        <a:pt x="2870" y="0"/>
                      </a:lnTo>
                      <a:lnTo>
                        <a:pt x="2870" y="0"/>
                      </a:lnTo>
                      <a:lnTo>
                        <a:pt x="2716" y="1"/>
                      </a:lnTo>
                      <a:lnTo>
                        <a:pt x="2566" y="5"/>
                      </a:lnTo>
                      <a:lnTo>
                        <a:pt x="2417" y="12"/>
                      </a:lnTo>
                      <a:lnTo>
                        <a:pt x="2272" y="20"/>
                      </a:lnTo>
                      <a:lnTo>
                        <a:pt x="2130" y="32"/>
                      </a:lnTo>
                      <a:lnTo>
                        <a:pt x="1990" y="45"/>
                      </a:lnTo>
                      <a:lnTo>
                        <a:pt x="1856" y="62"/>
                      </a:lnTo>
                      <a:lnTo>
                        <a:pt x="1724" y="79"/>
                      </a:lnTo>
                      <a:lnTo>
                        <a:pt x="1596" y="99"/>
                      </a:lnTo>
                      <a:lnTo>
                        <a:pt x="1471" y="120"/>
                      </a:lnTo>
                      <a:lnTo>
                        <a:pt x="1351" y="145"/>
                      </a:lnTo>
                      <a:lnTo>
                        <a:pt x="1235" y="170"/>
                      </a:lnTo>
                      <a:lnTo>
                        <a:pt x="1123" y="199"/>
                      </a:lnTo>
                      <a:lnTo>
                        <a:pt x="1015" y="228"/>
                      </a:lnTo>
                      <a:lnTo>
                        <a:pt x="912" y="260"/>
                      </a:lnTo>
                      <a:lnTo>
                        <a:pt x="862" y="276"/>
                      </a:lnTo>
                      <a:lnTo>
                        <a:pt x="815" y="292"/>
                      </a:lnTo>
                      <a:lnTo>
                        <a:pt x="768" y="310"/>
                      </a:lnTo>
                      <a:lnTo>
                        <a:pt x="721" y="328"/>
                      </a:lnTo>
                      <a:lnTo>
                        <a:pt x="677" y="345"/>
                      </a:lnTo>
                      <a:lnTo>
                        <a:pt x="633" y="364"/>
                      </a:lnTo>
                      <a:lnTo>
                        <a:pt x="591" y="382"/>
                      </a:lnTo>
                      <a:lnTo>
                        <a:pt x="550" y="401"/>
                      </a:lnTo>
                      <a:lnTo>
                        <a:pt x="510" y="420"/>
                      </a:lnTo>
                      <a:lnTo>
                        <a:pt x="471" y="441"/>
                      </a:lnTo>
                      <a:lnTo>
                        <a:pt x="434" y="460"/>
                      </a:lnTo>
                      <a:lnTo>
                        <a:pt x="398" y="481"/>
                      </a:lnTo>
                      <a:lnTo>
                        <a:pt x="365" y="502"/>
                      </a:lnTo>
                      <a:lnTo>
                        <a:pt x="332" y="523"/>
                      </a:lnTo>
                      <a:lnTo>
                        <a:pt x="301" y="545"/>
                      </a:lnTo>
                      <a:lnTo>
                        <a:pt x="270" y="567"/>
                      </a:lnTo>
                      <a:lnTo>
                        <a:pt x="242" y="588"/>
                      </a:lnTo>
                      <a:lnTo>
                        <a:pt x="215" y="610"/>
                      </a:lnTo>
                      <a:lnTo>
                        <a:pt x="189" y="633"/>
                      </a:lnTo>
                      <a:lnTo>
                        <a:pt x="166" y="655"/>
                      </a:lnTo>
                      <a:lnTo>
                        <a:pt x="143" y="678"/>
                      </a:lnTo>
                      <a:lnTo>
                        <a:pt x="123" y="702"/>
                      </a:lnTo>
                      <a:lnTo>
                        <a:pt x="104" y="726"/>
                      </a:lnTo>
                      <a:lnTo>
                        <a:pt x="86" y="750"/>
                      </a:lnTo>
                      <a:lnTo>
                        <a:pt x="69" y="773"/>
                      </a:lnTo>
                      <a:lnTo>
                        <a:pt x="55" y="797"/>
                      </a:lnTo>
                      <a:lnTo>
                        <a:pt x="42" y="822"/>
                      </a:lnTo>
                      <a:lnTo>
                        <a:pt x="30" y="847"/>
                      </a:lnTo>
                      <a:lnTo>
                        <a:pt x="21" y="872"/>
                      </a:lnTo>
                      <a:lnTo>
                        <a:pt x="14" y="897"/>
                      </a:lnTo>
                      <a:lnTo>
                        <a:pt x="7" y="922"/>
                      </a:lnTo>
                      <a:lnTo>
                        <a:pt x="2" y="947"/>
                      </a:lnTo>
                      <a:lnTo>
                        <a:pt x="0" y="973"/>
                      </a:lnTo>
                      <a:lnTo>
                        <a:pt x="0" y="999"/>
                      </a:lnTo>
                      <a:lnTo>
                        <a:pt x="0" y="999"/>
                      </a:lnTo>
                      <a:lnTo>
                        <a:pt x="0" y="1024"/>
                      </a:lnTo>
                      <a:lnTo>
                        <a:pt x="2" y="1050"/>
                      </a:lnTo>
                      <a:lnTo>
                        <a:pt x="7" y="1076"/>
                      </a:lnTo>
                      <a:lnTo>
                        <a:pt x="14" y="1101"/>
                      </a:lnTo>
                      <a:lnTo>
                        <a:pt x="21" y="1127"/>
                      </a:lnTo>
                      <a:lnTo>
                        <a:pt x="30" y="1151"/>
                      </a:lnTo>
                      <a:lnTo>
                        <a:pt x="42" y="1176"/>
                      </a:lnTo>
                      <a:lnTo>
                        <a:pt x="55" y="1200"/>
                      </a:lnTo>
                      <a:lnTo>
                        <a:pt x="69" y="1224"/>
                      </a:lnTo>
                      <a:lnTo>
                        <a:pt x="86" y="1249"/>
                      </a:lnTo>
                      <a:lnTo>
                        <a:pt x="104" y="1273"/>
                      </a:lnTo>
                      <a:lnTo>
                        <a:pt x="123" y="1296"/>
                      </a:lnTo>
                      <a:lnTo>
                        <a:pt x="143" y="1319"/>
                      </a:lnTo>
                      <a:lnTo>
                        <a:pt x="166" y="1342"/>
                      </a:lnTo>
                      <a:lnTo>
                        <a:pt x="189" y="1365"/>
                      </a:lnTo>
                      <a:lnTo>
                        <a:pt x="215" y="1388"/>
                      </a:lnTo>
                      <a:lnTo>
                        <a:pt x="242" y="1410"/>
                      </a:lnTo>
                      <a:lnTo>
                        <a:pt x="270" y="1432"/>
                      </a:lnTo>
                      <a:lnTo>
                        <a:pt x="301" y="1454"/>
                      </a:lnTo>
                      <a:lnTo>
                        <a:pt x="332" y="1475"/>
                      </a:lnTo>
                      <a:lnTo>
                        <a:pt x="365" y="1496"/>
                      </a:lnTo>
                      <a:lnTo>
                        <a:pt x="398" y="1517"/>
                      </a:lnTo>
                      <a:lnTo>
                        <a:pt x="434" y="1537"/>
                      </a:lnTo>
                      <a:lnTo>
                        <a:pt x="471" y="1558"/>
                      </a:lnTo>
                      <a:lnTo>
                        <a:pt x="510" y="1577"/>
                      </a:lnTo>
                      <a:lnTo>
                        <a:pt x="550" y="1596"/>
                      </a:lnTo>
                      <a:lnTo>
                        <a:pt x="591" y="1615"/>
                      </a:lnTo>
                      <a:lnTo>
                        <a:pt x="633" y="1634"/>
                      </a:lnTo>
                      <a:lnTo>
                        <a:pt x="677" y="1652"/>
                      </a:lnTo>
                      <a:lnTo>
                        <a:pt x="721" y="1670"/>
                      </a:lnTo>
                      <a:lnTo>
                        <a:pt x="768" y="1688"/>
                      </a:lnTo>
                      <a:lnTo>
                        <a:pt x="815" y="1705"/>
                      </a:lnTo>
                      <a:lnTo>
                        <a:pt x="862" y="1722"/>
                      </a:lnTo>
                      <a:lnTo>
                        <a:pt x="912" y="1738"/>
                      </a:lnTo>
                      <a:lnTo>
                        <a:pt x="1015" y="1769"/>
                      </a:lnTo>
                      <a:lnTo>
                        <a:pt x="1123" y="1800"/>
                      </a:lnTo>
                      <a:lnTo>
                        <a:pt x="1235" y="1827"/>
                      </a:lnTo>
                      <a:lnTo>
                        <a:pt x="1351" y="1854"/>
                      </a:lnTo>
                      <a:lnTo>
                        <a:pt x="1471" y="1877"/>
                      </a:lnTo>
                      <a:lnTo>
                        <a:pt x="1596" y="1899"/>
                      </a:lnTo>
                      <a:lnTo>
                        <a:pt x="1724" y="1919"/>
                      </a:lnTo>
                      <a:lnTo>
                        <a:pt x="1856" y="1937"/>
                      </a:lnTo>
                      <a:lnTo>
                        <a:pt x="1990" y="1952"/>
                      </a:lnTo>
                      <a:lnTo>
                        <a:pt x="2130" y="1966"/>
                      </a:lnTo>
                      <a:lnTo>
                        <a:pt x="2272" y="1977"/>
                      </a:lnTo>
                      <a:lnTo>
                        <a:pt x="2417" y="1986"/>
                      </a:lnTo>
                      <a:lnTo>
                        <a:pt x="2566" y="1992"/>
                      </a:lnTo>
                      <a:lnTo>
                        <a:pt x="2716" y="1996"/>
                      </a:lnTo>
                      <a:lnTo>
                        <a:pt x="2870" y="1997"/>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478093" rtl="0" eaLnBrk="1" latinLnBrk="0" hangingPunct="1">
                    <a:defRPr sz="1883" kern="1200">
                      <a:solidFill>
                        <a:schemeClr val="tx1"/>
                      </a:solidFill>
                      <a:latin typeface="+mn-lt"/>
                      <a:ea typeface="+mn-ea"/>
                      <a:cs typeface="+mn-cs"/>
                    </a:defRPr>
                  </a:lvl1pPr>
                  <a:lvl2pPr marL="478093" algn="l" defTabSz="478093" rtl="0" eaLnBrk="1" latinLnBrk="0" hangingPunct="1">
                    <a:defRPr sz="1883" kern="1200">
                      <a:solidFill>
                        <a:schemeClr val="tx1"/>
                      </a:solidFill>
                      <a:latin typeface="+mn-lt"/>
                      <a:ea typeface="+mn-ea"/>
                      <a:cs typeface="+mn-cs"/>
                    </a:defRPr>
                  </a:lvl2pPr>
                  <a:lvl3pPr marL="956184" algn="l" defTabSz="478093" rtl="0" eaLnBrk="1" latinLnBrk="0" hangingPunct="1">
                    <a:defRPr sz="1883" kern="1200">
                      <a:solidFill>
                        <a:schemeClr val="tx1"/>
                      </a:solidFill>
                      <a:latin typeface="+mn-lt"/>
                      <a:ea typeface="+mn-ea"/>
                      <a:cs typeface="+mn-cs"/>
                    </a:defRPr>
                  </a:lvl3pPr>
                  <a:lvl4pPr marL="1434277" algn="l" defTabSz="478093" rtl="0" eaLnBrk="1" latinLnBrk="0" hangingPunct="1">
                    <a:defRPr sz="1883" kern="1200">
                      <a:solidFill>
                        <a:schemeClr val="tx1"/>
                      </a:solidFill>
                      <a:latin typeface="+mn-lt"/>
                      <a:ea typeface="+mn-ea"/>
                      <a:cs typeface="+mn-cs"/>
                    </a:defRPr>
                  </a:lvl4pPr>
                  <a:lvl5pPr marL="1912370" algn="l" defTabSz="478093" rtl="0" eaLnBrk="1" latinLnBrk="0" hangingPunct="1">
                    <a:defRPr sz="1883" kern="1200">
                      <a:solidFill>
                        <a:schemeClr val="tx1"/>
                      </a:solidFill>
                      <a:latin typeface="+mn-lt"/>
                      <a:ea typeface="+mn-ea"/>
                      <a:cs typeface="+mn-cs"/>
                    </a:defRPr>
                  </a:lvl5pPr>
                  <a:lvl6pPr marL="2390462" algn="l" defTabSz="478093" rtl="0" eaLnBrk="1" latinLnBrk="0" hangingPunct="1">
                    <a:defRPr sz="1883" kern="1200">
                      <a:solidFill>
                        <a:schemeClr val="tx1"/>
                      </a:solidFill>
                      <a:latin typeface="+mn-lt"/>
                      <a:ea typeface="+mn-ea"/>
                      <a:cs typeface="+mn-cs"/>
                    </a:defRPr>
                  </a:lvl6pPr>
                  <a:lvl7pPr marL="2868554" algn="l" defTabSz="478093" rtl="0" eaLnBrk="1" latinLnBrk="0" hangingPunct="1">
                    <a:defRPr sz="1883" kern="1200">
                      <a:solidFill>
                        <a:schemeClr val="tx1"/>
                      </a:solidFill>
                      <a:latin typeface="+mn-lt"/>
                      <a:ea typeface="+mn-ea"/>
                      <a:cs typeface="+mn-cs"/>
                    </a:defRPr>
                  </a:lvl7pPr>
                  <a:lvl8pPr marL="3346646" algn="l" defTabSz="478093" rtl="0" eaLnBrk="1" latinLnBrk="0" hangingPunct="1">
                    <a:defRPr sz="1883" kern="1200">
                      <a:solidFill>
                        <a:schemeClr val="tx1"/>
                      </a:solidFill>
                      <a:latin typeface="+mn-lt"/>
                      <a:ea typeface="+mn-ea"/>
                      <a:cs typeface="+mn-cs"/>
                    </a:defRPr>
                  </a:lvl8pPr>
                  <a:lvl9pPr marL="3824739" algn="l" defTabSz="478093" rtl="0" eaLnBrk="1" latinLnBrk="0" hangingPunct="1">
                    <a:defRPr sz="1883" kern="1200">
                      <a:solidFill>
                        <a:schemeClr val="tx1"/>
                      </a:solidFill>
                      <a:latin typeface="+mn-lt"/>
                      <a:ea typeface="+mn-ea"/>
                      <a:cs typeface="+mn-cs"/>
                    </a:defRPr>
                  </a:lvl9pPr>
                </a:lstStyle>
                <a:p>
                  <a:endParaRPr lang="ja-JP" altLang="en-US"/>
                </a:p>
              </p:txBody>
            </p:sp>
          </p:grpSp>
          <p:cxnSp>
            <p:nvCxnSpPr>
              <p:cNvPr id="58" name="直線コネクタ 57">
                <a:extLst>
                  <a:ext uri="{FF2B5EF4-FFF2-40B4-BE49-F238E27FC236}">
                    <a16:creationId xmlns:a16="http://schemas.microsoft.com/office/drawing/2014/main" id="{42473E23-7BFC-6391-7275-1EAB02173C0B}"/>
                  </a:ext>
                </a:extLst>
              </p:cNvPr>
              <p:cNvCxnSpPr>
                <a:cxnSpLocks/>
              </p:cNvCxnSpPr>
              <p:nvPr/>
            </p:nvCxnSpPr>
            <p:spPr>
              <a:xfrm>
                <a:off x="3221985" y="5049018"/>
                <a:ext cx="0" cy="90001"/>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59" name="直線コネクタ 58">
                <a:extLst>
                  <a:ext uri="{FF2B5EF4-FFF2-40B4-BE49-F238E27FC236}">
                    <a16:creationId xmlns:a16="http://schemas.microsoft.com/office/drawing/2014/main" id="{1191E2FB-7917-5E6E-9E77-04A799EAB434}"/>
                  </a:ext>
                </a:extLst>
              </p:cNvPr>
              <p:cNvCxnSpPr>
                <a:cxnSpLocks/>
              </p:cNvCxnSpPr>
              <p:nvPr/>
            </p:nvCxnSpPr>
            <p:spPr>
              <a:xfrm>
                <a:off x="3221985" y="5392898"/>
                <a:ext cx="0" cy="93176"/>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grpSp>
        <p:sp>
          <p:nvSpPr>
            <p:cNvPr id="68" name="正方形/長方形 67">
              <a:extLst>
                <a:ext uri="{FF2B5EF4-FFF2-40B4-BE49-F238E27FC236}">
                  <a16:creationId xmlns:a16="http://schemas.microsoft.com/office/drawing/2014/main" id="{1E4C18DF-3500-6D90-A479-0C25E5CBAA67}"/>
                </a:ext>
              </a:extLst>
            </p:cNvPr>
            <p:cNvSpPr/>
            <p:nvPr/>
          </p:nvSpPr>
          <p:spPr bwMode="auto">
            <a:xfrm rot="5400000" flipH="1">
              <a:off x="9651037" y="2483987"/>
              <a:ext cx="90001" cy="180001"/>
            </a:xfrm>
            <a:prstGeom prst="rect">
              <a:avLst/>
            </a:prstGeom>
            <a:solidFill>
              <a:schemeClr val="accent6"/>
            </a:solidFill>
            <a:ln>
              <a:solidFill>
                <a:schemeClr val="accent6"/>
              </a:solidFill>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cxnSp>
          <p:nvCxnSpPr>
            <p:cNvPr id="69" name="直線コネクタ 68">
              <a:extLst>
                <a:ext uri="{FF2B5EF4-FFF2-40B4-BE49-F238E27FC236}">
                  <a16:creationId xmlns:a16="http://schemas.microsoft.com/office/drawing/2014/main" id="{4CDA44F6-CAC1-40E1-424A-C80E0BCF905C}"/>
                </a:ext>
              </a:extLst>
            </p:cNvPr>
            <p:cNvCxnSpPr>
              <a:cxnSpLocks/>
            </p:cNvCxnSpPr>
            <p:nvPr/>
          </p:nvCxnSpPr>
          <p:spPr bwMode="auto">
            <a:xfrm flipH="1">
              <a:off x="9786041" y="2348986"/>
              <a:ext cx="3" cy="180000"/>
            </a:xfrm>
            <a:prstGeom prst="line">
              <a:avLst/>
            </a:prstGeom>
            <a:noFill/>
            <a:ln w="19050" cap="rnd" cmpd="sng" algn="ctr">
              <a:solidFill>
                <a:schemeClr val="accent6"/>
              </a:solidFill>
              <a:prstDash val="sysDot"/>
              <a:round/>
              <a:headEnd type="none" w="med" len="med"/>
              <a:tailEnd type="none" w="med" len="med"/>
            </a:ln>
            <a:effectLst/>
          </p:spPr>
        </p:cxnSp>
        <p:cxnSp>
          <p:nvCxnSpPr>
            <p:cNvPr id="70" name="直線コネクタ 69">
              <a:extLst>
                <a:ext uri="{FF2B5EF4-FFF2-40B4-BE49-F238E27FC236}">
                  <a16:creationId xmlns:a16="http://schemas.microsoft.com/office/drawing/2014/main" id="{7BC06B7C-43DD-4159-40C1-94B9DDD96722}"/>
                </a:ext>
              </a:extLst>
            </p:cNvPr>
            <p:cNvCxnSpPr>
              <a:cxnSpLocks/>
            </p:cNvCxnSpPr>
            <p:nvPr/>
          </p:nvCxnSpPr>
          <p:spPr bwMode="auto">
            <a:xfrm flipH="1">
              <a:off x="9606040" y="2348986"/>
              <a:ext cx="5" cy="180000"/>
            </a:xfrm>
            <a:prstGeom prst="line">
              <a:avLst/>
            </a:prstGeom>
            <a:noFill/>
            <a:ln w="19050" cap="rnd" cmpd="sng" algn="ctr">
              <a:solidFill>
                <a:schemeClr val="accent6"/>
              </a:solidFill>
              <a:prstDash val="sysDot"/>
              <a:round/>
              <a:headEnd type="none" w="med" len="med"/>
              <a:tailEnd type="none" w="med" len="med"/>
            </a:ln>
            <a:effectLst/>
          </p:spPr>
        </p:cxnSp>
        <p:sp>
          <p:nvSpPr>
            <p:cNvPr id="71" name="正方形/長方形 70">
              <a:extLst>
                <a:ext uri="{FF2B5EF4-FFF2-40B4-BE49-F238E27FC236}">
                  <a16:creationId xmlns:a16="http://schemas.microsoft.com/office/drawing/2014/main" id="{31C6E881-D005-E95A-06AC-888B1474BFF2}"/>
                </a:ext>
              </a:extLst>
            </p:cNvPr>
            <p:cNvSpPr/>
            <p:nvPr/>
          </p:nvSpPr>
          <p:spPr bwMode="auto">
            <a:xfrm>
              <a:off x="10776052" y="1268975"/>
              <a:ext cx="720008" cy="720007"/>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pPr algn="ctr"/>
              <a:r>
                <a:rPr lang="en-US" altLang="ja-JP" sz="2400" dirty="0">
                  <a:solidFill>
                    <a:schemeClr val="tx1">
                      <a:lumMod val="75000"/>
                      <a:lumOff val="25000"/>
                    </a:schemeClr>
                  </a:solidFill>
                </a:rPr>
                <a:t>P</a:t>
              </a:r>
              <a:r>
                <a:rPr lang="ja-JP" altLang="en-US" sz="2400" dirty="0">
                  <a:solidFill>
                    <a:schemeClr val="tx1">
                      <a:lumMod val="75000"/>
                      <a:lumOff val="25000"/>
                    </a:schemeClr>
                  </a:solidFill>
                </a:rPr>
                <a:t>タンク（空）</a:t>
              </a:r>
            </a:p>
          </p:txBody>
        </p:sp>
        <p:sp>
          <p:nvSpPr>
            <p:cNvPr id="74" name="正方形/長方形 73">
              <a:extLst>
                <a:ext uri="{FF2B5EF4-FFF2-40B4-BE49-F238E27FC236}">
                  <a16:creationId xmlns:a16="http://schemas.microsoft.com/office/drawing/2014/main" id="{153E5256-8545-D483-425A-C91453602599}"/>
                </a:ext>
              </a:extLst>
            </p:cNvPr>
            <p:cNvSpPr/>
            <p:nvPr/>
          </p:nvSpPr>
          <p:spPr bwMode="auto">
            <a:xfrm>
              <a:off x="9786041" y="2438989"/>
              <a:ext cx="720008" cy="720007"/>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r>
                <a:rPr lang="ja-JP" altLang="en-US" sz="1600" dirty="0">
                  <a:solidFill>
                    <a:schemeClr val="tx1">
                      <a:lumMod val="75000"/>
                      <a:lumOff val="25000"/>
                    </a:schemeClr>
                  </a:solidFill>
                </a:rPr>
                <a:t>栓がバネで上がって</a:t>
              </a:r>
              <a:endParaRPr lang="en-US" altLang="ja-JP" sz="1600" dirty="0">
                <a:solidFill>
                  <a:schemeClr val="tx1">
                    <a:lumMod val="75000"/>
                    <a:lumOff val="25000"/>
                  </a:schemeClr>
                </a:solidFill>
              </a:endParaRPr>
            </a:p>
            <a:p>
              <a:r>
                <a:rPr lang="ja-JP" altLang="en-US" sz="1600" dirty="0">
                  <a:solidFill>
                    <a:schemeClr val="tx1">
                      <a:lumMod val="75000"/>
                      <a:lumOff val="25000"/>
                    </a:schemeClr>
                  </a:solidFill>
                </a:rPr>
                <a:t>水が流れる</a:t>
              </a:r>
            </a:p>
          </p:txBody>
        </p:sp>
        <p:cxnSp>
          <p:nvCxnSpPr>
            <p:cNvPr id="75" name="直線矢印コネクタ 74">
              <a:extLst>
                <a:ext uri="{FF2B5EF4-FFF2-40B4-BE49-F238E27FC236}">
                  <a16:creationId xmlns:a16="http://schemas.microsoft.com/office/drawing/2014/main" id="{58F40963-27F9-BB97-0512-34D17D804B3F}"/>
                </a:ext>
              </a:extLst>
            </p:cNvPr>
            <p:cNvCxnSpPr/>
            <p:nvPr/>
          </p:nvCxnSpPr>
          <p:spPr bwMode="auto">
            <a:xfrm>
              <a:off x="8976032" y="2438989"/>
              <a:ext cx="1530017" cy="0"/>
            </a:xfrm>
            <a:prstGeom prst="straightConnector1">
              <a:avLst/>
            </a:prstGeom>
            <a:noFill/>
            <a:ln w="9525" cap="flat" cmpd="sng" algn="ctr">
              <a:solidFill>
                <a:schemeClr val="tx1"/>
              </a:solidFill>
              <a:prstDash val="solid"/>
              <a:round/>
              <a:headEnd type="none" w="med" len="med"/>
              <a:tailEnd type="triangle"/>
            </a:ln>
            <a:effectLst/>
          </p:spPr>
        </p:cxnSp>
        <p:sp>
          <p:nvSpPr>
            <p:cNvPr id="79" name="Rectangle 93">
              <a:extLst>
                <a:ext uri="{FF2B5EF4-FFF2-40B4-BE49-F238E27FC236}">
                  <a16:creationId xmlns:a16="http://schemas.microsoft.com/office/drawing/2014/main" id="{4E7084FF-CAA4-0921-69D3-D281F5B66A2C}"/>
                </a:ext>
              </a:extLst>
            </p:cNvPr>
            <p:cNvSpPr>
              <a:spLocks noChangeArrowheads="1"/>
            </p:cNvSpPr>
            <p:nvPr/>
          </p:nvSpPr>
          <p:spPr bwMode="auto">
            <a:xfrm>
              <a:off x="9516037" y="908972"/>
              <a:ext cx="361079" cy="360004"/>
            </a:xfrm>
            <a:prstGeom prst="rect">
              <a:avLst/>
            </a:prstGeom>
            <a:noFill/>
            <a:ln w="12700" algn="ctr">
              <a:noFill/>
              <a:miter lim="800000"/>
              <a:headEnd/>
              <a:tailEnd/>
            </a:ln>
            <a:effectLst/>
          </p:spPr>
          <p:txBody>
            <a:bodyPr wrap="none" lIns="90000" tIns="46800" rIns="90000" bIns="46800" anchor="ctr"/>
            <a:lstStyle/>
            <a:p>
              <a:r>
                <a:rPr lang="en-US" altLang="ja-JP" dirty="0"/>
                <a:t>G</a:t>
              </a:r>
            </a:p>
          </p:txBody>
        </p:sp>
        <p:sp>
          <p:nvSpPr>
            <p:cNvPr id="80" name="Rectangle 93">
              <a:extLst>
                <a:ext uri="{FF2B5EF4-FFF2-40B4-BE49-F238E27FC236}">
                  <a16:creationId xmlns:a16="http://schemas.microsoft.com/office/drawing/2014/main" id="{B252EA05-6E77-9412-9CDC-BCB9BCFE5536}"/>
                </a:ext>
              </a:extLst>
            </p:cNvPr>
            <p:cNvSpPr>
              <a:spLocks noChangeArrowheads="1"/>
            </p:cNvSpPr>
            <p:nvPr/>
          </p:nvSpPr>
          <p:spPr bwMode="auto">
            <a:xfrm>
              <a:off x="8256023" y="1988984"/>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S</a:t>
              </a:r>
            </a:p>
          </p:txBody>
        </p:sp>
        <p:sp>
          <p:nvSpPr>
            <p:cNvPr id="81" name="Rectangle 93">
              <a:extLst>
                <a:ext uri="{FF2B5EF4-FFF2-40B4-BE49-F238E27FC236}">
                  <a16:creationId xmlns:a16="http://schemas.microsoft.com/office/drawing/2014/main" id="{658E5531-ECEA-875C-E199-897E23BB9E9F}"/>
                </a:ext>
              </a:extLst>
            </p:cNvPr>
            <p:cNvSpPr>
              <a:spLocks noChangeArrowheads="1"/>
            </p:cNvSpPr>
            <p:nvPr/>
          </p:nvSpPr>
          <p:spPr bwMode="auto">
            <a:xfrm>
              <a:off x="10866052" y="1988984"/>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D</a:t>
              </a:r>
            </a:p>
          </p:txBody>
        </p:sp>
      </p:grpSp>
      <p:grpSp>
        <p:nvGrpSpPr>
          <p:cNvPr id="82" name="グループ化 81">
            <a:extLst>
              <a:ext uri="{FF2B5EF4-FFF2-40B4-BE49-F238E27FC236}">
                <a16:creationId xmlns:a16="http://schemas.microsoft.com/office/drawing/2014/main" id="{FE1C0997-885A-EC24-8B7B-1426376A56D7}"/>
              </a:ext>
            </a:extLst>
          </p:cNvPr>
          <p:cNvGrpSpPr/>
          <p:nvPr/>
        </p:nvGrpSpPr>
        <p:grpSpPr>
          <a:xfrm>
            <a:off x="1055944" y="4551516"/>
            <a:ext cx="2160240" cy="1487513"/>
            <a:chOff x="5292080" y="5004175"/>
            <a:chExt cx="2160240" cy="1487513"/>
          </a:xfrm>
        </p:grpSpPr>
        <p:cxnSp>
          <p:nvCxnSpPr>
            <p:cNvPr id="83" name="直線コネクタ 82">
              <a:extLst>
                <a:ext uri="{FF2B5EF4-FFF2-40B4-BE49-F238E27FC236}">
                  <a16:creationId xmlns:a16="http://schemas.microsoft.com/office/drawing/2014/main" id="{6639F0B2-FF13-C282-62A3-35B35A581A13}"/>
                </a:ext>
              </a:extLst>
            </p:cNvPr>
            <p:cNvCxnSpPr/>
            <p:nvPr/>
          </p:nvCxnSpPr>
          <p:spPr bwMode="auto">
            <a:xfrm>
              <a:off x="5292080" y="5949280"/>
              <a:ext cx="720080" cy="0"/>
            </a:xfrm>
            <a:prstGeom prst="line">
              <a:avLst/>
            </a:prstGeom>
            <a:noFill/>
            <a:ln w="12700" cap="rnd" cmpd="sng" algn="ctr">
              <a:solidFill>
                <a:schemeClr val="tx1"/>
              </a:solidFill>
              <a:prstDash val="solid"/>
              <a:round/>
              <a:headEnd type="none" w="med" len="med"/>
              <a:tailEnd type="none" w="med" len="med"/>
            </a:ln>
            <a:effectLst/>
          </p:spPr>
        </p:cxnSp>
        <p:cxnSp>
          <p:nvCxnSpPr>
            <p:cNvPr id="84" name="直線コネクタ 83">
              <a:extLst>
                <a:ext uri="{FF2B5EF4-FFF2-40B4-BE49-F238E27FC236}">
                  <a16:creationId xmlns:a16="http://schemas.microsoft.com/office/drawing/2014/main" id="{E013385F-2469-BFE1-72D2-AAA6B1D8CAB2}"/>
                </a:ext>
              </a:extLst>
            </p:cNvPr>
            <p:cNvCxnSpPr/>
            <p:nvPr/>
          </p:nvCxnSpPr>
          <p:spPr bwMode="auto">
            <a:xfrm>
              <a:off x="6732240" y="5949280"/>
              <a:ext cx="720080" cy="0"/>
            </a:xfrm>
            <a:prstGeom prst="line">
              <a:avLst/>
            </a:prstGeom>
            <a:noFill/>
            <a:ln w="12700" cap="rnd" cmpd="sng" algn="ctr">
              <a:solidFill>
                <a:schemeClr val="tx1"/>
              </a:solidFill>
              <a:prstDash val="solid"/>
              <a:round/>
              <a:headEnd type="none" w="med" len="med"/>
              <a:tailEnd type="none" w="med" len="med"/>
            </a:ln>
            <a:effectLst/>
          </p:spPr>
        </p:cxnSp>
        <p:cxnSp>
          <p:nvCxnSpPr>
            <p:cNvPr id="85" name="直線コネクタ 84">
              <a:extLst>
                <a:ext uri="{FF2B5EF4-FFF2-40B4-BE49-F238E27FC236}">
                  <a16:creationId xmlns:a16="http://schemas.microsoft.com/office/drawing/2014/main" id="{5B1AD636-0C6D-4256-1E78-D1C3CA5038ED}"/>
                </a:ext>
              </a:extLst>
            </p:cNvPr>
            <p:cNvCxnSpPr/>
            <p:nvPr/>
          </p:nvCxnSpPr>
          <p:spPr bwMode="auto">
            <a:xfrm>
              <a:off x="6012160" y="5589240"/>
              <a:ext cx="720080" cy="0"/>
            </a:xfrm>
            <a:prstGeom prst="line">
              <a:avLst/>
            </a:prstGeom>
            <a:noFill/>
            <a:ln w="38100" cap="rnd" cmpd="sng" algn="ctr">
              <a:solidFill>
                <a:schemeClr val="tx1"/>
              </a:solidFill>
              <a:prstDash val="solid"/>
              <a:round/>
              <a:headEnd type="none" w="med" len="med"/>
              <a:tailEnd type="none" w="med" len="med"/>
            </a:ln>
            <a:effectLst/>
          </p:spPr>
        </p:cxnSp>
        <p:cxnSp>
          <p:nvCxnSpPr>
            <p:cNvPr id="86" name="直線コネクタ 85">
              <a:extLst>
                <a:ext uri="{FF2B5EF4-FFF2-40B4-BE49-F238E27FC236}">
                  <a16:creationId xmlns:a16="http://schemas.microsoft.com/office/drawing/2014/main" id="{17704DB8-F9FC-44B5-E81E-C3C189BC9F22}"/>
                </a:ext>
              </a:extLst>
            </p:cNvPr>
            <p:cNvCxnSpPr/>
            <p:nvPr/>
          </p:nvCxnSpPr>
          <p:spPr bwMode="auto">
            <a:xfrm>
              <a:off x="6012160" y="5589240"/>
              <a:ext cx="0" cy="360040"/>
            </a:xfrm>
            <a:prstGeom prst="line">
              <a:avLst/>
            </a:prstGeom>
            <a:noFill/>
            <a:ln w="38100" cap="rnd" cmpd="sng" algn="ctr">
              <a:solidFill>
                <a:schemeClr val="tx1"/>
              </a:solidFill>
              <a:prstDash val="solid"/>
              <a:round/>
              <a:headEnd type="none" w="med" len="med"/>
              <a:tailEnd type="none" w="med" len="med"/>
            </a:ln>
            <a:effectLst/>
          </p:spPr>
        </p:cxnSp>
        <p:cxnSp>
          <p:nvCxnSpPr>
            <p:cNvPr id="87" name="直線コネクタ 86">
              <a:extLst>
                <a:ext uri="{FF2B5EF4-FFF2-40B4-BE49-F238E27FC236}">
                  <a16:creationId xmlns:a16="http://schemas.microsoft.com/office/drawing/2014/main" id="{74FDF209-1E4D-A1E8-32B5-CAABD19B5F82}"/>
                </a:ext>
              </a:extLst>
            </p:cNvPr>
            <p:cNvCxnSpPr/>
            <p:nvPr/>
          </p:nvCxnSpPr>
          <p:spPr bwMode="auto">
            <a:xfrm>
              <a:off x="6732240" y="5589240"/>
              <a:ext cx="0" cy="360040"/>
            </a:xfrm>
            <a:prstGeom prst="line">
              <a:avLst/>
            </a:prstGeom>
            <a:noFill/>
            <a:ln w="38100" cap="rnd" cmpd="sng" algn="ctr">
              <a:solidFill>
                <a:schemeClr val="tx1"/>
              </a:solidFill>
              <a:prstDash val="solid"/>
              <a:round/>
              <a:headEnd type="none" w="med" len="med"/>
              <a:tailEnd type="none" w="med" len="med"/>
            </a:ln>
            <a:effectLst/>
          </p:spPr>
        </p:cxnSp>
        <p:cxnSp>
          <p:nvCxnSpPr>
            <p:cNvPr id="88" name="直線コネクタ 87">
              <a:extLst>
                <a:ext uri="{FF2B5EF4-FFF2-40B4-BE49-F238E27FC236}">
                  <a16:creationId xmlns:a16="http://schemas.microsoft.com/office/drawing/2014/main" id="{F850F952-98E2-4265-C1E8-64DC3D019227}"/>
                </a:ext>
              </a:extLst>
            </p:cNvPr>
            <p:cNvCxnSpPr/>
            <p:nvPr/>
          </p:nvCxnSpPr>
          <p:spPr bwMode="auto">
            <a:xfrm>
              <a:off x="6012160" y="5454225"/>
              <a:ext cx="720080" cy="1"/>
            </a:xfrm>
            <a:prstGeom prst="line">
              <a:avLst/>
            </a:prstGeom>
            <a:noFill/>
            <a:ln w="38100" cap="rnd" cmpd="sng" algn="ctr">
              <a:solidFill>
                <a:schemeClr val="tx1"/>
              </a:solidFill>
              <a:prstDash val="solid"/>
              <a:round/>
              <a:headEnd type="none" w="med" len="med"/>
              <a:tailEnd type="none" w="med" len="med"/>
            </a:ln>
            <a:effectLst/>
          </p:spPr>
        </p:cxnSp>
        <p:cxnSp>
          <p:nvCxnSpPr>
            <p:cNvPr id="89" name="直線コネクタ 88">
              <a:extLst>
                <a:ext uri="{FF2B5EF4-FFF2-40B4-BE49-F238E27FC236}">
                  <a16:creationId xmlns:a16="http://schemas.microsoft.com/office/drawing/2014/main" id="{3A18A8CB-EA4C-0007-CF34-07FF92268101}"/>
                </a:ext>
              </a:extLst>
            </p:cNvPr>
            <p:cNvCxnSpPr/>
            <p:nvPr/>
          </p:nvCxnSpPr>
          <p:spPr bwMode="auto">
            <a:xfrm>
              <a:off x="6372200" y="5004175"/>
              <a:ext cx="0" cy="450050"/>
            </a:xfrm>
            <a:prstGeom prst="line">
              <a:avLst/>
            </a:prstGeom>
            <a:noFill/>
            <a:ln w="12700" cap="rnd" cmpd="sng" algn="ctr">
              <a:solidFill>
                <a:schemeClr val="tx1"/>
              </a:solidFill>
              <a:prstDash val="solid"/>
              <a:round/>
              <a:headEnd type="none" w="med" len="med"/>
              <a:tailEnd type="none" w="med" len="med"/>
            </a:ln>
            <a:effectLst/>
          </p:spPr>
        </p:cxnSp>
        <p:sp>
          <p:nvSpPr>
            <p:cNvPr id="90" name="正方形/長方形 89">
              <a:extLst>
                <a:ext uri="{FF2B5EF4-FFF2-40B4-BE49-F238E27FC236}">
                  <a16:creationId xmlns:a16="http://schemas.microsoft.com/office/drawing/2014/main" id="{1BA27E86-F23B-98DD-C6B1-F22E2D55086D}"/>
                </a:ext>
              </a:extLst>
            </p:cNvPr>
            <p:cNvSpPr/>
            <p:nvPr/>
          </p:nvSpPr>
          <p:spPr bwMode="auto">
            <a:xfrm>
              <a:off x="5652084" y="6174188"/>
              <a:ext cx="1466850" cy="317500"/>
            </a:xfrm>
            <a:prstGeom prst="rect">
              <a:avLst/>
            </a:prstGeom>
            <a:noFill/>
            <a:ln>
              <a:noFill/>
              <a:headEnd type="none" w="med" len="med"/>
              <a:tailEnd type="none" w="med" len="med"/>
            </a:ln>
          </p:spPr>
          <p:style>
            <a:lnRef idx="2">
              <a:schemeClr val="accent3"/>
            </a:lnRef>
            <a:fillRef idx="1">
              <a:schemeClr val="lt1"/>
            </a:fillRef>
            <a:effectRef idx="0">
              <a:schemeClr val="accent3"/>
            </a:effectRef>
            <a:fontRef idx="minor">
              <a:schemeClr val="dk1"/>
            </a:fontRef>
          </p:style>
          <p:txBody>
            <a:bodyPr vert="horz" wrap="square" lIns="91440" tIns="45720" rIns="91440" bIns="45720" numCol="1" rtlCol="0" anchor="ctr" anchorCtr="0" compatLnSpc="1">
              <a:prstTxWarp prst="textNoShape">
                <a:avLst/>
              </a:prstTxWarp>
            </a:bodyPr>
            <a:lstStyle/>
            <a:p>
              <a:pPr algn="ctr" fontAlgn="base">
                <a:spcBef>
                  <a:spcPct val="0"/>
                </a:spcBef>
                <a:spcAft>
                  <a:spcPct val="0"/>
                </a:spcAft>
              </a:pPr>
              <a:r>
                <a:rPr lang="en-US" altLang="ja-JP" dirty="0">
                  <a:solidFill>
                    <a:schemeClr val="tx1"/>
                  </a:solidFill>
                  <a:latin typeface="Times New Roman" pitchFamily="18" charset="0"/>
                  <a:ea typeface="HG丸ｺﾞｼｯｸM-PRO" pitchFamily="50" charset="-128"/>
                </a:rPr>
                <a:t>NMOS</a:t>
              </a:r>
              <a:endParaRPr lang="ja-JP" altLang="en-US" dirty="0">
                <a:solidFill>
                  <a:schemeClr val="tx1"/>
                </a:solidFill>
                <a:latin typeface="Times New Roman" pitchFamily="18" charset="0"/>
                <a:ea typeface="HG丸ｺﾞｼｯｸM-PRO" pitchFamily="50" charset="-128"/>
              </a:endParaRPr>
            </a:p>
          </p:txBody>
        </p:sp>
      </p:grpSp>
      <p:sp>
        <p:nvSpPr>
          <p:cNvPr id="91" name="Rectangle 93">
            <a:extLst>
              <a:ext uri="{FF2B5EF4-FFF2-40B4-BE49-F238E27FC236}">
                <a16:creationId xmlns:a16="http://schemas.microsoft.com/office/drawing/2014/main" id="{C4F683AB-3CC8-5D21-AC53-4BA12CFE8D55}"/>
              </a:ext>
            </a:extLst>
          </p:cNvPr>
          <p:cNvSpPr>
            <a:spLocks noChangeArrowheads="1"/>
          </p:cNvSpPr>
          <p:nvPr/>
        </p:nvSpPr>
        <p:spPr bwMode="auto">
          <a:xfrm>
            <a:off x="1775953" y="4191511"/>
            <a:ext cx="721083" cy="360362"/>
          </a:xfrm>
          <a:prstGeom prst="rect">
            <a:avLst/>
          </a:prstGeom>
          <a:noFill/>
          <a:ln w="12700" algn="ctr">
            <a:noFill/>
            <a:miter lim="800000"/>
            <a:headEnd/>
            <a:tailEnd/>
          </a:ln>
          <a:effectLst/>
        </p:spPr>
        <p:txBody>
          <a:bodyPr wrap="none" lIns="90000" tIns="46800" rIns="90000" bIns="46800" anchor="ctr"/>
          <a:lstStyle/>
          <a:p>
            <a:r>
              <a:rPr lang="en-US" altLang="ja-JP" dirty="0"/>
              <a:t>Gate</a:t>
            </a:r>
          </a:p>
        </p:txBody>
      </p:sp>
      <p:sp>
        <p:nvSpPr>
          <p:cNvPr id="95" name="Rectangle 93">
            <a:extLst>
              <a:ext uri="{FF2B5EF4-FFF2-40B4-BE49-F238E27FC236}">
                <a16:creationId xmlns:a16="http://schemas.microsoft.com/office/drawing/2014/main" id="{8C0AC077-4BB5-9349-ACBF-23861F878CA4}"/>
              </a:ext>
            </a:extLst>
          </p:cNvPr>
          <p:cNvSpPr>
            <a:spLocks noChangeArrowheads="1"/>
          </p:cNvSpPr>
          <p:nvPr/>
        </p:nvSpPr>
        <p:spPr bwMode="auto">
          <a:xfrm>
            <a:off x="695941" y="5091521"/>
            <a:ext cx="721083" cy="360362"/>
          </a:xfrm>
          <a:prstGeom prst="rect">
            <a:avLst/>
          </a:prstGeom>
          <a:noFill/>
          <a:ln w="12700" algn="ctr">
            <a:noFill/>
            <a:miter lim="800000"/>
            <a:headEnd/>
            <a:tailEnd/>
          </a:ln>
          <a:effectLst/>
        </p:spPr>
        <p:txBody>
          <a:bodyPr wrap="none" lIns="90000" tIns="46800" rIns="90000" bIns="46800" anchor="ctr"/>
          <a:lstStyle/>
          <a:p>
            <a:r>
              <a:rPr lang="en-US" altLang="ja-JP" dirty="0"/>
              <a:t>Source</a:t>
            </a:r>
          </a:p>
        </p:txBody>
      </p:sp>
      <p:sp>
        <p:nvSpPr>
          <p:cNvPr id="97" name="Rectangle 93">
            <a:extLst>
              <a:ext uri="{FF2B5EF4-FFF2-40B4-BE49-F238E27FC236}">
                <a16:creationId xmlns:a16="http://schemas.microsoft.com/office/drawing/2014/main" id="{0567ED03-D045-76F1-FDA0-7DE9AEF94DC8}"/>
              </a:ext>
            </a:extLst>
          </p:cNvPr>
          <p:cNvSpPr>
            <a:spLocks noChangeArrowheads="1"/>
          </p:cNvSpPr>
          <p:nvPr/>
        </p:nvSpPr>
        <p:spPr bwMode="auto">
          <a:xfrm>
            <a:off x="2675963" y="5091521"/>
            <a:ext cx="721083" cy="360362"/>
          </a:xfrm>
          <a:prstGeom prst="rect">
            <a:avLst/>
          </a:prstGeom>
          <a:noFill/>
          <a:ln w="12700" algn="ctr">
            <a:noFill/>
            <a:miter lim="800000"/>
            <a:headEnd/>
            <a:tailEnd/>
          </a:ln>
          <a:effectLst/>
        </p:spPr>
        <p:txBody>
          <a:bodyPr wrap="none" lIns="90000" tIns="46800" rIns="90000" bIns="46800" anchor="ctr"/>
          <a:lstStyle/>
          <a:p>
            <a:r>
              <a:rPr lang="en-US" altLang="ja-JP" dirty="0"/>
              <a:t>Drain</a:t>
            </a:r>
          </a:p>
        </p:txBody>
      </p:sp>
      <p:grpSp>
        <p:nvGrpSpPr>
          <p:cNvPr id="5" name="グループ化 4">
            <a:extLst>
              <a:ext uri="{FF2B5EF4-FFF2-40B4-BE49-F238E27FC236}">
                <a16:creationId xmlns:a16="http://schemas.microsoft.com/office/drawing/2014/main" id="{04063C4D-F5A9-3EA7-C9EA-84B3DE5392A9}"/>
              </a:ext>
            </a:extLst>
          </p:cNvPr>
          <p:cNvGrpSpPr/>
          <p:nvPr/>
        </p:nvGrpSpPr>
        <p:grpSpPr>
          <a:xfrm>
            <a:off x="3935976" y="3879005"/>
            <a:ext cx="3240037" cy="2430026"/>
            <a:chOff x="8256023" y="3879005"/>
            <a:chExt cx="3240037" cy="2430026"/>
          </a:xfrm>
        </p:grpSpPr>
        <p:cxnSp>
          <p:nvCxnSpPr>
            <p:cNvPr id="138" name="直線コネクタ 137">
              <a:extLst>
                <a:ext uri="{FF2B5EF4-FFF2-40B4-BE49-F238E27FC236}">
                  <a16:creationId xmlns:a16="http://schemas.microsoft.com/office/drawing/2014/main" id="{3D1BDB27-E911-73E0-10A0-25A7BA915B3A}"/>
                </a:ext>
              </a:extLst>
            </p:cNvPr>
            <p:cNvCxnSpPr>
              <a:cxnSpLocks/>
            </p:cNvCxnSpPr>
            <p:nvPr/>
          </p:nvCxnSpPr>
          <p:spPr bwMode="auto">
            <a:xfrm>
              <a:off x="9426037" y="4599013"/>
              <a:ext cx="540006" cy="0"/>
            </a:xfrm>
            <a:prstGeom prst="line">
              <a:avLst/>
            </a:prstGeom>
            <a:noFill/>
            <a:ln w="19050" cap="rnd" cmpd="sng" algn="ctr">
              <a:solidFill>
                <a:schemeClr val="accent5"/>
              </a:solidFill>
              <a:prstDash val="solid"/>
              <a:round/>
              <a:headEnd type="none" w="med" len="med"/>
              <a:tailEnd type="none" w="med" len="med"/>
            </a:ln>
            <a:effectLst/>
          </p:spPr>
        </p:cxnSp>
        <p:cxnSp>
          <p:nvCxnSpPr>
            <p:cNvPr id="139" name="直線コネクタ 138">
              <a:extLst>
                <a:ext uri="{FF2B5EF4-FFF2-40B4-BE49-F238E27FC236}">
                  <a16:creationId xmlns:a16="http://schemas.microsoft.com/office/drawing/2014/main" id="{E9A89B82-A0B5-8A2E-EB7B-F84A7D1715CE}"/>
                </a:ext>
              </a:extLst>
            </p:cNvPr>
            <p:cNvCxnSpPr>
              <a:cxnSpLocks/>
            </p:cNvCxnSpPr>
            <p:nvPr/>
          </p:nvCxnSpPr>
          <p:spPr bwMode="auto">
            <a:xfrm>
              <a:off x="9426037" y="4149007"/>
              <a:ext cx="0" cy="450041"/>
            </a:xfrm>
            <a:prstGeom prst="line">
              <a:avLst/>
            </a:prstGeom>
            <a:noFill/>
            <a:ln w="19050" cap="rnd" cmpd="sng" algn="ctr">
              <a:solidFill>
                <a:schemeClr val="accent5"/>
              </a:solidFill>
              <a:prstDash val="solid"/>
              <a:round/>
              <a:headEnd type="none" w="med" len="med"/>
              <a:tailEnd type="none" w="med" len="med"/>
            </a:ln>
            <a:effectLst/>
          </p:spPr>
        </p:cxnSp>
        <p:cxnSp>
          <p:nvCxnSpPr>
            <p:cNvPr id="140" name="直線コネクタ 139">
              <a:extLst>
                <a:ext uri="{FF2B5EF4-FFF2-40B4-BE49-F238E27FC236}">
                  <a16:creationId xmlns:a16="http://schemas.microsoft.com/office/drawing/2014/main" id="{06F0BF4F-4BE9-2CDB-9C18-548EAB7730D7}"/>
                </a:ext>
              </a:extLst>
            </p:cNvPr>
            <p:cNvCxnSpPr>
              <a:cxnSpLocks/>
            </p:cNvCxnSpPr>
            <p:nvPr/>
          </p:nvCxnSpPr>
          <p:spPr bwMode="auto">
            <a:xfrm>
              <a:off x="9966043" y="4149007"/>
              <a:ext cx="0" cy="450041"/>
            </a:xfrm>
            <a:prstGeom prst="line">
              <a:avLst/>
            </a:prstGeom>
            <a:noFill/>
            <a:ln w="19050" cap="rnd" cmpd="sng" algn="ctr">
              <a:solidFill>
                <a:schemeClr val="accent5"/>
              </a:solidFill>
              <a:prstDash val="solid"/>
              <a:round/>
              <a:headEnd type="none" w="med" len="med"/>
              <a:tailEnd type="none" w="med" len="med"/>
            </a:ln>
            <a:effectLst/>
          </p:spPr>
        </p:cxnSp>
        <p:cxnSp>
          <p:nvCxnSpPr>
            <p:cNvPr id="141" name="直線コネクタ 140">
              <a:extLst>
                <a:ext uri="{FF2B5EF4-FFF2-40B4-BE49-F238E27FC236}">
                  <a16:creationId xmlns:a16="http://schemas.microsoft.com/office/drawing/2014/main" id="{2A711A06-F65D-0F7A-06EF-E9ED85649217}"/>
                </a:ext>
              </a:extLst>
            </p:cNvPr>
            <p:cNvCxnSpPr>
              <a:cxnSpLocks/>
            </p:cNvCxnSpPr>
            <p:nvPr/>
          </p:nvCxnSpPr>
          <p:spPr bwMode="auto">
            <a:xfrm flipV="1">
              <a:off x="9696038" y="4599013"/>
              <a:ext cx="0" cy="180002"/>
            </a:xfrm>
            <a:prstGeom prst="line">
              <a:avLst/>
            </a:prstGeom>
            <a:noFill/>
            <a:ln w="19050" cap="flat" cmpd="sng" algn="ctr">
              <a:solidFill>
                <a:schemeClr val="accent5"/>
              </a:solidFill>
              <a:prstDash val="solid"/>
              <a:round/>
              <a:headEnd type="none" w="med" len="med"/>
              <a:tailEnd type="none" w="med" len="med"/>
            </a:ln>
            <a:effectLst/>
          </p:spPr>
        </p:cxnSp>
        <p:sp>
          <p:nvSpPr>
            <p:cNvPr id="142" name="正方形/長方形 141">
              <a:extLst>
                <a:ext uri="{FF2B5EF4-FFF2-40B4-BE49-F238E27FC236}">
                  <a16:creationId xmlns:a16="http://schemas.microsoft.com/office/drawing/2014/main" id="{E1AF8E8E-DFBC-A1C8-E91C-F5BD4398029D}"/>
                </a:ext>
              </a:extLst>
            </p:cNvPr>
            <p:cNvSpPr/>
            <p:nvPr/>
          </p:nvSpPr>
          <p:spPr bwMode="auto">
            <a:xfrm rot="5400000">
              <a:off x="8841030" y="4734015"/>
              <a:ext cx="180002" cy="1350015"/>
            </a:xfrm>
            <a:prstGeom prst="rect">
              <a:avLst/>
            </a:prstGeom>
            <a:solidFill>
              <a:schemeClr val="accent5">
                <a:lumMod val="20000"/>
                <a:lumOff val="80000"/>
              </a:schemeClr>
            </a:solid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cxnSp>
          <p:nvCxnSpPr>
            <p:cNvPr id="143" name="直線コネクタ 142">
              <a:extLst>
                <a:ext uri="{FF2B5EF4-FFF2-40B4-BE49-F238E27FC236}">
                  <a16:creationId xmlns:a16="http://schemas.microsoft.com/office/drawing/2014/main" id="{9F3EA5DE-21C2-B9FF-CE51-9D9637C5C226}"/>
                </a:ext>
              </a:extLst>
            </p:cNvPr>
            <p:cNvCxnSpPr>
              <a:cxnSpLocks/>
            </p:cNvCxnSpPr>
            <p:nvPr/>
          </p:nvCxnSpPr>
          <p:spPr bwMode="auto">
            <a:xfrm>
              <a:off x="9786043" y="5319023"/>
              <a:ext cx="1350015" cy="0"/>
            </a:xfrm>
            <a:prstGeom prst="line">
              <a:avLst/>
            </a:prstGeom>
            <a:noFill/>
            <a:ln w="19050" cap="flat" cmpd="sng" algn="ctr">
              <a:solidFill>
                <a:schemeClr val="tx1"/>
              </a:solidFill>
              <a:prstDash val="solid"/>
              <a:round/>
              <a:headEnd type="none" w="med" len="med"/>
              <a:tailEnd type="none" w="med" len="med"/>
            </a:ln>
            <a:effectLst/>
          </p:spPr>
        </p:cxnSp>
        <p:cxnSp>
          <p:nvCxnSpPr>
            <p:cNvPr id="144" name="直線コネクタ 143">
              <a:extLst>
                <a:ext uri="{FF2B5EF4-FFF2-40B4-BE49-F238E27FC236}">
                  <a16:creationId xmlns:a16="http://schemas.microsoft.com/office/drawing/2014/main" id="{32CC6C35-DDB5-893A-9560-35D4B6178DA2}"/>
                </a:ext>
              </a:extLst>
            </p:cNvPr>
            <p:cNvCxnSpPr>
              <a:cxnSpLocks/>
            </p:cNvCxnSpPr>
            <p:nvPr/>
          </p:nvCxnSpPr>
          <p:spPr bwMode="auto">
            <a:xfrm>
              <a:off x="8256023" y="5499023"/>
              <a:ext cx="2880035" cy="0"/>
            </a:xfrm>
            <a:prstGeom prst="line">
              <a:avLst/>
            </a:prstGeom>
            <a:noFill/>
            <a:ln w="19050" cap="flat" cmpd="sng" algn="ctr">
              <a:solidFill>
                <a:schemeClr val="tx1"/>
              </a:solidFill>
              <a:prstDash val="solid"/>
              <a:round/>
              <a:headEnd type="none" w="med" len="med"/>
              <a:tailEnd type="none" w="med" len="med"/>
            </a:ln>
            <a:effectLst/>
          </p:spPr>
        </p:cxnSp>
        <p:cxnSp>
          <p:nvCxnSpPr>
            <p:cNvPr id="145" name="直線コネクタ 144">
              <a:extLst>
                <a:ext uri="{FF2B5EF4-FFF2-40B4-BE49-F238E27FC236}">
                  <a16:creationId xmlns:a16="http://schemas.microsoft.com/office/drawing/2014/main" id="{884578CE-614B-D8D9-CB42-EA777C006AEC}"/>
                </a:ext>
              </a:extLst>
            </p:cNvPr>
            <p:cNvCxnSpPr>
              <a:cxnSpLocks/>
            </p:cNvCxnSpPr>
            <p:nvPr/>
          </p:nvCxnSpPr>
          <p:spPr bwMode="auto">
            <a:xfrm>
              <a:off x="8256023" y="5319021"/>
              <a:ext cx="1350016" cy="0"/>
            </a:xfrm>
            <a:prstGeom prst="line">
              <a:avLst/>
            </a:prstGeom>
            <a:noFill/>
            <a:ln w="19050" cap="flat" cmpd="sng" algn="ctr">
              <a:solidFill>
                <a:schemeClr val="tx1"/>
              </a:solidFill>
              <a:prstDash val="solid"/>
              <a:round/>
              <a:headEnd type="none" w="med" len="med"/>
              <a:tailEnd type="none" w="med" len="med"/>
            </a:ln>
            <a:effectLst/>
          </p:spPr>
        </p:cxnSp>
        <p:sp>
          <p:nvSpPr>
            <p:cNvPr id="146" name="正方形/長方形 145">
              <a:extLst>
                <a:ext uri="{FF2B5EF4-FFF2-40B4-BE49-F238E27FC236}">
                  <a16:creationId xmlns:a16="http://schemas.microsoft.com/office/drawing/2014/main" id="{0836A2F0-B7EC-6471-BAFB-4930CF9C58E1}"/>
                </a:ext>
              </a:extLst>
            </p:cNvPr>
            <p:cNvSpPr/>
            <p:nvPr/>
          </p:nvSpPr>
          <p:spPr bwMode="auto">
            <a:xfrm rot="5400000">
              <a:off x="9516036" y="5229022"/>
              <a:ext cx="360004" cy="180001"/>
            </a:xfrm>
            <a:prstGeom prst="rect">
              <a:avLst/>
            </a:prstGeom>
            <a:solidFill>
              <a:schemeClr val="accent5"/>
            </a:solidFill>
            <a:ln>
              <a:solidFill>
                <a:schemeClr val="accent5"/>
              </a:solidFill>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grpSp>
          <p:nvGrpSpPr>
            <p:cNvPr id="147" name="グループ化 146">
              <a:extLst>
                <a:ext uri="{FF2B5EF4-FFF2-40B4-BE49-F238E27FC236}">
                  <a16:creationId xmlns:a16="http://schemas.microsoft.com/office/drawing/2014/main" id="{4DB04772-9190-6B3F-6B84-5293D9EB77C2}"/>
                </a:ext>
              </a:extLst>
            </p:cNvPr>
            <p:cNvGrpSpPr/>
            <p:nvPr/>
          </p:nvGrpSpPr>
          <p:grpSpPr>
            <a:xfrm>
              <a:off x="9606039" y="5589022"/>
              <a:ext cx="180003" cy="720009"/>
              <a:chOff x="3131985" y="5049018"/>
              <a:chExt cx="180002" cy="437056"/>
            </a:xfrm>
          </p:grpSpPr>
          <p:grpSp>
            <p:nvGrpSpPr>
              <p:cNvPr id="148" name="グループ化 147">
                <a:extLst>
                  <a:ext uri="{FF2B5EF4-FFF2-40B4-BE49-F238E27FC236}">
                    <a16:creationId xmlns:a16="http://schemas.microsoft.com/office/drawing/2014/main" id="{8C5923D4-6EDC-5946-AAD3-73B6D9B2C1D4}"/>
                  </a:ext>
                </a:extLst>
              </p:cNvPr>
              <p:cNvGrpSpPr/>
              <p:nvPr/>
            </p:nvGrpSpPr>
            <p:grpSpPr>
              <a:xfrm>
                <a:off x="3131985" y="5139021"/>
                <a:ext cx="180002" cy="254126"/>
                <a:chOff x="3131984" y="5191944"/>
                <a:chExt cx="270003" cy="201854"/>
              </a:xfrm>
            </p:grpSpPr>
            <p:sp>
              <p:nvSpPr>
                <p:cNvPr id="151" name="Freeform 42">
                  <a:extLst>
                    <a:ext uri="{FF2B5EF4-FFF2-40B4-BE49-F238E27FC236}">
                      <a16:creationId xmlns:a16="http://schemas.microsoft.com/office/drawing/2014/main" id="{7172C465-3584-FBD2-B44F-142E95F20F09}"/>
                    </a:ext>
                  </a:extLst>
                </p:cNvPr>
                <p:cNvSpPr>
                  <a:spLocks/>
                </p:cNvSpPr>
                <p:nvPr/>
              </p:nvSpPr>
              <p:spPr bwMode="auto">
                <a:xfrm>
                  <a:off x="3131984" y="5229020"/>
                  <a:ext cx="270003" cy="90001"/>
                </a:xfrm>
                <a:custGeom>
                  <a:avLst/>
                  <a:gdLst>
                    <a:gd name="T0" fmla="*/ 3025 w 5991"/>
                    <a:gd name="T1" fmla="*/ 3393 h 3396"/>
                    <a:gd name="T2" fmla="*/ 3330 w 5991"/>
                    <a:gd name="T3" fmla="*/ 3377 h 3396"/>
                    <a:gd name="T4" fmla="*/ 3627 w 5991"/>
                    <a:gd name="T5" fmla="*/ 3342 h 3396"/>
                    <a:gd name="T6" fmla="*/ 3916 w 5991"/>
                    <a:gd name="T7" fmla="*/ 3293 h 3396"/>
                    <a:gd name="T8" fmla="*/ 4193 w 5991"/>
                    <a:gd name="T9" fmla="*/ 3228 h 3396"/>
                    <a:gd name="T10" fmla="*/ 4458 w 5991"/>
                    <a:gd name="T11" fmla="*/ 3150 h 3396"/>
                    <a:gd name="T12" fmla="*/ 4708 w 5991"/>
                    <a:gd name="T13" fmla="*/ 3059 h 3396"/>
                    <a:gd name="T14" fmla="*/ 4941 w 5991"/>
                    <a:gd name="T15" fmla="*/ 2955 h 3396"/>
                    <a:gd name="T16" fmla="*/ 5157 w 5991"/>
                    <a:gd name="T17" fmla="*/ 2839 h 3396"/>
                    <a:gd name="T18" fmla="*/ 5350 w 5991"/>
                    <a:gd name="T19" fmla="*/ 2714 h 3396"/>
                    <a:gd name="T20" fmla="*/ 5523 w 5991"/>
                    <a:gd name="T21" fmla="*/ 2578 h 3396"/>
                    <a:gd name="T22" fmla="*/ 5671 w 5991"/>
                    <a:gd name="T23" fmla="*/ 2434 h 3396"/>
                    <a:gd name="T24" fmla="*/ 5794 w 5991"/>
                    <a:gd name="T25" fmla="*/ 2282 h 3396"/>
                    <a:gd name="T26" fmla="*/ 5889 w 5991"/>
                    <a:gd name="T27" fmla="*/ 2123 h 3396"/>
                    <a:gd name="T28" fmla="*/ 5953 w 5991"/>
                    <a:gd name="T29" fmla="*/ 1956 h 3396"/>
                    <a:gd name="T30" fmla="*/ 5986 w 5991"/>
                    <a:gd name="T31" fmla="*/ 1786 h 3396"/>
                    <a:gd name="T32" fmla="*/ 5990 w 5991"/>
                    <a:gd name="T33" fmla="*/ 1654 h 3396"/>
                    <a:gd name="T34" fmla="*/ 5964 w 5991"/>
                    <a:gd name="T35" fmla="*/ 1482 h 3396"/>
                    <a:gd name="T36" fmla="*/ 5908 w 5991"/>
                    <a:gd name="T37" fmla="*/ 1315 h 3396"/>
                    <a:gd name="T38" fmla="*/ 5819 w 5991"/>
                    <a:gd name="T39" fmla="*/ 1154 h 3396"/>
                    <a:gd name="T40" fmla="*/ 5704 w 5991"/>
                    <a:gd name="T41" fmla="*/ 1000 h 3396"/>
                    <a:gd name="T42" fmla="*/ 5563 w 5991"/>
                    <a:gd name="T43" fmla="*/ 852 h 3396"/>
                    <a:gd name="T44" fmla="*/ 5396 w 5991"/>
                    <a:gd name="T45" fmla="*/ 715 h 3396"/>
                    <a:gd name="T46" fmla="*/ 5207 w 5991"/>
                    <a:gd name="T47" fmla="*/ 587 h 3396"/>
                    <a:gd name="T48" fmla="*/ 4996 w 5991"/>
                    <a:gd name="T49" fmla="*/ 469 h 3396"/>
                    <a:gd name="T50" fmla="*/ 4768 w 5991"/>
                    <a:gd name="T51" fmla="*/ 363 h 3396"/>
                    <a:gd name="T52" fmla="*/ 4522 w 5991"/>
                    <a:gd name="T53" fmla="*/ 268 h 3396"/>
                    <a:gd name="T54" fmla="*/ 4261 w 5991"/>
                    <a:gd name="T55" fmla="*/ 186 h 3396"/>
                    <a:gd name="T56" fmla="*/ 3986 w 5991"/>
                    <a:gd name="T57" fmla="*/ 118 h 3396"/>
                    <a:gd name="T58" fmla="*/ 3700 w 5991"/>
                    <a:gd name="T59" fmla="*/ 65 h 3396"/>
                    <a:gd name="T60" fmla="*/ 3404 w 5991"/>
                    <a:gd name="T61" fmla="*/ 27 h 3396"/>
                    <a:gd name="T62" fmla="*/ 3102 w 5991"/>
                    <a:gd name="T63" fmla="*/ 5 h 3396"/>
                    <a:gd name="T64" fmla="*/ 2870 w 5991"/>
                    <a:gd name="T65" fmla="*/ 0 h 3396"/>
                    <a:gd name="T66" fmla="*/ 2272 w 5991"/>
                    <a:gd name="T67" fmla="*/ 20 h 3396"/>
                    <a:gd name="T68" fmla="*/ 1724 w 5991"/>
                    <a:gd name="T69" fmla="*/ 79 h 3396"/>
                    <a:gd name="T70" fmla="*/ 1235 w 5991"/>
                    <a:gd name="T71" fmla="*/ 170 h 3396"/>
                    <a:gd name="T72" fmla="*/ 862 w 5991"/>
                    <a:gd name="T73" fmla="*/ 276 h 3396"/>
                    <a:gd name="T74" fmla="*/ 677 w 5991"/>
                    <a:gd name="T75" fmla="*/ 345 h 3396"/>
                    <a:gd name="T76" fmla="*/ 510 w 5991"/>
                    <a:gd name="T77" fmla="*/ 420 h 3396"/>
                    <a:gd name="T78" fmla="*/ 365 w 5991"/>
                    <a:gd name="T79" fmla="*/ 502 h 3396"/>
                    <a:gd name="T80" fmla="*/ 242 w 5991"/>
                    <a:gd name="T81" fmla="*/ 588 h 3396"/>
                    <a:gd name="T82" fmla="*/ 143 w 5991"/>
                    <a:gd name="T83" fmla="*/ 678 h 3396"/>
                    <a:gd name="T84" fmla="*/ 69 w 5991"/>
                    <a:gd name="T85" fmla="*/ 773 h 3396"/>
                    <a:gd name="T86" fmla="*/ 21 w 5991"/>
                    <a:gd name="T87" fmla="*/ 872 h 3396"/>
                    <a:gd name="T88" fmla="*/ 0 w 5991"/>
                    <a:gd name="T89" fmla="*/ 973 h 3396"/>
                    <a:gd name="T90" fmla="*/ 2 w 5991"/>
                    <a:gd name="T91" fmla="*/ 1050 h 3396"/>
                    <a:gd name="T92" fmla="*/ 30 w 5991"/>
                    <a:gd name="T93" fmla="*/ 1151 h 3396"/>
                    <a:gd name="T94" fmla="*/ 86 w 5991"/>
                    <a:gd name="T95" fmla="*/ 1249 h 3396"/>
                    <a:gd name="T96" fmla="*/ 166 w 5991"/>
                    <a:gd name="T97" fmla="*/ 1342 h 3396"/>
                    <a:gd name="T98" fmla="*/ 270 w 5991"/>
                    <a:gd name="T99" fmla="*/ 1432 h 3396"/>
                    <a:gd name="T100" fmla="*/ 398 w 5991"/>
                    <a:gd name="T101" fmla="*/ 1517 h 3396"/>
                    <a:gd name="T102" fmla="*/ 550 w 5991"/>
                    <a:gd name="T103" fmla="*/ 1596 h 3396"/>
                    <a:gd name="T104" fmla="*/ 721 w 5991"/>
                    <a:gd name="T105" fmla="*/ 1670 h 3396"/>
                    <a:gd name="T106" fmla="*/ 912 w 5991"/>
                    <a:gd name="T107" fmla="*/ 1738 h 3396"/>
                    <a:gd name="T108" fmla="*/ 1351 w 5991"/>
                    <a:gd name="T109" fmla="*/ 1854 h 3396"/>
                    <a:gd name="T110" fmla="*/ 1856 w 5991"/>
                    <a:gd name="T111" fmla="*/ 1937 h 3396"/>
                    <a:gd name="T112" fmla="*/ 2417 w 5991"/>
                    <a:gd name="T113" fmla="*/ 1986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991" h="3396">
                      <a:moveTo>
                        <a:pt x="2870" y="3396"/>
                      </a:moveTo>
                      <a:lnTo>
                        <a:pt x="2870" y="3396"/>
                      </a:lnTo>
                      <a:lnTo>
                        <a:pt x="2948" y="3395"/>
                      </a:lnTo>
                      <a:lnTo>
                        <a:pt x="3025" y="3393"/>
                      </a:lnTo>
                      <a:lnTo>
                        <a:pt x="3102" y="3391"/>
                      </a:lnTo>
                      <a:lnTo>
                        <a:pt x="3179" y="3387"/>
                      </a:lnTo>
                      <a:lnTo>
                        <a:pt x="3254" y="3382"/>
                      </a:lnTo>
                      <a:lnTo>
                        <a:pt x="3330" y="3377"/>
                      </a:lnTo>
                      <a:lnTo>
                        <a:pt x="3404" y="3369"/>
                      </a:lnTo>
                      <a:lnTo>
                        <a:pt x="3480" y="3361"/>
                      </a:lnTo>
                      <a:lnTo>
                        <a:pt x="3553" y="3352"/>
                      </a:lnTo>
                      <a:lnTo>
                        <a:pt x="3627" y="3342"/>
                      </a:lnTo>
                      <a:lnTo>
                        <a:pt x="3700" y="3332"/>
                      </a:lnTo>
                      <a:lnTo>
                        <a:pt x="3772" y="3319"/>
                      </a:lnTo>
                      <a:lnTo>
                        <a:pt x="3844" y="3306"/>
                      </a:lnTo>
                      <a:lnTo>
                        <a:pt x="3916" y="3293"/>
                      </a:lnTo>
                      <a:lnTo>
                        <a:pt x="3986" y="3278"/>
                      </a:lnTo>
                      <a:lnTo>
                        <a:pt x="4056" y="3262"/>
                      </a:lnTo>
                      <a:lnTo>
                        <a:pt x="4125" y="3246"/>
                      </a:lnTo>
                      <a:lnTo>
                        <a:pt x="4193" y="3228"/>
                      </a:lnTo>
                      <a:lnTo>
                        <a:pt x="4261" y="3210"/>
                      </a:lnTo>
                      <a:lnTo>
                        <a:pt x="4327" y="3191"/>
                      </a:lnTo>
                      <a:lnTo>
                        <a:pt x="4393" y="3170"/>
                      </a:lnTo>
                      <a:lnTo>
                        <a:pt x="4458" y="3150"/>
                      </a:lnTo>
                      <a:lnTo>
                        <a:pt x="4522" y="3128"/>
                      </a:lnTo>
                      <a:lnTo>
                        <a:pt x="4585" y="3106"/>
                      </a:lnTo>
                      <a:lnTo>
                        <a:pt x="4647" y="3083"/>
                      </a:lnTo>
                      <a:lnTo>
                        <a:pt x="4708" y="3059"/>
                      </a:lnTo>
                      <a:lnTo>
                        <a:pt x="4768" y="3033"/>
                      </a:lnTo>
                      <a:lnTo>
                        <a:pt x="4827" y="3009"/>
                      </a:lnTo>
                      <a:lnTo>
                        <a:pt x="4885" y="2982"/>
                      </a:lnTo>
                      <a:lnTo>
                        <a:pt x="4941" y="2955"/>
                      </a:lnTo>
                      <a:lnTo>
                        <a:pt x="4996" y="2927"/>
                      </a:lnTo>
                      <a:lnTo>
                        <a:pt x="5052" y="2898"/>
                      </a:lnTo>
                      <a:lnTo>
                        <a:pt x="5104" y="2869"/>
                      </a:lnTo>
                      <a:lnTo>
                        <a:pt x="5157" y="2839"/>
                      </a:lnTo>
                      <a:lnTo>
                        <a:pt x="5207" y="2809"/>
                      </a:lnTo>
                      <a:lnTo>
                        <a:pt x="5255" y="2778"/>
                      </a:lnTo>
                      <a:lnTo>
                        <a:pt x="5304" y="2746"/>
                      </a:lnTo>
                      <a:lnTo>
                        <a:pt x="5350" y="2714"/>
                      </a:lnTo>
                      <a:lnTo>
                        <a:pt x="5396" y="2680"/>
                      </a:lnTo>
                      <a:lnTo>
                        <a:pt x="5440" y="2647"/>
                      </a:lnTo>
                      <a:lnTo>
                        <a:pt x="5482" y="2613"/>
                      </a:lnTo>
                      <a:lnTo>
                        <a:pt x="5523" y="2578"/>
                      </a:lnTo>
                      <a:lnTo>
                        <a:pt x="5563" y="2543"/>
                      </a:lnTo>
                      <a:lnTo>
                        <a:pt x="5600" y="2507"/>
                      </a:lnTo>
                      <a:lnTo>
                        <a:pt x="5636" y="2470"/>
                      </a:lnTo>
                      <a:lnTo>
                        <a:pt x="5671" y="2434"/>
                      </a:lnTo>
                      <a:lnTo>
                        <a:pt x="5704" y="2397"/>
                      </a:lnTo>
                      <a:lnTo>
                        <a:pt x="5736" y="2359"/>
                      </a:lnTo>
                      <a:lnTo>
                        <a:pt x="5766" y="2320"/>
                      </a:lnTo>
                      <a:lnTo>
                        <a:pt x="5794" y="2282"/>
                      </a:lnTo>
                      <a:lnTo>
                        <a:pt x="5819" y="2242"/>
                      </a:lnTo>
                      <a:lnTo>
                        <a:pt x="5845" y="2202"/>
                      </a:lnTo>
                      <a:lnTo>
                        <a:pt x="5867" y="2163"/>
                      </a:lnTo>
                      <a:lnTo>
                        <a:pt x="5889" y="2123"/>
                      </a:lnTo>
                      <a:lnTo>
                        <a:pt x="5908" y="2082"/>
                      </a:lnTo>
                      <a:lnTo>
                        <a:pt x="5925" y="2040"/>
                      </a:lnTo>
                      <a:lnTo>
                        <a:pt x="5940" y="1999"/>
                      </a:lnTo>
                      <a:lnTo>
                        <a:pt x="5953" y="1956"/>
                      </a:lnTo>
                      <a:lnTo>
                        <a:pt x="5964" y="1914"/>
                      </a:lnTo>
                      <a:lnTo>
                        <a:pt x="5973" y="1872"/>
                      </a:lnTo>
                      <a:lnTo>
                        <a:pt x="5981" y="1828"/>
                      </a:lnTo>
                      <a:lnTo>
                        <a:pt x="5986" y="1786"/>
                      </a:lnTo>
                      <a:lnTo>
                        <a:pt x="5990" y="1742"/>
                      </a:lnTo>
                      <a:lnTo>
                        <a:pt x="5991" y="1699"/>
                      </a:lnTo>
                      <a:lnTo>
                        <a:pt x="5991" y="1699"/>
                      </a:lnTo>
                      <a:lnTo>
                        <a:pt x="5990" y="1654"/>
                      </a:lnTo>
                      <a:lnTo>
                        <a:pt x="5986" y="1610"/>
                      </a:lnTo>
                      <a:lnTo>
                        <a:pt x="5981" y="1568"/>
                      </a:lnTo>
                      <a:lnTo>
                        <a:pt x="5973" y="1524"/>
                      </a:lnTo>
                      <a:lnTo>
                        <a:pt x="5964" y="1482"/>
                      </a:lnTo>
                      <a:lnTo>
                        <a:pt x="5953" y="1440"/>
                      </a:lnTo>
                      <a:lnTo>
                        <a:pt x="5940" y="1397"/>
                      </a:lnTo>
                      <a:lnTo>
                        <a:pt x="5925" y="1356"/>
                      </a:lnTo>
                      <a:lnTo>
                        <a:pt x="5908" y="1315"/>
                      </a:lnTo>
                      <a:lnTo>
                        <a:pt x="5889" y="1274"/>
                      </a:lnTo>
                      <a:lnTo>
                        <a:pt x="5867" y="1233"/>
                      </a:lnTo>
                      <a:lnTo>
                        <a:pt x="5845" y="1193"/>
                      </a:lnTo>
                      <a:lnTo>
                        <a:pt x="5819" y="1154"/>
                      </a:lnTo>
                      <a:lnTo>
                        <a:pt x="5794" y="1114"/>
                      </a:lnTo>
                      <a:lnTo>
                        <a:pt x="5766" y="1076"/>
                      </a:lnTo>
                      <a:lnTo>
                        <a:pt x="5736" y="1037"/>
                      </a:lnTo>
                      <a:lnTo>
                        <a:pt x="5704" y="1000"/>
                      </a:lnTo>
                      <a:lnTo>
                        <a:pt x="5671" y="961"/>
                      </a:lnTo>
                      <a:lnTo>
                        <a:pt x="5636" y="926"/>
                      </a:lnTo>
                      <a:lnTo>
                        <a:pt x="5600" y="888"/>
                      </a:lnTo>
                      <a:lnTo>
                        <a:pt x="5563" y="852"/>
                      </a:lnTo>
                      <a:lnTo>
                        <a:pt x="5523" y="818"/>
                      </a:lnTo>
                      <a:lnTo>
                        <a:pt x="5482" y="783"/>
                      </a:lnTo>
                      <a:lnTo>
                        <a:pt x="5440" y="749"/>
                      </a:lnTo>
                      <a:lnTo>
                        <a:pt x="5396" y="715"/>
                      </a:lnTo>
                      <a:lnTo>
                        <a:pt x="5350" y="682"/>
                      </a:lnTo>
                      <a:lnTo>
                        <a:pt x="5304" y="650"/>
                      </a:lnTo>
                      <a:lnTo>
                        <a:pt x="5255" y="618"/>
                      </a:lnTo>
                      <a:lnTo>
                        <a:pt x="5207" y="587"/>
                      </a:lnTo>
                      <a:lnTo>
                        <a:pt x="5157" y="556"/>
                      </a:lnTo>
                      <a:lnTo>
                        <a:pt x="5104" y="527"/>
                      </a:lnTo>
                      <a:lnTo>
                        <a:pt x="5052" y="497"/>
                      </a:lnTo>
                      <a:lnTo>
                        <a:pt x="4996" y="469"/>
                      </a:lnTo>
                      <a:lnTo>
                        <a:pt x="4941" y="441"/>
                      </a:lnTo>
                      <a:lnTo>
                        <a:pt x="4885" y="414"/>
                      </a:lnTo>
                      <a:lnTo>
                        <a:pt x="4827" y="388"/>
                      </a:lnTo>
                      <a:lnTo>
                        <a:pt x="4768" y="363"/>
                      </a:lnTo>
                      <a:lnTo>
                        <a:pt x="4708" y="337"/>
                      </a:lnTo>
                      <a:lnTo>
                        <a:pt x="4647" y="314"/>
                      </a:lnTo>
                      <a:lnTo>
                        <a:pt x="4585" y="290"/>
                      </a:lnTo>
                      <a:lnTo>
                        <a:pt x="4522" y="268"/>
                      </a:lnTo>
                      <a:lnTo>
                        <a:pt x="4458" y="246"/>
                      </a:lnTo>
                      <a:lnTo>
                        <a:pt x="4393" y="226"/>
                      </a:lnTo>
                      <a:lnTo>
                        <a:pt x="4327" y="205"/>
                      </a:lnTo>
                      <a:lnTo>
                        <a:pt x="4261" y="186"/>
                      </a:lnTo>
                      <a:lnTo>
                        <a:pt x="4193" y="168"/>
                      </a:lnTo>
                      <a:lnTo>
                        <a:pt x="4125" y="150"/>
                      </a:lnTo>
                      <a:lnTo>
                        <a:pt x="4056" y="133"/>
                      </a:lnTo>
                      <a:lnTo>
                        <a:pt x="3986" y="118"/>
                      </a:lnTo>
                      <a:lnTo>
                        <a:pt x="3916" y="104"/>
                      </a:lnTo>
                      <a:lnTo>
                        <a:pt x="3844" y="90"/>
                      </a:lnTo>
                      <a:lnTo>
                        <a:pt x="3772" y="77"/>
                      </a:lnTo>
                      <a:lnTo>
                        <a:pt x="3700" y="65"/>
                      </a:lnTo>
                      <a:lnTo>
                        <a:pt x="3627" y="54"/>
                      </a:lnTo>
                      <a:lnTo>
                        <a:pt x="3553" y="44"/>
                      </a:lnTo>
                      <a:lnTo>
                        <a:pt x="3480" y="35"/>
                      </a:lnTo>
                      <a:lnTo>
                        <a:pt x="3404" y="27"/>
                      </a:lnTo>
                      <a:lnTo>
                        <a:pt x="3330" y="20"/>
                      </a:lnTo>
                      <a:lnTo>
                        <a:pt x="3254" y="14"/>
                      </a:lnTo>
                      <a:lnTo>
                        <a:pt x="3179" y="9"/>
                      </a:lnTo>
                      <a:lnTo>
                        <a:pt x="3102" y="5"/>
                      </a:lnTo>
                      <a:lnTo>
                        <a:pt x="3025" y="3"/>
                      </a:lnTo>
                      <a:lnTo>
                        <a:pt x="2948" y="1"/>
                      </a:lnTo>
                      <a:lnTo>
                        <a:pt x="2870" y="0"/>
                      </a:lnTo>
                      <a:lnTo>
                        <a:pt x="2870" y="0"/>
                      </a:lnTo>
                      <a:lnTo>
                        <a:pt x="2716" y="1"/>
                      </a:lnTo>
                      <a:lnTo>
                        <a:pt x="2566" y="5"/>
                      </a:lnTo>
                      <a:lnTo>
                        <a:pt x="2417" y="12"/>
                      </a:lnTo>
                      <a:lnTo>
                        <a:pt x="2272" y="20"/>
                      </a:lnTo>
                      <a:lnTo>
                        <a:pt x="2130" y="32"/>
                      </a:lnTo>
                      <a:lnTo>
                        <a:pt x="1990" y="45"/>
                      </a:lnTo>
                      <a:lnTo>
                        <a:pt x="1856" y="62"/>
                      </a:lnTo>
                      <a:lnTo>
                        <a:pt x="1724" y="79"/>
                      </a:lnTo>
                      <a:lnTo>
                        <a:pt x="1596" y="99"/>
                      </a:lnTo>
                      <a:lnTo>
                        <a:pt x="1471" y="120"/>
                      </a:lnTo>
                      <a:lnTo>
                        <a:pt x="1351" y="145"/>
                      </a:lnTo>
                      <a:lnTo>
                        <a:pt x="1235" y="170"/>
                      </a:lnTo>
                      <a:lnTo>
                        <a:pt x="1123" y="199"/>
                      </a:lnTo>
                      <a:lnTo>
                        <a:pt x="1015" y="228"/>
                      </a:lnTo>
                      <a:lnTo>
                        <a:pt x="912" y="260"/>
                      </a:lnTo>
                      <a:lnTo>
                        <a:pt x="862" y="276"/>
                      </a:lnTo>
                      <a:lnTo>
                        <a:pt x="815" y="292"/>
                      </a:lnTo>
                      <a:lnTo>
                        <a:pt x="768" y="310"/>
                      </a:lnTo>
                      <a:lnTo>
                        <a:pt x="721" y="328"/>
                      </a:lnTo>
                      <a:lnTo>
                        <a:pt x="677" y="345"/>
                      </a:lnTo>
                      <a:lnTo>
                        <a:pt x="633" y="364"/>
                      </a:lnTo>
                      <a:lnTo>
                        <a:pt x="591" y="382"/>
                      </a:lnTo>
                      <a:lnTo>
                        <a:pt x="550" y="401"/>
                      </a:lnTo>
                      <a:lnTo>
                        <a:pt x="510" y="420"/>
                      </a:lnTo>
                      <a:lnTo>
                        <a:pt x="471" y="441"/>
                      </a:lnTo>
                      <a:lnTo>
                        <a:pt x="434" y="460"/>
                      </a:lnTo>
                      <a:lnTo>
                        <a:pt x="398" y="481"/>
                      </a:lnTo>
                      <a:lnTo>
                        <a:pt x="365" y="502"/>
                      </a:lnTo>
                      <a:lnTo>
                        <a:pt x="332" y="523"/>
                      </a:lnTo>
                      <a:lnTo>
                        <a:pt x="301" y="545"/>
                      </a:lnTo>
                      <a:lnTo>
                        <a:pt x="270" y="567"/>
                      </a:lnTo>
                      <a:lnTo>
                        <a:pt x="242" y="588"/>
                      </a:lnTo>
                      <a:lnTo>
                        <a:pt x="215" y="610"/>
                      </a:lnTo>
                      <a:lnTo>
                        <a:pt x="189" y="633"/>
                      </a:lnTo>
                      <a:lnTo>
                        <a:pt x="166" y="655"/>
                      </a:lnTo>
                      <a:lnTo>
                        <a:pt x="143" y="678"/>
                      </a:lnTo>
                      <a:lnTo>
                        <a:pt x="123" y="702"/>
                      </a:lnTo>
                      <a:lnTo>
                        <a:pt x="104" y="726"/>
                      </a:lnTo>
                      <a:lnTo>
                        <a:pt x="86" y="750"/>
                      </a:lnTo>
                      <a:lnTo>
                        <a:pt x="69" y="773"/>
                      </a:lnTo>
                      <a:lnTo>
                        <a:pt x="55" y="797"/>
                      </a:lnTo>
                      <a:lnTo>
                        <a:pt x="42" y="822"/>
                      </a:lnTo>
                      <a:lnTo>
                        <a:pt x="30" y="847"/>
                      </a:lnTo>
                      <a:lnTo>
                        <a:pt x="21" y="872"/>
                      </a:lnTo>
                      <a:lnTo>
                        <a:pt x="14" y="897"/>
                      </a:lnTo>
                      <a:lnTo>
                        <a:pt x="7" y="922"/>
                      </a:lnTo>
                      <a:lnTo>
                        <a:pt x="2" y="947"/>
                      </a:lnTo>
                      <a:lnTo>
                        <a:pt x="0" y="973"/>
                      </a:lnTo>
                      <a:lnTo>
                        <a:pt x="0" y="999"/>
                      </a:lnTo>
                      <a:lnTo>
                        <a:pt x="0" y="999"/>
                      </a:lnTo>
                      <a:lnTo>
                        <a:pt x="0" y="1024"/>
                      </a:lnTo>
                      <a:lnTo>
                        <a:pt x="2" y="1050"/>
                      </a:lnTo>
                      <a:lnTo>
                        <a:pt x="7" y="1076"/>
                      </a:lnTo>
                      <a:lnTo>
                        <a:pt x="14" y="1101"/>
                      </a:lnTo>
                      <a:lnTo>
                        <a:pt x="21" y="1127"/>
                      </a:lnTo>
                      <a:lnTo>
                        <a:pt x="30" y="1151"/>
                      </a:lnTo>
                      <a:lnTo>
                        <a:pt x="42" y="1176"/>
                      </a:lnTo>
                      <a:lnTo>
                        <a:pt x="55" y="1200"/>
                      </a:lnTo>
                      <a:lnTo>
                        <a:pt x="69" y="1224"/>
                      </a:lnTo>
                      <a:lnTo>
                        <a:pt x="86" y="1249"/>
                      </a:lnTo>
                      <a:lnTo>
                        <a:pt x="104" y="1273"/>
                      </a:lnTo>
                      <a:lnTo>
                        <a:pt x="123" y="1296"/>
                      </a:lnTo>
                      <a:lnTo>
                        <a:pt x="143" y="1319"/>
                      </a:lnTo>
                      <a:lnTo>
                        <a:pt x="166" y="1342"/>
                      </a:lnTo>
                      <a:lnTo>
                        <a:pt x="189" y="1365"/>
                      </a:lnTo>
                      <a:lnTo>
                        <a:pt x="215" y="1388"/>
                      </a:lnTo>
                      <a:lnTo>
                        <a:pt x="242" y="1410"/>
                      </a:lnTo>
                      <a:lnTo>
                        <a:pt x="270" y="1432"/>
                      </a:lnTo>
                      <a:lnTo>
                        <a:pt x="301" y="1454"/>
                      </a:lnTo>
                      <a:lnTo>
                        <a:pt x="332" y="1475"/>
                      </a:lnTo>
                      <a:lnTo>
                        <a:pt x="365" y="1496"/>
                      </a:lnTo>
                      <a:lnTo>
                        <a:pt x="398" y="1517"/>
                      </a:lnTo>
                      <a:lnTo>
                        <a:pt x="434" y="1537"/>
                      </a:lnTo>
                      <a:lnTo>
                        <a:pt x="471" y="1558"/>
                      </a:lnTo>
                      <a:lnTo>
                        <a:pt x="510" y="1577"/>
                      </a:lnTo>
                      <a:lnTo>
                        <a:pt x="550" y="1596"/>
                      </a:lnTo>
                      <a:lnTo>
                        <a:pt x="591" y="1615"/>
                      </a:lnTo>
                      <a:lnTo>
                        <a:pt x="633" y="1634"/>
                      </a:lnTo>
                      <a:lnTo>
                        <a:pt x="677" y="1652"/>
                      </a:lnTo>
                      <a:lnTo>
                        <a:pt x="721" y="1670"/>
                      </a:lnTo>
                      <a:lnTo>
                        <a:pt x="768" y="1688"/>
                      </a:lnTo>
                      <a:lnTo>
                        <a:pt x="815" y="1705"/>
                      </a:lnTo>
                      <a:lnTo>
                        <a:pt x="862" y="1722"/>
                      </a:lnTo>
                      <a:lnTo>
                        <a:pt x="912" y="1738"/>
                      </a:lnTo>
                      <a:lnTo>
                        <a:pt x="1015" y="1769"/>
                      </a:lnTo>
                      <a:lnTo>
                        <a:pt x="1123" y="1800"/>
                      </a:lnTo>
                      <a:lnTo>
                        <a:pt x="1235" y="1827"/>
                      </a:lnTo>
                      <a:lnTo>
                        <a:pt x="1351" y="1854"/>
                      </a:lnTo>
                      <a:lnTo>
                        <a:pt x="1471" y="1877"/>
                      </a:lnTo>
                      <a:lnTo>
                        <a:pt x="1596" y="1899"/>
                      </a:lnTo>
                      <a:lnTo>
                        <a:pt x="1724" y="1919"/>
                      </a:lnTo>
                      <a:lnTo>
                        <a:pt x="1856" y="1937"/>
                      </a:lnTo>
                      <a:lnTo>
                        <a:pt x="1990" y="1952"/>
                      </a:lnTo>
                      <a:lnTo>
                        <a:pt x="2130" y="1966"/>
                      </a:lnTo>
                      <a:lnTo>
                        <a:pt x="2272" y="1977"/>
                      </a:lnTo>
                      <a:lnTo>
                        <a:pt x="2417" y="1986"/>
                      </a:lnTo>
                      <a:lnTo>
                        <a:pt x="2566" y="1992"/>
                      </a:lnTo>
                      <a:lnTo>
                        <a:pt x="2716" y="1996"/>
                      </a:lnTo>
                      <a:lnTo>
                        <a:pt x="2870" y="1997"/>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478093" rtl="0" eaLnBrk="1" latinLnBrk="0" hangingPunct="1">
                    <a:defRPr sz="1883" kern="1200">
                      <a:solidFill>
                        <a:schemeClr val="tx1"/>
                      </a:solidFill>
                      <a:latin typeface="+mn-lt"/>
                      <a:ea typeface="+mn-ea"/>
                      <a:cs typeface="+mn-cs"/>
                    </a:defRPr>
                  </a:lvl1pPr>
                  <a:lvl2pPr marL="478093" algn="l" defTabSz="478093" rtl="0" eaLnBrk="1" latinLnBrk="0" hangingPunct="1">
                    <a:defRPr sz="1883" kern="1200">
                      <a:solidFill>
                        <a:schemeClr val="tx1"/>
                      </a:solidFill>
                      <a:latin typeface="+mn-lt"/>
                      <a:ea typeface="+mn-ea"/>
                      <a:cs typeface="+mn-cs"/>
                    </a:defRPr>
                  </a:lvl2pPr>
                  <a:lvl3pPr marL="956184" algn="l" defTabSz="478093" rtl="0" eaLnBrk="1" latinLnBrk="0" hangingPunct="1">
                    <a:defRPr sz="1883" kern="1200">
                      <a:solidFill>
                        <a:schemeClr val="tx1"/>
                      </a:solidFill>
                      <a:latin typeface="+mn-lt"/>
                      <a:ea typeface="+mn-ea"/>
                      <a:cs typeface="+mn-cs"/>
                    </a:defRPr>
                  </a:lvl3pPr>
                  <a:lvl4pPr marL="1434277" algn="l" defTabSz="478093" rtl="0" eaLnBrk="1" latinLnBrk="0" hangingPunct="1">
                    <a:defRPr sz="1883" kern="1200">
                      <a:solidFill>
                        <a:schemeClr val="tx1"/>
                      </a:solidFill>
                      <a:latin typeface="+mn-lt"/>
                      <a:ea typeface="+mn-ea"/>
                      <a:cs typeface="+mn-cs"/>
                    </a:defRPr>
                  </a:lvl4pPr>
                  <a:lvl5pPr marL="1912370" algn="l" defTabSz="478093" rtl="0" eaLnBrk="1" latinLnBrk="0" hangingPunct="1">
                    <a:defRPr sz="1883" kern="1200">
                      <a:solidFill>
                        <a:schemeClr val="tx1"/>
                      </a:solidFill>
                      <a:latin typeface="+mn-lt"/>
                      <a:ea typeface="+mn-ea"/>
                      <a:cs typeface="+mn-cs"/>
                    </a:defRPr>
                  </a:lvl5pPr>
                  <a:lvl6pPr marL="2390462" algn="l" defTabSz="478093" rtl="0" eaLnBrk="1" latinLnBrk="0" hangingPunct="1">
                    <a:defRPr sz="1883" kern="1200">
                      <a:solidFill>
                        <a:schemeClr val="tx1"/>
                      </a:solidFill>
                      <a:latin typeface="+mn-lt"/>
                      <a:ea typeface="+mn-ea"/>
                      <a:cs typeface="+mn-cs"/>
                    </a:defRPr>
                  </a:lvl6pPr>
                  <a:lvl7pPr marL="2868554" algn="l" defTabSz="478093" rtl="0" eaLnBrk="1" latinLnBrk="0" hangingPunct="1">
                    <a:defRPr sz="1883" kern="1200">
                      <a:solidFill>
                        <a:schemeClr val="tx1"/>
                      </a:solidFill>
                      <a:latin typeface="+mn-lt"/>
                      <a:ea typeface="+mn-ea"/>
                      <a:cs typeface="+mn-cs"/>
                    </a:defRPr>
                  </a:lvl7pPr>
                  <a:lvl8pPr marL="3346646" algn="l" defTabSz="478093" rtl="0" eaLnBrk="1" latinLnBrk="0" hangingPunct="1">
                    <a:defRPr sz="1883" kern="1200">
                      <a:solidFill>
                        <a:schemeClr val="tx1"/>
                      </a:solidFill>
                      <a:latin typeface="+mn-lt"/>
                      <a:ea typeface="+mn-ea"/>
                      <a:cs typeface="+mn-cs"/>
                    </a:defRPr>
                  </a:lvl8pPr>
                  <a:lvl9pPr marL="3824739" algn="l" defTabSz="478093" rtl="0" eaLnBrk="1" latinLnBrk="0" hangingPunct="1">
                    <a:defRPr sz="1883" kern="1200">
                      <a:solidFill>
                        <a:schemeClr val="tx1"/>
                      </a:solidFill>
                      <a:latin typeface="+mn-lt"/>
                      <a:ea typeface="+mn-ea"/>
                      <a:cs typeface="+mn-cs"/>
                    </a:defRPr>
                  </a:lvl9pPr>
                </a:lstStyle>
                <a:p>
                  <a:endParaRPr lang="ja-JP" altLang="en-US"/>
                </a:p>
              </p:txBody>
            </p:sp>
            <p:sp>
              <p:nvSpPr>
                <p:cNvPr id="152" name="Freeform 42">
                  <a:extLst>
                    <a:ext uri="{FF2B5EF4-FFF2-40B4-BE49-F238E27FC236}">
                      <a16:creationId xmlns:a16="http://schemas.microsoft.com/office/drawing/2014/main" id="{452CBD54-1EBF-0643-8FD3-182145594D35}"/>
                    </a:ext>
                  </a:extLst>
                </p:cNvPr>
                <p:cNvSpPr>
                  <a:spLocks/>
                </p:cNvSpPr>
                <p:nvPr/>
              </p:nvSpPr>
              <p:spPr bwMode="auto">
                <a:xfrm>
                  <a:off x="3131984" y="5267334"/>
                  <a:ext cx="270003" cy="90001"/>
                </a:xfrm>
                <a:custGeom>
                  <a:avLst/>
                  <a:gdLst>
                    <a:gd name="T0" fmla="*/ 3025 w 5991"/>
                    <a:gd name="T1" fmla="*/ 3393 h 3396"/>
                    <a:gd name="T2" fmla="*/ 3330 w 5991"/>
                    <a:gd name="T3" fmla="*/ 3377 h 3396"/>
                    <a:gd name="T4" fmla="*/ 3627 w 5991"/>
                    <a:gd name="T5" fmla="*/ 3342 h 3396"/>
                    <a:gd name="T6" fmla="*/ 3916 w 5991"/>
                    <a:gd name="T7" fmla="*/ 3293 h 3396"/>
                    <a:gd name="T8" fmla="*/ 4193 w 5991"/>
                    <a:gd name="T9" fmla="*/ 3228 h 3396"/>
                    <a:gd name="T10" fmla="*/ 4458 w 5991"/>
                    <a:gd name="T11" fmla="*/ 3150 h 3396"/>
                    <a:gd name="T12" fmla="*/ 4708 w 5991"/>
                    <a:gd name="T13" fmla="*/ 3059 h 3396"/>
                    <a:gd name="T14" fmla="*/ 4941 w 5991"/>
                    <a:gd name="T15" fmla="*/ 2955 h 3396"/>
                    <a:gd name="T16" fmla="*/ 5157 w 5991"/>
                    <a:gd name="T17" fmla="*/ 2839 h 3396"/>
                    <a:gd name="T18" fmla="*/ 5350 w 5991"/>
                    <a:gd name="T19" fmla="*/ 2714 h 3396"/>
                    <a:gd name="T20" fmla="*/ 5523 w 5991"/>
                    <a:gd name="T21" fmla="*/ 2578 h 3396"/>
                    <a:gd name="T22" fmla="*/ 5671 w 5991"/>
                    <a:gd name="T23" fmla="*/ 2434 h 3396"/>
                    <a:gd name="T24" fmla="*/ 5794 w 5991"/>
                    <a:gd name="T25" fmla="*/ 2282 h 3396"/>
                    <a:gd name="T26" fmla="*/ 5889 w 5991"/>
                    <a:gd name="T27" fmla="*/ 2123 h 3396"/>
                    <a:gd name="T28" fmla="*/ 5953 w 5991"/>
                    <a:gd name="T29" fmla="*/ 1956 h 3396"/>
                    <a:gd name="T30" fmla="*/ 5986 w 5991"/>
                    <a:gd name="T31" fmla="*/ 1786 h 3396"/>
                    <a:gd name="T32" fmla="*/ 5990 w 5991"/>
                    <a:gd name="T33" fmla="*/ 1654 h 3396"/>
                    <a:gd name="T34" fmla="*/ 5964 w 5991"/>
                    <a:gd name="T35" fmla="*/ 1482 h 3396"/>
                    <a:gd name="T36" fmla="*/ 5908 w 5991"/>
                    <a:gd name="T37" fmla="*/ 1315 h 3396"/>
                    <a:gd name="T38" fmla="*/ 5819 w 5991"/>
                    <a:gd name="T39" fmla="*/ 1154 h 3396"/>
                    <a:gd name="T40" fmla="*/ 5704 w 5991"/>
                    <a:gd name="T41" fmla="*/ 1000 h 3396"/>
                    <a:gd name="T42" fmla="*/ 5563 w 5991"/>
                    <a:gd name="T43" fmla="*/ 852 h 3396"/>
                    <a:gd name="T44" fmla="*/ 5396 w 5991"/>
                    <a:gd name="T45" fmla="*/ 715 h 3396"/>
                    <a:gd name="T46" fmla="*/ 5207 w 5991"/>
                    <a:gd name="T47" fmla="*/ 587 h 3396"/>
                    <a:gd name="T48" fmla="*/ 4996 w 5991"/>
                    <a:gd name="T49" fmla="*/ 469 h 3396"/>
                    <a:gd name="T50" fmla="*/ 4768 w 5991"/>
                    <a:gd name="T51" fmla="*/ 363 h 3396"/>
                    <a:gd name="T52" fmla="*/ 4522 w 5991"/>
                    <a:gd name="T53" fmla="*/ 268 h 3396"/>
                    <a:gd name="T54" fmla="*/ 4261 w 5991"/>
                    <a:gd name="T55" fmla="*/ 186 h 3396"/>
                    <a:gd name="T56" fmla="*/ 3986 w 5991"/>
                    <a:gd name="T57" fmla="*/ 118 h 3396"/>
                    <a:gd name="T58" fmla="*/ 3700 w 5991"/>
                    <a:gd name="T59" fmla="*/ 65 h 3396"/>
                    <a:gd name="T60" fmla="*/ 3404 w 5991"/>
                    <a:gd name="T61" fmla="*/ 27 h 3396"/>
                    <a:gd name="T62" fmla="*/ 3102 w 5991"/>
                    <a:gd name="T63" fmla="*/ 5 h 3396"/>
                    <a:gd name="T64" fmla="*/ 2870 w 5991"/>
                    <a:gd name="T65" fmla="*/ 0 h 3396"/>
                    <a:gd name="T66" fmla="*/ 2272 w 5991"/>
                    <a:gd name="T67" fmla="*/ 20 h 3396"/>
                    <a:gd name="T68" fmla="*/ 1724 w 5991"/>
                    <a:gd name="T69" fmla="*/ 79 h 3396"/>
                    <a:gd name="T70" fmla="*/ 1235 w 5991"/>
                    <a:gd name="T71" fmla="*/ 170 h 3396"/>
                    <a:gd name="T72" fmla="*/ 862 w 5991"/>
                    <a:gd name="T73" fmla="*/ 276 h 3396"/>
                    <a:gd name="T74" fmla="*/ 677 w 5991"/>
                    <a:gd name="T75" fmla="*/ 345 h 3396"/>
                    <a:gd name="T76" fmla="*/ 510 w 5991"/>
                    <a:gd name="T77" fmla="*/ 420 h 3396"/>
                    <a:gd name="T78" fmla="*/ 365 w 5991"/>
                    <a:gd name="T79" fmla="*/ 502 h 3396"/>
                    <a:gd name="T80" fmla="*/ 242 w 5991"/>
                    <a:gd name="T81" fmla="*/ 588 h 3396"/>
                    <a:gd name="T82" fmla="*/ 143 w 5991"/>
                    <a:gd name="T83" fmla="*/ 678 h 3396"/>
                    <a:gd name="T84" fmla="*/ 69 w 5991"/>
                    <a:gd name="T85" fmla="*/ 773 h 3396"/>
                    <a:gd name="T86" fmla="*/ 21 w 5991"/>
                    <a:gd name="T87" fmla="*/ 872 h 3396"/>
                    <a:gd name="T88" fmla="*/ 0 w 5991"/>
                    <a:gd name="T89" fmla="*/ 973 h 3396"/>
                    <a:gd name="T90" fmla="*/ 2 w 5991"/>
                    <a:gd name="T91" fmla="*/ 1050 h 3396"/>
                    <a:gd name="T92" fmla="*/ 30 w 5991"/>
                    <a:gd name="T93" fmla="*/ 1151 h 3396"/>
                    <a:gd name="T94" fmla="*/ 86 w 5991"/>
                    <a:gd name="T95" fmla="*/ 1249 h 3396"/>
                    <a:gd name="T96" fmla="*/ 166 w 5991"/>
                    <a:gd name="T97" fmla="*/ 1342 h 3396"/>
                    <a:gd name="T98" fmla="*/ 270 w 5991"/>
                    <a:gd name="T99" fmla="*/ 1432 h 3396"/>
                    <a:gd name="T100" fmla="*/ 398 w 5991"/>
                    <a:gd name="T101" fmla="*/ 1517 h 3396"/>
                    <a:gd name="T102" fmla="*/ 550 w 5991"/>
                    <a:gd name="T103" fmla="*/ 1596 h 3396"/>
                    <a:gd name="T104" fmla="*/ 721 w 5991"/>
                    <a:gd name="T105" fmla="*/ 1670 h 3396"/>
                    <a:gd name="T106" fmla="*/ 912 w 5991"/>
                    <a:gd name="T107" fmla="*/ 1738 h 3396"/>
                    <a:gd name="T108" fmla="*/ 1351 w 5991"/>
                    <a:gd name="T109" fmla="*/ 1854 h 3396"/>
                    <a:gd name="T110" fmla="*/ 1856 w 5991"/>
                    <a:gd name="T111" fmla="*/ 1937 h 3396"/>
                    <a:gd name="T112" fmla="*/ 2417 w 5991"/>
                    <a:gd name="T113" fmla="*/ 1986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991" h="3396">
                      <a:moveTo>
                        <a:pt x="2870" y="3396"/>
                      </a:moveTo>
                      <a:lnTo>
                        <a:pt x="2870" y="3396"/>
                      </a:lnTo>
                      <a:lnTo>
                        <a:pt x="2948" y="3395"/>
                      </a:lnTo>
                      <a:lnTo>
                        <a:pt x="3025" y="3393"/>
                      </a:lnTo>
                      <a:lnTo>
                        <a:pt x="3102" y="3391"/>
                      </a:lnTo>
                      <a:lnTo>
                        <a:pt x="3179" y="3387"/>
                      </a:lnTo>
                      <a:lnTo>
                        <a:pt x="3254" y="3382"/>
                      </a:lnTo>
                      <a:lnTo>
                        <a:pt x="3330" y="3377"/>
                      </a:lnTo>
                      <a:lnTo>
                        <a:pt x="3404" y="3369"/>
                      </a:lnTo>
                      <a:lnTo>
                        <a:pt x="3480" y="3361"/>
                      </a:lnTo>
                      <a:lnTo>
                        <a:pt x="3553" y="3352"/>
                      </a:lnTo>
                      <a:lnTo>
                        <a:pt x="3627" y="3342"/>
                      </a:lnTo>
                      <a:lnTo>
                        <a:pt x="3700" y="3332"/>
                      </a:lnTo>
                      <a:lnTo>
                        <a:pt x="3772" y="3319"/>
                      </a:lnTo>
                      <a:lnTo>
                        <a:pt x="3844" y="3306"/>
                      </a:lnTo>
                      <a:lnTo>
                        <a:pt x="3916" y="3293"/>
                      </a:lnTo>
                      <a:lnTo>
                        <a:pt x="3986" y="3278"/>
                      </a:lnTo>
                      <a:lnTo>
                        <a:pt x="4056" y="3262"/>
                      </a:lnTo>
                      <a:lnTo>
                        <a:pt x="4125" y="3246"/>
                      </a:lnTo>
                      <a:lnTo>
                        <a:pt x="4193" y="3228"/>
                      </a:lnTo>
                      <a:lnTo>
                        <a:pt x="4261" y="3210"/>
                      </a:lnTo>
                      <a:lnTo>
                        <a:pt x="4327" y="3191"/>
                      </a:lnTo>
                      <a:lnTo>
                        <a:pt x="4393" y="3170"/>
                      </a:lnTo>
                      <a:lnTo>
                        <a:pt x="4458" y="3150"/>
                      </a:lnTo>
                      <a:lnTo>
                        <a:pt x="4522" y="3128"/>
                      </a:lnTo>
                      <a:lnTo>
                        <a:pt x="4585" y="3106"/>
                      </a:lnTo>
                      <a:lnTo>
                        <a:pt x="4647" y="3083"/>
                      </a:lnTo>
                      <a:lnTo>
                        <a:pt x="4708" y="3059"/>
                      </a:lnTo>
                      <a:lnTo>
                        <a:pt x="4768" y="3033"/>
                      </a:lnTo>
                      <a:lnTo>
                        <a:pt x="4827" y="3009"/>
                      </a:lnTo>
                      <a:lnTo>
                        <a:pt x="4885" y="2982"/>
                      </a:lnTo>
                      <a:lnTo>
                        <a:pt x="4941" y="2955"/>
                      </a:lnTo>
                      <a:lnTo>
                        <a:pt x="4996" y="2927"/>
                      </a:lnTo>
                      <a:lnTo>
                        <a:pt x="5052" y="2898"/>
                      </a:lnTo>
                      <a:lnTo>
                        <a:pt x="5104" y="2869"/>
                      </a:lnTo>
                      <a:lnTo>
                        <a:pt x="5157" y="2839"/>
                      </a:lnTo>
                      <a:lnTo>
                        <a:pt x="5207" y="2809"/>
                      </a:lnTo>
                      <a:lnTo>
                        <a:pt x="5255" y="2778"/>
                      </a:lnTo>
                      <a:lnTo>
                        <a:pt x="5304" y="2746"/>
                      </a:lnTo>
                      <a:lnTo>
                        <a:pt x="5350" y="2714"/>
                      </a:lnTo>
                      <a:lnTo>
                        <a:pt x="5396" y="2680"/>
                      </a:lnTo>
                      <a:lnTo>
                        <a:pt x="5440" y="2647"/>
                      </a:lnTo>
                      <a:lnTo>
                        <a:pt x="5482" y="2613"/>
                      </a:lnTo>
                      <a:lnTo>
                        <a:pt x="5523" y="2578"/>
                      </a:lnTo>
                      <a:lnTo>
                        <a:pt x="5563" y="2543"/>
                      </a:lnTo>
                      <a:lnTo>
                        <a:pt x="5600" y="2507"/>
                      </a:lnTo>
                      <a:lnTo>
                        <a:pt x="5636" y="2470"/>
                      </a:lnTo>
                      <a:lnTo>
                        <a:pt x="5671" y="2434"/>
                      </a:lnTo>
                      <a:lnTo>
                        <a:pt x="5704" y="2397"/>
                      </a:lnTo>
                      <a:lnTo>
                        <a:pt x="5736" y="2359"/>
                      </a:lnTo>
                      <a:lnTo>
                        <a:pt x="5766" y="2320"/>
                      </a:lnTo>
                      <a:lnTo>
                        <a:pt x="5794" y="2282"/>
                      </a:lnTo>
                      <a:lnTo>
                        <a:pt x="5819" y="2242"/>
                      </a:lnTo>
                      <a:lnTo>
                        <a:pt x="5845" y="2202"/>
                      </a:lnTo>
                      <a:lnTo>
                        <a:pt x="5867" y="2163"/>
                      </a:lnTo>
                      <a:lnTo>
                        <a:pt x="5889" y="2123"/>
                      </a:lnTo>
                      <a:lnTo>
                        <a:pt x="5908" y="2082"/>
                      </a:lnTo>
                      <a:lnTo>
                        <a:pt x="5925" y="2040"/>
                      </a:lnTo>
                      <a:lnTo>
                        <a:pt x="5940" y="1999"/>
                      </a:lnTo>
                      <a:lnTo>
                        <a:pt x="5953" y="1956"/>
                      </a:lnTo>
                      <a:lnTo>
                        <a:pt x="5964" y="1914"/>
                      </a:lnTo>
                      <a:lnTo>
                        <a:pt x="5973" y="1872"/>
                      </a:lnTo>
                      <a:lnTo>
                        <a:pt x="5981" y="1828"/>
                      </a:lnTo>
                      <a:lnTo>
                        <a:pt x="5986" y="1786"/>
                      </a:lnTo>
                      <a:lnTo>
                        <a:pt x="5990" y="1742"/>
                      </a:lnTo>
                      <a:lnTo>
                        <a:pt x="5991" y="1699"/>
                      </a:lnTo>
                      <a:lnTo>
                        <a:pt x="5991" y="1699"/>
                      </a:lnTo>
                      <a:lnTo>
                        <a:pt x="5990" y="1654"/>
                      </a:lnTo>
                      <a:lnTo>
                        <a:pt x="5986" y="1610"/>
                      </a:lnTo>
                      <a:lnTo>
                        <a:pt x="5981" y="1568"/>
                      </a:lnTo>
                      <a:lnTo>
                        <a:pt x="5973" y="1524"/>
                      </a:lnTo>
                      <a:lnTo>
                        <a:pt x="5964" y="1482"/>
                      </a:lnTo>
                      <a:lnTo>
                        <a:pt x="5953" y="1440"/>
                      </a:lnTo>
                      <a:lnTo>
                        <a:pt x="5940" y="1397"/>
                      </a:lnTo>
                      <a:lnTo>
                        <a:pt x="5925" y="1356"/>
                      </a:lnTo>
                      <a:lnTo>
                        <a:pt x="5908" y="1315"/>
                      </a:lnTo>
                      <a:lnTo>
                        <a:pt x="5889" y="1274"/>
                      </a:lnTo>
                      <a:lnTo>
                        <a:pt x="5867" y="1233"/>
                      </a:lnTo>
                      <a:lnTo>
                        <a:pt x="5845" y="1193"/>
                      </a:lnTo>
                      <a:lnTo>
                        <a:pt x="5819" y="1154"/>
                      </a:lnTo>
                      <a:lnTo>
                        <a:pt x="5794" y="1114"/>
                      </a:lnTo>
                      <a:lnTo>
                        <a:pt x="5766" y="1076"/>
                      </a:lnTo>
                      <a:lnTo>
                        <a:pt x="5736" y="1037"/>
                      </a:lnTo>
                      <a:lnTo>
                        <a:pt x="5704" y="1000"/>
                      </a:lnTo>
                      <a:lnTo>
                        <a:pt x="5671" y="961"/>
                      </a:lnTo>
                      <a:lnTo>
                        <a:pt x="5636" y="926"/>
                      </a:lnTo>
                      <a:lnTo>
                        <a:pt x="5600" y="888"/>
                      </a:lnTo>
                      <a:lnTo>
                        <a:pt x="5563" y="852"/>
                      </a:lnTo>
                      <a:lnTo>
                        <a:pt x="5523" y="818"/>
                      </a:lnTo>
                      <a:lnTo>
                        <a:pt x="5482" y="783"/>
                      </a:lnTo>
                      <a:lnTo>
                        <a:pt x="5440" y="749"/>
                      </a:lnTo>
                      <a:lnTo>
                        <a:pt x="5396" y="715"/>
                      </a:lnTo>
                      <a:lnTo>
                        <a:pt x="5350" y="682"/>
                      </a:lnTo>
                      <a:lnTo>
                        <a:pt x="5304" y="650"/>
                      </a:lnTo>
                      <a:lnTo>
                        <a:pt x="5255" y="618"/>
                      </a:lnTo>
                      <a:lnTo>
                        <a:pt x="5207" y="587"/>
                      </a:lnTo>
                      <a:lnTo>
                        <a:pt x="5157" y="556"/>
                      </a:lnTo>
                      <a:lnTo>
                        <a:pt x="5104" y="527"/>
                      </a:lnTo>
                      <a:lnTo>
                        <a:pt x="5052" y="497"/>
                      </a:lnTo>
                      <a:lnTo>
                        <a:pt x="4996" y="469"/>
                      </a:lnTo>
                      <a:lnTo>
                        <a:pt x="4941" y="441"/>
                      </a:lnTo>
                      <a:lnTo>
                        <a:pt x="4885" y="414"/>
                      </a:lnTo>
                      <a:lnTo>
                        <a:pt x="4827" y="388"/>
                      </a:lnTo>
                      <a:lnTo>
                        <a:pt x="4768" y="363"/>
                      </a:lnTo>
                      <a:lnTo>
                        <a:pt x="4708" y="337"/>
                      </a:lnTo>
                      <a:lnTo>
                        <a:pt x="4647" y="314"/>
                      </a:lnTo>
                      <a:lnTo>
                        <a:pt x="4585" y="290"/>
                      </a:lnTo>
                      <a:lnTo>
                        <a:pt x="4522" y="268"/>
                      </a:lnTo>
                      <a:lnTo>
                        <a:pt x="4458" y="246"/>
                      </a:lnTo>
                      <a:lnTo>
                        <a:pt x="4393" y="226"/>
                      </a:lnTo>
                      <a:lnTo>
                        <a:pt x="4327" y="205"/>
                      </a:lnTo>
                      <a:lnTo>
                        <a:pt x="4261" y="186"/>
                      </a:lnTo>
                      <a:lnTo>
                        <a:pt x="4193" y="168"/>
                      </a:lnTo>
                      <a:lnTo>
                        <a:pt x="4125" y="150"/>
                      </a:lnTo>
                      <a:lnTo>
                        <a:pt x="4056" y="133"/>
                      </a:lnTo>
                      <a:lnTo>
                        <a:pt x="3986" y="118"/>
                      </a:lnTo>
                      <a:lnTo>
                        <a:pt x="3916" y="104"/>
                      </a:lnTo>
                      <a:lnTo>
                        <a:pt x="3844" y="90"/>
                      </a:lnTo>
                      <a:lnTo>
                        <a:pt x="3772" y="77"/>
                      </a:lnTo>
                      <a:lnTo>
                        <a:pt x="3700" y="65"/>
                      </a:lnTo>
                      <a:lnTo>
                        <a:pt x="3627" y="54"/>
                      </a:lnTo>
                      <a:lnTo>
                        <a:pt x="3553" y="44"/>
                      </a:lnTo>
                      <a:lnTo>
                        <a:pt x="3480" y="35"/>
                      </a:lnTo>
                      <a:lnTo>
                        <a:pt x="3404" y="27"/>
                      </a:lnTo>
                      <a:lnTo>
                        <a:pt x="3330" y="20"/>
                      </a:lnTo>
                      <a:lnTo>
                        <a:pt x="3254" y="14"/>
                      </a:lnTo>
                      <a:lnTo>
                        <a:pt x="3179" y="9"/>
                      </a:lnTo>
                      <a:lnTo>
                        <a:pt x="3102" y="5"/>
                      </a:lnTo>
                      <a:lnTo>
                        <a:pt x="3025" y="3"/>
                      </a:lnTo>
                      <a:lnTo>
                        <a:pt x="2948" y="1"/>
                      </a:lnTo>
                      <a:lnTo>
                        <a:pt x="2870" y="0"/>
                      </a:lnTo>
                      <a:lnTo>
                        <a:pt x="2870" y="0"/>
                      </a:lnTo>
                      <a:lnTo>
                        <a:pt x="2716" y="1"/>
                      </a:lnTo>
                      <a:lnTo>
                        <a:pt x="2566" y="5"/>
                      </a:lnTo>
                      <a:lnTo>
                        <a:pt x="2417" y="12"/>
                      </a:lnTo>
                      <a:lnTo>
                        <a:pt x="2272" y="20"/>
                      </a:lnTo>
                      <a:lnTo>
                        <a:pt x="2130" y="32"/>
                      </a:lnTo>
                      <a:lnTo>
                        <a:pt x="1990" y="45"/>
                      </a:lnTo>
                      <a:lnTo>
                        <a:pt x="1856" y="62"/>
                      </a:lnTo>
                      <a:lnTo>
                        <a:pt x="1724" y="79"/>
                      </a:lnTo>
                      <a:lnTo>
                        <a:pt x="1596" y="99"/>
                      </a:lnTo>
                      <a:lnTo>
                        <a:pt x="1471" y="120"/>
                      </a:lnTo>
                      <a:lnTo>
                        <a:pt x="1351" y="145"/>
                      </a:lnTo>
                      <a:lnTo>
                        <a:pt x="1235" y="170"/>
                      </a:lnTo>
                      <a:lnTo>
                        <a:pt x="1123" y="199"/>
                      </a:lnTo>
                      <a:lnTo>
                        <a:pt x="1015" y="228"/>
                      </a:lnTo>
                      <a:lnTo>
                        <a:pt x="912" y="260"/>
                      </a:lnTo>
                      <a:lnTo>
                        <a:pt x="862" y="276"/>
                      </a:lnTo>
                      <a:lnTo>
                        <a:pt x="815" y="292"/>
                      </a:lnTo>
                      <a:lnTo>
                        <a:pt x="768" y="310"/>
                      </a:lnTo>
                      <a:lnTo>
                        <a:pt x="721" y="328"/>
                      </a:lnTo>
                      <a:lnTo>
                        <a:pt x="677" y="345"/>
                      </a:lnTo>
                      <a:lnTo>
                        <a:pt x="633" y="364"/>
                      </a:lnTo>
                      <a:lnTo>
                        <a:pt x="591" y="382"/>
                      </a:lnTo>
                      <a:lnTo>
                        <a:pt x="550" y="401"/>
                      </a:lnTo>
                      <a:lnTo>
                        <a:pt x="510" y="420"/>
                      </a:lnTo>
                      <a:lnTo>
                        <a:pt x="471" y="441"/>
                      </a:lnTo>
                      <a:lnTo>
                        <a:pt x="434" y="460"/>
                      </a:lnTo>
                      <a:lnTo>
                        <a:pt x="398" y="481"/>
                      </a:lnTo>
                      <a:lnTo>
                        <a:pt x="365" y="502"/>
                      </a:lnTo>
                      <a:lnTo>
                        <a:pt x="332" y="523"/>
                      </a:lnTo>
                      <a:lnTo>
                        <a:pt x="301" y="545"/>
                      </a:lnTo>
                      <a:lnTo>
                        <a:pt x="270" y="567"/>
                      </a:lnTo>
                      <a:lnTo>
                        <a:pt x="242" y="588"/>
                      </a:lnTo>
                      <a:lnTo>
                        <a:pt x="215" y="610"/>
                      </a:lnTo>
                      <a:lnTo>
                        <a:pt x="189" y="633"/>
                      </a:lnTo>
                      <a:lnTo>
                        <a:pt x="166" y="655"/>
                      </a:lnTo>
                      <a:lnTo>
                        <a:pt x="143" y="678"/>
                      </a:lnTo>
                      <a:lnTo>
                        <a:pt x="123" y="702"/>
                      </a:lnTo>
                      <a:lnTo>
                        <a:pt x="104" y="726"/>
                      </a:lnTo>
                      <a:lnTo>
                        <a:pt x="86" y="750"/>
                      </a:lnTo>
                      <a:lnTo>
                        <a:pt x="69" y="773"/>
                      </a:lnTo>
                      <a:lnTo>
                        <a:pt x="55" y="797"/>
                      </a:lnTo>
                      <a:lnTo>
                        <a:pt x="42" y="822"/>
                      </a:lnTo>
                      <a:lnTo>
                        <a:pt x="30" y="847"/>
                      </a:lnTo>
                      <a:lnTo>
                        <a:pt x="21" y="872"/>
                      </a:lnTo>
                      <a:lnTo>
                        <a:pt x="14" y="897"/>
                      </a:lnTo>
                      <a:lnTo>
                        <a:pt x="7" y="922"/>
                      </a:lnTo>
                      <a:lnTo>
                        <a:pt x="2" y="947"/>
                      </a:lnTo>
                      <a:lnTo>
                        <a:pt x="0" y="973"/>
                      </a:lnTo>
                      <a:lnTo>
                        <a:pt x="0" y="999"/>
                      </a:lnTo>
                      <a:lnTo>
                        <a:pt x="0" y="999"/>
                      </a:lnTo>
                      <a:lnTo>
                        <a:pt x="0" y="1024"/>
                      </a:lnTo>
                      <a:lnTo>
                        <a:pt x="2" y="1050"/>
                      </a:lnTo>
                      <a:lnTo>
                        <a:pt x="7" y="1076"/>
                      </a:lnTo>
                      <a:lnTo>
                        <a:pt x="14" y="1101"/>
                      </a:lnTo>
                      <a:lnTo>
                        <a:pt x="21" y="1127"/>
                      </a:lnTo>
                      <a:lnTo>
                        <a:pt x="30" y="1151"/>
                      </a:lnTo>
                      <a:lnTo>
                        <a:pt x="42" y="1176"/>
                      </a:lnTo>
                      <a:lnTo>
                        <a:pt x="55" y="1200"/>
                      </a:lnTo>
                      <a:lnTo>
                        <a:pt x="69" y="1224"/>
                      </a:lnTo>
                      <a:lnTo>
                        <a:pt x="86" y="1249"/>
                      </a:lnTo>
                      <a:lnTo>
                        <a:pt x="104" y="1273"/>
                      </a:lnTo>
                      <a:lnTo>
                        <a:pt x="123" y="1296"/>
                      </a:lnTo>
                      <a:lnTo>
                        <a:pt x="143" y="1319"/>
                      </a:lnTo>
                      <a:lnTo>
                        <a:pt x="166" y="1342"/>
                      </a:lnTo>
                      <a:lnTo>
                        <a:pt x="189" y="1365"/>
                      </a:lnTo>
                      <a:lnTo>
                        <a:pt x="215" y="1388"/>
                      </a:lnTo>
                      <a:lnTo>
                        <a:pt x="242" y="1410"/>
                      </a:lnTo>
                      <a:lnTo>
                        <a:pt x="270" y="1432"/>
                      </a:lnTo>
                      <a:lnTo>
                        <a:pt x="301" y="1454"/>
                      </a:lnTo>
                      <a:lnTo>
                        <a:pt x="332" y="1475"/>
                      </a:lnTo>
                      <a:lnTo>
                        <a:pt x="365" y="1496"/>
                      </a:lnTo>
                      <a:lnTo>
                        <a:pt x="398" y="1517"/>
                      </a:lnTo>
                      <a:lnTo>
                        <a:pt x="434" y="1537"/>
                      </a:lnTo>
                      <a:lnTo>
                        <a:pt x="471" y="1558"/>
                      </a:lnTo>
                      <a:lnTo>
                        <a:pt x="510" y="1577"/>
                      </a:lnTo>
                      <a:lnTo>
                        <a:pt x="550" y="1596"/>
                      </a:lnTo>
                      <a:lnTo>
                        <a:pt x="591" y="1615"/>
                      </a:lnTo>
                      <a:lnTo>
                        <a:pt x="633" y="1634"/>
                      </a:lnTo>
                      <a:lnTo>
                        <a:pt x="677" y="1652"/>
                      </a:lnTo>
                      <a:lnTo>
                        <a:pt x="721" y="1670"/>
                      </a:lnTo>
                      <a:lnTo>
                        <a:pt x="768" y="1688"/>
                      </a:lnTo>
                      <a:lnTo>
                        <a:pt x="815" y="1705"/>
                      </a:lnTo>
                      <a:lnTo>
                        <a:pt x="862" y="1722"/>
                      </a:lnTo>
                      <a:lnTo>
                        <a:pt x="912" y="1738"/>
                      </a:lnTo>
                      <a:lnTo>
                        <a:pt x="1015" y="1769"/>
                      </a:lnTo>
                      <a:lnTo>
                        <a:pt x="1123" y="1800"/>
                      </a:lnTo>
                      <a:lnTo>
                        <a:pt x="1235" y="1827"/>
                      </a:lnTo>
                      <a:lnTo>
                        <a:pt x="1351" y="1854"/>
                      </a:lnTo>
                      <a:lnTo>
                        <a:pt x="1471" y="1877"/>
                      </a:lnTo>
                      <a:lnTo>
                        <a:pt x="1596" y="1899"/>
                      </a:lnTo>
                      <a:lnTo>
                        <a:pt x="1724" y="1919"/>
                      </a:lnTo>
                      <a:lnTo>
                        <a:pt x="1856" y="1937"/>
                      </a:lnTo>
                      <a:lnTo>
                        <a:pt x="1990" y="1952"/>
                      </a:lnTo>
                      <a:lnTo>
                        <a:pt x="2130" y="1966"/>
                      </a:lnTo>
                      <a:lnTo>
                        <a:pt x="2272" y="1977"/>
                      </a:lnTo>
                      <a:lnTo>
                        <a:pt x="2417" y="1986"/>
                      </a:lnTo>
                      <a:lnTo>
                        <a:pt x="2566" y="1992"/>
                      </a:lnTo>
                      <a:lnTo>
                        <a:pt x="2716" y="1996"/>
                      </a:lnTo>
                      <a:lnTo>
                        <a:pt x="2870" y="1997"/>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478093" rtl="0" eaLnBrk="1" latinLnBrk="0" hangingPunct="1">
                    <a:defRPr sz="1883" kern="1200">
                      <a:solidFill>
                        <a:schemeClr val="tx1"/>
                      </a:solidFill>
                      <a:latin typeface="+mn-lt"/>
                      <a:ea typeface="+mn-ea"/>
                      <a:cs typeface="+mn-cs"/>
                    </a:defRPr>
                  </a:lvl1pPr>
                  <a:lvl2pPr marL="478093" algn="l" defTabSz="478093" rtl="0" eaLnBrk="1" latinLnBrk="0" hangingPunct="1">
                    <a:defRPr sz="1883" kern="1200">
                      <a:solidFill>
                        <a:schemeClr val="tx1"/>
                      </a:solidFill>
                      <a:latin typeface="+mn-lt"/>
                      <a:ea typeface="+mn-ea"/>
                      <a:cs typeface="+mn-cs"/>
                    </a:defRPr>
                  </a:lvl2pPr>
                  <a:lvl3pPr marL="956184" algn="l" defTabSz="478093" rtl="0" eaLnBrk="1" latinLnBrk="0" hangingPunct="1">
                    <a:defRPr sz="1883" kern="1200">
                      <a:solidFill>
                        <a:schemeClr val="tx1"/>
                      </a:solidFill>
                      <a:latin typeface="+mn-lt"/>
                      <a:ea typeface="+mn-ea"/>
                      <a:cs typeface="+mn-cs"/>
                    </a:defRPr>
                  </a:lvl3pPr>
                  <a:lvl4pPr marL="1434277" algn="l" defTabSz="478093" rtl="0" eaLnBrk="1" latinLnBrk="0" hangingPunct="1">
                    <a:defRPr sz="1883" kern="1200">
                      <a:solidFill>
                        <a:schemeClr val="tx1"/>
                      </a:solidFill>
                      <a:latin typeface="+mn-lt"/>
                      <a:ea typeface="+mn-ea"/>
                      <a:cs typeface="+mn-cs"/>
                    </a:defRPr>
                  </a:lvl4pPr>
                  <a:lvl5pPr marL="1912370" algn="l" defTabSz="478093" rtl="0" eaLnBrk="1" latinLnBrk="0" hangingPunct="1">
                    <a:defRPr sz="1883" kern="1200">
                      <a:solidFill>
                        <a:schemeClr val="tx1"/>
                      </a:solidFill>
                      <a:latin typeface="+mn-lt"/>
                      <a:ea typeface="+mn-ea"/>
                      <a:cs typeface="+mn-cs"/>
                    </a:defRPr>
                  </a:lvl5pPr>
                  <a:lvl6pPr marL="2390462" algn="l" defTabSz="478093" rtl="0" eaLnBrk="1" latinLnBrk="0" hangingPunct="1">
                    <a:defRPr sz="1883" kern="1200">
                      <a:solidFill>
                        <a:schemeClr val="tx1"/>
                      </a:solidFill>
                      <a:latin typeface="+mn-lt"/>
                      <a:ea typeface="+mn-ea"/>
                      <a:cs typeface="+mn-cs"/>
                    </a:defRPr>
                  </a:lvl6pPr>
                  <a:lvl7pPr marL="2868554" algn="l" defTabSz="478093" rtl="0" eaLnBrk="1" latinLnBrk="0" hangingPunct="1">
                    <a:defRPr sz="1883" kern="1200">
                      <a:solidFill>
                        <a:schemeClr val="tx1"/>
                      </a:solidFill>
                      <a:latin typeface="+mn-lt"/>
                      <a:ea typeface="+mn-ea"/>
                      <a:cs typeface="+mn-cs"/>
                    </a:defRPr>
                  </a:lvl7pPr>
                  <a:lvl8pPr marL="3346646" algn="l" defTabSz="478093" rtl="0" eaLnBrk="1" latinLnBrk="0" hangingPunct="1">
                    <a:defRPr sz="1883" kern="1200">
                      <a:solidFill>
                        <a:schemeClr val="tx1"/>
                      </a:solidFill>
                      <a:latin typeface="+mn-lt"/>
                      <a:ea typeface="+mn-ea"/>
                      <a:cs typeface="+mn-cs"/>
                    </a:defRPr>
                  </a:lvl8pPr>
                  <a:lvl9pPr marL="3824739" algn="l" defTabSz="478093" rtl="0" eaLnBrk="1" latinLnBrk="0" hangingPunct="1">
                    <a:defRPr sz="1883" kern="1200">
                      <a:solidFill>
                        <a:schemeClr val="tx1"/>
                      </a:solidFill>
                      <a:latin typeface="+mn-lt"/>
                      <a:ea typeface="+mn-ea"/>
                      <a:cs typeface="+mn-cs"/>
                    </a:defRPr>
                  </a:lvl9pPr>
                </a:lstStyle>
                <a:p>
                  <a:endParaRPr lang="ja-JP" altLang="en-US"/>
                </a:p>
              </p:txBody>
            </p:sp>
            <p:sp>
              <p:nvSpPr>
                <p:cNvPr id="153" name="Freeform 42">
                  <a:extLst>
                    <a:ext uri="{FF2B5EF4-FFF2-40B4-BE49-F238E27FC236}">
                      <a16:creationId xmlns:a16="http://schemas.microsoft.com/office/drawing/2014/main" id="{2A1C9113-94B4-70FE-E828-85F9AAA57101}"/>
                    </a:ext>
                  </a:extLst>
                </p:cNvPr>
                <p:cNvSpPr>
                  <a:spLocks/>
                </p:cNvSpPr>
                <p:nvPr/>
              </p:nvSpPr>
              <p:spPr bwMode="auto">
                <a:xfrm>
                  <a:off x="3131984" y="5303797"/>
                  <a:ext cx="270003" cy="90001"/>
                </a:xfrm>
                <a:custGeom>
                  <a:avLst/>
                  <a:gdLst>
                    <a:gd name="T0" fmla="*/ 3025 w 5991"/>
                    <a:gd name="T1" fmla="*/ 3393 h 3396"/>
                    <a:gd name="T2" fmla="*/ 3330 w 5991"/>
                    <a:gd name="T3" fmla="*/ 3377 h 3396"/>
                    <a:gd name="T4" fmla="*/ 3627 w 5991"/>
                    <a:gd name="T5" fmla="*/ 3342 h 3396"/>
                    <a:gd name="T6" fmla="*/ 3916 w 5991"/>
                    <a:gd name="T7" fmla="*/ 3293 h 3396"/>
                    <a:gd name="T8" fmla="*/ 4193 w 5991"/>
                    <a:gd name="T9" fmla="*/ 3228 h 3396"/>
                    <a:gd name="T10" fmla="*/ 4458 w 5991"/>
                    <a:gd name="T11" fmla="*/ 3150 h 3396"/>
                    <a:gd name="T12" fmla="*/ 4708 w 5991"/>
                    <a:gd name="T13" fmla="*/ 3059 h 3396"/>
                    <a:gd name="T14" fmla="*/ 4941 w 5991"/>
                    <a:gd name="T15" fmla="*/ 2955 h 3396"/>
                    <a:gd name="T16" fmla="*/ 5157 w 5991"/>
                    <a:gd name="T17" fmla="*/ 2839 h 3396"/>
                    <a:gd name="T18" fmla="*/ 5350 w 5991"/>
                    <a:gd name="T19" fmla="*/ 2714 h 3396"/>
                    <a:gd name="T20" fmla="*/ 5523 w 5991"/>
                    <a:gd name="T21" fmla="*/ 2578 h 3396"/>
                    <a:gd name="T22" fmla="*/ 5671 w 5991"/>
                    <a:gd name="T23" fmla="*/ 2434 h 3396"/>
                    <a:gd name="T24" fmla="*/ 5794 w 5991"/>
                    <a:gd name="T25" fmla="*/ 2282 h 3396"/>
                    <a:gd name="T26" fmla="*/ 5889 w 5991"/>
                    <a:gd name="T27" fmla="*/ 2123 h 3396"/>
                    <a:gd name="T28" fmla="*/ 5953 w 5991"/>
                    <a:gd name="T29" fmla="*/ 1956 h 3396"/>
                    <a:gd name="T30" fmla="*/ 5986 w 5991"/>
                    <a:gd name="T31" fmla="*/ 1786 h 3396"/>
                    <a:gd name="T32" fmla="*/ 5990 w 5991"/>
                    <a:gd name="T33" fmla="*/ 1654 h 3396"/>
                    <a:gd name="T34" fmla="*/ 5964 w 5991"/>
                    <a:gd name="T35" fmla="*/ 1482 h 3396"/>
                    <a:gd name="T36" fmla="*/ 5908 w 5991"/>
                    <a:gd name="T37" fmla="*/ 1315 h 3396"/>
                    <a:gd name="T38" fmla="*/ 5819 w 5991"/>
                    <a:gd name="T39" fmla="*/ 1154 h 3396"/>
                    <a:gd name="T40" fmla="*/ 5704 w 5991"/>
                    <a:gd name="T41" fmla="*/ 1000 h 3396"/>
                    <a:gd name="T42" fmla="*/ 5563 w 5991"/>
                    <a:gd name="T43" fmla="*/ 852 h 3396"/>
                    <a:gd name="T44" fmla="*/ 5396 w 5991"/>
                    <a:gd name="T45" fmla="*/ 715 h 3396"/>
                    <a:gd name="T46" fmla="*/ 5207 w 5991"/>
                    <a:gd name="T47" fmla="*/ 587 h 3396"/>
                    <a:gd name="T48" fmla="*/ 4996 w 5991"/>
                    <a:gd name="T49" fmla="*/ 469 h 3396"/>
                    <a:gd name="T50" fmla="*/ 4768 w 5991"/>
                    <a:gd name="T51" fmla="*/ 363 h 3396"/>
                    <a:gd name="T52" fmla="*/ 4522 w 5991"/>
                    <a:gd name="T53" fmla="*/ 268 h 3396"/>
                    <a:gd name="T54" fmla="*/ 4261 w 5991"/>
                    <a:gd name="T55" fmla="*/ 186 h 3396"/>
                    <a:gd name="T56" fmla="*/ 3986 w 5991"/>
                    <a:gd name="T57" fmla="*/ 118 h 3396"/>
                    <a:gd name="T58" fmla="*/ 3700 w 5991"/>
                    <a:gd name="T59" fmla="*/ 65 h 3396"/>
                    <a:gd name="T60" fmla="*/ 3404 w 5991"/>
                    <a:gd name="T61" fmla="*/ 27 h 3396"/>
                    <a:gd name="T62" fmla="*/ 3102 w 5991"/>
                    <a:gd name="T63" fmla="*/ 5 h 3396"/>
                    <a:gd name="T64" fmla="*/ 2870 w 5991"/>
                    <a:gd name="T65" fmla="*/ 0 h 3396"/>
                    <a:gd name="T66" fmla="*/ 2272 w 5991"/>
                    <a:gd name="T67" fmla="*/ 20 h 3396"/>
                    <a:gd name="T68" fmla="*/ 1724 w 5991"/>
                    <a:gd name="T69" fmla="*/ 79 h 3396"/>
                    <a:gd name="T70" fmla="*/ 1235 w 5991"/>
                    <a:gd name="T71" fmla="*/ 170 h 3396"/>
                    <a:gd name="T72" fmla="*/ 862 w 5991"/>
                    <a:gd name="T73" fmla="*/ 276 h 3396"/>
                    <a:gd name="T74" fmla="*/ 677 w 5991"/>
                    <a:gd name="T75" fmla="*/ 345 h 3396"/>
                    <a:gd name="T76" fmla="*/ 510 w 5991"/>
                    <a:gd name="T77" fmla="*/ 420 h 3396"/>
                    <a:gd name="T78" fmla="*/ 365 w 5991"/>
                    <a:gd name="T79" fmla="*/ 502 h 3396"/>
                    <a:gd name="T80" fmla="*/ 242 w 5991"/>
                    <a:gd name="T81" fmla="*/ 588 h 3396"/>
                    <a:gd name="T82" fmla="*/ 143 w 5991"/>
                    <a:gd name="T83" fmla="*/ 678 h 3396"/>
                    <a:gd name="T84" fmla="*/ 69 w 5991"/>
                    <a:gd name="T85" fmla="*/ 773 h 3396"/>
                    <a:gd name="T86" fmla="*/ 21 w 5991"/>
                    <a:gd name="T87" fmla="*/ 872 h 3396"/>
                    <a:gd name="T88" fmla="*/ 0 w 5991"/>
                    <a:gd name="T89" fmla="*/ 973 h 3396"/>
                    <a:gd name="T90" fmla="*/ 2 w 5991"/>
                    <a:gd name="T91" fmla="*/ 1050 h 3396"/>
                    <a:gd name="T92" fmla="*/ 30 w 5991"/>
                    <a:gd name="T93" fmla="*/ 1151 h 3396"/>
                    <a:gd name="T94" fmla="*/ 86 w 5991"/>
                    <a:gd name="T95" fmla="*/ 1249 h 3396"/>
                    <a:gd name="T96" fmla="*/ 166 w 5991"/>
                    <a:gd name="T97" fmla="*/ 1342 h 3396"/>
                    <a:gd name="T98" fmla="*/ 270 w 5991"/>
                    <a:gd name="T99" fmla="*/ 1432 h 3396"/>
                    <a:gd name="T100" fmla="*/ 398 w 5991"/>
                    <a:gd name="T101" fmla="*/ 1517 h 3396"/>
                    <a:gd name="T102" fmla="*/ 550 w 5991"/>
                    <a:gd name="T103" fmla="*/ 1596 h 3396"/>
                    <a:gd name="T104" fmla="*/ 721 w 5991"/>
                    <a:gd name="T105" fmla="*/ 1670 h 3396"/>
                    <a:gd name="T106" fmla="*/ 912 w 5991"/>
                    <a:gd name="T107" fmla="*/ 1738 h 3396"/>
                    <a:gd name="T108" fmla="*/ 1351 w 5991"/>
                    <a:gd name="T109" fmla="*/ 1854 h 3396"/>
                    <a:gd name="T110" fmla="*/ 1856 w 5991"/>
                    <a:gd name="T111" fmla="*/ 1937 h 3396"/>
                    <a:gd name="T112" fmla="*/ 2417 w 5991"/>
                    <a:gd name="T113" fmla="*/ 1986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991" h="3396">
                      <a:moveTo>
                        <a:pt x="2870" y="3396"/>
                      </a:moveTo>
                      <a:lnTo>
                        <a:pt x="2870" y="3396"/>
                      </a:lnTo>
                      <a:lnTo>
                        <a:pt x="2948" y="3395"/>
                      </a:lnTo>
                      <a:lnTo>
                        <a:pt x="3025" y="3393"/>
                      </a:lnTo>
                      <a:lnTo>
                        <a:pt x="3102" y="3391"/>
                      </a:lnTo>
                      <a:lnTo>
                        <a:pt x="3179" y="3387"/>
                      </a:lnTo>
                      <a:lnTo>
                        <a:pt x="3254" y="3382"/>
                      </a:lnTo>
                      <a:lnTo>
                        <a:pt x="3330" y="3377"/>
                      </a:lnTo>
                      <a:lnTo>
                        <a:pt x="3404" y="3369"/>
                      </a:lnTo>
                      <a:lnTo>
                        <a:pt x="3480" y="3361"/>
                      </a:lnTo>
                      <a:lnTo>
                        <a:pt x="3553" y="3352"/>
                      </a:lnTo>
                      <a:lnTo>
                        <a:pt x="3627" y="3342"/>
                      </a:lnTo>
                      <a:lnTo>
                        <a:pt x="3700" y="3332"/>
                      </a:lnTo>
                      <a:lnTo>
                        <a:pt x="3772" y="3319"/>
                      </a:lnTo>
                      <a:lnTo>
                        <a:pt x="3844" y="3306"/>
                      </a:lnTo>
                      <a:lnTo>
                        <a:pt x="3916" y="3293"/>
                      </a:lnTo>
                      <a:lnTo>
                        <a:pt x="3986" y="3278"/>
                      </a:lnTo>
                      <a:lnTo>
                        <a:pt x="4056" y="3262"/>
                      </a:lnTo>
                      <a:lnTo>
                        <a:pt x="4125" y="3246"/>
                      </a:lnTo>
                      <a:lnTo>
                        <a:pt x="4193" y="3228"/>
                      </a:lnTo>
                      <a:lnTo>
                        <a:pt x="4261" y="3210"/>
                      </a:lnTo>
                      <a:lnTo>
                        <a:pt x="4327" y="3191"/>
                      </a:lnTo>
                      <a:lnTo>
                        <a:pt x="4393" y="3170"/>
                      </a:lnTo>
                      <a:lnTo>
                        <a:pt x="4458" y="3150"/>
                      </a:lnTo>
                      <a:lnTo>
                        <a:pt x="4522" y="3128"/>
                      </a:lnTo>
                      <a:lnTo>
                        <a:pt x="4585" y="3106"/>
                      </a:lnTo>
                      <a:lnTo>
                        <a:pt x="4647" y="3083"/>
                      </a:lnTo>
                      <a:lnTo>
                        <a:pt x="4708" y="3059"/>
                      </a:lnTo>
                      <a:lnTo>
                        <a:pt x="4768" y="3033"/>
                      </a:lnTo>
                      <a:lnTo>
                        <a:pt x="4827" y="3009"/>
                      </a:lnTo>
                      <a:lnTo>
                        <a:pt x="4885" y="2982"/>
                      </a:lnTo>
                      <a:lnTo>
                        <a:pt x="4941" y="2955"/>
                      </a:lnTo>
                      <a:lnTo>
                        <a:pt x="4996" y="2927"/>
                      </a:lnTo>
                      <a:lnTo>
                        <a:pt x="5052" y="2898"/>
                      </a:lnTo>
                      <a:lnTo>
                        <a:pt x="5104" y="2869"/>
                      </a:lnTo>
                      <a:lnTo>
                        <a:pt x="5157" y="2839"/>
                      </a:lnTo>
                      <a:lnTo>
                        <a:pt x="5207" y="2809"/>
                      </a:lnTo>
                      <a:lnTo>
                        <a:pt x="5255" y="2778"/>
                      </a:lnTo>
                      <a:lnTo>
                        <a:pt x="5304" y="2746"/>
                      </a:lnTo>
                      <a:lnTo>
                        <a:pt x="5350" y="2714"/>
                      </a:lnTo>
                      <a:lnTo>
                        <a:pt x="5396" y="2680"/>
                      </a:lnTo>
                      <a:lnTo>
                        <a:pt x="5440" y="2647"/>
                      </a:lnTo>
                      <a:lnTo>
                        <a:pt x="5482" y="2613"/>
                      </a:lnTo>
                      <a:lnTo>
                        <a:pt x="5523" y="2578"/>
                      </a:lnTo>
                      <a:lnTo>
                        <a:pt x="5563" y="2543"/>
                      </a:lnTo>
                      <a:lnTo>
                        <a:pt x="5600" y="2507"/>
                      </a:lnTo>
                      <a:lnTo>
                        <a:pt x="5636" y="2470"/>
                      </a:lnTo>
                      <a:lnTo>
                        <a:pt x="5671" y="2434"/>
                      </a:lnTo>
                      <a:lnTo>
                        <a:pt x="5704" y="2397"/>
                      </a:lnTo>
                      <a:lnTo>
                        <a:pt x="5736" y="2359"/>
                      </a:lnTo>
                      <a:lnTo>
                        <a:pt x="5766" y="2320"/>
                      </a:lnTo>
                      <a:lnTo>
                        <a:pt x="5794" y="2282"/>
                      </a:lnTo>
                      <a:lnTo>
                        <a:pt x="5819" y="2242"/>
                      </a:lnTo>
                      <a:lnTo>
                        <a:pt x="5845" y="2202"/>
                      </a:lnTo>
                      <a:lnTo>
                        <a:pt x="5867" y="2163"/>
                      </a:lnTo>
                      <a:lnTo>
                        <a:pt x="5889" y="2123"/>
                      </a:lnTo>
                      <a:lnTo>
                        <a:pt x="5908" y="2082"/>
                      </a:lnTo>
                      <a:lnTo>
                        <a:pt x="5925" y="2040"/>
                      </a:lnTo>
                      <a:lnTo>
                        <a:pt x="5940" y="1999"/>
                      </a:lnTo>
                      <a:lnTo>
                        <a:pt x="5953" y="1956"/>
                      </a:lnTo>
                      <a:lnTo>
                        <a:pt x="5964" y="1914"/>
                      </a:lnTo>
                      <a:lnTo>
                        <a:pt x="5973" y="1872"/>
                      </a:lnTo>
                      <a:lnTo>
                        <a:pt x="5981" y="1828"/>
                      </a:lnTo>
                      <a:lnTo>
                        <a:pt x="5986" y="1786"/>
                      </a:lnTo>
                      <a:lnTo>
                        <a:pt x="5990" y="1742"/>
                      </a:lnTo>
                      <a:lnTo>
                        <a:pt x="5991" y="1699"/>
                      </a:lnTo>
                      <a:lnTo>
                        <a:pt x="5991" y="1699"/>
                      </a:lnTo>
                      <a:lnTo>
                        <a:pt x="5990" y="1654"/>
                      </a:lnTo>
                      <a:lnTo>
                        <a:pt x="5986" y="1610"/>
                      </a:lnTo>
                      <a:lnTo>
                        <a:pt x="5981" y="1568"/>
                      </a:lnTo>
                      <a:lnTo>
                        <a:pt x="5973" y="1524"/>
                      </a:lnTo>
                      <a:lnTo>
                        <a:pt x="5964" y="1482"/>
                      </a:lnTo>
                      <a:lnTo>
                        <a:pt x="5953" y="1440"/>
                      </a:lnTo>
                      <a:lnTo>
                        <a:pt x="5940" y="1397"/>
                      </a:lnTo>
                      <a:lnTo>
                        <a:pt x="5925" y="1356"/>
                      </a:lnTo>
                      <a:lnTo>
                        <a:pt x="5908" y="1315"/>
                      </a:lnTo>
                      <a:lnTo>
                        <a:pt x="5889" y="1274"/>
                      </a:lnTo>
                      <a:lnTo>
                        <a:pt x="5867" y="1233"/>
                      </a:lnTo>
                      <a:lnTo>
                        <a:pt x="5845" y="1193"/>
                      </a:lnTo>
                      <a:lnTo>
                        <a:pt x="5819" y="1154"/>
                      </a:lnTo>
                      <a:lnTo>
                        <a:pt x="5794" y="1114"/>
                      </a:lnTo>
                      <a:lnTo>
                        <a:pt x="5766" y="1076"/>
                      </a:lnTo>
                      <a:lnTo>
                        <a:pt x="5736" y="1037"/>
                      </a:lnTo>
                      <a:lnTo>
                        <a:pt x="5704" y="1000"/>
                      </a:lnTo>
                      <a:lnTo>
                        <a:pt x="5671" y="961"/>
                      </a:lnTo>
                      <a:lnTo>
                        <a:pt x="5636" y="926"/>
                      </a:lnTo>
                      <a:lnTo>
                        <a:pt x="5600" y="888"/>
                      </a:lnTo>
                      <a:lnTo>
                        <a:pt x="5563" y="852"/>
                      </a:lnTo>
                      <a:lnTo>
                        <a:pt x="5523" y="818"/>
                      </a:lnTo>
                      <a:lnTo>
                        <a:pt x="5482" y="783"/>
                      </a:lnTo>
                      <a:lnTo>
                        <a:pt x="5440" y="749"/>
                      </a:lnTo>
                      <a:lnTo>
                        <a:pt x="5396" y="715"/>
                      </a:lnTo>
                      <a:lnTo>
                        <a:pt x="5350" y="682"/>
                      </a:lnTo>
                      <a:lnTo>
                        <a:pt x="5304" y="650"/>
                      </a:lnTo>
                      <a:lnTo>
                        <a:pt x="5255" y="618"/>
                      </a:lnTo>
                      <a:lnTo>
                        <a:pt x="5207" y="587"/>
                      </a:lnTo>
                      <a:lnTo>
                        <a:pt x="5157" y="556"/>
                      </a:lnTo>
                      <a:lnTo>
                        <a:pt x="5104" y="527"/>
                      </a:lnTo>
                      <a:lnTo>
                        <a:pt x="5052" y="497"/>
                      </a:lnTo>
                      <a:lnTo>
                        <a:pt x="4996" y="469"/>
                      </a:lnTo>
                      <a:lnTo>
                        <a:pt x="4941" y="441"/>
                      </a:lnTo>
                      <a:lnTo>
                        <a:pt x="4885" y="414"/>
                      </a:lnTo>
                      <a:lnTo>
                        <a:pt x="4827" y="388"/>
                      </a:lnTo>
                      <a:lnTo>
                        <a:pt x="4768" y="363"/>
                      </a:lnTo>
                      <a:lnTo>
                        <a:pt x="4708" y="337"/>
                      </a:lnTo>
                      <a:lnTo>
                        <a:pt x="4647" y="314"/>
                      </a:lnTo>
                      <a:lnTo>
                        <a:pt x="4585" y="290"/>
                      </a:lnTo>
                      <a:lnTo>
                        <a:pt x="4522" y="268"/>
                      </a:lnTo>
                      <a:lnTo>
                        <a:pt x="4458" y="246"/>
                      </a:lnTo>
                      <a:lnTo>
                        <a:pt x="4393" y="226"/>
                      </a:lnTo>
                      <a:lnTo>
                        <a:pt x="4327" y="205"/>
                      </a:lnTo>
                      <a:lnTo>
                        <a:pt x="4261" y="186"/>
                      </a:lnTo>
                      <a:lnTo>
                        <a:pt x="4193" y="168"/>
                      </a:lnTo>
                      <a:lnTo>
                        <a:pt x="4125" y="150"/>
                      </a:lnTo>
                      <a:lnTo>
                        <a:pt x="4056" y="133"/>
                      </a:lnTo>
                      <a:lnTo>
                        <a:pt x="3986" y="118"/>
                      </a:lnTo>
                      <a:lnTo>
                        <a:pt x="3916" y="104"/>
                      </a:lnTo>
                      <a:lnTo>
                        <a:pt x="3844" y="90"/>
                      </a:lnTo>
                      <a:lnTo>
                        <a:pt x="3772" y="77"/>
                      </a:lnTo>
                      <a:lnTo>
                        <a:pt x="3700" y="65"/>
                      </a:lnTo>
                      <a:lnTo>
                        <a:pt x="3627" y="54"/>
                      </a:lnTo>
                      <a:lnTo>
                        <a:pt x="3553" y="44"/>
                      </a:lnTo>
                      <a:lnTo>
                        <a:pt x="3480" y="35"/>
                      </a:lnTo>
                      <a:lnTo>
                        <a:pt x="3404" y="27"/>
                      </a:lnTo>
                      <a:lnTo>
                        <a:pt x="3330" y="20"/>
                      </a:lnTo>
                      <a:lnTo>
                        <a:pt x="3254" y="14"/>
                      </a:lnTo>
                      <a:lnTo>
                        <a:pt x="3179" y="9"/>
                      </a:lnTo>
                      <a:lnTo>
                        <a:pt x="3102" y="5"/>
                      </a:lnTo>
                      <a:lnTo>
                        <a:pt x="3025" y="3"/>
                      </a:lnTo>
                      <a:lnTo>
                        <a:pt x="2948" y="1"/>
                      </a:lnTo>
                      <a:lnTo>
                        <a:pt x="2870" y="0"/>
                      </a:lnTo>
                      <a:lnTo>
                        <a:pt x="2870" y="0"/>
                      </a:lnTo>
                      <a:lnTo>
                        <a:pt x="2716" y="1"/>
                      </a:lnTo>
                      <a:lnTo>
                        <a:pt x="2566" y="5"/>
                      </a:lnTo>
                      <a:lnTo>
                        <a:pt x="2417" y="12"/>
                      </a:lnTo>
                      <a:lnTo>
                        <a:pt x="2272" y="20"/>
                      </a:lnTo>
                      <a:lnTo>
                        <a:pt x="2130" y="32"/>
                      </a:lnTo>
                      <a:lnTo>
                        <a:pt x="1990" y="45"/>
                      </a:lnTo>
                      <a:lnTo>
                        <a:pt x="1856" y="62"/>
                      </a:lnTo>
                      <a:lnTo>
                        <a:pt x="1724" y="79"/>
                      </a:lnTo>
                      <a:lnTo>
                        <a:pt x="1596" y="99"/>
                      </a:lnTo>
                      <a:lnTo>
                        <a:pt x="1471" y="120"/>
                      </a:lnTo>
                      <a:lnTo>
                        <a:pt x="1351" y="145"/>
                      </a:lnTo>
                      <a:lnTo>
                        <a:pt x="1235" y="170"/>
                      </a:lnTo>
                      <a:lnTo>
                        <a:pt x="1123" y="199"/>
                      </a:lnTo>
                      <a:lnTo>
                        <a:pt x="1015" y="228"/>
                      </a:lnTo>
                      <a:lnTo>
                        <a:pt x="912" y="260"/>
                      </a:lnTo>
                      <a:lnTo>
                        <a:pt x="862" y="276"/>
                      </a:lnTo>
                      <a:lnTo>
                        <a:pt x="815" y="292"/>
                      </a:lnTo>
                      <a:lnTo>
                        <a:pt x="768" y="310"/>
                      </a:lnTo>
                      <a:lnTo>
                        <a:pt x="721" y="328"/>
                      </a:lnTo>
                      <a:lnTo>
                        <a:pt x="677" y="345"/>
                      </a:lnTo>
                      <a:lnTo>
                        <a:pt x="633" y="364"/>
                      </a:lnTo>
                      <a:lnTo>
                        <a:pt x="591" y="382"/>
                      </a:lnTo>
                      <a:lnTo>
                        <a:pt x="550" y="401"/>
                      </a:lnTo>
                      <a:lnTo>
                        <a:pt x="510" y="420"/>
                      </a:lnTo>
                      <a:lnTo>
                        <a:pt x="471" y="441"/>
                      </a:lnTo>
                      <a:lnTo>
                        <a:pt x="434" y="460"/>
                      </a:lnTo>
                      <a:lnTo>
                        <a:pt x="398" y="481"/>
                      </a:lnTo>
                      <a:lnTo>
                        <a:pt x="365" y="502"/>
                      </a:lnTo>
                      <a:lnTo>
                        <a:pt x="332" y="523"/>
                      </a:lnTo>
                      <a:lnTo>
                        <a:pt x="301" y="545"/>
                      </a:lnTo>
                      <a:lnTo>
                        <a:pt x="270" y="567"/>
                      </a:lnTo>
                      <a:lnTo>
                        <a:pt x="242" y="588"/>
                      </a:lnTo>
                      <a:lnTo>
                        <a:pt x="215" y="610"/>
                      </a:lnTo>
                      <a:lnTo>
                        <a:pt x="189" y="633"/>
                      </a:lnTo>
                      <a:lnTo>
                        <a:pt x="166" y="655"/>
                      </a:lnTo>
                      <a:lnTo>
                        <a:pt x="143" y="678"/>
                      </a:lnTo>
                      <a:lnTo>
                        <a:pt x="123" y="702"/>
                      </a:lnTo>
                      <a:lnTo>
                        <a:pt x="104" y="726"/>
                      </a:lnTo>
                      <a:lnTo>
                        <a:pt x="86" y="750"/>
                      </a:lnTo>
                      <a:lnTo>
                        <a:pt x="69" y="773"/>
                      </a:lnTo>
                      <a:lnTo>
                        <a:pt x="55" y="797"/>
                      </a:lnTo>
                      <a:lnTo>
                        <a:pt x="42" y="822"/>
                      </a:lnTo>
                      <a:lnTo>
                        <a:pt x="30" y="847"/>
                      </a:lnTo>
                      <a:lnTo>
                        <a:pt x="21" y="872"/>
                      </a:lnTo>
                      <a:lnTo>
                        <a:pt x="14" y="897"/>
                      </a:lnTo>
                      <a:lnTo>
                        <a:pt x="7" y="922"/>
                      </a:lnTo>
                      <a:lnTo>
                        <a:pt x="2" y="947"/>
                      </a:lnTo>
                      <a:lnTo>
                        <a:pt x="0" y="973"/>
                      </a:lnTo>
                      <a:lnTo>
                        <a:pt x="0" y="999"/>
                      </a:lnTo>
                      <a:lnTo>
                        <a:pt x="0" y="999"/>
                      </a:lnTo>
                      <a:lnTo>
                        <a:pt x="0" y="1024"/>
                      </a:lnTo>
                      <a:lnTo>
                        <a:pt x="2" y="1050"/>
                      </a:lnTo>
                      <a:lnTo>
                        <a:pt x="7" y="1076"/>
                      </a:lnTo>
                      <a:lnTo>
                        <a:pt x="14" y="1101"/>
                      </a:lnTo>
                      <a:lnTo>
                        <a:pt x="21" y="1127"/>
                      </a:lnTo>
                      <a:lnTo>
                        <a:pt x="30" y="1151"/>
                      </a:lnTo>
                      <a:lnTo>
                        <a:pt x="42" y="1176"/>
                      </a:lnTo>
                      <a:lnTo>
                        <a:pt x="55" y="1200"/>
                      </a:lnTo>
                      <a:lnTo>
                        <a:pt x="69" y="1224"/>
                      </a:lnTo>
                      <a:lnTo>
                        <a:pt x="86" y="1249"/>
                      </a:lnTo>
                      <a:lnTo>
                        <a:pt x="104" y="1273"/>
                      </a:lnTo>
                      <a:lnTo>
                        <a:pt x="123" y="1296"/>
                      </a:lnTo>
                      <a:lnTo>
                        <a:pt x="143" y="1319"/>
                      </a:lnTo>
                      <a:lnTo>
                        <a:pt x="166" y="1342"/>
                      </a:lnTo>
                      <a:lnTo>
                        <a:pt x="189" y="1365"/>
                      </a:lnTo>
                      <a:lnTo>
                        <a:pt x="215" y="1388"/>
                      </a:lnTo>
                      <a:lnTo>
                        <a:pt x="242" y="1410"/>
                      </a:lnTo>
                      <a:lnTo>
                        <a:pt x="270" y="1432"/>
                      </a:lnTo>
                      <a:lnTo>
                        <a:pt x="301" y="1454"/>
                      </a:lnTo>
                      <a:lnTo>
                        <a:pt x="332" y="1475"/>
                      </a:lnTo>
                      <a:lnTo>
                        <a:pt x="365" y="1496"/>
                      </a:lnTo>
                      <a:lnTo>
                        <a:pt x="398" y="1517"/>
                      </a:lnTo>
                      <a:lnTo>
                        <a:pt x="434" y="1537"/>
                      </a:lnTo>
                      <a:lnTo>
                        <a:pt x="471" y="1558"/>
                      </a:lnTo>
                      <a:lnTo>
                        <a:pt x="510" y="1577"/>
                      </a:lnTo>
                      <a:lnTo>
                        <a:pt x="550" y="1596"/>
                      </a:lnTo>
                      <a:lnTo>
                        <a:pt x="591" y="1615"/>
                      </a:lnTo>
                      <a:lnTo>
                        <a:pt x="633" y="1634"/>
                      </a:lnTo>
                      <a:lnTo>
                        <a:pt x="677" y="1652"/>
                      </a:lnTo>
                      <a:lnTo>
                        <a:pt x="721" y="1670"/>
                      </a:lnTo>
                      <a:lnTo>
                        <a:pt x="768" y="1688"/>
                      </a:lnTo>
                      <a:lnTo>
                        <a:pt x="815" y="1705"/>
                      </a:lnTo>
                      <a:lnTo>
                        <a:pt x="862" y="1722"/>
                      </a:lnTo>
                      <a:lnTo>
                        <a:pt x="912" y="1738"/>
                      </a:lnTo>
                      <a:lnTo>
                        <a:pt x="1015" y="1769"/>
                      </a:lnTo>
                      <a:lnTo>
                        <a:pt x="1123" y="1800"/>
                      </a:lnTo>
                      <a:lnTo>
                        <a:pt x="1235" y="1827"/>
                      </a:lnTo>
                      <a:lnTo>
                        <a:pt x="1351" y="1854"/>
                      </a:lnTo>
                      <a:lnTo>
                        <a:pt x="1471" y="1877"/>
                      </a:lnTo>
                      <a:lnTo>
                        <a:pt x="1596" y="1899"/>
                      </a:lnTo>
                      <a:lnTo>
                        <a:pt x="1724" y="1919"/>
                      </a:lnTo>
                      <a:lnTo>
                        <a:pt x="1856" y="1937"/>
                      </a:lnTo>
                      <a:lnTo>
                        <a:pt x="1990" y="1952"/>
                      </a:lnTo>
                      <a:lnTo>
                        <a:pt x="2130" y="1966"/>
                      </a:lnTo>
                      <a:lnTo>
                        <a:pt x="2272" y="1977"/>
                      </a:lnTo>
                      <a:lnTo>
                        <a:pt x="2417" y="1986"/>
                      </a:lnTo>
                      <a:lnTo>
                        <a:pt x="2566" y="1992"/>
                      </a:lnTo>
                      <a:lnTo>
                        <a:pt x="2716" y="1996"/>
                      </a:lnTo>
                      <a:lnTo>
                        <a:pt x="2870" y="1997"/>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478093" rtl="0" eaLnBrk="1" latinLnBrk="0" hangingPunct="1">
                    <a:defRPr sz="1883" kern="1200">
                      <a:solidFill>
                        <a:schemeClr val="tx1"/>
                      </a:solidFill>
                      <a:latin typeface="+mn-lt"/>
                      <a:ea typeface="+mn-ea"/>
                      <a:cs typeface="+mn-cs"/>
                    </a:defRPr>
                  </a:lvl1pPr>
                  <a:lvl2pPr marL="478093" algn="l" defTabSz="478093" rtl="0" eaLnBrk="1" latinLnBrk="0" hangingPunct="1">
                    <a:defRPr sz="1883" kern="1200">
                      <a:solidFill>
                        <a:schemeClr val="tx1"/>
                      </a:solidFill>
                      <a:latin typeface="+mn-lt"/>
                      <a:ea typeface="+mn-ea"/>
                      <a:cs typeface="+mn-cs"/>
                    </a:defRPr>
                  </a:lvl2pPr>
                  <a:lvl3pPr marL="956184" algn="l" defTabSz="478093" rtl="0" eaLnBrk="1" latinLnBrk="0" hangingPunct="1">
                    <a:defRPr sz="1883" kern="1200">
                      <a:solidFill>
                        <a:schemeClr val="tx1"/>
                      </a:solidFill>
                      <a:latin typeface="+mn-lt"/>
                      <a:ea typeface="+mn-ea"/>
                      <a:cs typeface="+mn-cs"/>
                    </a:defRPr>
                  </a:lvl3pPr>
                  <a:lvl4pPr marL="1434277" algn="l" defTabSz="478093" rtl="0" eaLnBrk="1" latinLnBrk="0" hangingPunct="1">
                    <a:defRPr sz="1883" kern="1200">
                      <a:solidFill>
                        <a:schemeClr val="tx1"/>
                      </a:solidFill>
                      <a:latin typeface="+mn-lt"/>
                      <a:ea typeface="+mn-ea"/>
                      <a:cs typeface="+mn-cs"/>
                    </a:defRPr>
                  </a:lvl4pPr>
                  <a:lvl5pPr marL="1912370" algn="l" defTabSz="478093" rtl="0" eaLnBrk="1" latinLnBrk="0" hangingPunct="1">
                    <a:defRPr sz="1883" kern="1200">
                      <a:solidFill>
                        <a:schemeClr val="tx1"/>
                      </a:solidFill>
                      <a:latin typeface="+mn-lt"/>
                      <a:ea typeface="+mn-ea"/>
                      <a:cs typeface="+mn-cs"/>
                    </a:defRPr>
                  </a:lvl5pPr>
                  <a:lvl6pPr marL="2390462" algn="l" defTabSz="478093" rtl="0" eaLnBrk="1" latinLnBrk="0" hangingPunct="1">
                    <a:defRPr sz="1883" kern="1200">
                      <a:solidFill>
                        <a:schemeClr val="tx1"/>
                      </a:solidFill>
                      <a:latin typeface="+mn-lt"/>
                      <a:ea typeface="+mn-ea"/>
                      <a:cs typeface="+mn-cs"/>
                    </a:defRPr>
                  </a:lvl6pPr>
                  <a:lvl7pPr marL="2868554" algn="l" defTabSz="478093" rtl="0" eaLnBrk="1" latinLnBrk="0" hangingPunct="1">
                    <a:defRPr sz="1883" kern="1200">
                      <a:solidFill>
                        <a:schemeClr val="tx1"/>
                      </a:solidFill>
                      <a:latin typeface="+mn-lt"/>
                      <a:ea typeface="+mn-ea"/>
                      <a:cs typeface="+mn-cs"/>
                    </a:defRPr>
                  </a:lvl7pPr>
                  <a:lvl8pPr marL="3346646" algn="l" defTabSz="478093" rtl="0" eaLnBrk="1" latinLnBrk="0" hangingPunct="1">
                    <a:defRPr sz="1883" kern="1200">
                      <a:solidFill>
                        <a:schemeClr val="tx1"/>
                      </a:solidFill>
                      <a:latin typeface="+mn-lt"/>
                      <a:ea typeface="+mn-ea"/>
                      <a:cs typeface="+mn-cs"/>
                    </a:defRPr>
                  </a:lvl8pPr>
                  <a:lvl9pPr marL="3824739" algn="l" defTabSz="478093" rtl="0" eaLnBrk="1" latinLnBrk="0" hangingPunct="1">
                    <a:defRPr sz="1883" kern="1200">
                      <a:solidFill>
                        <a:schemeClr val="tx1"/>
                      </a:solidFill>
                      <a:latin typeface="+mn-lt"/>
                      <a:ea typeface="+mn-ea"/>
                      <a:cs typeface="+mn-cs"/>
                    </a:defRPr>
                  </a:lvl9pPr>
                </a:lstStyle>
                <a:p>
                  <a:endParaRPr lang="ja-JP" altLang="en-US"/>
                </a:p>
              </p:txBody>
            </p:sp>
            <p:sp>
              <p:nvSpPr>
                <p:cNvPr id="154" name="Freeform 42">
                  <a:extLst>
                    <a:ext uri="{FF2B5EF4-FFF2-40B4-BE49-F238E27FC236}">
                      <a16:creationId xmlns:a16="http://schemas.microsoft.com/office/drawing/2014/main" id="{31597B0A-42BD-BD2B-6AF6-420A0027A14F}"/>
                    </a:ext>
                  </a:extLst>
                </p:cNvPr>
                <p:cNvSpPr>
                  <a:spLocks/>
                </p:cNvSpPr>
                <p:nvPr/>
              </p:nvSpPr>
              <p:spPr bwMode="auto">
                <a:xfrm flipV="1">
                  <a:off x="3131984" y="5191944"/>
                  <a:ext cx="270003" cy="90001"/>
                </a:xfrm>
                <a:custGeom>
                  <a:avLst/>
                  <a:gdLst>
                    <a:gd name="T0" fmla="*/ 3025 w 5991"/>
                    <a:gd name="T1" fmla="*/ 3393 h 3396"/>
                    <a:gd name="T2" fmla="*/ 3330 w 5991"/>
                    <a:gd name="T3" fmla="*/ 3377 h 3396"/>
                    <a:gd name="T4" fmla="*/ 3627 w 5991"/>
                    <a:gd name="T5" fmla="*/ 3342 h 3396"/>
                    <a:gd name="T6" fmla="*/ 3916 w 5991"/>
                    <a:gd name="T7" fmla="*/ 3293 h 3396"/>
                    <a:gd name="T8" fmla="*/ 4193 w 5991"/>
                    <a:gd name="T9" fmla="*/ 3228 h 3396"/>
                    <a:gd name="T10" fmla="*/ 4458 w 5991"/>
                    <a:gd name="T11" fmla="*/ 3150 h 3396"/>
                    <a:gd name="T12" fmla="*/ 4708 w 5991"/>
                    <a:gd name="T13" fmla="*/ 3059 h 3396"/>
                    <a:gd name="T14" fmla="*/ 4941 w 5991"/>
                    <a:gd name="T15" fmla="*/ 2955 h 3396"/>
                    <a:gd name="T16" fmla="*/ 5157 w 5991"/>
                    <a:gd name="T17" fmla="*/ 2839 h 3396"/>
                    <a:gd name="T18" fmla="*/ 5350 w 5991"/>
                    <a:gd name="T19" fmla="*/ 2714 h 3396"/>
                    <a:gd name="T20" fmla="*/ 5523 w 5991"/>
                    <a:gd name="T21" fmla="*/ 2578 h 3396"/>
                    <a:gd name="T22" fmla="*/ 5671 w 5991"/>
                    <a:gd name="T23" fmla="*/ 2434 h 3396"/>
                    <a:gd name="T24" fmla="*/ 5794 w 5991"/>
                    <a:gd name="T25" fmla="*/ 2282 h 3396"/>
                    <a:gd name="T26" fmla="*/ 5889 w 5991"/>
                    <a:gd name="T27" fmla="*/ 2123 h 3396"/>
                    <a:gd name="T28" fmla="*/ 5953 w 5991"/>
                    <a:gd name="T29" fmla="*/ 1956 h 3396"/>
                    <a:gd name="T30" fmla="*/ 5986 w 5991"/>
                    <a:gd name="T31" fmla="*/ 1786 h 3396"/>
                    <a:gd name="T32" fmla="*/ 5990 w 5991"/>
                    <a:gd name="T33" fmla="*/ 1654 h 3396"/>
                    <a:gd name="T34" fmla="*/ 5964 w 5991"/>
                    <a:gd name="T35" fmla="*/ 1482 h 3396"/>
                    <a:gd name="T36" fmla="*/ 5908 w 5991"/>
                    <a:gd name="T37" fmla="*/ 1315 h 3396"/>
                    <a:gd name="T38" fmla="*/ 5819 w 5991"/>
                    <a:gd name="T39" fmla="*/ 1154 h 3396"/>
                    <a:gd name="T40" fmla="*/ 5704 w 5991"/>
                    <a:gd name="T41" fmla="*/ 1000 h 3396"/>
                    <a:gd name="T42" fmla="*/ 5563 w 5991"/>
                    <a:gd name="T43" fmla="*/ 852 h 3396"/>
                    <a:gd name="T44" fmla="*/ 5396 w 5991"/>
                    <a:gd name="T45" fmla="*/ 715 h 3396"/>
                    <a:gd name="T46" fmla="*/ 5207 w 5991"/>
                    <a:gd name="T47" fmla="*/ 587 h 3396"/>
                    <a:gd name="T48" fmla="*/ 4996 w 5991"/>
                    <a:gd name="T49" fmla="*/ 469 h 3396"/>
                    <a:gd name="T50" fmla="*/ 4768 w 5991"/>
                    <a:gd name="T51" fmla="*/ 363 h 3396"/>
                    <a:gd name="T52" fmla="*/ 4522 w 5991"/>
                    <a:gd name="T53" fmla="*/ 268 h 3396"/>
                    <a:gd name="T54" fmla="*/ 4261 w 5991"/>
                    <a:gd name="T55" fmla="*/ 186 h 3396"/>
                    <a:gd name="T56" fmla="*/ 3986 w 5991"/>
                    <a:gd name="T57" fmla="*/ 118 h 3396"/>
                    <a:gd name="T58" fmla="*/ 3700 w 5991"/>
                    <a:gd name="T59" fmla="*/ 65 h 3396"/>
                    <a:gd name="T60" fmla="*/ 3404 w 5991"/>
                    <a:gd name="T61" fmla="*/ 27 h 3396"/>
                    <a:gd name="T62" fmla="*/ 3102 w 5991"/>
                    <a:gd name="T63" fmla="*/ 5 h 3396"/>
                    <a:gd name="T64" fmla="*/ 2870 w 5991"/>
                    <a:gd name="T65" fmla="*/ 0 h 3396"/>
                    <a:gd name="T66" fmla="*/ 2272 w 5991"/>
                    <a:gd name="T67" fmla="*/ 20 h 3396"/>
                    <a:gd name="T68" fmla="*/ 1724 w 5991"/>
                    <a:gd name="T69" fmla="*/ 79 h 3396"/>
                    <a:gd name="T70" fmla="*/ 1235 w 5991"/>
                    <a:gd name="T71" fmla="*/ 170 h 3396"/>
                    <a:gd name="T72" fmla="*/ 862 w 5991"/>
                    <a:gd name="T73" fmla="*/ 276 h 3396"/>
                    <a:gd name="T74" fmla="*/ 677 w 5991"/>
                    <a:gd name="T75" fmla="*/ 345 h 3396"/>
                    <a:gd name="T76" fmla="*/ 510 w 5991"/>
                    <a:gd name="T77" fmla="*/ 420 h 3396"/>
                    <a:gd name="T78" fmla="*/ 365 w 5991"/>
                    <a:gd name="T79" fmla="*/ 502 h 3396"/>
                    <a:gd name="T80" fmla="*/ 242 w 5991"/>
                    <a:gd name="T81" fmla="*/ 588 h 3396"/>
                    <a:gd name="T82" fmla="*/ 143 w 5991"/>
                    <a:gd name="T83" fmla="*/ 678 h 3396"/>
                    <a:gd name="T84" fmla="*/ 69 w 5991"/>
                    <a:gd name="T85" fmla="*/ 773 h 3396"/>
                    <a:gd name="T86" fmla="*/ 21 w 5991"/>
                    <a:gd name="T87" fmla="*/ 872 h 3396"/>
                    <a:gd name="T88" fmla="*/ 0 w 5991"/>
                    <a:gd name="T89" fmla="*/ 973 h 3396"/>
                    <a:gd name="T90" fmla="*/ 2 w 5991"/>
                    <a:gd name="T91" fmla="*/ 1050 h 3396"/>
                    <a:gd name="T92" fmla="*/ 30 w 5991"/>
                    <a:gd name="T93" fmla="*/ 1151 h 3396"/>
                    <a:gd name="T94" fmla="*/ 86 w 5991"/>
                    <a:gd name="T95" fmla="*/ 1249 h 3396"/>
                    <a:gd name="T96" fmla="*/ 166 w 5991"/>
                    <a:gd name="T97" fmla="*/ 1342 h 3396"/>
                    <a:gd name="T98" fmla="*/ 270 w 5991"/>
                    <a:gd name="T99" fmla="*/ 1432 h 3396"/>
                    <a:gd name="T100" fmla="*/ 398 w 5991"/>
                    <a:gd name="T101" fmla="*/ 1517 h 3396"/>
                    <a:gd name="T102" fmla="*/ 550 w 5991"/>
                    <a:gd name="T103" fmla="*/ 1596 h 3396"/>
                    <a:gd name="T104" fmla="*/ 721 w 5991"/>
                    <a:gd name="T105" fmla="*/ 1670 h 3396"/>
                    <a:gd name="T106" fmla="*/ 912 w 5991"/>
                    <a:gd name="T107" fmla="*/ 1738 h 3396"/>
                    <a:gd name="T108" fmla="*/ 1351 w 5991"/>
                    <a:gd name="T109" fmla="*/ 1854 h 3396"/>
                    <a:gd name="T110" fmla="*/ 1856 w 5991"/>
                    <a:gd name="T111" fmla="*/ 1937 h 3396"/>
                    <a:gd name="T112" fmla="*/ 2417 w 5991"/>
                    <a:gd name="T113" fmla="*/ 1986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991" h="3396">
                      <a:moveTo>
                        <a:pt x="2870" y="3396"/>
                      </a:moveTo>
                      <a:lnTo>
                        <a:pt x="2870" y="3396"/>
                      </a:lnTo>
                      <a:lnTo>
                        <a:pt x="2948" y="3395"/>
                      </a:lnTo>
                      <a:lnTo>
                        <a:pt x="3025" y="3393"/>
                      </a:lnTo>
                      <a:lnTo>
                        <a:pt x="3102" y="3391"/>
                      </a:lnTo>
                      <a:lnTo>
                        <a:pt x="3179" y="3387"/>
                      </a:lnTo>
                      <a:lnTo>
                        <a:pt x="3254" y="3382"/>
                      </a:lnTo>
                      <a:lnTo>
                        <a:pt x="3330" y="3377"/>
                      </a:lnTo>
                      <a:lnTo>
                        <a:pt x="3404" y="3369"/>
                      </a:lnTo>
                      <a:lnTo>
                        <a:pt x="3480" y="3361"/>
                      </a:lnTo>
                      <a:lnTo>
                        <a:pt x="3553" y="3352"/>
                      </a:lnTo>
                      <a:lnTo>
                        <a:pt x="3627" y="3342"/>
                      </a:lnTo>
                      <a:lnTo>
                        <a:pt x="3700" y="3332"/>
                      </a:lnTo>
                      <a:lnTo>
                        <a:pt x="3772" y="3319"/>
                      </a:lnTo>
                      <a:lnTo>
                        <a:pt x="3844" y="3306"/>
                      </a:lnTo>
                      <a:lnTo>
                        <a:pt x="3916" y="3293"/>
                      </a:lnTo>
                      <a:lnTo>
                        <a:pt x="3986" y="3278"/>
                      </a:lnTo>
                      <a:lnTo>
                        <a:pt x="4056" y="3262"/>
                      </a:lnTo>
                      <a:lnTo>
                        <a:pt x="4125" y="3246"/>
                      </a:lnTo>
                      <a:lnTo>
                        <a:pt x="4193" y="3228"/>
                      </a:lnTo>
                      <a:lnTo>
                        <a:pt x="4261" y="3210"/>
                      </a:lnTo>
                      <a:lnTo>
                        <a:pt x="4327" y="3191"/>
                      </a:lnTo>
                      <a:lnTo>
                        <a:pt x="4393" y="3170"/>
                      </a:lnTo>
                      <a:lnTo>
                        <a:pt x="4458" y="3150"/>
                      </a:lnTo>
                      <a:lnTo>
                        <a:pt x="4522" y="3128"/>
                      </a:lnTo>
                      <a:lnTo>
                        <a:pt x="4585" y="3106"/>
                      </a:lnTo>
                      <a:lnTo>
                        <a:pt x="4647" y="3083"/>
                      </a:lnTo>
                      <a:lnTo>
                        <a:pt x="4708" y="3059"/>
                      </a:lnTo>
                      <a:lnTo>
                        <a:pt x="4768" y="3033"/>
                      </a:lnTo>
                      <a:lnTo>
                        <a:pt x="4827" y="3009"/>
                      </a:lnTo>
                      <a:lnTo>
                        <a:pt x="4885" y="2982"/>
                      </a:lnTo>
                      <a:lnTo>
                        <a:pt x="4941" y="2955"/>
                      </a:lnTo>
                      <a:lnTo>
                        <a:pt x="4996" y="2927"/>
                      </a:lnTo>
                      <a:lnTo>
                        <a:pt x="5052" y="2898"/>
                      </a:lnTo>
                      <a:lnTo>
                        <a:pt x="5104" y="2869"/>
                      </a:lnTo>
                      <a:lnTo>
                        <a:pt x="5157" y="2839"/>
                      </a:lnTo>
                      <a:lnTo>
                        <a:pt x="5207" y="2809"/>
                      </a:lnTo>
                      <a:lnTo>
                        <a:pt x="5255" y="2778"/>
                      </a:lnTo>
                      <a:lnTo>
                        <a:pt x="5304" y="2746"/>
                      </a:lnTo>
                      <a:lnTo>
                        <a:pt x="5350" y="2714"/>
                      </a:lnTo>
                      <a:lnTo>
                        <a:pt x="5396" y="2680"/>
                      </a:lnTo>
                      <a:lnTo>
                        <a:pt x="5440" y="2647"/>
                      </a:lnTo>
                      <a:lnTo>
                        <a:pt x="5482" y="2613"/>
                      </a:lnTo>
                      <a:lnTo>
                        <a:pt x="5523" y="2578"/>
                      </a:lnTo>
                      <a:lnTo>
                        <a:pt x="5563" y="2543"/>
                      </a:lnTo>
                      <a:lnTo>
                        <a:pt x="5600" y="2507"/>
                      </a:lnTo>
                      <a:lnTo>
                        <a:pt x="5636" y="2470"/>
                      </a:lnTo>
                      <a:lnTo>
                        <a:pt x="5671" y="2434"/>
                      </a:lnTo>
                      <a:lnTo>
                        <a:pt x="5704" y="2397"/>
                      </a:lnTo>
                      <a:lnTo>
                        <a:pt x="5736" y="2359"/>
                      </a:lnTo>
                      <a:lnTo>
                        <a:pt x="5766" y="2320"/>
                      </a:lnTo>
                      <a:lnTo>
                        <a:pt x="5794" y="2282"/>
                      </a:lnTo>
                      <a:lnTo>
                        <a:pt x="5819" y="2242"/>
                      </a:lnTo>
                      <a:lnTo>
                        <a:pt x="5845" y="2202"/>
                      </a:lnTo>
                      <a:lnTo>
                        <a:pt x="5867" y="2163"/>
                      </a:lnTo>
                      <a:lnTo>
                        <a:pt x="5889" y="2123"/>
                      </a:lnTo>
                      <a:lnTo>
                        <a:pt x="5908" y="2082"/>
                      </a:lnTo>
                      <a:lnTo>
                        <a:pt x="5925" y="2040"/>
                      </a:lnTo>
                      <a:lnTo>
                        <a:pt x="5940" y="1999"/>
                      </a:lnTo>
                      <a:lnTo>
                        <a:pt x="5953" y="1956"/>
                      </a:lnTo>
                      <a:lnTo>
                        <a:pt x="5964" y="1914"/>
                      </a:lnTo>
                      <a:lnTo>
                        <a:pt x="5973" y="1872"/>
                      </a:lnTo>
                      <a:lnTo>
                        <a:pt x="5981" y="1828"/>
                      </a:lnTo>
                      <a:lnTo>
                        <a:pt x="5986" y="1786"/>
                      </a:lnTo>
                      <a:lnTo>
                        <a:pt x="5990" y="1742"/>
                      </a:lnTo>
                      <a:lnTo>
                        <a:pt x="5991" y="1699"/>
                      </a:lnTo>
                      <a:lnTo>
                        <a:pt x="5991" y="1699"/>
                      </a:lnTo>
                      <a:lnTo>
                        <a:pt x="5990" y="1654"/>
                      </a:lnTo>
                      <a:lnTo>
                        <a:pt x="5986" y="1610"/>
                      </a:lnTo>
                      <a:lnTo>
                        <a:pt x="5981" y="1568"/>
                      </a:lnTo>
                      <a:lnTo>
                        <a:pt x="5973" y="1524"/>
                      </a:lnTo>
                      <a:lnTo>
                        <a:pt x="5964" y="1482"/>
                      </a:lnTo>
                      <a:lnTo>
                        <a:pt x="5953" y="1440"/>
                      </a:lnTo>
                      <a:lnTo>
                        <a:pt x="5940" y="1397"/>
                      </a:lnTo>
                      <a:lnTo>
                        <a:pt x="5925" y="1356"/>
                      </a:lnTo>
                      <a:lnTo>
                        <a:pt x="5908" y="1315"/>
                      </a:lnTo>
                      <a:lnTo>
                        <a:pt x="5889" y="1274"/>
                      </a:lnTo>
                      <a:lnTo>
                        <a:pt x="5867" y="1233"/>
                      </a:lnTo>
                      <a:lnTo>
                        <a:pt x="5845" y="1193"/>
                      </a:lnTo>
                      <a:lnTo>
                        <a:pt x="5819" y="1154"/>
                      </a:lnTo>
                      <a:lnTo>
                        <a:pt x="5794" y="1114"/>
                      </a:lnTo>
                      <a:lnTo>
                        <a:pt x="5766" y="1076"/>
                      </a:lnTo>
                      <a:lnTo>
                        <a:pt x="5736" y="1037"/>
                      </a:lnTo>
                      <a:lnTo>
                        <a:pt x="5704" y="1000"/>
                      </a:lnTo>
                      <a:lnTo>
                        <a:pt x="5671" y="961"/>
                      </a:lnTo>
                      <a:lnTo>
                        <a:pt x="5636" y="926"/>
                      </a:lnTo>
                      <a:lnTo>
                        <a:pt x="5600" y="888"/>
                      </a:lnTo>
                      <a:lnTo>
                        <a:pt x="5563" y="852"/>
                      </a:lnTo>
                      <a:lnTo>
                        <a:pt x="5523" y="818"/>
                      </a:lnTo>
                      <a:lnTo>
                        <a:pt x="5482" y="783"/>
                      </a:lnTo>
                      <a:lnTo>
                        <a:pt x="5440" y="749"/>
                      </a:lnTo>
                      <a:lnTo>
                        <a:pt x="5396" y="715"/>
                      </a:lnTo>
                      <a:lnTo>
                        <a:pt x="5350" y="682"/>
                      </a:lnTo>
                      <a:lnTo>
                        <a:pt x="5304" y="650"/>
                      </a:lnTo>
                      <a:lnTo>
                        <a:pt x="5255" y="618"/>
                      </a:lnTo>
                      <a:lnTo>
                        <a:pt x="5207" y="587"/>
                      </a:lnTo>
                      <a:lnTo>
                        <a:pt x="5157" y="556"/>
                      </a:lnTo>
                      <a:lnTo>
                        <a:pt x="5104" y="527"/>
                      </a:lnTo>
                      <a:lnTo>
                        <a:pt x="5052" y="497"/>
                      </a:lnTo>
                      <a:lnTo>
                        <a:pt x="4996" y="469"/>
                      </a:lnTo>
                      <a:lnTo>
                        <a:pt x="4941" y="441"/>
                      </a:lnTo>
                      <a:lnTo>
                        <a:pt x="4885" y="414"/>
                      </a:lnTo>
                      <a:lnTo>
                        <a:pt x="4827" y="388"/>
                      </a:lnTo>
                      <a:lnTo>
                        <a:pt x="4768" y="363"/>
                      </a:lnTo>
                      <a:lnTo>
                        <a:pt x="4708" y="337"/>
                      </a:lnTo>
                      <a:lnTo>
                        <a:pt x="4647" y="314"/>
                      </a:lnTo>
                      <a:lnTo>
                        <a:pt x="4585" y="290"/>
                      </a:lnTo>
                      <a:lnTo>
                        <a:pt x="4522" y="268"/>
                      </a:lnTo>
                      <a:lnTo>
                        <a:pt x="4458" y="246"/>
                      </a:lnTo>
                      <a:lnTo>
                        <a:pt x="4393" y="226"/>
                      </a:lnTo>
                      <a:lnTo>
                        <a:pt x="4327" y="205"/>
                      </a:lnTo>
                      <a:lnTo>
                        <a:pt x="4261" y="186"/>
                      </a:lnTo>
                      <a:lnTo>
                        <a:pt x="4193" y="168"/>
                      </a:lnTo>
                      <a:lnTo>
                        <a:pt x="4125" y="150"/>
                      </a:lnTo>
                      <a:lnTo>
                        <a:pt x="4056" y="133"/>
                      </a:lnTo>
                      <a:lnTo>
                        <a:pt x="3986" y="118"/>
                      </a:lnTo>
                      <a:lnTo>
                        <a:pt x="3916" y="104"/>
                      </a:lnTo>
                      <a:lnTo>
                        <a:pt x="3844" y="90"/>
                      </a:lnTo>
                      <a:lnTo>
                        <a:pt x="3772" y="77"/>
                      </a:lnTo>
                      <a:lnTo>
                        <a:pt x="3700" y="65"/>
                      </a:lnTo>
                      <a:lnTo>
                        <a:pt x="3627" y="54"/>
                      </a:lnTo>
                      <a:lnTo>
                        <a:pt x="3553" y="44"/>
                      </a:lnTo>
                      <a:lnTo>
                        <a:pt x="3480" y="35"/>
                      </a:lnTo>
                      <a:lnTo>
                        <a:pt x="3404" y="27"/>
                      </a:lnTo>
                      <a:lnTo>
                        <a:pt x="3330" y="20"/>
                      </a:lnTo>
                      <a:lnTo>
                        <a:pt x="3254" y="14"/>
                      </a:lnTo>
                      <a:lnTo>
                        <a:pt x="3179" y="9"/>
                      </a:lnTo>
                      <a:lnTo>
                        <a:pt x="3102" y="5"/>
                      </a:lnTo>
                      <a:lnTo>
                        <a:pt x="3025" y="3"/>
                      </a:lnTo>
                      <a:lnTo>
                        <a:pt x="2948" y="1"/>
                      </a:lnTo>
                      <a:lnTo>
                        <a:pt x="2870" y="0"/>
                      </a:lnTo>
                      <a:lnTo>
                        <a:pt x="2870" y="0"/>
                      </a:lnTo>
                      <a:lnTo>
                        <a:pt x="2716" y="1"/>
                      </a:lnTo>
                      <a:lnTo>
                        <a:pt x="2566" y="5"/>
                      </a:lnTo>
                      <a:lnTo>
                        <a:pt x="2417" y="12"/>
                      </a:lnTo>
                      <a:lnTo>
                        <a:pt x="2272" y="20"/>
                      </a:lnTo>
                      <a:lnTo>
                        <a:pt x="2130" y="32"/>
                      </a:lnTo>
                      <a:lnTo>
                        <a:pt x="1990" y="45"/>
                      </a:lnTo>
                      <a:lnTo>
                        <a:pt x="1856" y="62"/>
                      </a:lnTo>
                      <a:lnTo>
                        <a:pt x="1724" y="79"/>
                      </a:lnTo>
                      <a:lnTo>
                        <a:pt x="1596" y="99"/>
                      </a:lnTo>
                      <a:lnTo>
                        <a:pt x="1471" y="120"/>
                      </a:lnTo>
                      <a:lnTo>
                        <a:pt x="1351" y="145"/>
                      </a:lnTo>
                      <a:lnTo>
                        <a:pt x="1235" y="170"/>
                      </a:lnTo>
                      <a:lnTo>
                        <a:pt x="1123" y="199"/>
                      </a:lnTo>
                      <a:lnTo>
                        <a:pt x="1015" y="228"/>
                      </a:lnTo>
                      <a:lnTo>
                        <a:pt x="912" y="260"/>
                      </a:lnTo>
                      <a:lnTo>
                        <a:pt x="862" y="276"/>
                      </a:lnTo>
                      <a:lnTo>
                        <a:pt x="815" y="292"/>
                      </a:lnTo>
                      <a:lnTo>
                        <a:pt x="768" y="310"/>
                      </a:lnTo>
                      <a:lnTo>
                        <a:pt x="721" y="328"/>
                      </a:lnTo>
                      <a:lnTo>
                        <a:pt x="677" y="345"/>
                      </a:lnTo>
                      <a:lnTo>
                        <a:pt x="633" y="364"/>
                      </a:lnTo>
                      <a:lnTo>
                        <a:pt x="591" y="382"/>
                      </a:lnTo>
                      <a:lnTo>
                        <a:pt x="550" y="401"/>
                      </a:lnTo>
                      <a:lnTo>
                        <a:pt x="510" y="420"/>
                      </a:lnTo>
                      <a:lnTo>
                        <a:pt x="471" y="441"/>
                      </a:lnTo>
                      <a:lnTo>
                        <a:pt x="434" y="460"/>
                      </a:lnTo>
                      <a:lnTo>
                        <a:pt x="398" y="481"/>
                      </a:lnTo>
                      <a:lnTo>
                        <a:pt x="365" y="502"/>
                      </a:lnTo>
                      <a:lnTo>
                        <a:pt x="332" y="523"/>
                      </a:lnTo>
                      <a:lnTo>
                        <a:pt x="301" y="545"/>
                      </a:lnTo>
                      <a:lnTo>
                        <a:pt x="270" y="567"/>
                      </a:lnTo>
                      <a:lnTo>
                        <a:pt x="242" y="588"/>
                      </a:lnTo>
                      <a:lnTo>
                        <a:pt x="215" y="610"/>
                      </a:lnTo>
                      <a:lnTo>
                        <a:pt x="189" y="633"/>
                      </a:lnTo>
                      <a:lnTo>
                        <a:pt x="166" y="655"/>
                      </a:lnTo>
                      <a:lnTo>
                        <a:pt x="143" y="678"/>
                      </a:lnTo>
                      <a:lnTo>
                        <a:pt x="123" y="702"/>
                      </a:lnTo>
                      <a:lnTo>
                        <a:pt x="104" y="726"/>
                      </a:lnTo>
                      <a:lnTo>
                        <a:pt x="86" y="750"/>
                      </a:lnTo>
                      <a:lnTo>
                        <a:pt x="69" y="773"/>
                      </a:lnTo>
                      <a:lnTo>
                        <a:pt x="55" y="797"/>
                      </a:lnTo>
                      <a:lnTo>
                        <a:pt x="42" y="822"/>
                      </a:lnTo>
                      <a:lnTo>
                        <a:pt x="30" y="847"/>
                      </a:lnTo>
                      <a:lnTo>
                        <a:pt x="21" y="872"/>
                      </a:lnTo>
                      <a:lnTo>
                        <a:pt x="14" y="897"/>
                      </a:lnTo>
                      <a:lnTo>
                        <a:pt x="7" y="922"/>
                      </a:lnTo>
                      <a:lnTo>
                        <a:pt x="2" y="947"/>
                      </a:lnTo>
                      <a:lnTo>
                        <a:pt x="0" y="973"/>
                      </a:lnTo>
                      <a:lnTo>
                        <a:pt x="0" y="999"/>
                      </a:lnTo>
                      <a:lnTo>
                        <a:pt x="0" y="999"/>
                      </a:lnTo>
                      <a:lnTo>
                        <a:pt x="0" y="1024"/>
                      </a:lnTo>
                      <a:lnTo>
                        <a:pt x="2" y="1050"/>
                      </a:lnTo>
                      <a:lnTo>
                        <a:pt x="7" y="1076"/>
                      </a:lnTo>
                      <a:lnTo>
                        <a:pt x="14" y="1101"/>
                      </a:lnTo>
                      <a:lnTo>
                        <a:pt x="21" y="1127"/>
                      </a:lnTo>
                      <a:lnTo>
                        <a:pt x="30" y="1151"/>
                      </a:lnTo>
                      <a:lnTo>
                        <a:pt x="42" y="1176"/>
                      </a:lnTo>
                      <a:lnTo>
                        <a:pt x="55" y="1200"/>
                      </a:lnTo>
                      <a:lnTo>
                        <a:pt x="69" y="1224"/>
                      </a:lnTo>
                      <a:lnTo>
                        <a:pt x="86" y="1249"/>
                      </a:lnTo>
                      <a:lnTo>
                        <a:pt x="104" y="1273"/>
                      </a:lnTo>
                      <a:lnTo>
                        <a:pt x="123" y="1296"/>
                      </a:lnTo>
                      <a:lnTo>
                        <a:pt x="143" y="1319"/>
                      </a:lnTo>
                      <a:lnTo>
                        <a:pt x="166" y="1342"/>
                      </a:lnTo>
                      <a:lnTo>
                        <a:pt x="189" y="1365"/>
                      </a:lnTo>
                      <a:lnTo>
                        <a:pt x="215" y="1388"/>
                      </a:lnTo>
                      <a:lnTo>
                        <a:pt x="242" y="1410"/>
                      </a:lnTo>
                      <a:lnTo>
                        <a:pt x="270" y="1432"/>
                      </a:lnTo>
                      <a:lnTo>
                        <a:pt x="301" y="1454"/>
                      </a:lnTo>
                      <a:lnTo>
                        <a:pt x="332" y="1475"/>
                      </a:lnTo>
                      <a:lnTo>
                        <a:pt x="365" y="1496"/>
                      </a:lnTo>
                      <a:lnTo>
                        <a:pt x="398" y="1517"/>
                      </a:lnTo>
                      <a:lnTo>
                        <a:pt x="434" y="1537"/>
                      </a:lnTo>
                      <a:lnTo>
                        <a:pt x="471" y="1558"/>
                      </a:lnTo>
                      <a:lnTo>
                        <a:pt x="510" y="1577"/>
                      </a:lnTo>
                      <a:lnTo>
                        <a:pt x="550" y="1596"/>
                      </a:lnTo>
                      <a:lnTo>
                        <a:pt x="591" y="1615"/>
                      </a:lnTo>
                      <a:lnTo>
                        <a:pt x="633" y="1634"/>
                      </a:lnTo>
                      <a:lnTo>
                        <a:pt x="677" y="1652"/>
                      </a:lnTo>
                      <a:lnTo>
                        <a:pt x="721" y="1670"/>
                      </a:lnTo>
                      <a:lnTo>
                        <a:pt x="768" y="1688"/>
                      </a:lnTo>
                      <a:lnTo>
                        <a:pt x="815" y="1705"/>
                      </a:lnTo>
                      <a:lnTo>
                        <a:pt x="862" y="1722"/>
                      </a:lnTo>
                      <a:lnTo>
                        <a:pt x="912" y="1738"/>
                      </a:lnTo>
                      <a:lnTo>
                        <a:pt x="1015" y="1769"/>
                      </a:lnTo>
                      <a:lnTo>
                        <a:pt x="1123" y="1800"/>
                      </a:lnTo>
                      <a:lnTo>
                        <a:pt x="1235" y="1827"/>
                      </a:lnTo>
                      <a:lnTo>
                        <a:pt x="1351" y="1854"/>
                      </a:lnTo>
                      <a:lnTo>
                        <a:pt x="1471" y="1877"/>
                      </a:lnTo>
                      <a:lnTo>
                        <a:pt x="1596" y="1899"/>
                      </a:lnTo>
                      <a:lnTo>
                        <a:pt x="1724" y="1919"/>
                      </a:lnTo>
                      <a:lnTo>
                        <a:pt x="1856" y="1937"/>
                      </a:lnTo>
                      <a:lnTo>
                        <a:pt x="1990" y="1952"/>
                      </a:lnTo>
                      <a:lnTo>
                        <a:pt x="2130" y="1966"/>
                      </a:lnTo>
                      <a:lnTo>
                        <a:pt x="2272" y="1977"/>
                      </a:lnTo>
                      <a:lnTo>
                        <a:pt x="2417" y="1986"/>
                      </a:lnTo>
                      <a:lnTo>
                        <a:pt x="2566" y="1992"/>
                      </a:lnTo>
                      <a:lnTo>
                        <a:pt x="2716" y="1996"/>
                      </a:lnTo>
                      <a:lnTo>
                        <a:pt x="2870" y="1997"/>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478093" rtl="0" eaLnBrk="1" latinLnBrk="0" hangingPunct="1">
                    <a:defRPr sz="1883" kern="1200">
                      <a:solidFill>
                        <a:schemeClr val="tx1"/>
                      </a:solidFill>
                      <a:latin typeface="+mn-lt"/>
                      <a:ea typeface="+mn-ea"/>
                      <a:cs typeface="+mn-cs"/>
                    </a:defRPr>
                  </a:lvl1pPr>
                  <a:lvl2pPr marL="478093" algn="l" defTabSz="478093" rtl="0" eaLnBrk="1" latinLnBrk="0" hangingPunct="1">
                    <a:defRPr sz="1883" kern="1200">
                      <a:solidFill>
                        <a:schemeClr val="tx1"/>
                      </a:solidFill>
                      <a:latin typeface="+mn-lt"/>
                      <a:ea typeface="+mn-ea"/>
                      <a:cs typeface="+mn-cs"/>
                    </a:defRPr>
                  </a:lvl2pPr>
                  <a:lvl3pPr marL="956184" algn="l" defTabSz="478093" rtl="0" eaLnBrk="1" latinLnBrk="0" hangingPunct="1">
                    <a:defRPr sz="1883" kern="1200">
                      <a:solidFill>
                        <a:schemeClr val="tx1"/>
                      </a:solidFill>
                      <a:latin typeface="+mn-lt"/>
                      <a:ea typeface="+mn-ea"/>
                      <a:cs typeface="+mn-cs"/>
                    </a:defRPr>
                  </a:lvl3pPr>
                  <a:lvl4pPr marL="1434277" algn="l" defTabSz="478093" rtl="0" eaLnBrk="1" latinLnBrk="0" hangingPunct="1">
                    <a:defRPr sz="1883" kern="1200">
                      <a:solidFill>
                        <a:schemeClr val="tx1"/>
                      </a:solidFill>
                      <a:latin typeface="+mn-lt"/>
                      <a:ea typeface="+mn-ea"/>
                      <a:cs typeface="+mn-cs"/>
                    </a:defRPr>
                  </a:lvl4pPr>
                  <a:lvl5pPr marL="1912370" algn="l" defTabSz="478093" rtl="0" eaLnBrk="1" latinLnBrk="0" hangingPunct="1">
                    <a:defRPr sz="1883" kern="1200">
                      <a:solidFill>
                        <a:schemeClr val="tx1"/>
                      </a:solidFill>
                      <a:latin typeface="+mn-lt"/>
                      <a:ea typeface="+mn-ea"/>
                      <a:cs typeface="+mn-cs"/>
                    </a:defRPr>
                  </a:lvl5pPr>
                  <a:lvl6pPr marL="2390462" algn="l" defTabSz="478093" rtl="0" eaLnBrk="1" latinLnBrk="0" hangingPunct="1">
                    <a:defRPr sz="1883" kern="1200">
                      <a:solidFill>
                        <a:schemeClr val="tx1"/>
                      </a:solidFill>
                      <a:latin typeface="+mn-lt"/>
                      <a:ea typeface="+mn-ea"/>
                      <a:cs typeface="+mn-cs"/>
                    </a:defRPr>
                  </a:lvl6pPr>
                  <a:lvl7pPr marL="2868554" algn="l" defTabSz="478093" rtl="0" eaLnBrk="1" latinLnBrk="0" hangingPunct="1">
                    <a:defRPr sz="1883" kern="1200">
                      <a:solidFill>
                        <a:schemeClr val="tx1"/>
                      </a:solidFill>
                      <a:latin typeface="+mn-lt"/>
                      <a:ea typeface="+mn-ea"/>
                      <a:cs typeface="+mn-cs"/>
                    </a:defRPr>
                  </a:lvl7pPr>
                  <a:lvl8pPr marL="3346646" algn="l" defTabSz="478093" rtl="0" eaLnBrk="1" latinLnBrk="0" hangingPunct="1">
                    <a:defRPr sz="1883" kern="1200">
                      <a:solidFill>
                        <a:schemeClr val="tx1"/>
                      </a:solidFill>
                      <a:latin typeface="+mn-lt"/>
                      <a:ea typeface="+mn-ea"/>
                      <a:cs typeface="+mn-cs"/>
                    </a:defRPr>
                  </a:lvl8pPr>
                  <a:lvl9pPr marL="3824739" algn="l" defTabSz="478093" rtl="0" eaLnBrk="1" latinLnBrk="0" hangingPunct="1">
                    <a:defRPr sz="1883" kern="1200">
                      <a:solidFill>
                        <a:schemeClr val="tx1"/>
                      </a:solidFill>
                      <a:latin typeface="+mn-lt"/>
                      <a:ea typeface="+mn-ea"/>
                      <a:cs typeface="+mn-cs"/>
                    </a:defRPr>
                  </a:lvl9pPr>
                </a:lstStyle>
                <a:p>
                  <a:endParaRPr lang="ja-JP" altLang="en-US"/>
                </a:p>
              </p:txBody>
            </p:sp>
          </p:grpSp>
          <p:cxnSp>
            <p:nvCxnSpPr>
              <p:cNvPr id="149" name="直線コネクタ 148">
                <a:extLst>
                  <a:ext uri="{FF2B5EF4-FFF2-40B4-BE49-F238E27FC236}">
                    <a16:creationId xmlns:a16="http://schemas.microsoft.com/office/drawing/2014/main" id="{B62B9CA8-961F-5163-1A73-71AD6FAF5EF3}"/>
                  </a:ext>
                </a:extLst>
              </p:cNvPr>
              <p:cNvCxnSpPr>
                <a:cxnSpLocks/>
              </p:cNvCxnSpPr>
              <p:nvPr/>
            </p:nvCxnSpPr>
            <p:spPr>
              <a:xfrm>
                <a:off x="3221985" y="5049018"/>
                <a:ext cx="0" cy="90001"/>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150" name="直線コネクタ 149">
                <a:extLst>
                  <a:ext uri="{FF2B5EF4-FFF2-40B4-BE49-F238E27FC236}">
                    <a16:creationId xmlns:a16="http://schemas.microsoft.com/office/drawing/2014/main" id="{18F68D78-8FE5-5990-AA51-F04867913767}"/>
                  </a:ext>
                </a:extLst>
              </p:cNvPr>
              <p:cNvCxnSpPr>
                <a:cxnSpLocks/>
              </p:cNvCxnSpPr>
              <p:nvPr/>
            </p:nvCxnSpPr>
            <p:spPr>
              <a:xfrm>
                <a:off x="3221985" y="5392898"/>
                <a:ext cx="0" cy="93176"/>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grpSp>
        <p:sp>
          <p:nvSpPr>
            <p:cNvPr id="181" name="正方形/長方形 180">
              <a:extLst>
                <a:ext uri="{FF2B5EF4-FFF2-40B4-BE49-F238E27FC236}">
                  <a16:creationId xmlns:a16="http://schemas.microsoft.com/office/drawing/2014/main" id="{311E4025-1AB0-EE3C-0D80-826DB64A6209}"/>
                </a:ext>
              </a:extLst>
            </p:cNvPr>
            <p:cNvSpPr/>
            <p:nvPr/>
          </p:nvSpPr>
          <p:spPr bwMode="auto">
            <a:xfrm rot="5400000" flipH="1">
              <a:off x="9651037" y="5454020"/>
              <a:ext cx="90001" cy="180001"/>
            </a:xfrm>
            <a:prstGeom prst="rect">
              <a:avLst/>
            </a:prstGeom>
            <a:solidFill>
              <a:schemeClr val="accent5"/>
            </a:solidFill>
            <a:ln>
              <a:solidFill>
                <a:schemeClr val="accent5"/>
              </a:solidFill>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cxnSp>
          <p:nvCxnSpPr>
            <p:cNvPr id="182" name="直線コネクタ 181">
              <a:extLst>
                <a:ext uri="{FF2B5EF4-FFF2-40B4-BE49-F238E27FC236}">
                  <a16:creationId xmlns:a16="http://schemas.microsoft.com/office/drawing/2014/main" id="{03375B85-EC39-832E-F8AA-ED7D60C1A38A}"/>
                </a:ext>
              </a:extLst>
            </p:cNvPr>
            <p:cNvCxnSpPr>
              <a:cxnSpLocks/>
            </p:cNvCxnSpPr>
            <p:nvPr/>
          </p:nvCxnSpPr>
          <p:spPr bwMode="auto">
            <a:xfrm flipH="1">
              <a:off x="9786041" y="4959017"/>
              <a:ext cx="3" cy="180000"/>
            </a:xfrm>
            <a:prstGeom prst="line">
              <a:avLst/>
            </a:prstGeom>
            <a:noFill/>
            <a:ln w="19050" cap="rnd" cmpd="sng" algn="ctr">
              <a:solidFill>
                <a:schemeClr val="accent5"/>
              </a:solidFill>
              <a:prstDash val="sysDot"/>
              <a:round/>
              <a:headEnd type="none" w="med" len="med"/>
              <a:tailEnd type="none" w="med" len="med"/>
            </a:ln>
            <a:effectLst/>
          </p:spPr>
        </p:cxnSp>
        <p:cxnSp>
          <p:nvCxnSpPr>
            <p:cNvPr id="183" name="直線コネクタ 182">
              <a:extLst>
                <a:ext uri="{FF2B5EF4-FFF2-40B4-BE49-F238E27FC236}">
                  <a16:creationId xmlns:a16="http://schemas.microsoft.com/office/drawing/2014/main" id="{2F951B46-437E-DC17-1DDE-DBFF7EA63FBE}"/>
                </a:ext>
              </a:extLst>
            </p:cNvPr>
            <p:cNvCxnSpPr>
              <a:cxnSpLocks/>
            </p:cNvCxnSpPr>
            <p:nvPr/>
          </p:nvCxnSpPr>
          <p:spPr bwMode="auto">
            <a:xfrm flipH="1">
              <a:off x="9606040" y="4959017"/>
              <a:ext cx="5" cy="180000"/>
            </a:xfrm>
            <a:prstGeom prst="line">
              <a:avLst/>
            </a:prstGeom>
            <a:noFill/>
            <a:ln w="19050" cap="rnd" cmpd="sng" algn="ctr">
              <a:solidFill>
                <a:schemeClr val="accent5"/>
              </a:solidFill>
              <a:prstDash val="sysDot"/>
              <a:round/>
              <a:headEnd type="none" w="med" len="med"/>
              <a:tailEnd type="none" w="med" len="med"/>
            </a:ln>
            <a:effectLst/>
          </p:spPr>
        </p:cxnSp>
        <p:sp>
          <p:nvSpPr>
            <p:cNvPr id="184" name="正方形/長方形 183">
              <a:extLst>
                <a:ext uri="{FF2B5EF4-FFF2-40B4-BE49-F238E27FC236}">
                  <a16:creationId xmlns:a16="http://schemas.microsoft.com/office/drawing/2014/main" id="{E1AF7C07-BA81-67A6-B367-DABF2A86DCBF}"/>
                </a:ext>
              </a:extLst>
            </p:cNvPr>
            <p:cNvSpPr/>
            <p:nvPr/>
          </p:nvSpPr>
          <p:spPr bwMode="auto">
            <a:xfrm>
              <a:off x="10776052" y="4239008"/>
              <a:ext cx="720008" cy="720007"/>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pPr algn="ctr"/>
              <a:r>
                <a:rPr lang="en-US" altLang="ja-JP" sz="2400" dirty="0">
                  <a:solidFill>
                    <a:schemeClr val="tx1">
                      <a:lumMod val="75000"/>
                      <a:lumOff val="25000"/>
                    </a:schemeClr>
                  </a:solidFill>
                </a:rPr>
                <a:t>N</a:t>
              </a:r>
              <a:r>
                <a:rPr lang="ja-JP" altLang="en-US" sz="2400" dirty="0">
                  <a:solidFill>
                    <a:schemeClr val="tx1">
                      <a:lumMod val="75000"/>
                      <a:lumOff val="25000"/>
                    </a:schemeClr>
                  </a:solidFill>
                </a:rPr>
                <a:t>タンク（空）</a:t>
              </a:r>
            </a:p>
          </p:txBody>
        </p:sp>
        <p:sp>
          <p:nvSpPr>
            <p:cNvPr id="188" name="正方形/長方形 187">
              <a:extLst>
                <a:ext uri="{FF2B5EF4-FFF2-40B4-BE49-F238E27FC236}">
                  <a16:creationId xmlns:a16="http://schemas.microsoft.com/office/drawing/2014/main" id="{751A9E03-3B36-5CA3-4F28-E8E1A4988DBA}"/>
                </a:ext>
              </a:extLst>
            </p:cNvPr>
            <p:cNvSpPr/>
            <p:nvPr/>
          </p:nvSpPr>
          <p:spPr bwMode="auto">
            <a:xfrm>
              <a:off x="9786041" y="5409022"/>
              <a:ext cx="720008" cy="720007"/>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r>
                <a:rPr lang="ja-JP" altLang="en-US" sz="1600" dirty="0">
                  <a:solidFill>
                    <a:schemeClr val="tx1">
                      <a:lumMod val="75000"/>
                      <a:lumOff val="25000"/>
                    </a:schemeClr>
                  </a:solidFill>
                </a:rPr>
                <a:t>バネで上がって</a:t>
              </a:r>
              <a:endParaRPr lang="en-US" altLang="ja-JP" sz="1600" dirty="0">
                <a:solidFill>
                  <a:schemeClr val="tx1">
                    <a:lumMod val="75000"/>
                    <a:lumOff val="25000"/>
                  </a:schemeClr>
                </a:solidFill>
              </a:endParaRPr>
            </a:p>
            <a:p>
              <a:r>
                <a:rPr lang="ja-JP" altLang="en-US" sz="1600" dirty="0">
                  <a:solidFill>
                    <a:schemeClr val="tx1">
                      <a:lumMod val="75000"/>
                      <a:lumOff val="25000"/>
                    </a:schemeClr>
                  </a:solidFill>
                </a:rPr>
                <a:t>栓が閉まる</a:t>
              </a:r>
            </a:p>
          </p:txBody>
        </p:sp>
        <p:sp>
          <p:nvSpPr>
            <p:cNvPr id="207" name="Rectangle 93">
              <a:extLst>
                <a:ext uri="{FF2B5EF4-FFF2-40B4-BE49-F238E27FC236}">
                  <a16:creationId xmlns:a16="http://schemas.microsoft.com/office/drawing/2014/main" id="{8E2A8724-5C45-B554-36AB-22B676778A4B}"/>
                </a:ext>
              </a:extLst>
            </p:cNvPr>
            <p:cNvSpPr>
              <a:spLocks noChangeArrowheads="1"/>
            </p:cNvSpPr>
            <p:nvPr/>
          </p:nvSpPr>
          <p:spPr bwMode="auto">
            <a:xfrm>
              <a:off x="9516037" y="3879005"/>
              <a:ext cx="361079" cy="360004"/>
            </a:xfrm>
            <a:prstGeom prst="rect">
              <a:avLst/>
            </a:prstGeom>
            <a:noFill/>
            <a:ln w="12700" algn="ctr">
              <a:noFill/>
              <a:miter lim="800000"/>
              <a:headEnd/>
              <a:tailEnd/>
            </a:ln>
            <a:effectLst/>
          </p:spPr>
          <p:txBody>
            <a:bodyPr wrap="none" lIns="90000" tIns="46800" rIns="90000" bIns="46800" anchor="ctr"/>
            <a:lstStyle/>
            <a:p>
              <a:r>
                <a:rPr lang="en-US" altLang="ja-JP" dirty="0"/>
                <a:t>G</a:t>
              </a:r>
            </a:p>
          </p:txBody>
        </p:sp>
        <p:sp>
          <p:nvSpPr>
            <p:cNvPr id="208" name="Rectangle 93">
              <a:extLst>
                <a:ext uri="{FF2B5EF4-FFF2-40B4-BE49-F238E27FC236}">
                  <a16:creationId xmlns:a16="http://schemas.microsoft.com/office/drawing/2014/main" id="{C81E4564-342C-ED27-8E15-7707FA312181}"/>
                </a:ext>
              </a:extLst>
            </p:cNvPr>
            <p:cNvSpPr>
              <a:spLocks noChangeArrowheads="1"/>
            </p:cNvSpPr>
            <p:nvPr/>
          </p:nvSpPr>
          <p:spPr bwMode="auto">
            <a:xfrm>
              <a:off x="8256023" y="4959017"/>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S</a:t>
              </a:r>
            </a:p>
          </p:txBody>
        </p:sp>
        <p:sp>
          <p:nvSpPr>
            <p:cNvPr id="209" name="Rectangle 93">
              <a:extLst>
                <a:ext uri="{FF2B5EF4-FFF2-40B4-BE49-F238E27FC236}">
                  <a16:creationId xmlns:a16="http://schemas.microsoft.com/office/drawing/2014/main" id="{230161D1-3696-354C-BD17-9C8D6687B8F9}"/>
                </a:ext>
              </a:extLst>
            </p:cNvPr>
            <p:cNvSpPr>
              <a:spLocks noChangeArrowheads="1"/>
            </p:cNvSpPr>
            <p:nvPr/>
          </p:nvSpPr>
          <p:spPr bwMode="auto">
            <a:xfrm>
              <a:off x="10866052" y="4959017"/>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D</a:t>
              </a:r>
            </a:p>
          </p:txBody>
        </p:sp>
        <p:sp>
          <p:nvSpPr>
            <p:cNvPr id="99" name="正方形/長方形 98">
              <a:extLst>
                <a:ext uri="{FF2B5EF4-FFF2-40B4-BE49-F238E27FC236}">
                  <a16:creationId xmlns:a16="http://schemas.microsoft.com/office/drawing/2014/main" id="{F2DD7253-EFA9-A63E-4649-A9F5315B4DDD}"/>
                </a:ext>
              </a:extLst>
            </p:cNvPr>
            <p:cNvSpPr/>
            <p:nvPr/>
          </p:nvSpPr>
          <p:spPr bwMode="auto">
            <a:xfrm rot="5400000">
              <a:off x="9606037" y="4779017"/>
              <a:ext cx="180003" cy="180001"/>
            </a:xfrm>
            <a:prstGeom prst="rect">
              <a:avLst/>
            </a:prstGeom>
            <a:solidFill>
              <a:schemeClr val="accent5"/>
            </a:solidFill>
            <a:ln>
              <a:solidFill>
                <a:schemeClr val="accent5"/>
              </a:solidFill>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grpSp>
    </p:spTree>
    <p:extLst>
      <p:ext uri="{BB962C8B-B14F-4D97-AF65-F5344CB8AC3E}">
        <p14:creationId xmlns:p14="http://schemas.microsoft.com/office/powerpoint/2010/main" val="427692603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 name="正方形/長方形 90">
            <a:extLst>
              <a:ext uri="{FF2B5EF4-FFF2-40B4-BE49-F238E27FC236}">
                <a16:creationId xmlns:a16="http://schemas.microsoft.com/office/drawing/2014/main" id="{FE103B1E-71A5-BEF0-A86C-6DF0F6D42E4A}"/>
              </a:ext>
            </a:extLst>
          </p:cNvPr>
          <p:cNvSpPr/>
          <p:nvPr/>
        </p:nvSpPr>
        <p:spPr bwMode="auto">
          <a:xfrm>
            <a:off x="3395434" y="1178974"/>
            <a:ext cx="180002" cy="3150035"/>
          </a:xfrm>
          <a:prstGeom prst="rect">
            <a:avLst/>
          </a:prstGeom>
          <a:solidFill>
            <a:schemeClr val="accent5">
              <a:lumMod val="20000"/>
              <a:lumOff val="80000"/>
            </a:schemeClr>
          </a:solid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sp>
        <p:nvSpPr>
          <p:cNvPr id="61" name="正方形/長方形 60">
            <a:extLst>
              <a:ext uri="{FF2B5EF4-FFF2-40B4-BE49-F238E27FC236}">
                <a16:creationId xmlns:a16="http://schemas.microsoft.com/office/drawing/2014/main" id="{189F94FB-CD47-58D8-508C-7E12F06E82B8}"/>
              </a:ext>
            </a:extLst>
          </p:cNvPr>
          <p:cNvSpPr/>
          <p:nvPr/>
        </p:nvSpPr>
        <p:spPr bwMode="auto">
          <a:xfrm>
            <a:off x="3575435" y="1178975"/>
            <a:ext cx="1530017" cy="180002"/>
          </a:xfrm>
          <a:prstGeom prst="rect">
            <a:avLst/>
          </a:prstGeom>
          <a:solidFill>
            <a:schemeClr val="accent5">
              <a:lumMod val="20000"/>
              <a:lumOff val="80000"/>
            </a:schemeClr>
          </a:solid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sp>
        <p:nvSpPr>
          <p:cNvPr id="2" name="タイトル 1">
            <a:extLst>
              <a:ext uri="{FF2B5EF4-FFF2-40B4-BE49-F238E27FC236}">
                <a16:creationId xmlns:a16="http://schemas.microsoft.com/office/drawing/2014/main" id="{4B597429-ED9C-17EA-8F06-8F7072BC05A7}"/>
              </a:ext>
            </a:extLst>
          </p:cNvPr>
          <p:cNvSpPr>
            <a:spLocks noGrp="1"/>
          </p:cNvSpPr>
          <p:nvPr>
            <p:ph type="title"/>
          </p:nvPr>
        </p:nvSpPr>
        <p:spPr/>
        <p:txBody>
          <a:bodyPr/>
          <a:lstStyle/>
          <a:p>
            <a:r>
              <a:rPr kumimoji="1" lang="en-US" altLang="ja-JP" dirty="0"/>
              <a:t>P </a:t>
            </a:r>
            <a:r>
              <a:rPr kumimoji="1" lang="ja-JP" altLang="en-US" dirty="0"/>
              <a:t>タンクと  </a:t>
            </a:r>
            <a:r>
              <a:rPr kumimoji="1" lang="en-US" altLang="ja-JP" dirty="0"/>
              <a:t>N</a:t>
            </a:r>
            <a:r>
              <a:rPr kumimoji="1" lang="ja-JP" altLang="en-US" dirty="0"/>
              <a:t>タンクで </a:t>
            </a:r>
            <a:r>
              <a:rPr kumimoji="1" lang="en-US" altLang="ja-JP" dirty="0"/>
              <a:t>NOT </a:t>
            </a:r>
            <a:r>
              <a:rPr kumimoji="1" lang="ja-JP" altLang="en-US" dirty="0"/>
              <a:t>ゲート</a:t>
            </a:r>
            <a:r>
              <a:rPr lang="ja-JP" altLang="en-US" dirty="0"/>
              <a:t>が作れる</a:t>
            </a:r>
            <a:endParaRPr kumimoji="1" lang="en-US" dirty="0"/>
          </a:p>
        </p:txBody>
      </p:sp>
      <p:sp>
        <p:nvSpPr>
          <p:cNvPr id="3" name="テキスト プレースホルダー 2">
            <a:extLst>
              <a:ext uri="{FF2B5EF4-FFF2-40B4-BE49-F238E27FC236}">
                <a16:creationId xmlns:a16="http://schemas.microsoft.com/office/drawing/2014/main" id="{3DEC836E-CCAA-8CF5-38DD-0528D16A2970}"/>
              </a:ext>
            </a:extLst>
          </p:cNvPr>
          <p:cNvSpPr>
            <a:spLocks noGrp="1"/>
          </p:cNvSpPr>
          <p:nvPr>
            <p:ph type="body" sz="quarter" idx="10"/>
          </p:nvPr>
        </p:nvSpPr>
        <p:spPr>
          <a:xfrm>
            <a:off x="965943" y="6039029"/>
            <a:ext cx="9450105" cy="540006"/>
          </a:xfrm>
        </p:spPr>
        <p:txBody>
          <a:bodyPr/>
          <a:lstStyle/>
          <a:p>
            <a:pPr lvl="1"/>
            <a:r>
              <a:rPr kumimoji="1" lang="ja-JP" altLang="en-US" dirty="0"/>
              <a:t>給水口には常に一定の圧力で水が供給されている（</a:t>
            </a:r>
            <a:r>
              <a:rPr kumimoji="1" lang="en-US" altLang="ja-JP" dirty="0"/>
              <a:t>=</a:t>
            </a:r>
            <a:r>
              <a:rPr kumimoji="1" lang="ja-JP" altLang="en-US" dirty="0"/>
              <a:t>電源）</a:t>
            </a:r>
            <a:endParaRPr kumimoji="1" lang="en-US" altLang="ja-JP" dirty="0"/>
          </a:p>
          <a:p>
            <a:pPr lvl="1"/>
            <a:r>
              <a:rPr kumimoji="1" lang="ja-JP" altLang="en-US" dirty="0"/>
              <a:t>入力側の水の有無により，出力側の水の有無が反転 → </a:t>
            </a:r>
            <a:r>
              <a:rPr kumimoji="1" lang="en-US" altLang="ja-JP" dirty="0"/>
              <a:t>NOT </a:t>
            </a:r>
            <a:r>
              <a:rPr kumimoji="1" lang="ja-JP" altLang="en-US" dirty="0"/>
              <a:t>ゲートの動作</a:t>
            </a:r>
            <a:endParaRPr kumimoji="1" lang="en-US" dirty="0"/>
          </a:p>
        </p:txBody>
      </p:sp>
      <p:sp>
        <p:nvSpPr>
          <p:cNvPr id="4" name="正方形/長方形 3">
            <a:extLst>
              <a:ext uri="{FF2B5EF4-FFF2-40B4-BE49-F238E27FC236}">
                <a16:creationId xmlns:a16="http://schemas.microsoft.com/office/drawing/2014/main" id="{F544FA4C-00BA-214A-5907-8ED7A8B470D8}"/>
              </a:ext>
            </a:extLst>
          </p:cNvPr>
          <p:cNvSpPr/>
          <p:nvPr/>
        </p:nvSpPr>
        <p:spPr bwMode="auto">
          <a:xfrm>
            <a:off x="5105454" y="4059007"/>
            <a:ext cx="540006" cy="360005"/>
          </a:xfrm>
          <a:prstGeom prst="rect">
            <a:avLst/>
          </a:prstGeom>
          <a:solidFill>
            <a:schemeClr val="accent5">
              <a:lumMod val="20000"/>
              <a:lumOff val="80000"/>
            </a:schemeClr>
          </a:solid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cxnSp>
        <p:nvCxnSpPr>
          <p:cNvPr id="5" name="直線コネクタ 4">
            <a:extLst>
              <a:ext uri="{FF2B5EF4-FFF2-40B4-BE49-F238E27FC236}">
                <a16:creationId xmlns:a16="http://schemas.microsoft.com/office/drawing/2014/main" id="{DCA8DD28-BDEA-4217-483B-547B8A4F03E1}"/>
              </a:ext>
            </a:extLst>
          </p:cNvPr>
          <p:cNvCxnSpPr>
            <a:cxnSpLocks/>
          </p:cNvCxnSpPr>
          <p:nvPr/>
        </p:nvCxnSpPr>
        <p:spPr bwMode="auto">
          <a:xfrm>
            <a:off x="5105454" y="4419012"/>
            <a:ext cx="540006" cy="0"/>
          </a:xfrm>
          <a:prstGeom prst="line">
            <a:avLst/>
          </a:prstGeom>
          <a:noFill/>
          <a:ln w="19050" cap="rnd" cmpd="sng" algn="ctr">
            <a:solidFill>
              <a:schemeClr val="accent5"/>
            </a:solidFill>
            <a:prstDash val="solid"/>
            <a:round/>
            <a:headEnd type="none" w="med" len="med"/>
            <a:tailEnd type="none" w="med" len="med"/>
          </a:ln>
          <a:effectLst/>
        </p:spPr>
      </p:cxnSp>
      <p:cxnSp>
        <p:nvCxnSpPr>
          <p:cNvPr id="6" name="直線コネクタ 5">
            <a:extLst>
              <a:ext uri="{FF2B5EF4-FFF2-40B4-BE49-F238E27FC236}">
                <a16:creationId xmlns:a16="http://schemas.microsoft.com/office/drawing/2014/main" id="{9FF45AE4-8EF4-A14D-6340-03FCA5EDEA87}"/>
              </a:ext>
            </a:extLst>
          </p:cNvPr>
          <p:cNvCxnSpPr>
            <a:cxnSpLocks/>
          </p:cNvCxnSpPr>
          <p:nvPr/>
        </p:nvCxnSpPr>
        <p:spPr bwMode="auto">
          <a:xfrm>
            <a:off x="5105454" y="3969006"/>
            <a:ext cx="0" cy="180002"/>
          </a:xfrm>
          <a:prstGeom prst="line">
            <a:avLst/>
          </a:prstGeom>
          <a:noFill/>
          <a:ln w="19050" cap="rnd" cmpd="sng" algn="ctr">
            <a:solidFill>
              <a:schemeClr val="accent5"/>
            </a:solidFill>
            <a:prstDash val="solid"/>
            <a:round/>
            <a:headEnd type="none" w="med" len="med"/>
            <a:tailEnd type="none" w="med" len="med"/>
          </a:ln>
          <a:effectLst/>
        </p:spPr>
      </p:cxnSp>
      <p:cxnSp>
        <p:nvCxnSpPr>
          <p:cNvPr id="7" name="直線コネクタ 6">
            <a:extLst>
              <a:ext uri="{FF2B5EF4-FFF2-40B4-BE49-F238E27FC236}">
                <a16:creationId xmlns:a16="http://schemas.microsoft.com/office/drawing/2014/main" id="{0E1209BB-7D84-34D0-606D-4BE912DA4A26}"/>
              </a:ext>
            </a:extLst>
          </p:cNvPr>
          <p:cNvCxnSpPr>
            <a:cxnSpLocks/>
          </p:cNvCxnSpPr>
          <p:nvPr/>
        </p:nvCxnSpPr>
        <p:spPr bwMode="auto">
          <a:xfrm>
            <a:off x="5645460" y="3969006"/>
            <a:ext cx="0" cy="450041"/>
          </a:xfrm>
          <a:prstGeom prst="line">
            <a:avLst/>
          </a:prstGeom>
          <a:noFill/>
          <a:ln w="19050" cap="rnd" cmpd="sng" algn="ctr">
            <a:solidFill>
              <a:schemeClr val="accent5"/>
            </a:solidFill>
            <a:prstDash val="solid"/>
            <a:round/>
            <a:headEnd type="none" w="med" len="med"/>
            <a:tailEnd type="none" w="med" len="med"/>
          </a:ln>
          <a:effectLst/>
        </p:spPr>
      </p:cxnSp>
      <p:cxnSp>
        <p:nvCxnSpPr>
          <p:cNvPr id="8" name="直線コネクタ 7">
            <a:extLst>
              <a:ext uri="{FF2B5EF4-FFF2-40B4-BE49-F238E27FC236}">
                <a16:creationId xmlns:a16="http://schemas.microsoft.com/office/drawing/2014/main" id="{9110A407-7179-A860-E9DD-0F4D96E9528D}"/>
              </a:ext>
            </a:extLst>
          </p:cNvPr>
          <p:cNvCxnSpPr>
            <a:cxnSpLocks/>
          </p:cNvCxnSpPr>
          <p:nvPr/>
        </p:nvCxnSpPr>
        <p:spPr bwMode="auto">
          <a:xfrm flipV="1">
            <a:off x="5375455" y="4419012"/>
            <a:ext cx="0" cy="180002"/>
          </a:xfrm>
          <a:prstGeom prst="line">
            <a:avLst/>
          </a:prstGeom>
          <a:noFill/>
          <a:ln w="19050" cap="flat" cmpd="sng" algn="ctr">
            <a:solidFill>
              <a:schemeClr val="accent5"/>
            </a:solidFill>
            <a:prstDash val="solid"/>
            <a:round/>
            <a:headEnd type="none" w="med" len="med"/>
            <a:tailEnd type="none" w="med" len="med"/>
          </a:ln>
          <a:effectLst/>
        </p:spPr>
      </p:cxnSp>
      <p:sp>
        <p:nvSpPr>
          <p:cNvPr id="9" name="正方形/長方形 8">
            <a:extLst>
              <a:ext uri="{FF2B5EF4-FFF2-40B4-BE49-F238E27FC236}">
                <a16:creationId xmlns:a16="http://schemas.microsoft.com/office/drawing/2014/main" id="{D0C4D5BD-FC80-624E-F378-A4EA5C36A7BB}"/>
              </a:ext>
            </a:extLst>
          </p:cNvPr>
          <p:cNvSpPr/>
          <p:nvPr/>
        </p:nvSpPr>
        <p:spPr bwMode="auto">
          <a:xfrm rot="5400000">
            <a:off x="5645456" y="3789006"/>
            <a:ext cx="180002" cy="2160021"/>
          </a:xfrm>
          <a:prstGeom prst="rect">
            <a:avLst/>
          </a:prstGeom>
          <a:solidFill>
            <a:schemeClr val="accent5">
              <a:lumMod val="20000"/>
              <a:lumOff val="80000"/>
            </a:schemeClr>
          </a:solid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cxnSp>
        <p:nvCxnSpPr>
          <p:cNvPr id="10" name="直線コネクタ 9">
            <a:extLst>
              <a:ext uri="{FF2B5EF4-FFF2-40B4-BE49-F238E27FC236}">
                <a16:creationId xmlns:a16="http://schemas.microsoft.com/office/drawing/2014/main" id="{21FB108E-B80A-7304-E181-A256084CEB5A}"/>
              </a:ext>
            </a:extLst>
          </p:cNvPr>
          <p:cNvCxnSpPr>
            <a:cxnSpLocks/>
          </p:cNvCxnSpPr>
          <p:nvPr/>
        </p:nvCxnSpPr>
        <p:spPr bwMode="auto">
          <a:xfrm>
            <a:off x="5465458" y="4779017"/>
            <a:ext cx="1350015" cy="0"/>
          </a:xfrm>
          <a:prstGeom prst="line">
            <a:avLst/>
          </a:prstGeom>
          <a:noFill/>
          <a:ln w="19050" cap="flat" cmpd="sng" algn="ctr">
            <a:solidFill>
              <a:schemeClr val="tx1"/>
            </a:solidFill>
            <a:prstDash val="solid"/>
            <a:round/>
            <a:headEnd type="none" w="med" len="med"/>
            <a:tailEnd type="none" w="med" len="med"/>
          </a:ln>
          <a:effectLst/>
        </p:spPr>
      </p:cxnSp>
      <p:cxnSp>
        <p:nvCxnSpPr>
          <p:cNvPr id="11" name="直線コネクタ 10">
            <a:extLst>
              <a:ext uri="{FF2B5EF4-FFF2-40B4-BE49-F238E27FC236}">
                <a16:creationId xmlns:a16="http://schemas.microsoft.com/office/drawing/2014/main" id="{EDAC7A46-7F1E-08E5-39B7-E9756DAAADF2}"/>
              </a:ext>
            </a:extLst>
          </p:cNvPr>
          <p:cNvCxnSpPr>
            <a:cxnSpLocks/>
          </p:cNvCxnSpPr>
          <p:nvPr/>
        </p:nvCxnSpPr>
        <p:spPr bwMode="auto">
          <a:xfrm>
            <a:off x="4655447" y="4959017"/>
            <a:ext cx="2340026" cy="0"/>
          </a:xfrm>
          <a:prstGeom prst="line">
            <a:avLst/>
          </a:prstGeom>
          <a:noFill/>
          <a:ln w="19050" cap="flat" cmpd="sng" algn="ctr">
            <a:solidFill>
              <a:schemeClr val="tx1"/>
            </a:solidFill>
            <a:prstDash val="solid"/>
            <a:round/>
            <a:headEnd type="none" w="med" len="med"/>
            <a:tailEnd type="none" w="med" len="med"/>
          </a:ln>
          <a:effectLst/>
        </p:spPr>
      </p:cxnSp>
      <p:cxnSp>
        <p:nvCxnSpPr>
          <p:cNvPr id="12" name="直線コネクタ 11">
            <a:extLst>
              <a:ext uri="{FF2B5EF4-FFF2-40B4-BE49-F238E27FC236}">
                <a16:creationId xmlns:a16="http://schemas.microsoft.com/office/drawing/2014/main" id="{E4EEC248-333D-8B1D-3691-F49076842A5A}"/>
              </a:ext>
            </a:extLst>
          </p:cNvPr>
          <p:cNvCxnSpPr>
            <a:cxnSpLocks/>
          </p:cNvCxnSpPr>
          <p:nvPr/>
        </p:nvCxnSpPr>
        <p:spPr bwMode="auto">
          <a:xfrm>
            <a:off x="4655447" y="4779015"/>
            <a:ext cx="630007" cy="0"/>
          </a:xfrm>
          <a:prstGeom prst="line">
            <a:avLst/>
          </a:prstGeom>
          <a:noFill/>
          <a:ln w="19050" cap="flat" cmpd="sng" algn="ctr">
            <a:solidFill>
              <a:schemeClr val="tx1"/>
            </a:solidFill>
            <a:prstDash val="solid"/>
            <a:round/>
            <a:headEnd type="none" w="med" len="med"/>
            <a:tailEnd type="none" w="med" len="med"/>
          </a:ln>
          <a:effectLst/>
        </p:spPr>
      </p:cxnSp>
      <p:sp>
        <p:nvSpPr>
          <p:cNvPr id="13" name="正方形/長方形 12">
            <a:extLst>
              <a:ext uri="{FF2B5EF4-FFF2-40B4-BE49-F238E27FC236}">
                <a16:creationId xmlns:a16="http://schemas.microsoft.com/office/drawing/2014/main" id="{F1A07955-D96B-635D-E33D-F48ED8823A53}"/>
              </a:ext>
            </a:extLst>
          </p:cNvPr>
          <p:cNvSpPr/>
          <p:nvPr/>
        </p:nvSpPr>
        <p:spPr bwMode="auto">
          <a:xfrm rot="5400000">
            <a:off x="5285454" y="4599014"/>
            <a:ext cx="180002" cy="180001"/>
          </a:xfrm>
          <a:prstGeom prst="rect">
            <a:avLst/>
          </a:prstGeom>
          <a:solidFill>
            <a:schemeClr val="accent5"/>
          </a:solidFill>
          <a:ln>
            <a:solidFill>
              <a:schemeClr val="accent5"/>
            </a:solidFill>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grpSp>
        <p:nvGrpSpPr>
          <p:cNvPr id="14" name="グループ化 13">
            <a:extLst>
              <a:ext uri="{FF2B5EF4-FFF2-40B4-BE49-F238E27FC236}">
                <a16:creationId xmlns:a16="http://schemas.microsoft.com/office/drawing/2014/main" id="{1A1097E2-63CF-C02F-E881-EA114310949F}"/>
              </a:ext>
            </a:extLst>
          </p:cNvPr>
          <p:cNvGrpSpPr/>
          <p:nvPr/>
        </p:nvGrpSpPr>
        <p:grpSpPr>
          <a:xfrm>
            <a:off x="5285454" y="5409021"/>
            <a:ext cx="180003" cy="360004"/>
            <a:chOff x="3131985" y="5049018"/>
            <a:chExt cx="180002" cy="437056"/>
          </a:xfrm>
        </p:grpSpPr>
        <p:grpSp>
          <p:nvGrpSpPr>
            <p:cNvPr id="15" name="グループ化 14">
              <a:extLst>
                <a:ext uri="{FF2B5EF4-FFF2-40B4-BE49-F238E27FC236}">
                  <a16:creationId xmlns:a16="http://schemas.microsoft.com/office/drawing/2014/main" id="{6A766BE0-31F6-841D-510E-1AF93ED8CEE0}"/>
                </a:ext>
              </a:extLst>
            </p:cNvPr>
            <p:cNvGrpSpPr/>
            <p:nvPr/>
          </p:nvGrpSpPr>
          <p:grpSpPr>
            <a:xfrm>
              <a:off x="3131985" y="5139021"/>
              <a:ext cx="180002" cy="254126"/>
              <a:chOff x="3131984" y="5191944"/>
              <a:chExt cx="270003" cy="201854"/>
            </a:xfrm>
          </p:grpSpPr>
          <p:sp>
            <p:nvSpPr>
              <p:cNvPr id="18" name="Freeform 42">
                <a:extLst>
                  <a:ext uri="{FF2B5EF4-FFF2-40B4-BE49-F238E27FC236}">
                    <a16:creationId xmlns:a16="http://schemas.microsoft.com/office/drawing/2014/main" id="{BFE0788F-0661-7E75-AC7F-F1B8E0D25119}"/>
                  </a:ext>
                </a:extLst>
              </p:cNvPr>
              <p:cNvSpPr>
                <a:spLocks/>
              </p:cNvSpPr>
              <p:nvPr/>
            </p:nvSpPr>
            <p:spPr bwMode="auto">
              <a:xfrm>
                <a:off x="3131984" y="5229020"/>
                <a:ext cx="270003" cy="90001"/>
              </a:xfrm>
              <a:custGeom>
                <a:avLst/>
                <a:gdLst>
                  <a:gd name="T0" fmla="*/ 3025 w 5991"/>
                  <a:gd name="T1" fmla="*/ 3393 h 3396"/>
                  <a:gd name="T2" fmla="*/ 3330 w 5991"/>
                  <a:gd name="T3" fmla="*/ 3377 h 3396"/>
                  <a:gd name="T4" fmla="*/ 3627 w 5991"/>
                  <a:gd name="T5" fmla="*/ 3342 h 3396"/>
                  <a:gd name="T6" fmla="*/ 3916 w 5991"/>
                  <a:gd name="T7" fmla="*/ 3293 h 3396"/>
                  <a:gd name="T8" fmla="*/ 4193 w 5991"/>
                  <a:gd name="T9" fmla="*/ 3228 h 3396"/>
                  <a:gd name="T10" fmla="*/ 4458 w 5991"/>
                  <a:gd name="T11" fmla="*/ 3150 h 3396"/>
                  <a:gd name="T12" fmla="*/ 4708 w 5991"/>
                  <a:gd name="T13" fmla="*/ 3059 h 3396"/>
                  <a:gd name="T14" fmla="*/ 4941 w 5991"/>
                  <a:gd name="T15" fmla="*/ 2955 h 3396"/>
                  <a:gd name="T16" fmla="*/ 5157 w 5991"/>
                  <a:gd name="T17" fmla="*/ 2839 h 3396"/>
                  <a:gd name="T18" fmla="*/ 5350 w 5991"/>
                  <a:gd name="T19" fmla="*/ 2714 h 3396"/>
                  <a:gd name="T20" fmla="*/ 5523 w 5991"/>
                  <a:gd name="T21" fmla="*/ 2578 h 3396"/>
                  <a:gd name="T22" fmla="*/ 5671 w 5991"/>
                  <a:gd name="T23" fmla="*/ 2434 h 3396"/>
                  <a:gd name="T24" fmla="*/ 5794 w 5991"/>
                  <a:gd name="T25" fmla="*/ 2282 h 3396"/>
                  <a:gd name="T26" fmla="*/ 5889 w 5991"/>
                  <a:gd name="T27" fmla="*/ 2123 h 3396"/>
                  <a:gd name="T28" fmla="*/ 5953 w 5991"/>
                  <a:gd name="T29" fmla="*/ 1956 h 3396"/>
                  <a:gd name="T30" fmla="*/ 5986 w 5991"/>
                  <a:gd name="T31" fmla="*/ 1786 h 3396"/>
                  <a:gd name="T32" fmla="*/ 5990 w 5991"/>
                  <a:gd name="T33" fmla="*/ 1654 h 3396"/>
                  <a:gd name="T34" fmla="*/ 5964 w 5991"/>
                  <a:gd name="T35" fmla="*/ 1482 h 3396"/>
                  <a:gd name="T36" fmla="*/ 5908 w 5991"/>
                  <a:gd name="T37" fmla="*/ 1315 h 3396"/>
                  <a:gd name="T38" fmla="*/ 5819 w 5991"/>
                  <a:gd name="T39" fmla="*/ 1154 h 3396"/>
                  <a:gd name="T40" fmla="*/ 5704 w 5991"/>
                  <a:gd name="T41" fmla="*/ 1000 h 3396"/>
                  <a:gd name="T42" fmla="*/ 5563 w 5991"/>
                  <a:gd name="T43" fmla="*/ 852 h 3396"/>
                  <a:gd name="T44" fmla="*/ 5396 w 5991"/>
                  <a:gd name="T45" fmla="*/ 715 h 3396"/>
                  <a:gd name="T46" fmla="*/ 5207 w 5991"/>
                  <a:gd name="T47" fmla="*/ 587 h 3396"/>
                  <a:gd name="T48" fmla="*/ 4996 w 5991"/>
                  <a:gd name="T49" fmla="*/ 469 h 3396"/>
                  <a:gd name="T50" fmla="*/ 4768 w 5991"/>
                  <a:gd name="T51" fmla="*/ 363 h 3396"/>
                  <a:gd name="T52" fmla="*/ 4522 w 5991"/>
                  <a:gd name="T53" fmla="*/ 268 h 3396"/>
                  <a:gd name="T54" fmla="*/ 4261 w 5991"/>
                  <a:gd name="T55" fmla="*/ 186 h 3396"/>
                  <a:gd name="T56" fmla="*/ 3986 w 5991"/>
                  <a:gd name="T57" fmla="*/ 118 h 3396"/>
                  <a:gd name="T58" fmla="*/ 3700 w 5991"/>
                  <a:gd name="T59" fmla="*/ 65 h 3396"/>
                  <a:gd name="T60" fmla="*/ 3404 w 5991"/>
                  <a:gd name="T61" fmla="*/ 27 h 3396"/>
                  <a:gd name="T62" fmla="*/ 3102 w 5991"/>
                  <a:gd name="T63" fmla="*/ 5 h 3396"/>
                  <a:gd name="T64" fmla="*/ 2870 w 5991"/>
                  <a:gd name="T65" fmla="*/ 0 h 3396"/>
                  <a:gd name="T66" fmla="*/ 2272 w 5991"/>
                  <a:gd name="T67" fmla="*/ 20 h 3396"/>
                  <a:gd name="T68" fmla="*/ 1724 w 5991"/>
                  <a:gd name="T69" fmla="*/ 79 h 3396"/>
                  <a:gd name="T70" fmla="*/ 1235 w 5991"/>
                  <a:gd name="T71" fmla="*/ 170 h 3396"/>
                  <a:gd name="T72" fmla="*/ 862 w 5991"/>
                  <a:gd name="T73" fmla="*/ 276 h 3396"/>
                  <a:gd name="T74" fmla="*/ 677 w 5991"/>
                  <a:gd name="T75" fmla="*/ 345 h 3396"/>
                  <a:gd name="T76" fmla="*/ 510 w 5991"/>
                  <a:gd name="T77" fmla="*/ 420 h 3396"/>
                  <a:gd name="T78" fmla="*/ 365 w 5991"/>
                  <a:gd name="T79" fmla="*/ 502 h 3396"/>
                  <a:gd name="T80" fmla="*/ 242 w 5991"/>
                  <a:gd name="T81" fmla="*/ 588 h 3396"/>
                  <a:gd name="T82" fmla="*/ 143 w 5991"/>
                  <a:gd name="T83" fmla="*/ 678 h 3396"/>
                  <a:gd name="T84" fmla="*/ 69 w 5991"/>
                  <a:gd name="T85" fmla="*/ 773 h 3396"/>
                  <a:gd name="T86" fmla="*/ 21 w 5991"/>
                  <a:gd name="T87" fmla="*/ 872 h 3396"/>
                  <a:gd name="T88" fmla="*/ 0 w 5991"/>
                  <a:gd name="T89" fmla="*/ 973 h 3396"/>
                  <a:gd name="T90" fmla="*/ 2 w 5991"/>
                  <a:gd name="T91" fmla="*/ 1050 h 3396"/>
                  <a:gd name="T92" fmla="*/ 30 w 5991"/>
                  <a:gd name="T93" fmla="*/ 1151 h 3396"/>
                  <a:gd name="T94" fmla="*/ 86 w 5991"/>
                  <a:gd name="T95" fmla="*/ 1249 h 3396"/>
                  <a:gd name="T96" fmla="*/ 166 w 5991"/>
                  <a:gd name="T97" fmla="*/ 1342 h 3396"/>
                  <a:gd name="T98" fmla="*/ 270 w 5991"/>
                  <a:gd name="T99" fmla="*/ 1432 h 3396"/>
                  <a:gd name="T100" fmla="*/ 398 w 5991"/>
                  <a:gd name="T101" fmla="*/ 1517 h 3396"/>
                  <a:gd name="T102" fmla="*/ 550 w 5991"/>
                  <a:gd name="T103" fmla="*/ 1596 h 3396"/>
                  <a:gd name="T104" fmla="*/ 721 w 5991"/>
                  <a:gd name="T105" fmla="*/ 1670 h 3396"/>
                  <a:gd name="T106" fmla="*/ 912 w 5991"/>
                  <a:gd name="T107" fmla="*/ 1738 h 3396"/>
                  <a:gd name="T108" fmla="*/ 1351 w 5991"/>
                  <a:gd name="T109" fmla="*/ 1854 h 3396"/>
                  <a:gd name="T110" fmla="*/ 1856 w 5991"/>
                  <a:gd name="T111" fmla="*/ 1937 h 3396"/>
                  <a:gd name="T112" fmla="*/ 2417 w 5991"/>
                  <a:gd name="T113" fmla="*/ 1986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991" h="3396">
                    <a:moveTo>
                      <a:pt x="2870" y="3396"/>
                    </a:moveTo>
                    <a:lnTo>
                      <a:pt x="2870" y="3396"/>
                    </a:lnTo>
                    <a:lnTo>
                      <a:pt x="2948" y="3395"/>
                    </a:lnTo>
                    <a:lnTo>
                      <a:pt x="3025" y="3393"/>
                    </a:lnTo>
                    <a:lnTo>
                      <a:pt x="3102" y="3391"/>
                    </a:lnTo>
                    <a:lnTo>
                      <a:pt x="3179" y="3387"/>
                    </a:lnTo>
                    <a:lnTo>
                      <a:pt x="3254" y="3382"/>
                    </a:lnTo>
                    <a:lnTo>
                      <a:pt x="3330" y="3377"/>
                    </a:lnTo>
                    <a:lnTo>
                      <a:pt x="3404" y="3369"/>
                    </a:lnTo>
                    <a:lnTo>
                      <a:pt x="3480" y="3361"/>
                    </a:lnTo>
                    <a:lnTo>
                      <a:pt x="3553" y="3352"/>
                    </a:lnTo>
                    <a:lnTo>
                      <a:pt x="3627" y="3342"/>
                    </a:lnTo>
                    <a:lnTo>
                      <a:pt x="3700" y="3332"/>
                    </a:lnTo>
                    <a:lnTo>
                      <a:pt x="3772" y="3319"/>
                    </a:lnTo>
                    <a:lnTo>
                      <a:pt x="3844" y="3306"/>
                    </a:lnTo>
                    <a:lnTo>
                      <a:pt x="3916" y="3293"/>
                    </a:lnTo>
                    <a:lnTo>
                      <a:pt x="3986" y="3278"/>
                    </a:lnTo>
                    <a:lnTo>
                      <a:pt x="4056" y="3262"/>
                    </a:lnTo>
                    <a:lnTo>
                      <a:pt x="4125" y="3246"/>
                    </a:lnTo>
                    <a:lnTo>
                      <a:pt x="4193" y="3228"/>
                    </a:lnTo>
                    <a:lnTo>
                      <a:pt x="4261" y="3210"/>
                    </a:lnTo>
                    <a:lnTo>
                      <a:pt x="4327" y="3191"/>
                    </a:lnTo>
                    <a:lnTo>
                      <a:pt x="4393" y="3170"/>
                    </a:lnTo>
                    <a:lnTo>
                      <a:pt x="4458" y="3150"/>
                    </a:lnTo>
                    <a:lnTo>
                      <a:pt x="4522" y="3128"/>
                    </a:lnTo>
                    <a:lnTo>
                      <a:pt x="4585" y="3106"/>
                    </a:lnTo>
                    <a:lnTo>
                      <a:pt x="4647" y="3083"/>
                    </a:lnTo>
                    <a:lnTo>
                      <a:pt x="4708" y="3059"/>
                    </a:lnTo>
                    <a:lnTo>
                      <a:pt x="4768" y="3033"/>
                    </a:lnTo>
                    <a:lnTo>
                      <a:pt x="4827" y="3009"/>
                    </a:lnTo>
                    <a:lnTo>
                      <a:pt x="4885" y="2982"/>
                    </a:lnTo>
                    <a:lnTo>
                      <a:pt x="4941" y="2955"/>
                    </a:lnTo>
                    <a:lnTo>
                      <a:pt x="4996" y="2927"/>
                    </a:lnTo>
                    <a:lnTo>
                      <a:pt x="5052" y="2898"/>
                    </a:lnTo>
                    <a:lnTo>
                      <a:pt x="5104" y="2869"/>
                    </a:lnTo>
                    <a:lnTo>
                      <a:pt x="5157" y="2839"/>
                    </a:lnTo>
                    <a:lnTo>
                      <a:pt x="5207" y="2809"/>
                    </a:lnTo>
                    <a:lnTo>
                      <a:pt x="5255" y="2778"/>
                    </a:lnTo>
                    <a:lnTo>
                      <a:pt x="5304" y="2746"/>
                    </a:lnTo>
                    <a:lnTo>
                      <a:pt x="5350" y="2714"/>
                    </a:lnTo>
                    <a:lnTo>
                      <a:pt x="5396" y="2680"/>
                    </a:lnTo>
                    <a:lnTo>
                      <a:pt x="5440" y="2647"/>
                    </a:lnTo>
                    <a:lnTo>
                      <a:pt x="5482" y="2613"/>
                    </a:lnTo>
                    <a:lnTo>
                      <a:pt x="5523" y="2578"/>
                    </a:lnTo>
                    <a:lnTo>
                      <a:pt x="5563" y="2543"/>
                    </a:lnTo>
                    <a:lnTo>
                      <a:pt x="5600" y="2507"/>
                    </a:lnTo>
                    <a:lnTo>
                      <a:pt x="5636" y="2470"/>
                    </a:lnTo>
                    <a:lnTo>
                      <a:pt x="5671" y="2434"/>
                    </a:lnTo>
                    <a:lnTo>
                      <a:pt x="5704" y="2397"/>
                    </a:lnTo>
                    <a:lnTo>
                      <a:pt x="5736" y="2359"/>
                    </a:lnTo>
                    <a:lnTo>
                      <a:pt x="5766" y="2320"/>
                    </a:lnTo>
                    <a:lnTo>
                      <a:pt x="5794" y="2282"/>
                    </a:lnTo>
                    <a:lnTo>
                      <a:pt x="5819" y="2242"/>
                    </a:lnTo>
                    <a:lnTo>
                      <a:pt x="5845" y="2202"/>
                    </a:lnTo>
                    <a:lnTo>
                      <a:pt x="5867" y="2163"/>
                    </a:lnTo>
                    <a:lnTo>
                      <a:pt x="5889" y="2123"/>
                    </a:lnTo>
                    <a:lnTo>
                      <a:pt x="5908" y="2082"/>
                    </a:lnTo>
                    <a:lnTo>
                      <a:pt x="5925" y="2040"/>
                    </a:lnTo>
                    <a:lnTo>
                      <a:pt x="5940" y="1999"/>
                    </a:lnTo>
                    <a:lnTo>
                      <a:pt x="5953" y="1956"/>
                    </a:lnTo>
                    <a:lnTo>
                      <a:pt x="5964" y="1914"/>
                    </a:lnTo>
                    <a:lnTo>
                      <a:pt x="5973" y="1872"/>
                    </a:lnTo>
                    <a:lnTo>
                      <a:pt x="5981" y="1828"/>
                    </a:lnTo>
                    <a:lnTo>
                      <a:pt x="5986" y="1786"/>
                    </a:lnTo>
                    <a:lnTo>
                      <a:pt x="5990" y="1742"/>
                    </a:lnTo>
                    <a:lnTo>
                      <a:pt x="5991" y="1699"/>
                    </a:lnTo>
                    <a:lnTo>
                      <a:pt x="5991" y="1699"/>
                    </a:lnTo>
                    <a:lnTo>
                      <a:pt x="5990" y="1654"/>
                    </a:lnTo>
                    <a:lnTo>
                      <a:pt x="5986" y="1610"/>
                    </a:lnTo>
                    <a:lnTo>
                      <a:pt x="5981" y="1568"/>
                    </a:lnTo>
                    <a:lnTo>
                      <a:pt x="5973" y="1524"/>
                    </a:lnTo>
                    <a:lnTo>
                      <a:pt x="5964" y="1482"/>
                    </a:lnTo>
                    <a:lnTo>
                      <a:pt x="5953" y="1440"/>
                    </a:lnTo>
                    <a:lnTo>
                      <a:pt x="5940" y="1397"/>
                    </a:lnTo>
                    <a:lnTo>
                      <a:pt x="5925" y="1356"/>
                    </a:lnTo>
                    <a:lnTo>
                      <a:pt x="5908" y="1315"/>
                    </a:lnTo>
                    <a:lnTo>
                      <a:pt x="5889" y="1274"/>
                    </a:lnTo>
                    <a:lnTo>
                      <a:pt x="5867" y="1233"/>
                    </a:lnTo>
                    <a:lnTo>
                      <a:pt x="5845" y="1193"/>
                    </a:lnTo>
                    <a:lnTo>
                      <a:pt x="5819" y="1154"/>
                    </a:lnTo>
                    <a:lnTo>
                      <a:pt x="5794" y="1114"/>
                    </a:lnTo>
                    <a:lnTo>
                      <a:pt x="5766" y="1076"/>
                    </a:lnTo>
                    <a:lnTo>
                      <a:pt x="5736" y="1037"/>
                    </a:lnTo>
                    <a:lnTo>
                      <a:pt x="5704" y="1000"/>
                    </a:lnTo>
                    <a:lnTo>
                      <a:pt x="5671" y="961"/>
                    </a:lnTo>
                    <a:lnTo>
                      <a:pt x="5636" y="926"/>
                    </a:lnTo>
                    <a:lnTo>
                      <a:pt x="5600" y="888"/>
                    </a:lnTo>
                    <a:lnTo>
                      <a:pt x="5563" y="852"/>
                    </a:lnTo>
                    <a:lnTo>
                      <a:pt x="5523" y="818"/>
                    </a:lnTo>
                    <a:lnTo>
                      <a:pt x="5482" y="783"/>
                    </a:lnTo>
                    <a:lnTo>
                      <a:pt x="5440" y="749"/>
                    </a:lnTo>
                    <a:lnTo>
                      <a:pt x="5396" y="715"/>
                    </a:lnTo>
                    <a:lnTo>
                      <a:pt x="5350" y="682"/>
                    </a:lnTo>
                    <a:lnTo>
                      <a:pt x="5304" y="650"/>
                    </a:lnTo>
                    <a:lnTo>
                      <a:pt x="5255" y="618"/>
                    </a:lnTo>
                    <a:lnTo>
                      <a:pt x="5207" y="587"/>
                    </a:lnTo>
                    <a:lnTo>
                      <a:pt x="5157" y="556"/>
                    </a:lnTo>
                    <a:lnTo>
                      <a:pt x="5104" y="527"/>
                    </a:lnTo>
                    <a:lnTo>
                      <a:pt x="5052" y="497"/>
                    </a:lnTo>
                    <a:lnTo>
                      <a:pt x="4996" y="469"/>
                    </a:lnTo>
                    <a:lnTo>
                      <a:pt x="4941" y="441"/>
                    </a:lnTo>
                    <a:lnTo>
                      <a:pt x="4885" y="414"/>
                    </a:lnTo>
                    <a:lnTo>
                      <a:pt x="4827" y="388"/>
                    </a:lnTo>
                    <a:lnTo>
                      <a:pt x="4768" y="363"/>
                    </a:lnTo>
                    <a:lnTo>
                      <a:pt x="4708" y="337"/>
                    </a:lnTo>
                    <a:lnTo>
                      <a:pt x="4647" y="314"/>
                    </a:lnTo>
                    <a:lnTo>
                      <a:pt x="4585" y="290"/>
                    </a:lnTo>
                    <a:lnTo>
                      <a:pt x="4522" y="268"/>
                    </a:lnTo>
                    <a:lnTo>
                      <a:pt x="4458" y="246"/>
                    </a:lnTo>
                    <a:lnTo>
                      <a:pt x="4393" y="226"/>
                    </a:lnTo>
                    <a:lnTo>
                      <a:pt x="4327" y="205"/>
                    </a:lnTo>
                    <a:lnTo>
                      <a:pt x="4261" y="186"/>
                    </a:lnTo>
                    <a:lnTo>
                      <a:pt x="4193" y="168"/>
                    </a:lnTo>
                    <a:lnTo>
                      <a:pt x="4125" y="150"/>
                    </a:lnTo>
                    <a:lnTo>
                      <a:pt x="4056" y="133"/>
                    </a:lnTo>
                    <a:lnTo>
                      <a:pt x="3986" y="118"/>
                    </a:lnTo>
                    <a:lnTo>
                      <a:pt x="3916" y="104"/>
                    </a:lnTo>
                    <a:lnTo>
                      <a:pt x="3844" y="90"/>
                    </a:lnTo>
                    <a:lnTo>
                      <a:pt x="3772" y="77"/>
                    </a:lnTo>
                    <a:lnTo>
                      <a:pt x="3700" y="65"/>
                    </a:lnTo>
                    <a:lnTo>
                      <a:pt x="3627" y="54"/>
                    </a:lnTo>
                    <a:lnTo>
                      <a:pt x="3553" y="44"/>
                    </a:lnTo>
                    <a:lnTo>
                      <a:pt x="3480" y="35"/>
                    </a:lnTo>
                    <a:lnTo>
                      <a:pt x="3404" y="27"/>
                    </a:lnTo>
                    <a:lnTo>
                      <a:pt x="3330" y="20"/>
                    </a:lnTo>
                    <a:lnTo>
                      <a:pt x="3254" y="14"/>
                    </a:lnTo>
                    <a:lnTo>
                      <a:pt x="3179" y="9"/>
                    </a:lnTo>
                    <a:lnTo>
                      <a:pt x="3102" y="5"/>
                    </a:lnTo>
                    <a:lnTo>
                      <a:pt x="3025" y="3"/>
                    </a:lnTo>
                    <a:lnTo>
                      <a:pt x="2948" y="1"/>
                    </a:lnTo>
                    <a:lnTo>
                      <a:pt x="2870" y="0"/>
                    </a:lnTo>
                    <a:lnTo>
                      <a:pt x="2870" y="0"/>
                    </a:lnTo>
                    <a:lnTo>
                      <a:pt x="2716" y="1"/>
                    </a:lnTo>
                    <a:lnTo>
                      <a:pt x="2566" y="5"/>
                    </a:lnTo>
                    <a:lnTo>
                      <a:pt x="2417" y="12"/>
                    </a:lnTo>
                    <a:lnTo>
                      <a:pt x="2272" y="20"/>
                    </a:lnTo>
                    <a:lnTo>
                      <a:pt x="2130" y="32"/>
                    </a:lnTo>
                    <a:lnTo>
                      <a:pt x="1990" y="45"/>
                    </a:lnTo>
                    <a:lnTo>
                      <a:pt x="1856" y="62"/>
                    </a:lnTo>
                    <a:lnTo>
                      <a:pt x="1724" y="79"/>
                    </a:lnTo>
                    <a:lnTo>
                      <a:pt x="1596" y="99"/>
                    </a:lnTo>
                    <a:lnTo>
                      <a:pt x="1471" y="120"/>
                    </a:lnTo>
                    <a:lnTo>
                      <a:pt x="1351" y="145"/>
                    </a:lnTo>
                    <a:lnTo>
                      <a:pt x="1235" y="170"/>
                    </a:lnTo>
                    <a:lnTo>
                      <a:pt x="1123" y="199"/>
                    </a:lnTo>
                    <a:lnTo>
                      <a:pt x="1015" y="228"/>
                    </a:lnTo>
                    <a:lnTo>
                      <a:pt x="912" y="260"/>
                    </a:lnTo>
                    <a:lnTo>
                      <a:pt x="862" y="276"/>
                    </a:lnTo>
                    <a:lnTo>
                      <a:pt x="815" y="292"/>
                    </a:lnTo>
                    <a:lnTo>
                      <a:pt x="768" y="310"/>
                    </a:lnTo>
                    <a:lnTo>
                      <a:pt x="721" y="328"/>
                    </a:lnTo>
                    <a:lnTo>
                      <a:pt x="677" y="345"/>
                    </a:lnTo>
                    <a:lnTo>
                      <a:pt x="633" y="364"/>
                    </a:lnTo>
                    <a:lnTo>
                      <a:pt x="591" y="382"/>
                    </a:lnTo>
                    <a:lnTo>
                      <a:pt x="550" y="401"/>
                    </a:lnTo>
                    <a:lnTo>
                      <a:pt x="510" y="420"/>
                    </a:lnTo>
                    <a:lnTo>
                      <a:pt x="471" y="441"/>
                    </a:lnTo>
                    <a:lnTo>
                      <a:pt x="434" y="460"/>
                    </a:lnTo>
                    <a:lnTo>
                      <a:pt x="398" y="481"/>
                    </a:lnTo>
                    <a:lnTo>
                      <a:pt x="365" y="502"/>
                    </a:lnTo>
                    <a:lnTo>
                      <a:pt x="332" y="523"/>
                    </a:lnTo>
                    <a:lnTo>
                      <a:pt x="301" y="545"/>
                    </a:lnTo>
                    <a:lnTo>
                      <a:pt x="270" y="567"/>
                    </a:lnTo>
                    <a:lnTo>
                      <a:pt x="242" y="588"/>
                    </a:lnTo>
                    <a:lnTo>
                      <a:pt x="215" y="610"/>
                    </a:lnTo>
                    <a:lnTo>
                      <a:pt x="189" y="633"/>
                    </a:lnTo>
                    <a:lnTo>
                      <a:pt x="166" y="655"/>
                    </a:lnTo>
                    <a:lnTo>
                      <a:pt x="143" y="678"/>
                    </a:lnTo>
                    <a:lnTo>
                      <a:pt x="123" y="702"/>
                    </a:lnTo>
                    <a:lnTo>
                      <a:pt x="104" y="726"/>
                    </a:lnTo>
                    <a:lnTo>
                      <a:pt x="86" y="750"/>
                    </a:lnTo>
                    <a:lnTo>
                      <a:pt x="69" y="773"/>
                    </a:lnTo>
                    <a:lnTo>
                      <a:pt x="55" y="797"/>
                    </a:lnTo>
                    <a:lnTo>
                      <a:pt x="42" y="822"/>
                    </a:lnTo>
                    <a:lnTo>
                      <a:pt x="30" y="847"/>
                    </a:lnTo>
                    <a:lnTo>
                      <a:pt x="21" y="872"/>
                    </a:lnTo>
                    <a:lnTo>
                      <a:pt x="14" y="897"/>
                    </a:lnTo>
                    <a:lnTo>
                      <a:pt x="7" y="922"/>
                    </a:lnTo>
                    <a:lnTo>
                      <a:pt x="2" y="947"/>
                    </a:lnTo>
                    <a:lnTo>
                      <a:pt x="0" y="973"/>
                    </a:lnTo>
                    <a:lnTo>
                      <a:pt x="0" y="999"/>
                    </a:lnTo>
                    <a:lnTo>
                      <a:pt x="0" y="999"/>
                    </a:lnTo>
                    <a:lnTo>
                      <a:pt x="0" y="1024"/>
                    </a:lnTo>
                    <a:lnTo>
                      <a:pt x="2" y="1050"/>
                    </a:lnTo>
                    <a:lnTo>
                      <a:pt x="7" y="1076"/>
                    </a:lnTo>
                    <a:lnTo>
                      <a:pt x="14" y="1101"/>
                    </a:lnTo>
                    <a:lnTo>
                      <a:pt x="21" y="1127"/>
                    </a:lnTo>
                    <a:lnTo>
                      <a:pt x="30" y="1151"/>
                    </a:lnTo>
                    <a:lnTo>
                      <a:pt x="42" y="1176"/>
                    </a:lnTo>
                    <a:lnTo>
                      <a:pt x="55" y="1200"/>
                    </a:lnTo>
                    <a:lnTo>
                      <a:pt x="69" y="1224"/>
                    </a:lnTo>
                    <a:lnTo>
                      <a:pt x="86" y="1249"/>
                    </a:lnTo>
                    <a:lnTo>
                      <a:pt x="104" y="1273"/>
                    </a:lnTo>
                    <a:lnTo>
                      <a:pt x="123" y="1296"/>
                    </a:lnTo>
                    <a:lnTo>
                      <a:pt x="143" y="1319"/>
                    </a:lnTo>
                    <a:lnTo>
                      <a:pt x="166" y="1342"/>
                    </a:lnTo>
                    <a:lnTo>
                      <a:pt x="189" y="1365"/>
                    </a:lnTo>
                    <a:lnTo>
                      <a:pt x="215" y="1388"/>
                    </a:lnTo>
                    <a:lnTo>
                      <a:pt x="242" y="1410"/>
                    </a:lnTo>
                    <a:lnTo>
                      <a:pt x="270" y="1432"/>
                    </a:lnTo>
                    <a:lnTo>
                      <a:pt x="301" y="1454"/>
                    </a:lnTo>
                    <a:lnTo>
                      <a:pt x="332" y="1475"/>
                    </a:lnTo>
                    <a:lnTo>
                      <a:pt x="365" y="1496"/>
                    </a:lnTo>
                    <a:lnTo>
                      <a:pt x="398" y="1517"/>
                    </a:lnTo>
                    <a:lnTo>
                      <a:pt x="434" y="1537"/>
                    </a:lnTo>
                    <a:lnTo>
                      <a:pt x="471" y="1558"/>
                    </a:lnTo>
                    <a:lnTo>
                      <a:pt x="510" y="1577"/>
                    </a:lnTo>
                    <a:lnTo>
                      <a:pt x="550" y="1596"/>
                    </a:lnTo>
                    <a:lnTo>
                      <a:pt x="591" y="1615"/>
                    </a:lnTo>
                    <a:lnTo>
                      <a:pt x="633" y="1634"/>
                    </a:lnTo>
                    <a:lnTo>
                      <a:pt x="677" y="1652"/>
                    </a:lnTo>
                    <a:lnTo>
                      <a:pt x="721" y="1670"/>
                    </a:lnTo>
                    <a:lnTo>
                      <a:pt x="768" y="1688"/>
                    </a:lnTo>
                    <a:lnTo>
                      <a:pt x="815" y="1705"/>
                    </a:lnTo>
                    <a:lnTo>
                      <a:pt x="862" y="1722"/>
                    </a:lnTo>
                    <a:lnTo>
                      <a:pt x="912" y="1738"/>
                    </a:lnTo>
                    <a:lnTo>
                      <a:pt x="1015" y="1769"/>
                    </a:lnTo>
                    <a:lnTo>
                      <a:pt x="1123" y="1800"/>
                    </a:lnTo>
                    <a:lnTo>
                      <a:pt x="1235" y="1827"/>
                    </a:lnTo>
                    <a:lnTo>
                      <a:pt x="1351" y="1854"/>
                    </a:lnTo>
                    <a:lnTo>
                      <a:pt x="1471" y="1877"/>
                    </a:lnTo>
                    <a:lnTo>
                      <a:pt x="1596" y="1899"/>
                    </a:lnTo>
                    <a:lnTo>
                      <a:pt x="1724" y="1919"/>
                    </a:lnTo>
                    <a:lnTo>
                      <a:pt x="1856" y="1937"/>
                    </a:lnTo>
                    <a:lnTo>
                      <a:pt x="1990" y="1952"/>
                    </a:lnTo>
                    <a:lnTo>
                      <a:pt x="2130" y="1966"/>
                    </a:lnTo>
                    <a:lnTo>
                      <a:pt x="2272" y="1977"/>
                    </a:lnTo>
                    <a:lnTo>
                      <a:pt x="2417" y="1986"/>
                    </a:lnTo>
                    <a:lnTo>
                      <a:pt x="2566" y="1992"/>
                    </a:lnTo>
                    <a:lnTo>
                      <a:pt x="2716" y="1996"/>
                    </a:lnTo>
                    <a:lnTo>
                      <a:pt x="2870" y="1997"/>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478093" rtl="0" eaLnBrk="1" latinLnBrk="0" hangingPunct="1">
                  <a:defRPr sz="1883" kern="1200">
                    <a:solidFill>
                      <a:schemeClr val="tx1"/>
                    </a:solidFill>
                    <a:latin typeface="+mn-lt"/>
                    <a:ea typeface="+mn-ea"/>
                    <a:cs typeface="+mn-cs"/>
                  </a:defRPr>
                </a:lvl1pPr>
                <a:lvl2pPr marL="478093" algn="l" defTabSz="478093" rtl="0" eaLnBrk="1" latinLnBrk="0" hangingPunct="1">
                  <a:defRPr sz="1883" kern="1200">
                    <a:solidFill>
                      <a:schemeClr val="tx1"/>
                    </a:solidFill>
                    <a:latin typeface="+mn-lt"/>
                    <a:ea typeface="+mn-ea"/>
                    <a:cs typeface="+mn-cs"/>
                  </a:defRPr>
                </a:lvl2pPr>
                <a:lvl3pPr marL="956184" algn="l" defTabSz="478093" rtl="0" eaLnBrk="1" latinLnBrk="0" hangingPunct="1">
                  <a:defRPr sz="1883" kern="1200">
                    <a:solidFill>
                      <a:schemeClr val="tx1"/>
                    </a:solidFill>
                    <a:latin typeface="+mn-lt"/>
                    <a:ea typeface="+mn-ea"/>
                    <a:cs typeface="+mn-cs"/>
                  </a:defRPr>
                </a:lvl3pPr>
                <a:lvl4pPr marL="1434277" algn="l" defTabSz="478093" rtl="0" eaLnBrk="1" latinLnBrk="0" hangingPunct="1">
                  <a:defRPr sz="1883" kern="1200">
                    <a:solidFill>
                      <a:schemeClr val="tx1"/>
                    </a:solidFill>
                    <a:latin typeface="+mn-lt"/>
                    <a:ea typeface="+mn-ea"/>
                    <a:cs typeface="+mn-cs"/>
                  </a:defRPr>
                </a:lvl4pPr>
                <a:lvl5pPr marL="1912370" algn="l" defTabSz="478093" rtl="0" eaLnBrk="1" latinLnBrk="0" hangingPunct="1">
                  <a:defRPr sz="1883" kern="1200">
                    <a:solidFill>
                      <a:schemeClr val="tx1"/>
                    </a:solidFill>
                    <a:latin typeface="+mn-lt"/>
                    <a:ea typeface="+mn-ea"/>
                    <a:cs typeface="+mn-cs"/>
                  </a:defRPr>
                </a:lvl5pPr>
                <a:lvl6pPr marL="2390462" algn="l" defTabSz="478093" rtl="0" eaLnBrk="1" latinLnBrk="0" hangingPunct="1">
                  <a:defRPr sz="1883" kern="1200">
                    <a:solidFill>
                      <a:schemeClr val="tx1"/>
                    </a:solidFill>
                    <a:latin typeface="+mn-lt"/>
                    <a:ea typeface="+mn-ea"/>
                    <a:cs typeface="+mn-cs"/>
                  </a:defRPr>
                </a:lvl6pPr>
                <a:lvl7pPr marL="2868554" algn="l" defTabSz="478093" rtl="0" eaLnBrk="1" latinLnBrk="0" hangingPunct="1">
                  <a:defRPr sz="1883" kern="1200">
                    <a:solidFill>
                      <a:schemeClr val="tx1"/>
                    </a:solidFill>
                    <a:latin typeface="+mn-lt"/>
                    <a:ea typeface="+mn-ea"/>
                    <a:cs typeface="+mn-cs"/>
                  </a:defRPr>
                </a:lvl7pPr>
                <a:lvl8pPr marL="3346646" algn="l" defTabSz="478093" rtl="0" eaLnBrk="1" latinLnBrk="0" hangingPunct="1">
                  <a:defRPr sz="1883" kern="1200">
                    <a:solidFill>
                      <a:schemeClr val="tx1"/>
                    </a:solidFill>
                    <a:latin typeface="+mn-lt"/>
                    <a:ea typeface="+mn-ea"/>
                    <a:cs typeface="+mn-cs"/>
                  </a:defRPr>
                </a:lvl8pPr>
                <a:lvl9pPr marL="3824739" algn="l" defTabSz="478093" rtl="0" eaLnBrk="1" latinLnBrk="0" hangingPunct="1">
                  <a:defRPr sz="1883" kern="1200">
                    <a:solidFill>
                      <a:schemeClr val="tx1"/>
                    </a:solidFill>
                    <a:latin typeface="+mn-lt"/>
                    <a:ea typeface="+mn-ea"/>
                    <a:cs typeface="+mn-cs"/>
                  </a:defRPr>
                </a:lvl9pPr>
              </a:lstStyle>
              <a:p>
                <a:endParaRPr lang="ja-JP" altLang="en-US"/>
              </a:p>
            </p:txBody>
          </p:sp>
          <p:sp>
            <p:nvSpPr>
              <p:cNvPr id="19" name="Freeform 42">
                <a:extLst>
                  <a:ext uri="{FF2B5EF4-FFF2-40B4-BE49-F238E27FC236}">
                    <a16:creationId xmlns:a16="http://schemas.microsoft.com/office/drawing/2014/main" id="{3C9E81BC-7D74-199B-137A-B65138B6CB6C}"/>
                  </a:ext>
                </a:extLst>
              </p:cNvPr>
              <p:cNvSpPr>
                <a:spLocks/>
              </p:cNvSpPr>
              <p:nvPr/>
            </p:nvSpPr>
            <p:spPr bwMode="auto">
              <a:xfrm>
                <a:off x="3131984" y="5267334"/>
                <a:ext cx="270003" cy="90001"/>
              </a:xfrm>
              <a:custGeom>
                <a:avLst/>
                <a:gdLst>
                  <a:gd name="T0" fmla="*/ 3025 w 5991"/>
                  <a:gd name="T1" fmla="*/ 3393 h 3396"/>
                  <a:gd name="T2" fmla="*/ 3330 w 5991"/>
                  <a:gd name="T3" fmla="*/ 3377 h 3396"/>
                  <a:gd name="T4" fmla="*/ 3627 w 5991"/>
                  <a:gd name="T5" fmla="*/ 3342 h 3396"/>
                  <a:gd name="T6" fmla="*/ 3916 w 5991"/>
                  <a:gd name="T7" fmla="*/ 3293 h 3396"/>
                  <a:gd name="T8" fmla="*/ 4193 w 5991"/>
                  <a:gd name="T9" fmla="*/ 3228 h 3396"/>
                  <a:gd name="T10" fmla="*/ 4458 w 5991"/>
                  <a:gd name="T11" fmla="*/ 3150 h 3396"/>
                  <a:gd name="T12" fmla="*/ 4708 w 5991"/>
                  <a:gd name="T13" fmla="*/ 3059 h 3396"/>
                  <a:gd name="T14" fmla="*/ 4941 w 5991"/>
                  <a:gd name="T15" fmla="*/ 2955 h 3396"/>
                  <a:gd name="T16" fmla="*/ 5157 w 5991"/>
                  <a:gd name="T17" fmla="*/ 2839 h 3396"/>
                  <a:gd name="T18" fmla="*/ 5350 w 5991"/>
                  <a:gd name="T19" fmla="*/ 2714 h 3396"/>
                  <a:gd name="T20" fmla="*/ 5523 w 5991"/>
                  <a:gd name="T21" fmla="*/ 2578 h 3396"/>
                  <a:gd name="T22" fmla="*/ 5671 w 5991"/>
                  <a:gd name="T23" fmla="*/ 2434 h 3396"/>
                  <a:gd name="T24" fmla="*/ 5794 w 5991"/>
                  <a:gd name="T25" fmla="*/ 2282 h 3396"/>
                  <a:gd name="T26" fmla="*/ 5889 w 5991"/>
                  <a:gd name="T27" fmla="*/ 2123 h 3396"/>
                  <a:gd name="T28" fmla="*/ 5953 w 5991"/>
                  <a:gd name="T29" fmla="*/ 1956 h 3396"/>
                  <a:gd name="T30" fmla="*/ 5986 w 5991"/>
                  <a:gd name="T31" fmla="*/ 1786 h 3396"/>
                  <a:gd name="T32" fmla="*/ 5990 w 5991"/>
                  <a:gd name="T33" fmla="*/ 1654 h 3396"/>
                  <a:gd name="T34" fmla="*/ 5964 w 5991"/>
                  <a:gd name="T35" fmla="*/ 1482 h 3396"/>
                  <a:gd name="T36" fmla="*/ 5908 w 5991"/>
                  <a:gd name="T37" fmla="*/ 1315 h 3396"/>
                  <a:gd name="T38" fmla="*/ 5819 w 5991"/>
                  <a:gd name="T39" fmla="*/ 1154 h 3396"/>
                  <a:gd name="T40" fmla="*/ 5704 w 5991"/>
                  <a:gd name="T41" fmla="*/ 1000 h 3396"/>
                  <a:gd name="T42" fmla="*/ 5563 w 5991"/>
                  <a:gd name="T43" fmla="*/ 852 h 3396"/>
                  <a:gd name="T44" fmla="*/ 5396 w 5991"/>
                  <a:gd name="T45" fmla="*/ 715 h 3396"/>
                  <a:gd name="T46" fmla="*/ 5207 w 5991"/>
                  <a:gd name="T47" fmla="*/ 587 h 3396"/>
                  <a:gd name="T48" fmla="*/ 4996 w 5991"/>
                  <a:gd name="T49" fmla="*/ 469 h 3396"/>
                  <a:gd name="T50" fmla="*/ 4768 w 5991"/>
                  <a:gd name="T51" fmla="*/ 363 h 3396"/>
                  <a:gd name="T52" fmla="*/ 4522 w 5991"/>
                  <a:gd name="T53" fmla="*/ 268 h 3396"/>
                  <a:gd name="T54" fmla="*/ 4261 w 5991"/>
                  <a:gd name="T55" fmla="*/ 186 h 3396"/>
                  <a:gd name="T56" fmla="*/ 3986 w 5991"/>
                  <a:gd name="T57" fmla="*/ 118 h 3396"/>
                  <a:gd name="T58" fmla="*/ 3700 w 5991"/>
                  <a:gd name="T59" fmla="*/ 65 h 3396"/>
                  <a:gd name="T60" fmla="*/ 3404 w 5991"/>
                  <a:gd name="T61" fmla="*/ 27 h 3396"/>
                  <a:gd name="T62" fmla="*/ 3102 w 5991"/>
                  <a:gd name="T63" fmla="*/ 5 h 3396"/>
                  <a:gd name="T64" fmla="*/ 2870 w 5991"/>
                  <a:gd name="T65" fmla="*/ 0 h 3396"/>
                  <a:gd name="T66" fmla="*/ 2272 w 5991"/>
                  <a:gd name="T67" fmla="*/ 20 h 3396"/>
                  <a:gd name="T68" fmla="*/ 1724 w 5991"/>
                  <a:gd name="T69" fmla="*/ 79 h 3396"/>
                  <a:gd name="T70" fmla="*/ 1235 w 5991"/>
                  <a:gd name="T71" fmla="*/ 170 h 3396"/>
                  <a:gd name="T72" fmla="*/ 862 w 5991"/>
                  <a:gd name="T73" fmla="*/ 276 h 3396"/>
                  <a:gd name="T74" fmla="*/ 677 w 5991"/>
                  <a:gd name="T75" fmla="*/ 345 h 3396"/>
                  <a:gd name="T76" fmla="*/ 510 w 5991"/>
                  <a:gd name="T77" fmla="*/ 420 h 3396"/>
                  <a:gd name="T78" fmla="*/ 365 w 5991"/>
                  <a:gd name="T79" fmla="*/ 502 h 3396"/>
                  <a:gd name="T80" fmla="*/ 242 w 5991"/>
                  <a:gd name="T81" fmla="*/ 588 h 3396"/>
                  <a:gd name="T82" fmla="*/ 143 w 5991"/>
                  <a:gd name="T83" fmla="*/ 678 h 3396"/>
                  <a:gd name="T84" fmla="*/ 69 w 5991"/>
                  <a:gd name="T85" fmla="*/ 773 h 3396"/>
                  <a:gd name="T86" fmla="*/ 21 w 5991"/>
                  <a:gd name="T87" fmla="*/ 872 h 3396"/>
                  <a:gd name="T88" fmla="*/ 0 w 5991"/>
                  <a:gd name="T89" fmla="*/ 973 h 3396"/>
                  <a:gd name="T90" fmla="*/ 2 w 5991"/>
                  <a:gd name="T91" fmla="*/ 1050 h 3396"/>
                  <a:gd name="T92" fmla="*/ 30 w 5991"/>
                  <a:gd name="T93" fmla="*/ 1151 h 3396"/>
                  <a:gd name="T94" fmla="*/ 86 w 5991"/>
                  <a:gd name="T95" fmla="*/ 1249 h 3396"/>
                  <a:gd name="T96" fmla="*/ 166 w 5991"/>
                  <a:gd name="T97" fmla="*/ 1342 h 3396"/>
                  <a:gd name="T98" fmla="*/ 270 w 5991"/>
                  <a:gd name="T99" fmla="*/ 1432 h 3396"/>
                  <a:gd name="T100" fmla="*/ 398 w 5991"/>
                  <a:gd name="T101" fmla="*/ 1517 h 3396"/>
                  <a:gd name="T102" fmla="*/ 550 w 5991"/>
                  <a:gd name="T103" fmla="*/ 1596 h 3396"/>
                  <a:gd name="T104" fmla="*/ 721 w 5991"/>
                  <a:gd name="T105" fmla="*/ 1670 h 3396"/>
                  <a:gd name="T106" fmla="*/ 912 w 5991"/>
                  <a:gd name="T107" fmla="*/ 1738 h 3396"/>
                  <a:gd name="T108" fmla="*/ 1351 w 5991"/>
                  <a:gd name="T109" fmla="*/ 1854 h 3396"/>
                  <a:gd name="T110" fmla="*/ 1856 w 5991"/>
                  <a:gd name="T111" fmla="*/ 1937 h 3396"/>
                  <a:gd name="T112" fmla="*/ 2417 w 5991"/>
                  <a:gd name="T113" fmla="*/ 1986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991" h="3396">
                    <a:moveTo>
                      <a:pt x="2870" y="3396"/>
                    </a:moveTo>
                    <a:lnTo>
                      <a:pt x="2870" y="3396"/>
                    </a:lnTo>
                    <a:lnTo>
                      <a:pt x="2948" y="3395"/>
                    </a:lnTo>
                    <a:lnTo>
                      <a:pt x="3025" y="3393"/>
                    </a:lnTo>
                    <a:lnTo>
                      <a:pt x="3102" y="3391"/>
                    </a:lnTo>
                    <a:lnTo>
                      <a:pt x="3179" y="3387"/>
                    </a:lnTo>
                    <a:lnTo>
                      <a:pt x="3254" y="3382"/>
                    </a:lnTo>
                    <a:lnTo>
                      <a:pt x="3330" y="3377"/>
                    </a:lnTo>
                    <a:lnTo>
                      <a:pt x="3404" y="3369"/>
                    </a:lnTo>
                    <a:lnTo>
                      <a:pt x="3480" y="3361"/>
                    </a:lnTo>
                    <a:lnTo>
                      <a:pt x="3553" y="3352"/>
                    </a:lnTo>
                    <a:lnTo>
                      <a:pt x="3627" y="3342"/>
                    </a:lnTo>
                    <a:lnTo>
                      <a:pt x="3700" y="3332"/>
                    </a:lnTo>
                    <a:lnTo>
                      <a:pt x="3772" y="3319"/>
                    </a:lnTo>
                    <a:lnTo>
                      <a:pt x="3844" y="3306"/>
                    </a:lnTo>
                    <a:lnTo>
                      <a:pt x="3916" y="3293"/>
                    </a:lnTo>
                    <a:lnTo>
                      <a:pt x="3986" y="3278"/>
                    </a:lnTo>
                    <a:lnTo>
                      <a:pt x="4056" y="3262"/>
                    </a:lnTo>
                    <a:lnTo>
                      <a:pt x="4125" y="3246"/>
                    </a:lnTo>
                    <a:lnTo>
                      <a:pt x="4193" y="3228"/>
                    </a:lnTo>
                    <a:lnTo>
                      <a:pt x="4261" y="3210"/>
                    </a:lnTo>
                    <a:lnTo>
                      <a:pt x="4327" y="3191"/>
                    </a:lnTo>
                    <a:lnTo>
                      <a:pt x="4393" y="3170"/>
                    </a:lnTo>
                    <a:lnTo>
                      <a:pt x="4458" y="3150"/>
                    </a:lnTo>
                    <a:lnTo>
                      <a:pt x="4522" y="3128"/>
                    </a:lnTo>
                    <a:lnTo>
                      <a:pt x="4585" y="3106"/>
                    </a:lnTo>
                    <a:lnTo>
                      <a:pt x="4647" y="3083"/>
                    </a:lnTo>
                    <a:lnTo>
                      <a:pt x="4708" y="3059"/>
                    </a:lnTo>
                    <a:lnTo>
                      <a:pt x="4768" y="3033"/>
                    </a:lnTo>
                    <a:lnTo>
                      <a:pt x="4827" y="3009"/>
                    </a:lnTo>
                    <a:lnTo>
                      <a:pt x="4885" y="2982"/>
                    </a:lnTo>
                    <a:lnTo>
                      <a:pt x="4941" y="2955"/>
                    </a:lnTo>
                    <a:lnTo>
                      <a:pt x="4996" y="2927"/>
                    </a:lnTo>
                    <a:lnTo>
                      <a:pt x="5052" y="2898"/>
                    </a:lnTo>
                    <a:lnTo>
                      <a:pt x="5104" y="2869"/>
                    </a:lnTo>
                    <a:lnTo>
                      <a:pt x="5157" y="2839"/>
                    </a:lnTo>
                    <a:lnTo>
                      <a:pt x="5207" y="2809"/>
                    </a:lnTo>
                    <a:lnTo>
                      <a:pt x="5255" y="2778"/>
                    </a:lnTo>
                    <a:lnTo>
                      <a:pt x="5304" y="2746"/>
                    </a:lnTo>
                    <a:lnTo>
                      <a:pt x="5350" y="2714"/>
                    </a:lnTo>
                    <a:lnTo>
                      <a:pt x="5396" y="2680"/>
                    </a:lnTo>
                    <a:lnTo>
                      <a:pt x="5440" y="2647"/>
                    </a:lnTo>
                    <a:lnTo>
                      <a:pt x="5482" y="2613"/>
                    </a:lnTo>
                    <a:lnTo>
                      <a:pt x="5523" y="2578"/>
                    </a:lnTo>
                    <a:lnTo>
                      <a:pt x="5563" y="2543"/>
                    </a:lnTo>
                    <a:lnTo>
                      <a:pt x="5600" y="2507"/>
                    </a:lnTo>
                    <a:lnTo>
                      <a:pt x="5636" y="2470"/>
                    </a:lnTo>
                    <a:lnTo>
                      <a:pt x="5671" y="2434"/>
                    </a:lnTo>
                    <a:lnTo>
                      <a:pt x="5704" y="2397"/>
                    </a:lnTo>
                    <a:lnTo>
                      <a:pt x="5736" y="2359"/>
                    </a:lnTo>
                    <a:lnTo>
                      <a:pt x="5766" y="2320"/>
                    </a:lnTo>
                    <a:lnTo>
                      <a:pt x="5794" y="2282"/>
                    </a:lnTo>
                    <a:lnTo>
                      <a:pt x="5819" y="2242"/>
                    </a:lnTo>
                    <a:lnTo>
                      <a:pt x="5845" y="2202"/>
                    </a:lnTo>
                    <a:lnTo>
                      <a:pt x="5867" y="2163"/>
                    </a:lnTo>
                    <a:lnTo>
                      <a:pt x="5889" y="2123"/>
                    </a:lnTo>
                    <a:lnTo>
                      <a:pt x="5908" y="2082"/>
                    </a:lnTo>
                    <a:lnTo>
                      <a:pt x="5925" y="2040"/>
                    </a:lnTo>
                    <a:lnTo>
                      <a:pt x="5940" y="1999"/>
                    </a:lnTo>
                    <a:lnTo>
                      <a:pt x="5953" y="1956"/>
                    </a:lnTo>
                    <a:lnTo>
                      <a:pt x="5964" y="1914"/>
                    </a:lnTo>
                    <a:lnTo>
                      <a:pt x="5973" y="1872"/>
                    </a:lnTo>
                    <a:lnTo>
                      <a:pt x="5981" y="1828"/>
                    </a:lnTo>
                    <a:lnTo>
                      <a:pt x="5986" y="1786"/>
                    </a:lnTo>
                    <a:lnTo>
                      <a:pt x="5990" y="1742"/>
                    </a:lnTo>
                    <a:lnTo>
                      <a:pt x="5991" y="1699"/>
                    </a:lnTo>
                    <a:lnTo>
                      <a:pt x="5991" y="1699"/>
                    </a:lnTo>
                    <a:lnTo>
                      <a:pt x="5990" y="1654"/>
                    </a:lnTo>
                    <a:lnTo>
                      <a:pt x="5986" y="1610"/>
                    </a:lnTo>
                    <a:lnTo>
                      <a:pt x="5981" y="1568"/>
                    </a:lnTo>
                    <a:lnTo>
                      <a:pt x="5973" y="1524"/>
                    </a:lnTo>
                    <a:lnTo>
                      <a:pt x="5964" y="1482"/>
                    </a:lnTo>
                    <a:lnTo>
                      <a:pt x="5953" y="1440"/>
                    </a:lnTo>
                    <a:lnTo>
                      <a:pt x="5940" y="1397"/>
                    </a:lnTo>
                    <a:lnTo>
                      <a:pt x="5925" y="1356"/>
                    </a:lnTo>
                    <a:lnTo>
                      <a:pt x="5908" y="1315"/>
                    </a:lnTo>
                    <a:lnTo>
                      <a:pt x="5889" y="1274"/>
                    </a:lnTo>
                    <a:lnTo>
                      <a:pt x="5867" y="1233"/>
                    </a:lnTo>
                    <a:lnTo>
                      <a:pt x="5845" y="1193"/>
                    </a:lnTo>
                    <a:lnTo>
                      <a:pt x="5819" y="1154"/>
                    </a:lnTo>
                    <a:lnTo>
                      <a:pt x="5794" y="1114"/>
                    </a:lnTo>
                    <a:lnTo>
                      <a:pt x="5766" y="1076"/>
                    </a:lnTo>
                    <a:lnTo>
                      <a:pt x="5736" y="1037"/>
                    </a:lnTo>
                    <a:lnTo>
                      <a:pt x="5704" y="1000"/>
                    </a:lnTo>
                    <a:lnTo>
                      <a:pt x="5671" y="961"/>
                    </a:lnTo>
                    <a:lnTo>
                      <a:pt x="5636" y="926"/>
                    </a:lnTo>
                    <a:lnTo>
                      <a:pt x="5600" y="888"/>
                    </a:lnTo>
                    <a:lnTo>
                      <a:pt x="5563" y="852"/>
                    </a:lnTo>
                    <a:lnTo>
                      <a:pt x="5523" y="818"/>
                    </a:lnTo>
                    <a:lnTo>
                      <a:pt x="5482" y="783"/>
                    </a:lnTo>
                    <a:lnTo>
                      <a:pt x="5440" y="749"/>
                    </a:lnTo>
                    <a:lnTo>
                      <a:pt x="5396" y="715"/>
                    </a:lnTo>
                    <a:lnTo>
                      <a:pt x="5350" y="682"/>
                    </a:lnTo>
                    <a:lnTo>
                      <a:pt x="5304" y="650"/>
                    </a:lnTo>
                    <a:lnTo>
                      <a:pt x="5255" y="618"/>
                    </a:lnTo>
                    <a:lnTo>
                      <a:pt x="5207" y="587"/>
                    </a:lnTo>
                    <a:lnTo>
                      <a:pt x="5157" y="556"/>
                    </a:lnTo>
                    <a:lnTo>
                      <a:pt x="5104" y="527"/>
                    </a:lnTo>
                    <a:lnTo>
                      <a:pt x="5052" y="497"/>
                    </a:lnTo>
                    <a:lnTo>
                      <a:pt x="4996" y="469"/>
                    </a:lnTo>
                    <a:lnTo>
                      <a:pt x="4941" y="441"/>
                    </a:lnTo>
                    <a:lnTo>
                      <a:pt x="4885" y="414"/>
                    </a:lnTo>
                    <a:lnTo>
                      <a:pt x="4827" y="388"/>
                    </a:lnTo>
                    <a:lnTo>
                      <a:pt x="4768" y="363"/>
                    </a:lnTo>
                    <a:lnTo>
                      <a:pt x="4708" y="337"/>
                    </a:lnTo>
                    <a:lnTo>
                      <a:pt x="4647" y="314"/>
                    </a:lnTo>
                    <a:lnTo>
                      <a:pt x="4585" y="290"/>
                    </a:lnTo>
                    <a:lnTo>
                      <a:pt x="4522" y="268"/>
                    </a:lnTo>
                    <a:lnTo>
                      <a:pt x="4458" y="246"/>
                    </a:lnTo>
                    <a:lnTo>
                      <a:pt x="4393" y="226"/>
                    </a:lnTo>
                    <a:lnTo>
                      <a:pt x="4327" y="205"/>
                    </a:lnTo>
                    <a:lnTo>
                      <a:pt x="4261" y="186"/>
                    </a:lnTo>
                    <a:lnTo>
                      <a:pt x="4193" y="168"/>
                    </a:lnTo>
                    <a:lnTo>
                      <a:pt x="4125" y="150"/>
                    </a:lnTo>
                    <a:lnTo>
                      <a:pt x="4056" y="133"/>
                    </a:lnTo>
                    <a:lnTo>
                      <a:pt x="3986" y="118"/>
                    </a:lnTo>
                    <a:lnTo>
                      <a:pt x="3916" y="104"/>
                    </a:lnTo>
                    <a:lnTo>
                      <a:pt x="3844" y="90"/>
                    </a:lnTo>
                    <a:lnTo>
                      <a:pt x="3772" y="77"/>
                    </a:lnTo>
                    <a:lnTo>
                      <a:pt x="3700" y="65"/>
                    </a:lnTo>
                    <a:lnTo>
                      <a:pt x="3627" y="54"/>
                    </a:lnTo>
                    <a:lnTo>
                      <a:pt x="3553" y="44"/>
                    </a:lnTo>
                    <a:lnTo>
                      <a:pt x="3480" y="35"/>
                    </a:lnTo>
                    <a:lnTo>
                      <a:pt x="3404" y="27"/>
                    </a:lnTo>
                    <a:lnTo>
                      <a:pt x="3330" y="20"/>
                    </a:lnTo>
                    <a:lnTo>
                      <a:pt x="3254" y="14"/>
                    </a:lnTo>
                    <a:lnTo>
                      <a:pt x="3179" y="9"/>
                    </a:lnTo>
                    <a:lnTo>
                      <a:pt x="3102" y="5"/>
                    </a:lnTo>
                    <a:lnTo>
                      <a:pt x="3025" y="3"/>
                    </a:lnTo>
                    <a:lnTo>
                      <a:pt x="2948" y="1"/>
                    </a:lnTo>
                    <a:lnTo>
                      <a:pt x="2870" y="0"/>
                    </a:lnTo>
                    <a:lnTo>
                      <a:pt x="2870" y="0"/>
                    </a:lnTo>
                    <a:lnTo>
                      <a:pt x="2716" y="1"/>
                    </a:lnTo>
                    <a:lnTo>
                      <a:pt x="2566" y="5"/>
                    </a:lnTo>
                    <a:lnTo>
                      <a:pt x="2417" y="12"/>
                    </a:lnTo>
                    <a:lnTo>
                      <a:pt x="2272" y="20"/>
                    </a:lnTo>
                    <a:lnTo>
                      <a:pt x="2130" y="32"/>
                    </a:lnTo>
                    <a:lnTo>
                      <a:pt x="1990" y="45"/>
                    </a:lnTo>
                    <a:lnTo>
                      <a:pt x="1856" y="62"/>
                    </a:lnTo>
                    <a:lnTo>
                      <a:pt x="1724" y="79"/>
                    </a:lnTo>
                    <a:lnTo>
                      <a:pt x="1596" y="99"/>
                    </a:lnTo>
                    <a:lnTo>
                      <a:pt x="1471" y="120"/>
                    </a:lnTo>
                    <a:lnTo>
                      <a:pt x="1351" y="145"/>
                    </a:lnTo>
                    <a:lnTo>
                      <a:pt x="1235" y="170"/>
                    </a:lnTo>
                    <a:lnTo>
                      <a:pt x="1123" y="199"/>
                    </a:lnTo>
                    <a:lnTo>
                      <a:pt x="1015" y="228"/>
                    </a:lnTo>
                    <a:lnTo>
                      <a:pt x="912" y="260"/>
                    </a:lnTo>
                    <a:lnTo>
                      <a:pt x="862" y="276"/>
                    </a:lnTo>
                    <a:lnTo>
                      <a:pt x="815" y="292"/>
                    </a:lnTo>
                    <a:lnTo>
                      <a:pt x="768" y="310"/>
                    </a:lnTo>
                    <a:lnTo>
                      <a:pt x="721" y="328"/>
                    </a:lnTo>
                    <a:lnTo>
                      <a:pt x="677" y="345"/>
                    </a:lnTo>
                    <a:lnTo>
                      <a:pt x="633" y="364"/>
                    </a:lnTo>
                    <a:lnTo>
                      <a:pt x="591" y="382"/>
                    </a:lnTo>
                    <a:lnTo>
                      <a:pt x="550" y="401"/>
                    </a:lnTo>
                    <a:lnTo>
                      <a:pt x="510" y="420"/>
                    </a:lnTo>
                    <a:lnTo>
                      <a:pt x="471" y="441"/>
                    </a:lnTo>
                    <a:lnTo>
                      <a:pt x="434" y="460"/>
                    </a:lnTo>
                    <a:lnTo>
                      <a:pt x="398" y="481"/>
                    </a:lnTo>
                    <a:lnTo>
                      <a:pt x="365" y="502"/>
                    </a:lnTo>
                    <a:lnTo>
                      <a:pt x="332" y="523"/>
                    </a:lnTo>
                    <a:lnTo>
                      <a:pt x="301" y="545"/>
                    </a:lnTo>
                    <a:lnTo>
                      <a:pt x="270" y="567"/>
                    </a:lnTo>
                    <a:lnTo>
                      <a:pt x="242" y="588"/>
                    </a:lnTo>
                    <a:lnTo>
                      <a:pt x="215" y="610"/>
                    </a:lnTo>
                    <a:lnTo>
                      <a:pt x="189" y="633"/>
                    </a:lnTo>
                    <a:lnTo>
                      <a:pt x="166" y="655"/>
                    </a:lnTo>
                    <a:lnTo>
                      <a:pt x="143" y="678"/>
                    </a:lnTo>
                    <a:lnTo>
                      <a:pt x="123" y="702"/>
                    </a:lnTo>
                    <a:lnTo>
                      <a:pt x="104" y="726"/>
                    </a:lnTo>
                    <a:lnTo>
                      <a:pt x="86" y="750"/>
                    </a:lnTo>
                    <a:lnTo>
                      <a:pt x="69" y="773"/>
                    </a:lnTo>
                    <a:lnTo>
                      <a:pt x="55" y="797"/>
                    </a:lnTo>
                    <a:lnTo>
                      <a:pt x="42" y="822"/>
                    </a:lnTo>
                    <a:lnTo>
                      <a:pt x="30" y="847"/>
                    </a:lnTo>
                    <a:lnTo>
                      <a:pt x="21" y="872"/>
                    </a:lnTo>
                    <a:lnTo>
                      <a:pt x="14" y="897"/>
                    </a:lnTo>
                    <a:lnTo>
                      <a:pt x="7" y="922"/>
                    </a:lnTo>
                    <a:lnTo>
                      <a:pt x="2" y="947"/>
                    </a:lnTo>
                    <a:lnTo>
                      <a:pt x="0" y="973"/>
                    </a:lnTo>
                    <a:lnTo>
                      <a:pt x="0" y="999"/>
                    </a:lnTo>
                    <a:lnTo>
                      <a:pt x="0" y="999"/>
                    </a:lnTo>
                    <a:lnTo>
                      <a:pt x="0" y="1024"/>
                    </a:lnTo>
                    <a:lnTo>
                      <a:pt x="2" y="1050"/>
                    </a:lnTo>
                    <a:lnTo>
                      <a:pt x="7" y="1076"/>
                    </a:lnTo>
                    <a:lnTo>
                      <a:pt x="14" y="1101"/>
                    </a:lnTo>
                    <a:lnTo>
                      <a:pt x="21" y="1127"/>
                    </a:lnTo>
                    <a:lnTo>
                      <a:pt x="30" y="1151"/>
                    </a:lnTo>
                    <a:lnTo>
                      <a:pt x="42" y="1176"/>
                    </a:lnTo>
                    <a:lnTo>
                      <a:pt x="55" y="1200"/>
                    </a:lnTo>
                    <a:lnTo>
                      <a:pt x="69" y="1224"/>
                    </a:lnTo>
                    <a:lnTo>
                      <a:pt x="86" y="1249"/>
                    </a:lnTo>
                    <a:lnTo>
                      <a:pt x="104" y="1273"/>
                    </a:lnTo>
                    <a:lnTo>
                      <a:pt x="123" y="1296"/>
                    </a:lnTo>
                    <a:lnTo>
                      <a:pt x="143" y="1319"/>
                    </a:lnTo>
                    <a:lnTo>
                      <a:pt x="166" y="1342"/>
                    </a:lnTo>
                    <a:lnTo>
                      <a:pt x="189" y="1365"/>
                    </a:lnTo>
                    <a:lnTo>
                      <a:pt x="215" y="1388"/>
                    </a:lnTo>
                    <a:lnTo>
                      <a:pt x="242" y="1410"/>
                    </a:lnTo>
                    <a:lnTo>
                      <a:pt x="270" y="1432"/>
                    </a:lnTo>
                    <a:lnTo>
                      <a:pt x="301" y="1454"/>
                    </a:lnTo>
                    <a:lnTo>
                      <a:pt x="332" y="1475"/>
                    </a:lnTo>
                    <a:lnTo>
                      <a:pt x="365" y="1496"/>
                    </a:lnTo>
                    <a:lnTo>
                      <a:pt x="398" y="1517"/>
                    </a:lnTo>
                    <a:lnTo>
                      <a:pt x="434" y="1537"/>
                    </a:lnTo>
                    <a:lnTo>
                      <a:pt x="471" y="1558"/>
                    </a:lnTo>
                    <a:lnTo>
                      <a:pt x="510" y="1577"/>
                    </a:lnTo>
                    <a:lnTo>
                      <a:pt x="550" y="1596"/>
                    </a:lnTo>
                    <a:lnTo>
                      <a:pt x="591" y="1615"/>
                    </a:lnTo>
                    <a:lnTo>
                      <a:pt x="633" y="1634"/>
                    </a:lnTo>
                    <a:lnTo>
                      <a:pt x="677" y="1652"/>
                    </a:lnTo>
                    <a:lnTo>
                      <a:pt x="721" y="1670"/>
                    </a:lnTo>
                    <a:lnTo>
                      <a:pt x="768" y="1688"/>
                    </a:lnTo>
                    <a:lnTo>
                      <a:pt x="815" y="1705"/>
                    </a:lnTo>
                    <a:lnTo>
                      <a:pt x="862" y="1722"/>
                    </a:lnTo>
                    <a:lnTo>
                      <a:pt x="912" y="1738"/>
                    </a:lnTo>
                    <a:lnTo>
                      <a:pt x="1015" y="1769"/>
                    </a:lnTo>
                    <a:lnTo>
                      <a:pt x="1123" y="1800"/>
                    </a:lnTo>
                    <a:lnTo>
                      <a:pt x="1235" y="1827"/>
                    </a:lnTo>
                    <a:lnTo>
                      <a:pt x="1351" y="1854"/>
                    </a:lnTo>
                    <a:lnTo>
                      <a:pt x="1471" y="1877"/>
                    </a:lnTo>
                    <a:lnTo>
                      <a:pt x="1596" y="1899"/>
                    </a:lnTo>
                    <a:lnTo>
                      <a:pt x="1724" y="1919"/>
                    </a:lnTo>
                    <a:lnTo>
                      <a:pt x="1856" y="1937"/>
                    </a:lnTo>
                    <a:lnTo>
                      <a:pt x="1990" y="1952"/>
                    </a:lnTo>
                    <a:lnTo>
                      <a:pt x="2130" y="1966"/>
                    </a:lnTo>
                    <a:lnTo>
                      <a:pt x="2272" y="1977"/>
                    </a:lnTo>
                    <a:lnTo>
                      <a:pt x="2417" y="1986"/>
                    </a:lnTo>
                    <a:lnTo>
                      <a:pt x="2566" y="1992"/>
                    </a:lnTo>
                    <a:lnTo>
                      <a:pt x="2716" y="1996"/>
                    </a:lnTo>
                    <a:lnTo>
                      <a:pt x="2870" y="1997"/>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478093" rtl="0" eaLnBrk="1" latinLnBrk="0" hangingPunct="1">
                  <a:defRPr sz="1883" kern="1200">
                    <a:solidFill>
                      <a:schemeClr val="tx1"/>
                    </a:solidFill>
                    <a:latin typeface="+mn-lt"/>
                    <a:ea typeface="+mn-ea"/>
                    <a:cs typeface="+mn-cs"/>
                  </a:defRPr>
                </a:lvl1pPr>
                <a:lvl2pPr marL="478093" algn="l" defTabSz="478093" rtl="0" eaLnBrk="1" latinLnBrk="0" hangingPunct="1">
                  <a:defRPr sz="1883" kern="1200">
                    <a:solidFill>
                      <a:schemeClr val="tx1"/>
                    </a:solidFill>
                    <a:latin typeface="+mn-lt"/>
                    <a:ea typeface="+mn-ea"/>
                    <a:cs typeface="+mn-cs"/>
                  </a:defRPr>
                </a:lvl2pPr>
                <a:lvl3pPr marL="956184" algn="l" defTabSz="478093" rtl="0" eaLnBrk="1" latinLnBrk="0" hangingPunct="1">
                  <a:defRPr sz="1883" kern="1200">
                    <a:solidFill>
                      <a:schemeClr val="tx1"/>
                    </a:solidFill>
                    <a:latin typeface="+mn-lt"/>
                    <a:ea typeface="+mn-ea"/>
                    <a:cs typeface="+mn-cs"/>
                  </a:defRPr>
                </a:lvl3pPr>
                <a:lvl4pPr marL="1434277" algn="l" defTabSz="478093" rtl="0" eaLnBrk="1" latinLnBrk="0" hangingPunct="1">
                  <a:defRPr sz="1883" kern="1200">
                    <a:solidFill>
                      <a:schemeClr val="tx1"/>
                    </a:solidFill>
                    <a:latin typeface="+mn-lt"/>
                    <a:ea typeface="+mn-ea"/>
                    <a:cs typeface="+mn-cs"/>
                  </a:defRPr>
                </a:lvl4pPr>
                <a:lvl5pPr marL="1912370" algn="l" defTabSz="478093" rtl="0" eaLnBrk="1" latinLnBrk="0" hangingPunct="1">
                  <a:defRPr sz="1883" kern="1200">
                    <a:solidFill>
                      <a:schemeClr val="tx1"/>
                    </a:solidFill>
                    <a:latin typeface="+mn-lt"/>
                    <a:ea typeface="+mn-ea"/>
                    <a:cs typeface="+mn-cs"/>
                  </a:defRPr>
                </a:lvl5pPr>
                <a:lvl6pPr marL="2390462" algn="l" defTabSz="478093" rtl="0" eaLnBrk="1" latinLnBrk="0" hangingPunct="1">
                  <a:defRPr sz="1883" kern="1200">
                    <a:solidFill>
                      <a:schemeClr val="tx1"/>
                    </a:solidFill>
                    <a:latin typeface="+mn-lt"/>
                    <a:ea typeface="+mn-ea"/>
                    <a:cs typeface="+mn-cs"/>
                  </a:defRPr>
                </a:lvl6pPr>
                <a:lvl7pPr marL="2868554" algn="l" defTabSz="478093" rtl="0" eaLnBrk="1" latinLnBrk="0" hangingPunct="1">
                  <a:defRPr sz="1883" kern="1200">
                    <a:solidFill>
                      <a:schemeClr val="tx1"/>
                    </a:solidFill>
                    <a:latin typeface="+mn-lt"/>
                    <a:ea typeface="+mn-ea"/>
                    <a:cs typeface="+mn-cs"/>
                  </a:defRPr>
                </a:lvl7pPr>
                <a:lvl8pPr marL="3346646" algn="l" defTabSz="478093" rtl="0" eaLnBrk="1" latinLnBrk="0" hangingPunct="1">
                  <a:defRPr sz="1883" kern="1200">
                    <a:solidFill>
                      <a:schemeClr val="tx1"/>
                    </a:solidFill>
                    <a:latin typeface="+mn-lt"/>
                    <a:ea typeface="+mn-ea"/>
                    <a:cs typeface="+mn-cs"/>
                  </a:defRPr>
                </a:lvl8pPr>
                <a:lvl9pPr marL="3824739" algn="l" defTabSz="478093" rtl="0" eaLnBrk="1" latinLnBrk="0" hangingPunct="1">
                  <a:defRPr sz="1883" kern="1200">
                    <a:solidFill>
                      <a:schemeClr val="tx1"/>
                    </a:solidFill>
                    <a:latin typeface="+mn-lt"/>
                    <a:ea typeface="+mn-ea"/>
                    <a:cs typeface="+mn-cs"/>
                  </a:defRPr>
                </a:lvl9pPr>
              </a:lstStyle>
              <a:p>
                <a:endParaRPr lang="ja-JP" altLang="en-US"/>
              </a:p>
            </p:txBody>
          </p:sp>
          <p:sp>
            <p:nvSpPr>
              <p:cNvPr id="20" name="Freeform 42">
                <a:extLst>
                  <a:ext uri="{FF2B5EF4-FFF2-40B4-BE49-F238E27FC236}">
                    <a16:creationId xmlns:a16="http://schemas.microsoft.com/office/drawing/2014/main" id="{D02CC5F9-232B-B46F-BD1B-65BA6613F97B}"/>
                  </a:ext>
                </a:extLst>
              </p:cNvPr>
              <p:cNvSpPr>
                <a:spLocks/>
              </p:cNvSpPr>
              <p:nvPr/>
            </p:nvSpPr>
            <p:spPr bwMode="auto">
              <a:xfrm>
                <a:off x="3131984" y="5303797"/>
                <a:ext cx="270003" cy="90001"/>
              </a:xfrm>
              <a:custGeom>
                <a:avLst/>
                <a:gdLst>
                  <a:gd name="T0" fmla="*/ 3025 w 5991"/>
                  <a:gd name="T1" fmla="*/ 3393 h 3396"/>
                  <a:gd name="T2" fmla="*/ 3330 w 5991"/>
                  <a:gd name="T3" fmla="*/ 3377 h 3396"/>
                  <a:gd name="T4" fmla="*/ 3627 w 5991"/>
                  <a:gd name="T5" fmla="*/ 3342 h 3396"/>
                  <a:gd name="T6" fmla="*/ 3916 w 5991"/>
                  <a:gd name="T7" fmla="*/ 3293 h 3396"/>
                  <a:gd name="T8" fmla="*/ 4193 w 5991"/>
                  <a:gd name="T9" fmla="*/ 3228 h 3396"/>
                  <a:gd name="T10" fmla="*/ 4458 w 5991"/>
                  <a:gd name="T11" fmla="*/ 3150 h 3396"/>
                  <a:gd name="T12" fmla="*/ 4708 w 5991"/>
                  <a:gd name="T13" fmla="*/ 3059 h 3396"/>
                  <a:gd name="T14" fmla="*/ 4941 w 5991"/>
                  <a:gd name="T15" fmla="*/ 2955 h 3396"/>
                  <a:gd name="T16" fmla="*/ 5157 w 5991"/>
                  <a:gd name="T17" fmla="*/ 2839 h 3396"/>
                  <a:gd name="T18" fmla="*/ 5350 w 5991"/>
                  <a:gd name="T19" fmla="*/ 2714 h 3396"/>
                  <a:gd name="T20" fmla="*/ 5523 w 5991"/>
                  <a:gd name="T21" fmla="*/ 2578 h 3396"/>
                  <a:gd name="T22" fmla="*/ 5671 w 5991"/>
                  <a:gd name="T23" fmla="*/ 2434 h 3396"/>
                  <a:gd name="T24" fmla="*/ 5794 w 5991"/>
                  <a:gd name="T25" fmla="*/ 2282 h 3396"/>
                  <a:gd name="T26" fmla="*/ 5889 w 5991"/>
                  <a:gd name="T27" fmla="*/ 2123 h 3396"/>
                  <a:gd name="T28" fmla="*/ 5953 w 5991"/>
                  <a:gd name="T29" fmla="*/ 1956 h 3396"/>
                  <a:gd name="T30" fmla="*/ 5986 w 5991"/>
                  <a:gd name="T31" fmla="*/ 1786 h 3396"/>
                  <a:gd name="T32" fmla="*/ 5990 w 5991"/>
                  <a:gd name="T33" fmla="*/ 1654 h 3396"/>
                  <a:gd name="T34" fmla="*/ 5964 w 5991"/>
                  <a:gd name="T35" fmla="*/ 1482 h 3396"/>
                  <a:gd name="T36" fmla="*/ 5908 w 5991"/>
                  <a:gd name="T37" fmla="*/ 1315 h 3396"/>
                  <a:gd name="T38" fmla="*/ 5819 w 5991"/>
                  <a:gd name="T39" fmla="*/ 1154 h 3396"/>
                  <a:gd name="T40" fmla="*/ 5704 w 5991"/>
                  <a:gd name="T41" fmla="*/ 1000 h 3396"/>
                  <a:gd name="T42" fmla="*/ 5563 w 5991"/>
                  <a:gd name="T43" fmla="*/ 852 h 3396"/>
                  <a:gd name="T44" fmla="*/ 5396 w 5991"/>
                  <a:gd name="T45" fmla="*/ 715 h 3396"/>
                  <a:gd name="T46" fmla="*/ 5207 w 5991"/>
                  <a:gd name="T47" fmla="*/ 587 h 3396"/>
                  <a:gd name="T48" fmla="*/ 4996 w 5991"/>
                  <a:gd name="T49" fmla="*/ 469 h 3396"/>
                  <a:gd name="T50" fmla="*/ 4768 w 5991"/>
                  <a:gd name="T51" fmla="*/ 363 h 3396"/>
                  <a:gd name="T52" fmla="*/ 4522 w 5991"/>
                  <a:gd name="T53" fmla="*/ 268 h 3396"/>
                  <a:gd name="T54" fmla="*/ 4261 w 5991"/>
                  <a:gd name="T55" fmla="*/ 186 h 3396"/>
                  <a:gd name="T56" fmla="*/ 3986 w 5991"/>
                  <a:gd name="T57" fmla="*/ 118 h 3396"/>
                  <a:gd name="T58" fmla="*/ 3700 w 5991"/>
                  <a:gd name="T59" fmla="*/ 65 h 3396"/>
                  <a:gd name="T60" fmla="*/ 3404 w 5991"/>
                  <a:gd name="T61" fmla="*/ 27 h 3396"/>
                  <a:gd name="T62" fmla="*/ 3102 w 5991"/>
                  <a:gd name="T63" fmla="*/ 5 h 3396"/>
                  <a:gd name="T64" fmla="*/ 2870 w 5991"/>
                  <a:gd name="T65" fmla="*/ 0 h 3396"/>
                  <a:gd name="T66" fmla="*/ 2272 w 5991"/>
                  <a:gd name="T67" fmla="*/ 20 h 3396"/>
                  <a:gd name="T68" fmla="*/ 1724 w 5991"/>
                  <a:gd name="T69" fmla="*/ 79 h 3396"/>
                  <a:gd name="T70" fmla="*/ 1235 w 5991"/>
                  <a:gd name="T71" fmla="*/ 170 h 3396"/>
                  <a:gd name="T72" fmla="*/ 862 w 5991"/>
                  <a:gd name="T73" fmla="*/ 276 h 3396"/>
                  <a:gd name="T74" fmla="*/ 677 w 5991"/>
                  <a:gd name="T75" fmla="*/ 345 h 3396"/>
                  <a:gd name="T76" fmla="*/ 510 w 5991"/>
                  <a:gd name="T77" fmla="*/ 420 h 3396"/>
                  <a:gd name="T78" fmla="*/ 365 w 5991"/>
                  <a:gd name="T79" fmla="*/ 502 h 3396"/>
                  <a:gd name="T80" fmla="*/ 242 w 5991"/>
                  <a:gd name="T81" fmla="*/ 588 h 3396"/>
                  <a:gd name="T82" fmla="*/ 143 w 5991"/>
                  <a:gd name="T83" fmla="*/ 678 h 3396"/>
                  <a:gd name="T84" fmla="*/ 69 w 5991"/>
                  <a:gd name="T85" fmla="*/ 773 h 3396"/>
                  <a:gd name="T86" fmla="*/ 21 w 5991"/>
                  <a:gd name="T87" fmla="*/ 872 h 3396"/>
                  <a:gd name="T88" fmla="*/ 0 w 5991"/>
                  <a:gd name="T89" fmla="*/ 973 h 3396"/>
                  <a:gd name="T90" fmla="*/ 2 w 5991"/>
                  <a:gd name="T91" fmla="*/ 1050 h 3396"/>
                  <a:gd name="T92" fmla="*/ 30 w 5991"/>
                  <a:gd name="T93" fmla="*/ 1151 h 3396"/>
                  <a:gd name="T94" fmla="*/ 86 w 5991"/>
                  <a:gd name="T95" fmla="*/ 1249 h 3396"/>
                  <a:gd name="T96" fmla="*/ 166 w 5991"/>
                  <a:gd name="T97" fmla="*/ 1342 h 3396"/>
                  <a:gd name="T98" fmla="*/ 270 w 5991"/>
                  <a:gd name="T99" fmla="*/ 1432 h 3396"/>
                  <a:gd name="T100" fmla="*/ 398 w 5991"/>
                  <a:gd name="T101" fmla="*/ 1517 h 3396"/>
                  <a:gd name="T102" fmla="*/ 550 w 5991"/>
                  <a:gd name="T103" fmla="*/ 1596 h 3396"/>
                  <a:gd name="T104" fmla="*/ 721 w 5991"/>
                  <a:gd name="T105" fmla="*/ 1670 h 3396"/>
                  <a:gd name="T106" fmla="*/ 912 w 5991"/>
                  <a:gd name="T107" fmla="*/ 1738 h 3396"/>
                  <a:gd name="T108" fmla="*/ 1351 w 5991"/>
                  <a:gd name="T109" fmla="*/ 1854 h 3396"/>
                  <a:gd name="T110" fmla="*/ 1856 w 5991"/>
                  <a:gd name="T111" fmla="*/ 1937 h 3396"/>
                  <a:gd name="T112" fmla="*/ 2417 w 5991"/>
                  <a:gd name="T113" fmla="*/ 1986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991" h="3396">
                    <a:moveTo>
                      <a:pt x="2870" y="3396"/>
                    </a:moveTo>
                    <a:lnTo>
                      <a:pt x="2870" y="3396"/>
                    </a:lnTo>
                    <a:lnTo>
                      <a:pt x="2948" y="3395"/>
                    </a:lnTo>
                    <a:lnTo>
                      <a:pt x="3025" y="3393"/>
                    </a:lnTo>
                    <a:lnTo>
                      <a:pt x="3102" y="3391"/>
                    </a:lnTo>
                    <a:lnTo>
                      <a:pt x="3179" y="3387"/>
                    </a:lnTo>
                    <a:lnTo>
                      <a:pt x="3254" y="3382"/>
                    </a:lnTo>
                    <a:lnTo>
                      <a:pt x="3330" y="3377"/>
                    </a:lnTo>
                    <a:lnTo>
                      <a:pt x="3404" y="3369"/>
                    </a:lnTo>
                    <a:lnTo>
                      <a:pt x="3480" y="3361"/>
                    </a:lnTo>
                    <a:lnTo>
                      <a:pt x="3553" y="3352"/>
                    </a:lnTo>
                    <a:lnTo>
                      <a:pt x="3627" y="3342"/>
                    </a:lnTo>
                    <a:lnTo>
                      <a:pt x="3700" y="3332"/>
                    </a:lnTo>
                    <a:lnTo>
                      <a:pt x="3772" y="3319"/>
                    </a:lnTo>
                    <a:lnTo>
                      <a:pt x="3844" y="3306"/>
                    </a:lnTo>
                    <a:lnTo>
                      <a:pt x="3916" y="3293"/>
                    </a:lnTo>
                    <a:lnTo>
                      <a:pt x="3986" y="3278"/>
                    </a:lnTo>
                    <a:lnTo>
                      <a:pt x="4056" y="3262"/>
                    </a:lnTo>
                    <a:lnTo>
                      <a:pt x="4125" y="3246"/>
                    </a:lnTo>
                    <a:lnTo>
                      <a:pt x="4193" y="3228"/>
                    </a:lnTo>
                    <a:lnTo>
                      <a:pt x="4261" y="3210"/>
                    </a:lnTo>
                    <a:lnTo>
                      <a:pt x="4327" y="3191"/>
                    </a:lnTo>
                    <a:lnTo>
                      <a:pt x="4393" y="3170"/>
                    </a:lnTo>
                    <a:lnTo>
                      <a:pt x="4458" y="3150"/>
                    </a:lnTo>
                    <a:lnTo>
                      <a:pt x="4522" y="3128"/>
                    </a:lnTo>
                    <a:lnTo>
                      <a:pt x="4585" y="3106"/>
                    </a:lnTo>
                    <a:lnTo>
                      <a:pt x="4647" y="3083"/>
                    </a:lnTo>
                    <a:lnTo>
                      <a:pt x="4708" y="3059"/>
                    </a:lnTo>
                    <a:lnTo>
                      <a:pt x="4768" y="3033"/>
                    </a:lnTo>
                    <a:lnTo>
                      <a:pt x="4827" y="3009"/>
                    </a:lnTo>
                    <a:lnTo>
                      <a:pt x="4885" y="2982"/>
                    </a:lnTo>
                    <a:lnTo>
                      <a:pt x="4941" y="2955"/>
                    </a:lnTo>
                    <a:lnTo>
                      <a:pt x="4996" y="2927"/>
                    </a:lnTo>
                    <a:lnTo>
                      <a:pt x="5052" y="2898"/>
                    </a:lnTo>
                    <a:lnTo>
                      <a:pt x="5104" y="2869"/>
                    </a:lnTo>
                    <a:lnTo>
                      <a:pt x="5157" y="2839"/>
                    </a:lnTo>
                    <a:lnTo>
                      <a:pt x="5207" y="2809"/>
                    </a:lnTo>
                    <a:lnTo>
                      <a:pt x="5255" y="2778"/>
                    </a:lnTo>
                    <a:lnTo>
                      <a:pt x="5304" y="2746"/>
                    </a:lnTo>
                    <a:lnTo>
                      <a:pt x="5350" y="2714"/>
                    </a:lnTo>
                    <a:lnTo>
                      <a:pt x="5396" y="2680"/>
                    </a:lnTo>
                    <a:lnTo>
                      <a:pt x="5440" y="2647"/>
                    </a:lnTo>
                    <a:lnTo>
                      <a:pt x="5482" y="2613"/>
                    </a:lnTo>
                    <a:lnTo>
                      <a:pt x="5523" y="2578"/>
                    </a:lnTo>
                    <a:lnTo>
                      <a:pt x="5563" y="2543"/>
                    </a:lnTo>
                    <a:lnTo>
                      <a:pt x="5600" y="2507"/>
                    </a:lnTo>
                    <a:lnTo>
                      <a:pt x="5636" y="2470"/>
                    </a:lnTo>
                    <a:lnTo>
                      <a:pt x="5671" y="2434"/>
                    </a:lnTo>
                    <a:lnTo>
                      <a:pt x="5704" y="2397"/>
                    </a:lnTo>
                    <a:lnTo>
                      <a:pt x="5736" y="2359"/>
                    </a:lnTo>
                    <a:lnTo>
                      <a:pt x="5766" y="2320"/>
                    </a:lnTo>
                    <a:lnTo>
                      <a:pt x="5794" y="2282"/>
                    </a:lnTo>
                    <a:lnTo>
                      <a:pt x="5819" y="2242"/>
                    </a:lnTo>
                    <a:lnTo>
                      <a:pt x="5845" y="2202"/>
                    </a:lnTo>
                    <a:lnTo>
                      <a:pt x="5867" y="2163"/>
                    </a:lnTo>
                    <a:lnTo>
                      <a:pt x="5889" y="2123"/>
                    </a:lnTo>
                    <a:lnTo>
                      <a:pt x="5908" y="2082"/>
                    </a:lnTo>
                    <a:lnTo>
                      <a:pt x="5925" y="2040"/>
                    </a:lnTo>
                    <a:lnTo>
                      <a:pt x="5940" y="1999"/>
                    </a:lnTo>
                    <a:lnTo>
                      <a:pt x="5953" y="1956"/>
                    </a:lnTo>
                    <a:lnTo>
                      <a:pt x="5964" y="1914"/>
                    </a:lnTo>
                    <a:lnTo>
                      <a:pt x="5973" y="1872"/>
                    </a:lnTo>
                    <a:lnTo>
                      <a:pt x="5981" y="1828"/>
                    </a:lnTo>
                    <a:lnTo>
                      <a:pt x="5986" y="1786"/>
                    </a:lnTo>
                    <a:lnTo>
                      <a:pt x="5990" y="1742"/>
                    </a:lnTo>
                    <a:lnTo>
                      <a:pt x="5991" y="1699"/>
                    </a:lnTo>
                    <a:lnTo>
                      <a:pt x="5991" y="1699"/>
                    </a:lnTo>
                    <a:lnTo>
                      <a:pt x="5990" y="1654"/>
                    </a:lnTo>
                    <a:lnTo>
                      <a:pt x="5986" y="1610"/>
                    </a:lnTo>
                    <a:lnTo>
                      <a:pt x="5981" y="1568"/>
                    </a:lnTo>
                    <a:lnTo>
                      <a:pt x="5973" y="1524"/>
                    </a:lnTo>
                    <a:lnTo>
                      <a:pt x="5964" y="1482"/>
                    </a:lnTo>
                    <a:lnTo>
                      <a:pt x="5953" y="1440"/>
                    </a:lnTo>
                    <a:lnTo>
                      <a:pt x="5940" y="1397"/>
                    </a:lnTo>
                    <a:lnTo>
                      <a:pt x="5925" y="1356"/>
                    </a:lnTo>
                    <a:lnTo>
                      <a:pt x="5908" y="1315"/>
                    </a:lnTo>
                    <a:lnTo>
                      <a:pt x="5889" y="1274"/>
                    </a:lnTo>
                    <a:lnTo>
                      <a:pt x="5867" y="1233"/>
                    </a:lnTo>
                    <a:lnTo>
                      <a:pt x="5845" y="1193"/>
                    </a:lnTo>
                    <a:lnTo>
                      <a:pt x="5819" y="1154"/>
                    </a:lnTo>
                    <a:lnTo>
                      <a:pt x="5794" y="1114"/>
                    </a:lnTo>
                    <a:lnTo>
                      <a:pt x="5766" y="1076"/>
                    </a:lnTo>
                    <a:lnTo>
                      <a:pt x="5736" y="1037"/>
                    </a:lnTo>
                    <a:lnTo>
                      <a:pt x="5704" y="1000"/>
                    </a:lnTo>
                    <a:lnTo>
                      <a:pt x="5671" y="961"/>
                    </a:lnTo>
                    <a:lnTo>
                      <a:pt x="5636" y="926"/>
                    </a:lnTo>
                    <a:lnTo>
                      <a:pt x="5600" y="888"/>
                    </a:lnTo>
                    <a:lnTo>
                      <a:pt x="5563" y="852"/>
                    </a:lnTo>
                    <a:lnTo>
                      <a:pt x="5523" y="818"/>
                    </a:lnTo>
                    <a:lnTo>
                      <a:pt x="5482" y="783"/>
                    </a:lnTo>
                    <a:lnTo>
                      <a:pt x="5440" y="749"/>
                    </a:lnTo>
                    <a:lnTo>
                      <a:pt x="5396" y="715"/>
                    </a:lnTo>
                    <a:lnTo>
                      <a:pt x="5350" y="682"/>
                    </a:lnTo>
                    <a:lnTo>
                      <a:pt x="5304" y="650"/>
                    </a:lnTo>
                    <a:lnTo>
                      <a:pt x="5255" y="618"/>
                    </a:lnTo>
                    <a:lnTo>
                      <a:pt x="5207" y="587"/>
                    </a:lnTo>
                    <a:lnTo>
                      <a:pt x="5157" y="556"/>
                    </a:lnTo>
                    <a:lnTo>
                      <a:pt x="5104" y="527"/>
                    </a:lnTo>
                    <a:lnTo>
                      <a:pt x="5052" y="497"/>
                    </a:lnTo>
                    <a:lnTo>
                      <a:pt x="4996" y="469"/>
                    </a:lnTo>
                    <a:lnTo>
                      <a:pt x="4941" y="441"/>
                    </a:lnTo>
                    <a:lnTo>
                      <a:pt x="4885" y="414"/>
                    </a:lnTo>
                    <a:lnTo>
                      <a:pt x="4827" y="388"/>
                    </a:lnTo>
                    <a:lnTo>
                      <a:pt x="4768" y="363"/>
                    </a:lnTo>
                    <a:lnTo>
                      <a:pt x="4708" y="337"/>
                    </a:lnTo>
                    <a:lnTo>
                      <a:pt x="4647" y="314"/>
                    </a:lnTo>
                    <a:lnTo>
                      <a:pt x="4585" y="290"/>
                    </a:lnTo>
                    <a:lnTo>
                      <a:pt x="4522" y="268"/>
                    </a:lnTo>
                    <a:lnTo>
                      <a:pt x="4458" y="246"/>
                    </a:lnTo>
                    <a:lnTo>
                      <a:pt x="4393" y="226"/>
                    </a:lnTo>
                    <a:lnTo>
                      <a:pt x="4327" y="205"/>
                    </a:lnTo>
                    <a:lnTo>
                      <a:pt x="4261" y="186"/>
                    </a:lnTo>
                    <a:lnTo>
                      <a:pt x="4193" y="168"/>
                    </a:lnTo>
                    <a:lnTo>
                      <a:pt x="4125" y="150"/>
                    </a:lnTo>
                    <a:lnTo>
                      <a:pt x="4056" y="133"/>
                    </a:lnTo>
                    <a:lnTo>
                      <a:pt x="3986" y="118"/>
                    </a:lnTo>
                    <a:lnTo>
                      <a:pt x="3916" y="104"/>
                    </a:lnTo>
                    <a:lnTo>
                      <a:pt x="3844" y="90"/>
                    </a:lnTo>
                    <a:lnTo>
                      <a:pt x="3772" y="77"/>
                    </a:lnTo>
                    <a:lnTo>
                      <a:pt x="3700" y="65"/>
                    </a:lnTo>
                    <a:lnTo>
                      <a:pt x="3627" y="54"/>
                    </a:lnTo>
                    <a:lnTo>
                      <a:pt x="3553" y="44"/>
                    </a:lnTo>
                    <a:lnTo>
                      <a:pt x="3480" y="35"/>
                    </a:lnTo>
                    <a:lnTo>
                      <a:pt x="3404" y="27"/>
                    </a:lnTo>
                    <a:lnTo>
                      <a:pt x="3330" y="20"/>
                    </a:lnTo>
                    <a:lnTo>
                      <a:pt x="3254" y="14"/>
                    </a:lnTo>
                    <a:lnTo>
                      <a:pt x="3179" y="9"/>
                    </a:lnTo>
                    <a:lnTo>
                      <a:pt x="3102" y="5"/>
                    </a:lnTo>
                    <a:lnTo>
                      <a:pt x="3025" y="3"/>
                    </a:lnTo>
                    <a:lnTo>
                      <a:pt x="2948" y="1"/>
                    </a:lnTo>
                    <a:lnTo>
                      <a:pt x="2870" y="0"/>
                    </a:lnTo>
                    <a:lnTo>
                      <a:pt x="2870" y="0"/>
                    </a:lnTo>
                    <a:lnTo>
                      <a:pt x="2716" y="1"/>
                    </a:lnTo>
                    <a:lnTo>
                      <a:pt x="2566" y="5"/>
                    </a:lnTo>
                    <a:lnTo>
                      <a:pt x="2417" y="12"/>
                    </a:lnTo>
                    <a:lnTo>
                      <a:pt x="2272" y="20"/>
                    </a:lnTo>
                    <a:lnTo>
                      <a:pt x="2130" y="32"/>
                    </a:lnTo>
                    <a:lnTo>
                      <a:pt x="1990" y="45"/>
                    </a:lnTo>
                    <a:lnTo>
                      <a:pt x="1856" y="62"/>
                    </a:lnTo>
                    <a:lnTo>
                      <a:pt x="1724" y="79"/>
                    </a:lnTo>
                    <a:lnTo>
                      <a:pt x="1596" y="99"/>
                    </a:lnTo>
                    <a:lnTo>
                      <a:pt x="1471" y="120"/>
                    </a:lnTo>
                    <a:lnTo>
                      <a:pt x="1351" y="145"/>
                    </a:lnTo>
                    <a:lnTo>
                      <a:pt x="1235" y="170"/>
                    </a:lnTo>
                    <a:lnTo>
                      <a:pt x="1123" y="199"/>
                    </a:lnTo>
                    <a:lnTo>
                      <a:pt x="1015" y="228"/>
                    </a:lnTo>
                    <a:lnTo>
                      <a:pt x="912" y="260"/>
                    </a:lnTo>
                    <a:lnTo>
                      <a:pt x="862" y="276"/>
                    </a:lnTo>
                    <a:lnTo>
                      <a:pt x="815" y="292"/>
                    </a:lnTo>
                    <a:lnTo>
                      <a:pt x="768" y="310"/>
                    </a:lnTo>
                    <a:lnTo>
                      <a:pt x="721" y="328"/>
                    </a:lnTo>
                    <a:lnTo>
                      <a:pt x="677" y="345"/>
                    </a:lnTo>
                    <a:lnTo>
                      <a:pt x="633" y="364"/>
                    </a:lnTo>
                    <a:lnTo>
                      <a:pt x="591" y="382"/>
                    </a:lnTo>
                    <a:lnTo>
                      <a:pt x="550" y="401"/>
                    </a:lnTo>
                    <a:lnTo>
                      <a:pt x="510" y="420"/>
                    </a:lnTo>
                    <a:lnTo>
                      <a:pt x="471" y="441"/>
                    </a:lnTo>
                    <a:lnTo>
                      <a:pt x="434" y="460"/>
                    </a:lnTo>
                    <a:lnTo>
                      <a:pt x="398" y="481"/>
                    </a:lnTo>
                    <a:lnTo>
                      <a:pt x="365" y="502"/>
                    </a:lnTo>
                    <a:lnTo>
                      <a:pt x="332" y="523"/>
                    </a:lnTo>
                    <a:lnTo>
                      <a:pt x="301" y="545"/>
                    </a:lnTo>
                    <a:lnTo>
                      <a:pt x="270" y="567"/>
                    </a:lnTo>
                    <a:lnTo>
                      <a:pt x="242" y="588"/>
                    </a:lnTo>
                    <a:lnTo>
                      <a:pt x="215" y="610"/>
                    </a:lnTo>
                    <a:lnTo>
                      <a:pt x="189" y="633"/>
                    </a:lnTo>
                    <a:lnTo>
                      <a:pt x="166" y="655"/>
                    </a:lnTo>
                    <a:lnTo>
                      <a:pt x="143" y="678"/>
                    </a:lnTo>
                    <a:lnTo>
                      <a:pt x="123" y="702"/>
                    </a:lnTo>
                    <a:lnTo>
                      <a:pt x="104" y="726"/>
                    </a:lnTo>
                    <a:lnTo>
                      <a:pt x="86" y="750"/>
                    </a:lnTo>
                    <a:lnTo>
                      <a:pt x="69" y="773"/>
                    </a:lnTo>
                    <a:lnTo>
                      <a:pt x="55" y="797"/>
                    </a:lnTo>
                    <a:lnTo>
                      <a:pt x="42" y="822"/>
                    </a:lnTo>
                    <a:lnTo>
                      <a:pt x="30" y="847"/>
                    </a:lnTo>
                    <a:lnTo>
                      <a:pt x="21" y="872"/>
                    </a:lnTo>
                    <a:lnTo>
                      <a:pt x="14" y="897"/>
                    </a:lnTo>
                    <a:lnTo>
                      <a:pt x="7" y="922"/>
                    </a:lnTo>
                    <a:lnTo>
                      <a:pt x="2" y="947"/>
                    </a:lnTo>
                    <a:lnTo>
                      <a:pt x="0" y="973"/>
                    </a:lnTo>
                    <a:lnTo>
                      <a:pt x="0" y="999"/>
                    </a:lnTo>
                    <a:lnTo>
                      <a:pt x="0" y="999"/>
                    </a:lnTo>
                    <a:lnTo>
                      <a:pt x="0" y="1024"/>
                    </a:lnTo>
                    <a:lnTo>
                      <a:pt x="2" y="1050"/>
                    </a:lnTo>
                    <a:lnTo>
                      <a:pt x="7" y="1076"/>
                    </a:lnTo>
                    <a:lnTo>
                      <a:pt x="14" y="1101"/>
                    </a:lnTo>
                    <a:lnTo>
                      <a:pt x="21" y="1127"/>
                    </a:lnTo>
                    <a:lnTo>
                      <a:pt x="30" y="1151"/>
                    </a:lnTo>
                    <a:lnTo>
                      <a:pt x="42" y="1176"/>
                    </a:lnTo>
                    <a:lnTo>
                      <a:pt x="55" y="1200"/>
                    </a:lnTo>
                    <a:lnTo>
                      <a:pt x="69" y="1224"/>
                    </a:lnTo>
                    <a:lnTo>
                      <a:pt x="86" y="1249"/>
                    </a:lnTo>
                    <a:lnTo>
                      <a:pt x="104" y="1273"/>
                    </a:lnTo>
                    <a:lnTo>
                      <a:pt x="123" y="1296"/>
                    </a:lnTo>
                    <a:lnTo>
                      <a:pt x="143" y="1319"/>
                    </a:lnTo>
                    <a:lnTo>
                      <a:pt x="166" y="1342"/>
                    </a:lnTo>
                    <a:lnTo>
                      <a:pt x="189" y="1365"/>
                    </a:lnTo>
                    <a:lnTo>
                      <a:pt x="215" y="1388"/>
                    </a:lnTo>
                    <a:lnTo>
                      <a:pt x="242" y="1410"/>
                    </a:lnTo>
                    <a:lnTo>
                      <a:pt x="270" y="1432"/>
                    </a:lnTo>
                    <a:lnTo>
                      <a:pt x="301" y="1454"/>
                    </a:lnTo>
                    <a:lnTo>
                      <a:pt x="332" y="1475"/>
                    </a:lnTo>
                    <a:lnTo>
                      <a:pt x="365" y="1496"/>
                    </a:lnTo>
                    <a:lnTo>
                      <a:pt x="398" y="1517"/>
                    </a:lnTo>
                    <a:lnTo>
                      <a:pt x="434" y="1537"/>
                    </a:lnTo>
                    <a:lnTo>
                      <a:pt x="471" y="1558"/>
                    </a:lnTo>
                    <a:lnTo>
                      <a:pt x="510" y="1577"/>
                    </a:lnTo>
                    <a:lnTo>
                      <a:pt x="550" y="1596"/>
                    </a:lnTo>
                    <a:lnTo>
                      <a:pt x="591" y="1615"/>
                    </a:lnTo>
                    <a:lnTo>
                      <a:pt x="633" y="1634"/>
                    </a:lnTo>
                    <a:lnTo>
                      <a:pt x="677" y="1652"/>
                    </a:lnTo>
                    <a:lnTo>
                      <a:pt x="721" y="1670"/>
                    </a:lnTo>
                    <a:lnTo>
                      <a:pt x="768" y="1688"/>
                    </a:lnTo>
                    <a:lnTo>
                      <a:pt x="815" y="1705"/>
                    </a:lnTo>
                    <a:lnTo>
                      <a:pt x="862" y="1722"/>
                    </a:lnTo>
                    <a:lnTo>
                      <a:pt x="912" y="1738"/>
                    </a:lnTo>
                    <a:lnTo>
                      <a:pt x="1015" y="1769"/>
                    </a:lnTo>
                    <a:lnTo>
                      <a:pt x="1123" y="1800"/>
                    </a:lnTo>
                    <a:lnTo>
                      <a:pt x="1235" y="1827"/>
                    </a:lnTo>
                    <a:lnTo>
                      <a:pt x="1351" y="1854"/>
                    </a:lnTo>
                    <a:lnTo>
                      <a:pt x="1471" y="1877"/>
                    </a:lnTo>
                    <a:lnTo>
                      <a:pt x="1596" y="1899"/>
                    </a:lnTo>
                    <a:lnTo>
                      <a:pt x="1724" y="1919"/>
                    </a:lnTo>
                    <a:lnTo>
                      <a:pt x="1856" y="1937"/>
                    </a:lnTo>
                    <a:lnTo>
                      <a:pt x="1990" y="1952"/>
                    </a:lnTo>
                    <a:lnTo>
                      <a:pt x="2130" y="1966"/>
                    </a:lnTo>
                    <a:lnTo>
                      <a:pt x="2272" y="1977"/>
                    </a:lnTo>
                    <a:lnTo>
                      <a:pt x="2417" y="1986"/>
                    </a:lnTo>
                    <a:lnTo>
                      <a:pt x="2566" y="1992"/>
                    </a:lnTo>
                    <a:lnTo>
                      <a:pt x="2716" y="1996"/>
                    </a:lnTo>
                    <a:lnTo>
                      <a:pt x="2870" y="1997"/>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478093" rtl="0" eaLnBrk="1" latinLnBrk="0" hangingPunct="1">
                  <a:defRPr sz="1883" kern="1200">
                    <a:solidFill>
                      <a:schemeClr val="tx1"/>
                    </a:solidFill>
                    <a:latin typeface="+mn-lt"/>
                    <a:ea typeface="+mn-ea"/>
                    <a:cs typeface="+mn-cs"/>
                  </a:defRPr>
                </a:lvl1pPr>
                <a:lvl2pPr marL="478093" algn="l" defTabSz="478093" rtl="0" eaLnBrk="1" latinLnBrk="0" hangingPunct="1">
                  <a:defRPr sz="1883" kern="1200">
                    <a:solidFill>
                      <a:schemeClr val="tx1"/>
                    </a:solidFill>
                    <a:latin typeface="+mn-lt"/>
                    <a:ea typeface="+mn-ea"/>
                    <a:cs typeface="+mn-cs"/>
                  </a:defRPr>
                </a:lvl2pPr>
                <a:lvl3pPr marL="956184" algn="l" defTabSz="478093" rtl="0" eaLnBrk="1" latinLnBrk="0" hangingPunct="1">
                  <a:defRPr sz="1883" kern="1200">
                    <a:solidFill>
                      <a:schemeClr val="tx1"/>
                    </a:solidFill>
                    <a:latin typeface="+mn-lt"/>
                    <a:ea typeface="+mn-ea"/>
                    <a:cs typeface="+mn-cs"/>
                  </a:defRPr>
                </a:lvl3pPr>
                <a:lvl4pPr marL="1434277" algn="l" defTabSz="478093" rtl="0" eaLnBrk="1" latinLnBrk="0" hangingPunct="1">
                  <a:defRPr sz="1883" kern="1200">
                    <a:solidFill>
                      <a:schemeClr val="tx1"/>
                    </a:solidFill>
                    <a:latin typeface="+mn-lt"/>
                    <a:ea typeface="+mn-ea"/>
                    <a:cs typeface="+mn-cs"/>
                  </a:defRPr>
                </a:lvl4pPr>
                <a:lvl5pPr marL="1912370" algn="l" defTabSz="478093" rtl="0" eaLnBrk="1" latinLnBrk="0" hangingPunct="1">
                  <a:defRPr sz="1883" kern="1200">
                    <a:solidFill>
                      <a:schemeClr val="tx1"/>
                    </a:solidFill>
                    <a:latin typeface="+mn-lt"/>
                    <a:ea typeface="+mn-ea"/>
                    <a:cs typeface="+mn-cs"/>
                  </a:defRPr>
                </a:lvl5pPr>
                <a:lvl6pPr marL="2390462" algn="l" defTabSz="478093" rtl="0" eaLnBrk="1" latinLnBrk="0" hangingPunct="1">
                  <a:defRPr sz="1883" kern="1200">
                    <a:solidFill>
                      <a:schemeClr val="tx1"/>
                    </a:solidFill>
                    <a:latin typeface="+mn-lt"/>
                    <a:ea typeface="+mn-ea"/>
                    <a:cs typeface="+mn-cs"/>
                  </a:defRPr>
                </a:lvl6pPr>
                <a:lvl7pPr marL="2868554" algn="l" defTabSz="478093" rtl="0" eaLnBrk="1" latinLnBrk="0" hangingPunct="1">
                  <a:defRPr sz="1883" kern="1200">
                    <a:solidFill>
                      <a:schemeClr val="tx1"/>
                    </a:solidFill>
                    <a:latin typeface="+mn-lt"/>
                    <a:ea typeface="+mn-ea"/>
                    <a:cs typeface="+mn-cs"/>
                  </a:defRPr>
                </a:lvl7pPr>
                <a:lvl8pPr marL="3346646" algn="l" defTabSz="478093" rtl="0" eaLnBrk="1" latinLnBrk="0" hangingPunct="1">
                  <a:defRPr sz="1883" kern="1200">
                    <a:solidFill>
                      <a:schemeClr val="tx1"/>
                    </a:solidFill>
                    <a:latin typeface="+mn-lt"/>
                    <a:ea typeface="+mn-ea"/>
                    <a:cs typeface="+mn-cs"/>
                  </a:defRPr>
                </a:lvl8pPr>
                <a:lvl9pPr marL="3824739" algn="l" defTabSz="478093" rtl="0" eaLnBrk="1" latinLnBrk="0" hangingPunct="1">
                  <a:defRPr sz="1883" kern="1200">
                    <a:solidFill>
                      <a:schemeClr val="tx1"/>
                    </a:solidFill>
                    <a:latin typeface="+mn-lt"/>
                    <a:ea typeface="+mn-ea"/>
                    <a:cs typeface="+mn-cs"/>
                  </a:defRPr>
                </a:lvl9pPr>
              </a:lstStyle>
              <a:p>
                <a:endParaRPr lang="ja-JP" altLang="en-US"/>
              </a:p>
            </p:txBody>
          </p:sp>
          <p:sp>
            <p:nvSpPr>
              <p:cNvPr id="21" name="Freeform 42">
                <a:extLst>
                  <a:ext uri="{FF2B5EF4-FFF2-40B4-BE49-F238E27FC236}">
                    <a16:creationId xmlns:a16="http://schemas.microsoft.com/office/drawing/2014/main" id="{F3F5F700-4B5B-1871-D3E1-E317E5174B50}"/>
                  </a:ext>
                </a:extLst>
              </p:cNvPr>
              <p:cNvSpPr>
                <a:spLocks/>
              </p:cNvSpPr>
              <p:nvPr/>
            </p:nvSpPr>
            <p:spPr bwMode="auto">
              <a:xfrm flipV="1">
                <a:off x="3131984" y="5191944"/>
                <a:ext cx="270003" cy="90001"/>
              </a:xfrm>
              <a:custGeom>
                <a:avLst/>
                <a:gdLst>
                  <a:gd name="T0" fmla="*/ 3025 w 5991"/>
                  <a:gd name="T1" fmla="*/ 3393 h 3396"/>
                  <a:gd name="T2" fmla="*/ 3330 w 5991"/>
                  <a:gd name="T3" fmla="*/ 3377 h 3396"/>
                  <a:gd name="T4" fmla="*/ 3627 w 5991"/>
                  <a:gd name="T5" fmla="*/ 3342 h 3396"/>
                  <a:gd name="T6" fmla="*/ 3916 w 5991"/>
                  <a:gd name="T7" fmla="*/ 3293 h 3396"/>
                  <a:gd name="T8" fmla="*/ 4193 w 5991"/>
                  <a:gd name="T9" fmla="*/ 3228 h 3396"/>
                  <a:gd name="T10" fmla="*/ 4458 w 5991"/>
                  <a:gd name="T11" fmla="*/ 3150 h 3396"/>
                  <a:gd name="T12" fmla="*/ 4708 w 5991"/>
                  <a:gd name="T13" fmla="*/ 3059 h 3396"/>
                  <a:gd name="T14" fmla="*/ 4941 w 5991"/>
                  <a:gd name="T15" fmla="*/ 2955 h 3396"/>
                  <a:gd name="T16" fmla="*/ 5157 w 5991"/>
                  <a:gd name="T17" fmla="*/ 2839 h 3396"/>
                  <a:gd name="T18" fmla="*/ 5350 w 5991"/>
                  <a:gd name="T19" fmla="*/ 2714 h 3396"/>
                  <a:gd name="T20" fmla="*/ 5523 w 5991"/>
                  <a:gd name="T21" fmla="*/ 2578 h 3396"/>
                  <a:gd name="T22" fmla="*/ 5671 w 5991"/>
                  <a:gd name="T23" fmla="*/ 2434 h 3396"/>
                  <a:gd name="T24" fmla="*/ 5794 w 5991"/>
                  <a:gd name="T25" fmla="*/ 2282 h 3396"/>
                  <a:gd name="T26" fmla="*/ 5889 w 5991"/>
                  <a:gd name="T27" fmla="*/ 2123 h 3396"/>
                  <a:gd name="T28" fmla="*/ 5953 w 5991"/>
                  <a:gd name="T29" fmla="*/ 1956 h 3396"/>
                  <a:gd name="T30" fmla="*/ 5986 w 5991"/>
                  <a:gd name="T31" fmla="*/ 1786 h 3396"/>
                  <a:gd name="T32" fmla="*/ 5990 w 5991"/>
                  <a:gd name="T33" fmla="*/ 1654 h 3396"/>
                  <a:gd name="T34" fmla="*/ 5964 w 5991"/>
                  <a:gd name="T35" fmla="*/ 1482 h 3396"/>
                  <a:gd name="T36" fmla="*/ 5908 w 5991"/>
                  <a:gd name="T37" fmla="*/ 1315 h 3396"/>
                  <a:gd name="T38" fmla="*/ 5819 w 5991"/>
                  <a:gd name="T39" fmla="*/ 1154 h 3396"/>
                  <a:gd name="T40" fmla="*/ 5704 w 5991"/>
                  <a:gd name="T41" fmla="*/ 1000 h 3396"/>
                  <a:gd name="T42" fmla="*/ 5563 w 5991"/>
                  <a:gd name="T43" fmla="*/ 852 h 3396"/>
                  <a:gd name="T44" fmla="*/ 5396 w 5991"/>
                  <a:gd name="T45" fmla="*/ 715 h 3396"/>
                  <a:gd name="T46" fmla="*/ 5207 w 5991"/>
                  <a:gd name="T47" fmla="*/ 587 h 3396"/>
                  <a:gd name="T48" fmla="*/ 4996 w 5991"/>
                  <a:gd name="T49" fmla="*/ 469 h 3396"/>
                  <a:gd name="T50" fmla="*/ 4768 w 5991"/>
                  <a:gd name="T51" fmla="*/ 363 h 3396"/>
                  <a:gd name="T52" fmla="*/ 4522 w 5991"/>
                  <a:gd name="T53" fmla="*/ 268 h 3396"/>
                  <a:gd name="T54" fmla="*/ 4261 w 5991"/>
                  <a:gd name="T55" fmla="*/ 186 h 3396"/>
                  <a:gd name="T56" fmla="*/ 3986 w 5991"/>
                  <a:gd name="T57" fmla="*/ 118 h 3396"/>
                  <a:gd name="T58" fmla="*/ 3700 w 5991"/>
                  <a:gd name="T59" fmla="*/ 65 h 3396"/>
                  <a:gd name="T60" fmla="*/ 3404 w 5991"/>
                  <a:gd name="T61" fmla="*/ 27 h 3396"/>
                  <a:gd name="T62" fmla="*/ 3102 w 5991"/>
                  <a:gd name="T63" fmla="*/ 5 h 3396"/>
                  <a:gd name="T64" fmla="*/ 2870 w 5991"/>
                  <a:gd name="T65" fmla="*/ 0 h 3396"/>
                  <a:gd name="T66" fmla="*/ 2272 w 5991"/>
                  <a:gd name="T67" fmla="*/ 20 h 3396"/>
                  <a:gd name="T68" fmla="*/ 1724 w 5991"/>
                  <a:gd name="T69" fmla="*/ 79 h 3396"/>
                  <a:gd name="T70" fmla="*/ 1235 w 5991"/>
                  <a:gd name="T71" fmla="*/ 170 h 3396"/>
                  <a:gd name="T72" fmla="*/ 862 w 5991"/>
                  <a:gd name="T73" fmla="*/ 276 h 3396"/>
                  <a:gd name="T74" fmla="*/ 677 w 5991"/>
                  <a:gd name="T75" fmla="*/ 345 h 3396"/>
                  <a:gd name="T76" fmla="*/ 510 w 5991"/>
                  <a:gd name="T77" fmla="*/ 420 h 3396"/>
                  <a:gd name="T78" fmla="*/ 365 w 5991"/>
                  <a:gd name="T79" fmla="*/ 502 h 3396"/>
                  <a:gd name="T80" fmla="*/ 242 w 5991"/>
                  <a:gd name="T81" fmla="*/ 588 h 3396"/>
                  <a:gd name="T82" fmla="*/ 143 w 5991"/>
                  <a:gd name="T83" fmla="*/ 678 h 3396"/>
                  <a:gd name="T84" fmla="*/ 69 w 5991"/>
                  <a:gd name="T85" fmla="*/ 773 h 3396"/>
                  <a:gd name="T86" fmla="*/ 21 w 5991"/>
                  <a:gd name="T87" fmla="*/ 872 h 3396"/>
                  <a:gd name="T88" fmla="*/ 0 w 5991"/>
                  <a:gd name="T89" fmla="*/ 973 h 3396"/>
                  <a:gd name="T90" fmla="*/ 2 w 5991"/>
                  <a:gd name="T91" fmla="*/ 1050 h 3396"/>
                  <a:gd name="T92" fmla="*/ 30 w 5991"/>
                  <a:gd name="T93" fmla="*/ 1151 h 3396"/>
                  <a:gd name="T94" fmla="*/ 86 w 5991"/>
                  <a:gd name="T95" fmla="*/ 1249 h 3396"/>
                  <a:gd name="T96" fmla="*/ 166 w 5991"/>
                  <a:gd name="T97" fmla="*/ 1342 h 3396"/>
                  <a:gd name="T98" fmla="*/ 270 w 5991"/>
                  <a:gd name="T99" fmla="*/ 1432 h 3396"/>
                  <a:gd name="T100" fmla="*/ 398 w 5991"/>
                  <a:gd name="T101" fmla="*/ 1517 h 3396"/>
                  <a:gd name="T102" fmla="*/ 550 w 5991"/>
                  <a:gd name="T103" fmla="*/ 1596 h 3396"/>
                  <a:gd name="T104" fmla="*/ 721 w 5991"/>
                  <a:gd name="T105" fmla="*/ 1670 h 3396"/>
                  <a:gd name="T106" fmla="*/ 912 w 5991"/>
                  <a:gd name="T107" fmla="*/ 1738 h 3396"/>
                  <a:gd name="T108" fmla="*/ 1351 w 5991"/>
                  <a:gd name="T109" fmla="*/ 1854 h 3396"/>
                  <a:gd name="T110" fmla="*/ 1856 w 5991"/>
                  <a:gd name="T111" fmla="*/ 1937 h 3396"/>
                  <a:gd name="T112" fmla="*/ 2417 w 5991"/>
                  <a:gd name="T113" fmla="*/ 1986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991" h="3396">
                    <a:moveTo>
                      <a:pt x="2870" y="3396"/>
                    </a:moveTo>
                    <a:lnTo>
                      <a:pt x="2870" y="3396"/>
                    </a:lnTo>
                    <a:lnTo>
                      <a:pt x="2948" y="3395"/>
                    </a:lnTo>
                    <a:lnTo>
                      <a:pt x="3025" y="3393"/>
                    </a:lnTo>
                    <a:lnTo>
                      <a:pt x="3102" y="3391"/>
                    </a:lnTo>
                    <a:lnTo>
                      <a:pt x="3179" y="3387"/>
                    </a:lnTo>
                    <a:lnTo>
                      <a:pt x="3254" y="3382"/>
                    </a:lnTo>
                    <a:lnTo>
                      <a:pt x="3330" y="3377"/>
                    </a:lnTo>
                    <a:lnTo>
                      <a:pt x="3404" y="3369"/>
                    </a:lnTo>
                    <a:lnTo>
                      <a:pt x="3480" y="3361"/>
                    </a:lnTo>
                    <a:lnTo>
                      <a:pt x="3553" y="3352"/>
                    </a:lnTo>
                    <a:lnTo>
                      <a:pt x="3627" y="3342"/>
                    </a:lnTo>
                    <a:lnTo>
                      <a:pt x="3700" y="3332"/>
                    </a:lnTo>
                    <a:lnTo>
                      <a:pt x="3772" y="3319"/>
                    </a:lnTo>
                    <a:lnTo>
                      <a:pt x="3844" y="3306"/>
                    </a:lnTo>
                    <a:lnTo>
                      <a:pt x="3916" y="3293"/>
                    </a:lnTo>
                    <a:lnTo>
                      <a:pt x="3986" y="3278"/>
                    </a:lnTo>
                    <a:lnTo>
                      <a:pt x="4056" y="3262"/>
                    </a:lnTo>
                    <a:lnTo>
                      <a:pt x="4125" y="3246"/>
                    </a:lnTo>
                    <a:lnTo>
                      <a:pt x="4193" y="3228"/>
                    </a:lnTo>
                    <a:lnTo>
                      <a:pt x="4261" y="3210"/>
                    </a:lnTo>
                    <a:lnTo>
                      <a:pt x="4327" y="3191"/>
                    </a:lnTo>
                    <a:lnTo>
                      <a:pt x="4393" y="3170"/>
                    </a:lnTo>
                    <a:lnTo>
                      <a:pt x="4458" y="3150"/>
                    </a:lnTo>
                    <a:lnTo>
                      <a:pt x="4522" y="3128"/>
                    </a:lnTo>
                    <a:lnTo>
                      <a:pt x="4585" y="3106"/>
                    </a:lnTo>
                    <a:lnTo>
                      <a:pt x="4647" y="3083"/>
                    </a:lnTo>
                    <a:lnTo>
                      <a:pt x="4708" y="3059"/>
                    </a:lnTo>
                    <a:lnTo>
                      <a:pt x="4768" y="3033"/>
                    </a:lnTo>
                    <a:lnTo>
                      <a:pt x="4827" y="3009"/>
                    </a:lnTo>
                    <a:lnTo>
                      <a:pt x="4885" y="2982"/>
                    </a:lnTo>
                    <a:lnTo>
                      <a:pt x="4941" y="2955"/>
                    </a:lnTo>
                    <a:lnTo>
                      <a:pt x="4996" y="2927"/>
                    </a:lnTo>
                    <a:lnTo>
                      <a:pt x="5052" y="2898"/>
                    </a:lnTo>
                    <a:lnTo>
                      <a:pt x="5104" y="2869"/>
                    </a:lnTo>
                    <a:lnTo>
                      <a:pt x="5157" y="2839"/>
                    </a:lnTo>
                    <a:lnTo>
                      <a:pt x="5207" y="2809"/>
                    </a:lnTo>
                    <a:lnTo>
                      <a:pt x="5255" y="2778"/>
                    </a:lnTo>
                    <a:lnTo>
                      <a:pt x="5304" y="2746"/>
                    </a:lnTo>
                    <a:lnTo>
                      <a:pt x="5350" y="2714"/>
                    </a:lnTo>
                    <a:lnTo>
                      <a:pt x="5396" y="2680"/>
                    </a:lnTo>
                    <a:lnTo>
                      <a:pt x="5440" y="2647"/>
                    </a:lnTo>
                    <a:lnTo>
                      <a:pt x="5482" y="2613"/>
                    </a:lnTo>
                    <a:lnTo>
                      <a:pt x="5523" y="2578"/>
                    </a:lnTo>
                    <a:lnTo>
                      <a:pt x="5563" y="2543"/>
                    </a:lnTo>
                    <a:lnTo>
                      <a:pt x="5600" y="2507"/>
                    </a:lnTo>
                    <a:lnTo>
                      <a:pt x="5636" y="2470"/>
                    </a:lnTo>
                    <a:lnTo>
                      <a:pt x="5671" y="2434"/>
                    </a:lnTo>
                    <a:lnTo>
                      <a:pt x="5704" y="2397"/>
                    </a:lnTo>
                    <a:lnTo>
                      <a:pt x="5736" y="2359"/>
                    </a:lnTo>
                    <a:lnTo>
                      <a:pt x="5766" y="2320"/>
                    </a:lnTo>
                    <a:lnTo>
                      <a:pt x="5794" y="2282"/>
                    </a:lnTo>
                    <a:lnTo>
                      <a:pt x="5819" y="2242"/>
                    </a:lnTo>
                    <a:lnTo>
                      <a:pt x="5845" y="2202"/>
                    </a:lnTo>
                    <a:lnTo>
                      <a:pt x="5867" y="2163"/>
                    </a:lnTo>
                    <a:lnTo>
                      <a:pt x="5889" y="2123"/>
                    </a:lnTo>
                    <a:lnTo>
                      <a:pt x="5908" y="2082"/>
                    </a:lnTo>
                    <a:lnTo>
                      <a:pt x="5925" y="2040"/>
                    </a:lnTo>
                    <a:lnTo>
                      <a:pt x="5940" y="1999"/>
                    </a:lnTo>
                    <a:lnTo>
                      <a:pt x="5953" y="1956"/>
                    </a:lnTo>
                    <a:lnTo>
                      <a:pt x="5964" y="1914"/>
                    </a:lnTo>
                    <a:lnTo>
                      <a:pt x="5973" y="1872"/>
                    </a:lnTo>
                    <a:lnTo>
                      <a:pt x="5981" y="1828"/>
                    </a:lnTo>
                    <a:lnTo>
                      <a:pt x="5986" y="1786"/>
                    </a:lnTo>
                    <a:lnTo>
                      <a:pt x="5990" y="1742"/>
                    </a:lnTo>
                    <a:lnTo>
                      <a:pt x="5991" y="1699"/>
                    </a:lnTo>
                    <a:lnTo>
                      <a:pt x="5991" y="1699"/>
                    </a:lnTo>
                    <a:lnTo>
                      <a:pt x="5990" y="1654"/>
                    </a:lnTo>
                    <a:lnTo>
                      <a:pt x="5986" y="1610"/>
                    </a:lnTo>
                    <a:lnTo>
                      <a:pt x="5981" y="1568"/>
                    </a:lnTo>
                    <a:lnTo>
                      <a:pt x="5973" y="1524"/>
                    </a:lnTo>
                    <a:lnTo>
                      <a:pt x="5964" y="1482"/>
                    </a:lnTo>
                    <a:lnTo>
                      <a:pt x="5953" y="1440"/>
                    </a:lnTo>
                    <a:lnTo>
                      <a:pt x="5940" y="1397"/>
                    </a:lnTo>
                    <a:lnTo>
                      <a:pt x="5925" y="1356"/>
                    </a:lnTo>
                    <a:lnTo>
                      <a:pt x="5908" y="1315"/>
                    </a:lnTo>
                    <a:lnTo>
                      <a:pt x="5889" y="1274"/>
                    </a:lnTo>
                    <a:lnTo>
                      <a:pt x="5867" y="1233"/>
                    </a:lnTo>
                    <a:lnTo>
                      <a:pt x="5845" y="1193"/>
                    </a:lnTo>
                    <a:lnTo>
                      <a:pt x="5819" y="1154"/>
                    </a:lnTo>
                    <a:lnTo>
                      <a:pt x="5794" y="1114"/>
                    </a:lnTo>
                    <a:lnTo>
                      <a:pt x="5766" y="1076"/>
                    </a:lnTo>
                    <a:lnTo>
                      <a:pt x="5736" y="1037"/>
                    </a:lnTo>
                    <a:lnTo>
                      <a:pt x="5704" y="1000"/>
                    </a:lnTo>
                    <a:lnTo>
                      <a:pt x="5671" y="961"/>
                    </a:lnTo>
                    <a:lnTo>
                      <a:pt x="5636" y="926"/>
                    </a:lnTo>
                    <a:lnTo>
                      <a:pt x="5600" y="888"/>
                    </a:lnTo>
                    <a:lnTo>
                      <a:pt x="5563" y="852"/>
                    </a:lnTo>
                    <a:lnTo>
                      <a:pt x="5523" y="818"/>
                    </a:lnTo>
                    <a:lnTo>
                      <a:pt x="5482" y="783"/>
                    </a:lnTo>
                    <a:lnTo>
                      <a:pt x="5440" y="749"/>
                    </a:lnTo>
                    <a:lnTo>
                      <a:pt x="5396" y="715"/>
                    </a:lnTo>
                    <a:lnTo>
                      <a:pt x="5350" y="682"/>
                    </a:lnTo>
                    <a:lnTo>
                      <a:pt x="5304" y="650"/>
                    </a:lnTo>
                    <a:lnTo>
                      <a:pt x="5255" y="618"/>
                    </a:lnTo>
                    <a:lnTo>
                      <a:pt x="5207" y="587"/>
                    </a:lnTo>
                    <a:lnTo>
                      <a:pt x="5157" y="556"/>
                    </a:lnTo>
                    <a:lnTo>
                      <a:pt x="5104" y="527"/>
                    </a:lnTo>
                    <a:lnTo>
                      <a:pt x="5052" y="497"/>
                    </a:lnTo>
                    <a:lnTo>
                      <a:pt x="4996" y="469"/>
                    </a:lnTo>
                    <a:lnTo>
                      <a:pt x="4941" y="441"/>
                    </a:lnTo>
                    <a:lnTo>
                      <a:pt x="4885" y="414"/>
                    </a:lnTo>
                    <a:lnTo>
                      <a:pt x="4827" y="388"/>
                    </a:lnTo>
                    <a:lnTo>
                      <a:pt x="4768" y="363"/>
                    </a:lnTo>
                    <a:lnTo>
                      <a:pt x="4708" y="337"/>
                    </a:lnTo>
                    <a:lnTo>
                      <a:pt x="4647" y="314"/>
                    </a:lnTo>
                    <a:lnTo>
                      <a:pt x="4585" y="290"/>
                    </a:lnTo>
                    <a:lnTo>
                      <a:pt x="4522" y="268"/>
                    </a:lnTo>
                    <a:lnTo>
                      <a:pt x="4458" y="246"/>
                    </a:lnTo>
                    <a:lnTo>
                      <a:pt x="4393" y="226"/>
                    </a:lnTo>
                    <a:lnTo>
                      <a:pt x="4327" y="205"/>
                    </a:lnTo>
                    <a:lnTo>
                      <a:pt x="4261" y="186"/>
                    </a:lnTo>
                    <a:lnTo>
                      <a:pt x="4193" y="168"/>
                    </a:lnTo>
                    <a:lnTo>
                      <a:pt x="4125" y="150"/>
                    </a:lnTo>
                    <a:lnTo>
                      <a:pt x="4056" y="133"/>
                    </a:lnTo>
                    <a:lnTo>
                      <a:pt x="3986" y="118"/>
                    </a:lnTo>
                    <a:lnTo>
                      <a:pt x="3916" y="104"/>
                    </a:lnTo>
                    <a:lnTo>
                      <a:pt x="3844" y="90"/>
                    </a:lnTo>
                    <a:lnTo>
                      <a:pt x="3772" y="77"/>
                    </a:lnTo>
                    <a:lnTo>
                      <a:pt x="3700" y="65"/>
                    </a:lnTo>
                    <a:lnTo>
                      <a:pt x="3627" y="54"/>
                    </a:lnTo>
                    <a:lnTo>
                      <a:pt x="3553" y="44"/>
                    </a:lnTo>
                    <a:lnTo>
                      <a:pt x="3480" y="35"/>
                    </a:lnTo>
                    <a:lnTo>
                      <a:pt x="3404" y="27"/>
                    </a:lnTo>
                    <a:lnTo>
                      <a:pt x="3330" y="20"/>
                    </a:lnTo>
                    <a:lnTo>
                      <a:pt x="3254" y="14"/>
                    </a:lnTo>
                    <a:lnTo>
                      <a:pt x="3179" y="9"/>
                    </a:lnTo>
                    <a:lnTo>
                      <a:pt x="3102" y="5"/>
                    </a:lnTo>
                    <a:lnTo>
                      <a:pt x="3025" y="3"/>
                    </a:lnTo>
                    <a:lnTo>
                      <a:pt x="2948" y="1"/>
                    </a:lnTo>
                    <a:lnTo>
                      <a:pt x="2870" y="0"/>
                    </a:lnTo>
                    <a:lnTo>
                      <a:pt x="2870" y="0"/>
                    </a:lnTo>
                    <a:lnTo>
                      <a:pt x="2716" y="1"/>
                    </a:lnTo>
                    <a:lnTo>
                      <a:pt x="2566" y="5"/>
                    </a:lnTo>
                    <a:lnTo>
                      <a:pt x="2417" y="12"/>
                    </a:lnTo>
                    <a:lnTo>
                      <a:pt x="2272" y="20"/>
                    </a:lnTo>
                    <a:lnTo>
                      <a:pt x="2130" y="32"/>
                    </a:lnTo>
                    <a:lnTo>
                      <a:pt x="1990" y="45"/>
                    </a:lnTo>
                    <a:lnTo>
                      <a:pt x="1856" y="62"/>
                    </a:lnTo>
                    <a:lnTo>
                      <a:pt x="1724" y="79"/>
                    </a:lnTo>
                    <a:lnTo>
                      <a:pt x="1596" y="99"/>
                    </a:lnTo>
                    <a:lnTo>
                      <a:pt x="1471" y="120"/>
                    </a:lnTo>
                    <a:lnTo>
                      <a:pt x="1351" y="145"/>
                    </a:lnTo>
                    <a:lnTo>
                      <a:pt x="1235" y="170"/>
                    </a:lnTo>
                    <a:lnTo>
                      <a:pt x="1123" y="199"/>
                    </a:lnTo>
                    <a:lnTo>
                      <a:pt x="1015" y="228"/>
                    </a:lnTo>
                    <a:lnTo>
                      <a:pt x="912" y="260"/>
                    </a:lnTo>
                    <a:lnTo>
                      <a:pt x="862" y="276"/>
                    </a:lnTo>
                    <a:lnTo>
                      <a:pt x="815" y="292"/>
                    </a:lnTo>
                    <a:lnTo>
                      <a:pt x="768" y="310"/>
                    </a:lnTo>
                    <a:lnTo>
                      <a:pt x="721" y="328"/>
                    </a:lnTo>
                    <a:lnTo>
                      <a:pt x="677" y="345"/>
                    </a:lnTo>
                    <a:lnTo>
                      <a:pt x="633" y="364"/>
                    </a:lnTo>
                    <a:lnTo>
                      <a:pt x="591" y="382"/>
                    </a:lnTo>
                    <a:lnTo>
                      <a:pt x="550" y="401"/>
                    </a:lnTo>
                    <a:lnTo>
                      <a:pt x="510" y="420"/>
                    </a:lnTo>
                    <a:lnTo>
                      <a:pt x="471" y="441"/>
                    </a:lnTo>
                    <a:lnTo>
                      <a:pt x="434" y="460"/>
                    </a:lnTo>
                    <a:lnTo>
                      <a:pt x="398" y="481"/>
                    </a:lnTo>
                    <a:lnTo>
                      <a:pt x="365" y="502"/>
                    </a:lnTo>
                    <a:lnTo>
                      <a:pt x="332" y="523"/>
                    </a:lnTo>
                    <a:lnTo>
                      <a:pt x="301" y="545"/>
                    </a:lnTo>
                    <a:lnTo>
                      <a:pt x="270" y="567"/>
                    </a:lnTo>
                    <a:lnTo>
                      <a:pt x="242" y="588"/>
                    </a:lnTo>
                    <a:lnTo>
                      <a:pt x="215" y="610"/>
                    </a:lnTo>
                    <a:lnTo>
                      <a:pt x="189" y="633"/>
                    </a:lnTo>
                    <a:lnTo>
                      <a:pt x="166" y="655"/>
                    </a:lnTo>
                    <a:lnTo>
                      <a:pt x="143" y="678"/>
                    </a:lnTo>
                    <a:lnTo>
                      <a:pt x="123" y="702"/>
                    </a:lnTo>
                    <a:lnTo>
                      <a:pt x="104" y="726"/>
                    </a:lnTo>
                    <a:lnTo>
                      <a:pt x="86" y="750"/>
                    </a:lnTo>
                    <a:lnTo>
                      <a:pt x="69" y="773"/>
                    </a:lnTo>
                    <a:lnTo>
                      <a:pt x="55" y="797"/>
                    </a:lnTo>
                    <a:lnTo>
                      <a:pt x="42" y="822"/>
                    </a:lnTo>
                    <a:lnTo>
                      <a:pt x="30" y="847"/>
                    </a:lnTo>
                    <a:lnTo>
                      <a:pt x="21" y="872"/>
                    </a:lnTo>
                    <a:lnTo>
                      <a:pt x="14" y="897"/>
                    </a:lnTo>
                    <a:lnTo>
                      <a:pt x="7" y="922"/>
                    </a:lnTo>
                    <a:lnTo>
                      <a:pt x="2" y="947"/>
                    </a:lnTo>
                    <a:lnTo>
                      <a:pt x="0" y="973"/>
                    </a:lnTo>
                    <a:lnTo>
                      <a:pt x="0" y="999"/>
                    </a:lnTo>
                    <a:lnTo>
                      <a:pt x="0" y="999"/>
                    </a:lnTo>
                    <a:lnTo>
                      <a:pt x="0" y="1024"/>
                    </a:lnTo>
                    <a:lnTo>
                      <a:pt x="2" y="1050"/>
                    </a:lnTo>
                    <a:lnTo>
                      <a:pt x="7" y="1076"/>
                    </a:lnTo>
                    <a:lnTo>
                      <a:pt x="14" y="1101"/>
                    </a:lnTo>
                    <a:lnTo>
                      <a:pt x="21" y="1127"/>
                    </a:lnTo>
                    <a:lnTo>
                      <a:pt x="30" y="1151"/>
                    </a:lnTo>
                    <a:lnTo>
                      <a:pt x="42" y="1176"/>
                    </a:lnTo>
                    <a:lnTo>
                      <a:pt x="55" y="1200"/>
                    </a:lnTo>
                    <a:lnTo>
                      <a:pt x="69" y="1224"/>
                    </a:lnTo>
                    <a:lnTo>
                      <a:pt x="86" y="1249"/>
                    </a:lnTo>
                    <a:lnTo>
                      <a:pt x="104" y="1273"/>
                    </a:lnTo>
                    <a:lnTo>
                      <a:pt x="123" y="1296"/>
                    </a:lnTo>
                    <a:lnTo>
                      <a:pt x="143" y="1319"/>
                    </a:lnTo>
                    <a:lnTo>
                      <a:pt x="166" y="1342"/>
                    </a:lnTo>
                    <a:lnTo>
                      <a:pt x="189" y="1365"/>
                    </a:lnTo>
                    <a:lnTo>
                      <a:pt x="215" y="1388"/>
                    </a:lnTo>
                    <a:lnTo>
                      <a:pt x="242" y="1410"/>
                    </a:lnTo>
                    <a:lnTo>
                      <a:pt x="270" y="1432"/>
                    </a:lnTo>
                    <a:lnTo>
                      <a:pt x="301" y="1454"/>
                    </a:lnTo>
                    <a:lnTo>
                      <a:pt x="332" y="1475"/>
                    </a:lnTo>
                    <a:lnTo>
                      <a:pt x="365" y="1496"/>
                    </a:lnTo>
                    <a:lnTo>
                      <a:pt x="398" y="1517"/>
                    </a:lnTo>
                    <a:lnTo>
                      <a:pt x="434" y="1537"/>
                    </a:lnTo>
                    <a:lnTo>
                      <a:pt x="471" y="1558"/>
                    </a:lnTo>
                    <a:lnTo>
                      <a:pt x="510" y="1577"/>
                    </a:lnTo>
                    <a:lnTo>
                      <a:pt x="550" y="1596"/>
                    </a:lnTo>
                    <a:lnTo>
                      <a:pt x="591" y="1615"/>
                    </a:lnTo>
                    <a:lnTo>
                      <a:pt x="633" y="1634"/>
                    </a:lnTo>
                    <a:lnTo>
                      <a:pt x="677" y="1652"/>
                    </a:lnTo>
                    <a:lnTo>
                      <a:pt x="721" y="1670"/>
                    </a:lnTo>
                    <a:lnTo>
                      <a:pt x="768" y="1688"/>
                    </a:lnTo>
                    <a:lnTo>
                      <a:pt x="815" y="1705"/>
                    </a:lnTo>
                    <a:lnTo>
                      <a:pt x="862" y="1722"/>
                    </a:lnTo>
                    <a:lnTo>
                      <a:pt x="912" y="1738"/>
                    </a:lnTo>
                    <a:lnTo>
                      <a:pt x="1015" y="1769"/>
                    </a:lnTo>
                    <a:lnTo>
                      <a:pt x="1123" y="1800"/>
                    </a:lnTo>
                    <a:lnTo>
                      <a:pt x="1235" y="1827"/>
                    </a:lnTo>
                    <a:lnTo>
                      <a:pt x="1351" y="1854"/>
                    </a:lnTo>
                    <a:lnTo>
                      <a:pt x="1471" y="1877"/>
                    </a:lnTo>
                    <a:lnTo>
                      <a:pt x="1596" y="1899"/>
                    </a:lnTo>
                    <a:lnTo>
                      <a:pt x="1724" y="1919"/>
                    </a:lnTo>
                    <a:lnTo>
                      <a:pt x="1856" y="1937"/>
                    </a:lnTo>
                    <a:lnTo>
                      <a:pt x="1990" y="1952"/>
                    </a:lnTo>
                    <a:lnTo>
                      <a:pt x="2130" y="1966"/>
                    </a:lnTo>
                    <a:lnTo>
                      <a:pt x="2272" y="1977"/>
                    </a:lnTo>
                    <a:lnTo>
                      <a:pt x="2417" y="1986"/>
                    </a:lnTo>
                    <a:lnTo>
                      <a:pt x="2566" y="1992"/>
                    </a:lnTo>
                    <a:lnTo>
                      <a:pt x="2716" y="1996"/>
                    </a:lnTo>
                    <a:lnTo>
                      <a:pt x="2870" y="1997"/>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478093" rtl="0" eaLnBrk="1" latinLnBrk="0" hangingPunct="1">
                  <a:defRPr sz="1883" kern="1200">
                    <a:solidFill>
                      <a:schemeClr val="tx1"/>
                    </a:solidFill>
                    <a:latin typeface="+mn-lt"/>
                    <a:ea typeface="+mn-ea"/>
                    <a:cs typeface="+mn-cs"/>
                  </a:defRPr>
                </a:lvl1pPr>
                <a:lvl2pPr marL="478093" algn="l" defTabSz="478093" rtl="0" eaLnBrk="1" latinLnBrk="0" hangingPunct="1">
                  <a:defRPr sz="1883" kern="1200">
                    <a:solidFill>
                      <a:schemeClr val="tx1"/>
                    </a:solidFill>
                    <a:latin typeface="+mn-lt"/>
                    <a:ea typeface="+mn-ea"/>
                    <a:cs typeface="+mn-cs"/>
                  </a:defRPr>
                </a:lvl2pPr>
                <a:lvl3pPr marL="956184" algn="l" defTabSz="478093" rtl="0" eaLnBrk="1" latinLnBrk="0" hangingPunct="1">
                  <a:defRPr sz="1883" kern="1200">
                    <a:solidFill>
                      <a:schemeClr val="tx1"/>
                    </a:solidFill>
                    <a:latin typeface="+mn-lt"/>
                    <a:ea typeface="+mn-ea"/>
                    <a:cs typeface="+mn-cs"/>
                  </a:defRPr>
                </a:lvl3pPr>
                <a:lvl4pPr marL="1434277" algn="l" defTabSz="478093" rtl="0" eaLnBrk="1" latinLnBrk="0" hangingPunct="1">
                  <a:defRPr sz="1883" kern="1200">
                    <a:solidFill>
                      <a:schemeClr val="tx1"/>
                    </a:solidFill>
                    <a:latin typeface="+mn-lt"/>
                    <a:ea typeface="+mn-ea"/>
                    <a:cs typeface="+mn-cs"/>
                  </a:defRPr>
                </a:lvl4pPr>
                <a:lvl5pPr marL="1912370" algn="l" defTabSz="478093" rtl="0" eaLnBrk="1" latinLnBrk="0" hangingPunct="1">
                  <a:defRPr sz="1883" kern="1200">
                    <a:solidFill>
                      <a:schemeClr val="tx1"/>
                    </a:solidFill>
                    <a:latin typeface="+mn-lt"/>
                    <a:ea typeface="+mn-ea"/>
                    <a:cs typeface="+mn-cs"/>
                  </a:defRPr>
                </a:lvl5pPr>
                <a:lvl6pPr marL="2390462" algn="l" defTabSz="478093" rtl="0" eaLnBrk="1" latinLnBrk="0" hangingPunct="1">
                  <a:defRPr sz="1883" kern="1200">
                    <a:solidFill>
                      <a:schemeClr val="tx1"/>
                    </a:solidFill>
                    <a:latin typeface="+mn-lt"/>
                    <a:ea typeface="+mn-ea"/>
                    <a:cs typeface="+mn-cs"/>
                  </a:defRPr>
                </a:lvl6pPr>
                <a:lvl7pPr marL="2868554" algn="l" defTabSz="478093" rtl="0" eaLnBrk="1" latinLnBrk="0" hangingPunct="1">
                  <a:defRPr sz="1883" kern="1200">
                    <a:solidFill>
                      <a:schemeClr val="tx1"/>
                    </a:solidFill>
                    <a:latin typeface="+mn-lt"/>
                    <a:ea typeface="+mn-ea"/>
                    <a:cs typeface="+mn-cs"/>
                  </a:defRPr>
                </a:lvl7pPr>
                <a:lvl8pPr marL="3346646" algn="l" defTabSz="478093" rtl="0" eaLnBrk="1" latinLnBrk="0" hangingPunct="1">
                  <a:defRPr sz="1883" kern="1200">
                    <a:solidFill>
                      <a:schemeClr val="tx1"/>
                    </a:solidFill>
                    <a:latin typeface="+mn-lt"/>
                    <a:ea typeface="+mn-ea"/>
                    <a:cs typeface="+mn-cs"/>
                  </a:defRPr>
                </a:lvl8pPr>
                <a:lvl9pPr marL="3824739" algn="l" defTabSz="478093" rtl="0" eaLnBrk="1" latinLnBrk="0" hangingPunct="1">
                  <a:defRPr sz="1883" kern="1200">
                    <a:solidFill>
                      <a:schemeClr val="tx1"/>
                    </a:solidFill>
                    <a:latin typeface="+mn-lt"/>
                    <a:ea typeface="+mn-ea"/>
                    <a:cs typeface="+mn-cs"/>
                  </a:defRPr>
                </a:lvl9pPr>
              </a:lstStyle>
              <a:p>
                <a:endParaRPr lang="ja-JP" altLang="en-US"/>
              </a:p>
            </p:txBody>
          </p:sp>
        </p:grpSp>
        <p:cxnSp>
          <p:nvCxnSpPr>
            <p:cNvPr id="16" name="直線コネクタ 15">
              <a:extLst>
                <a:ext uri="{FF2B5EF4-FFF2-40B4-BE49-F238E27FC236}">
                  <a16:creationId xmlns:a16="http://schemas.microsoft.com/office/drawing/2014/main" id="{DEBE7EEE-D4A9-F677-302C-58D07918BE24}"/>
                </a:ext>
              </a:extLst>
            </p:cNvPr>
            <p:cNvCxnSpPr>
              <a:cxnSpLocks/>
            </p:cNvCxnSpPr>
            <p:nvPr/>
          </p:nvCxnSpPr>
          <p:spPr>
            <a:xfrm>
              <a:off x="3221985" y="5049018"/>
              <a:ext cx="0" cy="90001"/>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17" name="直線コネクタ 16">
              <a:extLst>
                <a:ext uri="{FF2B5EF4-FFF2-40B4-BE49-F238E27FC236}">
                  <a16:creationId xmlns:a16="http://schemas.microsoft.com/office/drawing/2014/main" id="{817B8ABC-2556-EF97-059A-25D77D0E1D92}"/>
                </a:ext>
              </a:extLst>
            </p:cNvPr>
            <p:cNvCxnSpPr>
              <a:cxnSpLocks/>
            </p:cNvCxnSpPr>
            <p:nvPr/>
          </p:nvCxnSpPr>
          <p:spPr>
            <a:xfrm>
              <a:off x="3221985" y="5392898"/>
              <a:ext cx="0" cy="93176"/>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grpSp>
      <p:sp>
        <p:nvSpPr>
          <p:cNvPr id="23" name="正方形/長方形 22">
            <a:extLst>
              <a:ext uri="{FF2B5EF4-FFF2-40B4-BE49-F238E27FC236}">
                <a16:creationId xmlns:a16="http://schemas.microsoft.com/office/drawing/2014/main" id="{5E962D30-BC1A-9CCF-81BD-737F9889DFF7}"/>
              </a:ext>
            </a:extLst>
          </p:cNvPr>
          <p:cNvSpPr/>
          <p:nvPr/>
        </p:nvSpPr>
        <p:spPr bwMode="auto">
          <a:xfrm rot="5400000" flipH="1">
            <a:off x="5150450" y="5094017"/>
            <a:ext cx="450004" cy="180001"/>
          </a:xfrm>
          <a:prstGeom prst="rect">
            <a:avLst/>
          </a:prstGeom>
          <a:solidFill>
            <a:schemeClr val="accent5"/>
          </a:solidFill>
          <a:ln>
            <a:solidFill>
              <a:schemeClr val="accent5"/>
            </a:solidFill>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cxnSp>
        <p:nvCxnSpPr>
          <p:cNvPr id="24" name="直線コネクタ 23">
            <a:extLst>
              <a:ext uri="{FF2B5EF4-FFF2-40B4-BE49-F238E27FC236}">
                <a16:creationId xmlns:a16="http://schemas.microsoft.com/office/drawing/2014/main" id="{E747155E-616C-B82A-A513-27FF90D45F3E}"/>
              </a:ext>
            </a:extLst>
          </p:cNvPr>
          <p:cNvCxnSpPr>
            <a:cxnSpLocks/>
          </p:cNvCxnSpPr>
          <p:nvPr/>
        </p:nvCxnSpPr>
        <p:spPr bwMode="auto">
          <a:xfrm flipH="1">
            <a:off x="5465454" y="4779014"/>
            <a:ext cx="3" cy="180000"/>
          </a:xfrm>
          <a:prstGeom prst="line">
            <a:avLst/>
          </a:prstGeom>
          <a:noFill/>
          <a:ln w="19050" cap="rnd" cmpd="sng" algn="ctr">
            <a:solidFill>
              <a:schemeClr val="accent5"/>
            </a:solidFill>
            <a:prstDash val="sysDot"/>
            <a:round/>
            <a:headEnd type="none" w="med" len="med"/>
            <a:tailEnd type="none" w="med" len="med"/>
          </a:ln>
          <a:effectLst/>
        </p:spPr>
      </p:cxnSp>
      <p:cxnSp>
        <p:nvCxnSpPr>
          <p:cNvPr id="25" name="直線コネクタ 24">
            <a:extLst>
              <a:ext uri="{FF2B5EF4-FFF2-40B4-BE49-F238E27FC236}">
                <a16:creationId xmlns:a16="http://schemas.microsoft.com/office/drawing/2014/main" id="{61C53AEF-2019-4BE2-F329-438DC5FCD241}"/>
              </a:ext>
            </a:extLst>
          </p:cNvPr>
          <p:cNvCxnSpPr>
            <a:cxnSpLocks/>
          </p:cNvCxnSpPr>
          <p:nvPr/>
        </p:nvCxnSpPr>
        <p:spPr bwMode="auto">
          <a:xfrm flipH="1">
            <a:off x="5285453" y="4779014"/>
            <a:ext cx="5" cy="180000"/>
          </a:xfrm>
          <a:prstGeom prst="line">
            <a:avLst/>
          </a:prstGeom>
          <a:noFill/>
          <a:ln w="19050" cap="rnd" cmpd="sng" algn="ctr">
            <a:solidFill>
              <a:schemeClr val="accent5"/>
            </a:solidFill>
            <a:prstDash val="sysDot"/>
            <a:round/>
            <a:headEnd type="none" w="med" len="med"/>
            <a:tailEnd type="none" w="med" len="med"/>
          </a:ln>
          <a:effectLst/>
        </p:spPr>
      </p:cxnSp>
      <p:sp>
        <p:nvSpPr>
          <p:cNvPr id="26" name="正方形/長方形 25">
            <a:extLst>
              <a:ext uri="{FF2B5EF4-FFF2-40B4-BE49-F238E27FC236}">
                <a16:creationId xmlns:a16="http://schemas.microsoft.com/office/drawing/2014/main" id="{A978CB98-0069-7E7D-A06A-A50B36BDAA6A}"/>
              </a:ext>
            </a:extLst>
          </p:cNvPr>
          <p:cNvSpPr/>
          <p:nvPr/>
        </p:nvSpPr>
        <p:spPr bwMode="auto">
          <a:xfrm>
            <a:off x="5555457" y="4869016"/>
            <a:ext cx="720008" cy="720007"/>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r>
              <a:rPr lang="en-US" altLang="ja-JP" sz="1600" dirty="0">
                <a:solidFill>
                  <a:schemeClr val="tx1">
                    <a:lumMod val="75000"/>
                    <a:lumOff val="25000"/>
                  </a:schemeClr>
                </a:solidFill>
              </a:rPr>
              <a:t>N</a:t>
            </a:r>
            <a:r>
              <a:rPr lang="ja-JP" altLang="en-US" sz="1600" dirty="0">
                <a:solidFill>
                  <a:schemeClr val="tx1">
                    <a:lumMod val="75000"/>
                    <a:lumOff val="25000"/>
                  </a:schemeClr>
                </a:solidFill>
              </a:rPr>
              <a:t>タンク に溜まると開く → 排水される</a:t>
            </a:r>
          </a:p>
        </p:txBody>
      </p:sp>
      <p:sp>
        <p:nvSpPr>
          <p:cNvPr id="28" name="Rectangle 93">
            <a:extLst>
              <a:ext uri="{FF2B5EF4-FFF2-40B4-BE49-F238E27FC236}">
                <a16:creationId xmlns:a16="http://schemas.microsoft.com/office/drawing/2014/main" id="{A6E1F0A5-637C-4A83-49B3-2F6E01BE7BF4}"/>
              </a:ext>
            </a:extLst>
          </p:cNvPr>
          <p:cNvSpPr>
            <a:spLocks noChangeArrowheads="1"/>
          </p:cNvSpPr>
          <p:nvPr/>
        </p:nvSpPr>
        <p:spPr bwMode="auto">
          <a:xfrm>
            <a:off x="5195990" y="3879005"/>
            <a:ext cx="361079" cy="360004"/>
          </a:xfrm>
          <a:prstGeom prst="rect">
            <a:avLst/>
          </a:prstGeom>
          <a:noFill/>
          <a:ln w="12700" algn="ctr">
            <a:noFill/>
            <a:miter lim="800000"/>
            <a:headEnd/>
            <a:tailEnd/>
          </a:ln>
          <a:effectLst/>
        </p:spPr>
        <p:txBody>
          <a:bodyPr wrap="none" lIns="90000" tIns="46800" rIns="90000" bIns="46800" anchor="ctr"/>
          <a:lstStyle/>
          <a:p>
            <a:r>
              <a:rPr lang="en-US" altLang="ja-JP" dirty="0"/>
              <a:t>G</a:t>
            </a:r>
          </a:p>
        </p:txBody>
      </p:sp>
      <p:sp>
        <p:nvSpPr>
          <p:cNvPr id="29" name="Rectangle 93">
            <a:extLst>
              <a:ext uri="{FF2B5EF4-FFF2-40B4-BE49-F238E27FC236}">
                <a16:creationId xmlns:a16="http://schemas.microsoft.com/office/drawing/2014/main" id="{C7F9F294-CD79-ED69-3EA7-8D42202ED10D}"/>
              </a:ext>
            </a:extLst>
          </p:cNvPr>
          <p:cNvSpPr>
            <a:spLocks noChangeArrowheads="1"/>
          </p:cNvSpPr>
          <p:nvPr/>
        </p:nvSpPr>
        <p:spPr bwMode="auto">
          <a:xfrm>
            <a:off x="5555457" y="4419011"/>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D</a:t>
            </a:r>
          </a:p>
        </p:txBody>
      </p:sp>
      <p:sp>
        <p:nvSpPr>
          <p:cNvPr id="30" name="正方形/長方形 29">
            <a:extLst>
              <a:ext uri="{FF2B5EF4-FFF2-40B4-BE49-F238E27FC236}">
                <a16:creationId xmlns:a16="http://schemas.microsoft.com/office/drawing/2014/main" id="{457735FA-B2AE-E136-2350-5AAAB8D6BFD8}"/>
              </a:ext>
            </a:extLst>
          </p:cNvPr>
          <p:cNvSpPr/>
          <p:nvPr/>
        </p:nvSpPr>
        <p:spPr bwMode="auto">
          <a:xfrm>
            <a:off x="5105454" y="1088974"/>
            <a:ext cx="540006" cy="360005"/>
          </a:xfrm>
          <a:prstGeom prst="rect">
            <a:avLst/>
          </a:prstGeom>
          <a:solidFill>
            <a:schemeClr val="accent5">
              <a:lumMod val="20000"/>
              <a:lumOff val="80000"/>
            </a:schemeClr>
          </a:solid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cxnSp>
        <p:nvCxnSpPr>
          <p:cNvPr id="31" name="直線コネクタ 30">
            <a:extLst>
              <a:ext uri="{FF2B5EF4-FFF2-40B4-BE49-F238E27FC236}">
                <a16:creationId xmlns:a16="http://schemas.microsoft.com/office/drawing/2014/main" id="{EC1BAFBF-F348-E3F0-8DD7-0E191DF4A80A}"/>
              </a:ext>
            </a:extLst>
          </p:cNvPr>
          <p:cNvCxnSpPr>
            <a:cxnSpLocks/>
          </p:cNvCxnSpPr>
          <p:nvPr/>
        </p:nvCxnSpPr>
        <p:spPr bwMode="auto">
          <a:xfrm>
            <a:off x="5105454" y="1448979"/>
            <a:ext cx="540006" cy="0"/>
          </a:xfrm>
          <a:prstGeom prst="line">
            <a:avLst/>
          </a:prstGeom>
          <a:noFill/>
          <a:ln w="19050" cap="rnd" cmpd="sng" algn="ctr">
            <a:solidFill>
              <a:schemeClr val="accent6"/>
            </a:solidFill>
            <a:prstDash val="solid"/>
            <a:round/>
            <a:headEnd type="none" w="med" len="med"/>
            <a:tailEnd type="none" w="med" len="med"/>
          </a:ln>
          <a:effectLst/>
        </p:spPr>
      </p:cxnSp>
      <p:cxnSp>
        <p:nvCxnSpPr>
          <p:cNvPr id="32" name="直線コネクタ 31">
            <a:extLst>
              <a:ext uri="{FF2B5EF4-FFF2-40B4-BE49-F238E27FC236}">
                <a16:creationId xmlns:a16="http://schemas.microsoft.com/office/drawing/2014/main" id="{5F83FEB7-F168-4AA0-408B-C4EE65EB999B}"/>
              </a:ext>
            </a:extLst>
          </p:cNvPr>
          <p:cNvCxnSpPr>
            <a:cxnSpLocks/>
          </p:cNvCxnSpPr>
          <p:nvPr/>
        </p:nvCxnSpPr>
        <p:spPr bwMode="auto">
          <a:xfrm>
            <a:off x="5105454" y="998973"/>
            <a:ext cx="0" cy="180002"/>
          </a:xfrm>
          <a:prstGeom prst="line">
            <a:avLst/>
          </a:prstGeom>
          <a:noFill/>
          <a:ln w="19050" cap="rnd" cmpd="sng" algn="ctr">
            <a:solidFill>
              <a:schemeClr val="accent6"/>
            </a:solidFill>
            <a:prstDash val="solid"/>
            <a:round/>
            <a:headEnd type="none" w="med" len="med"/>
            <a:tailEnd type="none" w="med" len="med"/>
          </a:ln>
          <a:effectLst/>
        </p:spPr>
      </p:cxnSp>
      <p:cxnSp>
        <p:nvCxnSpPr>
          <p:cNvPr id="33" name="直線コネクタ 32">
            <a:extLst>
              <a:ext uri="{FF2B5EF4-FFF2-40B4-BE49-F238E27FC236}">
                <a16:creationId xmlns:a16="http://schemas.microsoft.com/office/drawing/2014/main" id="{687F5C2C-BC4F-CC32-6655-CEB790EE9DFC}"/>
              </a:ext>
            </a:extLst>
          </p:cNvPr>
          <p:cNvCxnSpPr>
            <a:cxnSpLocks/>
          </p:cNvCxnSpPr>
          <p:nvPr/>
        </p:nvCxnSpPr>
        <p:spPr bwMode="auto">
          <a:xfrm>
            <a:off x="5645460" y="998973"/>
            <a:ext cx="0" cy="450041"/>
          </a:xfrm>
          <a:prstGeom prst="line">
            <a:avLst/>
          </a:prstGeom>
          <a:noFill/>
          <a:ln w="19050" cap="rnd" cmpd="sng" algn="ctr">
            <a:solidFill>
              <a:schemeClr val="accent6"/>
            </a:solidFill>
            <a:prstDash val="solid"/>
            <a:round/>
            <a:headEnd type="none" w="med" len="med"/>
            <a:tailEnd type="none" w="med" len="med"/>
          </a:ln>
          <a:effectLst/>
        </p:spPr>
      </p:cxnSp>
      <p:cxnSp>
        <p:nvCxnSpPr>
          <p:cNvPr id="34" name="直線コネクタ 33">
            <a:extLst>
              <a:ext uri="{FF2B5EF4-FFF2-40B4-BE49-F238E27FC236}">
                <a16:creationId xmlns:a16="http://schemas.microsoft.com/office/drawing/2014/main" id="{848E4AC0-DD0A-986F-5ECA-87E203E09E6D}"/>
              </a:ext>
            </a:extLst>
          </p:cNvPr>
          <p:cNvCxnSpPr>
            <a:cxnSpLocks/>
          </p:cNvCxnSpPr>
          <p:nvPr/>
        </p:nvCxnSpPr>
        <p:spPr bwMode="auto">
          <a:xfrm flipV="1">
            <a:off x="5375455" y="1448979"/>
            <a:ext cx="0" cy="180002"/>
          </a:xfrm>
          <a:prstGeom prst="line">
            <a:avLst/>
          </a:prstGeom>
          <a:noFill/>
          <a:ln w="19050" cap="flat" cmpd="sng" algn="ctr">
            <a:solidFill>
              <a:schemeClr val="accent6"/>
            </a:solidFill>
            <a:prstDash val="solid"/>
            <a:round/>
            <a:headEnd type="none" w="med" len="med"/>
            <a:tailEnd type="none" w="med" len="med"/>
          </a:ln>
          <a:effectLst/>
        </p:spPr>
      </p:cxnSp>
      <p:sp>
        <p:nvSpPr>
          <p:cNvPr id="35" name="正方形/長方形 34">
            <a:extLst>
              <a:ext uri="{FF2B5EF4-FFF2-40B4-BE49-F238E27FC236}">
                <a16:creationId xmlns:a16="http://schemas.microsoft.com/office/drawing/2014/main" id="{8EE91B14-87A0-DFC8-D868-F03CE904D370}"/>
              </a:ext>
            </a:extLst>
          </p:cNvPr>
          <p:cNvSpPr/>
          <p:nvPr/>
        </p:nvSpPr>
        <p:spPr bwMode="auto">
          <a:xfrm rot="5400000">
            <a:off x="4880449" y="1583980"/>
            <a:ext cx="180002" cy="630007"/>
          </a:xfrm>
          <a:prstGeom prst="rect">
            <a:avLst/>
          </a:prstGeom>
          <a:solidFill>
            <a:schemeClr val="accent5">
              <a:lumMod val="20000"/>
              <a:lumOff val="80000"/>
            </a:schemeClr>
          </a:solid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cxnSp>
        <p:nvCxnSpPr>
          <p:cNvPr id="36" name="直線コネクタ 35">
            <a:extLst>
              <a:ext uri="{FF2B5EF4-FFF2-40B4-BE49-F238E27FC236}">
                <a16:creationId xmlns:a16="http://schemas.microsoft.com/office/drawing/2014/main" id="{A53B8040-7D9A-D0C8-65EC-B3CC8DEE24A1}"/>
              </a:ext>
            </a:extLst>
          </p:cNvPr>
          <p:cNvCxnSpPr>
            <a:cxnSpLocks/>
          </p:cNvCxnSpPr>
          <p:nvPr/>
        </p:nvCxnSpPr>
        <p:spPr bwMode="auto">
          <a:xfrm>
            <a:off x="5465458" y="1808984"/>
            <a:ext cx="1530015" cy="0"/>
          </a:xfrm>
          <a:prstGeom prst="line">
            <a:avLst/>
          </a:prstGeom>
          <a:noFill/>
          <a:ln w="19050" cap="flat" cmpd="sng" algn="ctr">
            <a:solidFill>
              <a:schemeClr val="tx1"/>
            </a:solidFill>
            <a:prstDash val="solid"/>
            <a:round/>
            <a:headEnd type="none" w="med" len="med"/>
            <a:tailEnd type="none" w="med" len="med"/>
          </a:ln>
          <a:effectLst/>
        </p:spPr>
      </p:cxnSp>
      <p:cxnSp>
        <p:nvCxnSpPr>
          <p:cNvPr id="37" name="直線コネクタ 36">
            <a:extLst>
              <a:ext uri="{FF2B5EF4-FFF2-40B4-BE49-F238E27FC236}">
                <a16:creationId xmlns:a16="http://schemas.microsoft.com/office/drawing/2014/main" id="{8B8EDD5A-60CD-5C11-370A-7E2BE8A9A936}"/>
              </a:ext>
            </a:extLst>
          </p:cNvPr>
          <p:cNvCxnSpPr>
            <a:cxnSpLocks/>
          </p:cNvCxnSpPr>
          <p:nvPr/>
        </p:nvCxnSpPr>
        <p:spPr bwMode="auto">
          <a:xfrm>
            <a:off x="4655447" y="1988984"/>
            <a:ext cx="2160026" cy="0"/>
          </a:xfrm>
          <a:prstGeom prst="line">
            <a:avLst/>
          </a:prstGeom>
          <a:noFill/>
          <a:ln w="19050" cap="flat" cmpd="sng" algn="ctr">
            <a:solidFill>
              <a:schemeClr val="tx1"/>
            </a:solidFill>
            <a:prstDash val="solid"/>
            <a:round/>
            <a:headEnd type="none" w="med" len="med"/>
            <a:tailEnd type="none" w="med" len="med"/>
          </a:ln>
          <a:effectLst/>
        </p:spPr>
      </p:cxnSp>
      <p:cxnSp>
        <p:nvCxnSpPr>
          <p:cNvPr id="38" name="直線コネクタ 37">
            <a:extLst>
              <a:ext uri="{FF2B5EF4-FFF2-40B4-BE49-F238E27FC236}">
                <a16:creationId xmlns:a16="http://schemas.microsoft.com/office/drawing/2014/main" id="{B61B936A-6390-88E9-6BDB-4AE884744437}"/>
              </a:ext>
            </a:extLst>
          </p:cNvPr>
          <p:cNvCxnSpPr>
            <a:cxnSpLocks/>
          </p:cNvCxnSpPr>
          <p:nvPr/>
        </p:nvCxnSpPr>
        <p:spPr bwMode="auto">
          <a:xfrm>
            <a:off x="4655447" y="1808982"/>
            <a:ext cx="630007" cy="0"/>
          </a:xfrm>
          <a:prstGeom prst="line">
            <a:avLst/>
          </a:prstGeom>
          <a:noFill/>
          <a:ln w="19050" cap="flat" cmpd="sng" algn="ctr">
            <a:solidFill>
              <a:schemeClr val="tx1"/>
            </a:solidFill>
            <a:prstDash val="solid"/>
            <a:round/>
            <a:headEnd type="none" w="med" len="med"/>
            <a:tailEnd type="none" w="med" len="med"/>
          </a:ln>
          <a:effectLst/>
        </p:spPr>
      </p:cxnSp>
      <p:sp>
        <p:nvSpPr>
          <p:cNvPr id="39" name="正方形/長方形 38">
            <a:extLst>
              <a:ext uri="{FF2B5EF4-FFF2-40B4-BE49-F238E27FC236}">
                <a16:creationId xmlns:a16="http://schemas.microsoft.com/office/drawing/2014/main" id="{064BB3E3-F82A-7244-ED20-211E6F41C563}"/>
              </a:ext>
            </a:extLst>
          </p:cNvPr>
          <p:cNvSpPr/>
          <p:nvPr/>
        </p:nvSpPr>
        <p:spPr bwMode="auto">
          <a:xfrm rot="5400000">
            <a:off x="5105452" y="1808983"/>
            <a:ext cx="540006" cy="180001"/>
          </a:xfrm>
          <a:prstGeom prst="rect">
            <a:avLst/>
          </a:prstGeom>
          <a:solidFill>
            <a:schemeClr val="accent6"/>
          </a:solidFill>
          <a:ln>
            <a:solidFill>
              <a:schemeClr val="accent6"/>
            </a:solidFill>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grpSp>
        <p:nvGrpSpPr>
          <p:cNvPr id="40" name="グループ化 39">
            <a:extLst>
              <a:ext uri="{FF2B5EF4-FFF2-40B4-BE49-F238E27FC236}">
                <a16:creationId xmlns:a16="http://schemas.microsoft.com/office/drawing/2014/main" id="{77A1003C-14D8-BD30-6A1A-AABC2E217974}"/>
              </a:ext>
            </a:extLst>
          </p:cNvPr>
          <p:cNvGrpSpPr/>
          <p:nvPr/>
        </p:nvGrpSpPr>
        <p:grpSpPr>
          <a:xfrm>
            <a:off x="5285454" y="2438988"/>
            <a:ext cx="180003" cy="360004"/>
            <a:chOff x="3131985" y="5049018"/>
            <a:chExt cx="180002" cy="437056"/>
          </a:xfrm>
        </p:grpSpPr>
        <p:grpSp>
          <p:nvGrpSpPr>
            <p:cNvPr id="41" name="グループ化 40">
              <a:extLst>
                <a:ext uri="{FF2B5EF4-FFF2-40B4-BE49-F238E27FC236}">
                  <a16:creationId xmlns:a16="http://schemas.microsoft.com/office/drawing/2014/main" id="{319F5EB2-E682-AB62-560B-829DC858CA57}"/>
                </a:ext>
              </a:extLst>
            </p:cNvPr>
            <p:cNvGrpSpPr/>
            <p:nvPr/>
          </p:nvGrpSpPr>
          <p:grpSpPr>
            <a:xfrm>
              <a:off x="3131985" y="5139021"/>
              <a:ext cx="180002" cy="254126"/>
              <a:chOff x="3131984" y="5191944"/>
              <a:chExt cx="270003" cy="201854"/>
            </a:xfrm>
          </p:grpSpPr>
          <p:sp>
            <p:nvSpPr>
              <p:cNvPr id="44" name="Freeform 42">
                <a:extLst>
                  <a:ext uri="{FF2B5EF4-FFF2-40B4-BE49-F238E27FC236}">
                    <a16:creationId xmlns:a16="http://schemas.microsoft.com/office/drawing/2014/main" id="{5AE946A1-4C78-EFCE-DBC3-238A17F31439}"/>
                  </a:ext>
                </a:extLst>
              </p:cNvPr>
              <p:cNvSpPr>
                <a:spLocks/>
              </p:cNvSpPr>
              <p:nvPr/>
            </p:nvSpPr>
            <p:spPr bwMode="auto">
              <a:xfrm>
                <a:off x="3131984" y="5229020"/>
                <a:ext cx="270003" cy="90001"/>
              </a:xfrm>
              <a:custGeom>
                <a:avLst/>
                <a:gdLst>
                  <a:gd name="T0" fmla="*/ 3025 w 5991"/>
                  <a:gd name="T1" fmla="*/ 3393 h 3396"/>
                  <a:gd name="T2" fmla="*/ 3330 w 5991"/>
                  <a:gd name="T3" fmla="*/ 3377 h 3396"/>
                  <a:gd name="T4" fmla="*/ 3627 w 5991"/>
                  <a:gd name="T5" fmla="*/ 3342 h 3396"/>
                  <a:gd name="T6" fmla="*/ 3916 w 5991"/>
                  <a:gd name="T7" fmla="*/ 3293 h 3396"/>
                  <a:gd name="T8" fmla="*/ 4193 w 5991"/>
                  <a:gd name="T9" fmla="*/ 3228 h 3396"/>
                  <a:gd name="T10" fmla="*/ 4458 w 5991"/>
                  <a:gd name="T11" fmla="*/ 3150 h 3396"/>
                  <a:gd name="T12" fmla="*/ 4708 w 5991"/>
                  <a:gd name="T13" fmla="*/ 3059 h 3396"/>
                  <a:gd name="T14" fmla="*/ 4941 w 5991"/>
                  <a:gd name="T15" fmla="*/ 2955 h 3396"/>
                  <a:gd name="T16" fmla="*/ 5157 w 5991"/>
                  <a:gd name="T17" fmla="*/ 2839 h 3396"/>
                  <a:gd name="T18" fmla="*/ 5350 w 5991"/>
                  <a:gd name="T19" fmla="*/ 2714 h 3396"/>
                  <a:gd name="T20" fmla="*/ 5523 w 5991"/>
                  <a:gd name="T21" fmla="*/ 2578 h 3396"/>
                  <a:gd name="T22" fmla="*/ 5671 w 5991"/>
                  <a:gd name="T23" fmla="*/ 2434 h 3396"/>
                  <a:gd name="T24" fmla="*/ 5794 w 5991"/>
                  <a:gd name="T25" fmla="*/ 2282 h 3396"/>
                  <a:gd name="T26" fmla="*/ 5889 w 5991"/>
                  <a:gd name="T27" fmla="*/ 2123 h 3396"/>
                  <a:gd name="T28" fmla="*/ 5953 w 5991"/>
                  <a:gd name="T29" fmla="*/ 1956 h 3396"/>
                  <a:gd name="T30" fmla="*/ 5986 w 5991"/>
                  <a:gd name="T31" fmla="*/ 1786 h 3396"/>
                  <a:gd name="T32" fmla="*/ 5990 w 5991"/>
                  <a:gd name="T33" fmla="*/ 1654 h 3396"/>
                  <a:gd name="T34" fmla="*/ 5964 w 5991"/>
                  <a:gd name="T35" fmla="*/ 1482 h 3396"/>
                  <a:gd name="T36" fmla="*/ 5908 w 5991"/>
                  <a:gd name="T37" fmla="*/ 1315 h 3396"/>
                  <a:gd name="T38" fmla="*/ 5819 w 5991"/>
                  <a:gd name="T39" fmla="*/ 1154 h 3396"/>
                  <a:gd name="T40" fmla="*/ 5704 w 5991"/>
                  <a:gd name="T41" fmla="*/ 1000 h 3396"/>
                  <a:gd name="T42" fmla="*/ 5563 w 5991"/>
                  <a:gd name="T43" fmla="*/ 852 h 3396"/>
                  <a:gd name="T44" fmla="*/ 5396 w 5991"/>
                  <a:gd name="T45" fmla="*/ 715 h 3396"/>
                  <a:gd name="T46" fmla="*/ 5207 w 5991"/>
                  <a:gd name="T47" fmla="*/ 587 h 3396"/>
                  <a:gd name="T48" fmla="*/ 4996 w 5991"/>
                  <a:gd name="T49" fmla="*/ 469 h 3396"/>
                  <a:gd name="T50" fmla="*/ 4768 w 5991"/>
                  <a:gd name="T51" fmla="*/ 363 h 3396"/>
                  <a:gd name="T52" fmla="*/ 4522 w 5991"/>
                  <a:gd name="T53" fmla="*/ 268 h 3396"/>
                  <a:gd name="T54" fmla="*/ 4261 w 5991"/>
                  <a:gd name="T55" fmla="*/ 186 h 3396"/>
                  <a:gd name="T56" fmla="*/ 3986 w 5991"/>
                  <a:gd name="T57" fmla="*/ 118 h 3396"/>
                  <a:gd name="T58" fmla="*/ 3700 w 5991"/>
                  <a:gd name="T59" fmla="*/ 65 h 3396"/>
                  <a:gd name="T60" fmla="*/ 3404 w 5991"/>
                  <a:gd name="T61" fmla="*/ 27 h 3396"/>
                  <a:gd name="T62" fmla="*/ 3102 w 5991"/>
                  <a:gd name="T63" fmla="*/ 5 h 3396"/>
                  <a:gd name="T64" fmla="*/ 2870 w 5991"/>
                  <a:gd name="T65" fmla="*/ 0 h 3396"/>
                  <a:gd name="T66" fmla="*/ 2272 w 5991"/>
                  <a:gd name="T67" fmla="*/ 20 h 3396"/>
                  <a:gd name="T68" fmla="*/ 1724 w 5991"/>
                  <a:gd name="T69" fmla="*/ 79 h 3396"/>
                  <a:gd name="T70" fmla="*/ 1235 w 5991"/>
                  <a:gd name="T71" fmla="*/ 170 h 3396"/>
                  <a:gd name="T72" fmla="*/ 862 w 5991"/>
                  <a:gd name="T73" fmla="*/ 276 h 3396"/>
                  <a:gd name="T74" fmla="*/ 677 w 5991"/>
                  <a:gd name="T75" fmla="*/ 345 h 3396"/>
                  <a:gd name="T76" fmla="*/ 510 w 5991"/>
                  <a:gd name="T77" fmla="*/ 420 h 3396"/>
                  <a:gd name="T78" fmla="*/ 365 w 5991"/>
                  <a:gd name="T79" fmla="*/ 502 h 3396"/>
                  <a:gd name="T80" fmla="*/ 242 w 5991"/>
                  <a:gd name="T81" fmla="*/ 588 h 3396"/>
                  <a:gd name="T82" fmla="*/ 143 w 5991"/>
                  <a:gd name="T83" fmla="*/ 678 h 3396"/>
                  <a:gd name="T84" fmla="*/ 69 w 5991"/>
                  <a:gd name="T85" fmla="*/ 773 h 3396"/>
                  <a:gd name="T86" fmla="*/ 21 w 5991"/>
                  <a:gd name="T87" fmla="*/ 872 h 3396"/>
                  <a:gd name="T88" fmla="*/ 0 w 5991"/>
                  <a:gd name="T89" fmla="*/ 973 h 3396"/>
                  <a:gd name="T90" fmla="*/ 2 w 5991"/>
                  <a:gd name="T91" fmla="*/ 1050 h 3396"/>
                  <a:gd name="T92" fmla="*/ 30 w 5991"/>
                  <a:gd name="T93" fmla="*/ 1151 h 3396"/>
                  <a:gd name="T94" fmla="*/ 86 w 5991"/>
                  <a:gd name="T95" fmla="*/ 1249 h 3396"/>
                  <a:gd name="T96" fmla="*/ 166 w 5991"/>
                  <a:gd name="T97" fmla="*/ 1342 h 3396"/>
                  <a:gd name="T98" fmla="*/ 270 w 5991"/>
                  <a:gd name="T99" fmla="*/ 1432 h 3396"/>
                  <a:gd name="T100" fmla="*/ 398 w 5991"/>
                  <a:gd name="T101" fmla="*/ 1517 h 3396"/>
                  <a:gd name="T102" fmla="*/ 550 w 5991"/>
                  <a:gd name="T103" fmla="*/ 1596 h 3396"/>
                  <a:gd name="T104" fmla="*/ 721 w 5991"/>
                  <a:gd name="T105" fmla="*/ 1670 h 3396"/>
                  <a:gd name="T106" fmla="*/ 912 w 5991"/>
                  <a:gd name="T107" fmla="*/ 1738 h 3396"/>
                  <a:gd name="T108" fmla="*/ 1351 w 5991"/>
                  <a:gd name="T109" fmla="*/ 1854 h 3396"/>
                  <a:gd name="T110" fmla="*/ 1856 w 5991"/>
                  <a:gd name="T111" fmla="*/ 1937 h 3396"/>
                  <a:gd name="T112" fmla="*/ 2417 w 5991"/>
                  <a:gd name="T113" fmla="*/ 1986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991" h="3396">
                    <a:moveTo>
                      <a:pt x="2870" y="3396"/>
                    </a:moveTo>
                    <a:lnTo>
                      <a:pt x="2870" y="3396"/>
                    </a:lnTo>
                    <a:lnTo>
                      <a:pt x="2948" y="3395"/>
                    </a:lnTo>
                    <a:lnTo>
                      <a:pt x="3025" y="3393"/>
                    </a:lnTo>
                    <a:lnTo>
                      <a:pt x="3102" y="3391"/>
                    </a:lnTo>
                    <a:lnTo>
                      <a:pt x="3179" y="3387"/>
                    </a:lnTo>
                    <a:lnTo>
                      <a:pt x="3254" y="3382"/>
                    </a:lnTo>
                    <a:lnTo>
                      <a:pt x="3330" y="3377"/>
                    </a:lnTo>
                    <a:lnTo>
                      <a:pt x="3404" y="3369"/>
                    </a:lnTo>
                    <a:lnTo>
                      <a:pt x="3480" y="3361"/>
                    </a:lnTo>
                    <a:lnTo>
                      <a:pt x="3553" y="3352"/>
                    </a:lnTo>
                    <a:lnTo>
                      <a:pt x="3627" y="3342"/>
                    </a:lnTo>
                    <a:lnTo>
                      <a:pt x="3700" y="3332"/>
                    </a:lnTo>
                    <a:lnTo>
                      <a:pt x="3772" y="3319"/>
                    </a:lnTo>
                    <a:lnTo>
                      <a:pt x="3844" y="3306"/>
                    </a:lnTo>
                    <a:lnTo>
                      <a:pt x="3916" y="3293"/>
                    </a:lnTo>
                    <a:lnTo>
                      <a:pt x="3986" y="3278"/>
                    </a:lnTo>
                    <a:lnTo>
                      <a:pt x="4056" y="3262"/>
                    </a:lnTo>
                    <a:lnTo>
                      <a:pt x="4125" y="3246"/>
                    </a:lnTo>
                    <a:lnTo>
                      <a:pt x="4193" y="3228"/>
                    </a:lnTo>
                    <a:lnTo>
                      <a:pt x="4261" y="3210"/>
                    </a:lnTo>
                    <a:lnTo>
                      <a:pt x="4327" y="3191"/>
                    </a:lnTo>
                    <a:lnTo>
                      <a:pt x="4393" y="3170"/>
                    </a:lnTo>
                    <a:lnTo>
                      <a:pt x="4458" y="3150"/>
                    </a:lnTo>
                    <a:lnTo>
                      <a:pt x="4522" y="3128"/>
                    </a:lnTo>
                    <a:lnTo>
                      <a:pt x="4585" y="3106"/>
                    </a:lnTo>
                    <a:lnTo>
                      <a:pt x="4647" y="3083"/>
                    </a:lnTo>
                    <a:lnTo>
                      <a:pt x="4708" y="3059"/>
                    </a:lnTo>
                    <a:lnTo>
                      <a:pt x="4768" y="3033"/>
                    </a:lnTo>
                    <a:lnTo>
                      <a:pt x="4827" y="3009"/>
                    </a:lnTo>
                    <a:lnTo>
                      <a:pt x="4885" y="2982"/>
                    </a:lnTo>
                    <a:lnTo>
                      <a:pt x="4941" y="2955"/>
                    </a:lnTo>
                    <a:lnTo>
                      <a:pt x="4996" y="2927"/>
                    </a:lnTo>
                    <a:lnTo>
                      <a:pt x="5052" y="2898"/>
                    </a:lnTo>
                    <a:lnTo>
                      <a:pt x="5104" y="2869"/>
                    </a:lnTo>
                    <a:lnTo>
                      <a:pt x="5157" y="2839"/>
                    </a:lnTo>
                    <a:lnTo>
                      <a:pt x="5207" y="2809"/>
                    </a:lnTo>
                    <a:lnTo>
                      <a:pt x="5255" y="2778"/>
                    </a:lnTo>
                    <a:lnTo>
                      <a:pt x="5304" y="2746"/>
                    </a:lnTo>
                    <a:lnTo>
                      <a:pt x="5350" y="2714"/>
                    </a:lnTo>
                    <a:lnTo>
                      <a:pt x="5396" y="2680"/>
                    </a:lnTo>
                    <a:lnTo>
                      <a:pt x="5440" y="2647"/>
                    </a:lnTo>
                    <a:lnTo>
                      <a:pt x="5482" y="2613"/>
                    </a:lnTo>
                    <a:lnTo>
                      <a:pt x="5523" y="2578"/>
                    </a:lnTo>
                    <a:lnTo>
                      <a:pt x="5563" y="2543"/>
                    </a:lnTo>
                    <a:lnTo>
                      <a:pt x="5600" y="2507"/>
                    </a:lnTo>
                    <a:lnTo>
                      <a:pt x="5636" y="2470"/>
                    </a:lnTo>
                    <a:lnTo>
                      <a:pt x="5671" y="2434"/>
                    </a:lnTo>
                    <a:lnTo>
                      <a:pt x="5704" y="2397"/>
                    </a:lnTo>
                    <a:lnTo>
                      <a:pt x="5736" y="2359"/>
                    </a:lnTo>
                    <a:lnTo>
                      <a:pt x="5766" y="2320"/>
                    </a:lnTo>
                    <a:lnTo>
                      <a:pt x="5794" y="2282"/>
                    </a:lnTo>
                    <a:lnTo>
                      <a:pt x="5819" y="2242"/>
                    </a:lnTo>
                    <a:lnTo>
                      <a:pt x="5845" y="2202"/>
                    </a:lnTo>
                    <a:lnTo>
                      <a:pt x="5867" y="2163"/>
                    </a:lnTo>
                    <a:lnTo>
                      <a:pt x="5889" y="2123"/>
                    </a:lnTo>
                    <a:lnTo>
                      <a:pt x="5908" y="2082"/>
                    </a:lnTo>
                    <a:lnTo>
                      <a:pt x="5925" y="2040"/>
                    </a:lnTo>
                    <a:lnTo>
                      <a:pt x="5940" y="1999"/>
                    </a:lnTo>
                    <a:lnTo>
                      <a:pt x="5953" y="1956"/>
                    </a:lnTo>
                    <a:lnTo>
                      <a:pt x="5964" y="1914"/>
                    </a:lnTo>
                    <a:lnTo>
                      <a:pt x="5973" y="1872"/>
                    </a:lnTo>
                    <a:lnTo>
                      <a:pt x="5981" y="1828"/>
                    </a:lnTo>
                    <a:lnTo>
                      <a:pt x="5986" y="1786"/>
                    </a:lnTo>
                    <a:lnTo>
                      <a:pt x="5990" y="1742"/>
                    </a:lnTo>
                    <a:lnTo>
                      <a:pt x="5991" y="1699"/>
                    </a:lnTo>
                    <a:lnTo>
                      <a:pt x="5991" y="1699"/>
                    </a:lnTo>
                    <a:lnTo>
                      <a:pt x="5990" y="1654"/>
                    </a:lnTo>
                    <a:lnTo>
                      <a:pt x="5986" y="1610"/>
                    </a:lnTo>
                    <a:lnTo>
                      <a:pt x="5981" y="1568"/>
                    </a:lnTo>
                    <a:lnTo>
                      <a:pt x="5973" y="1524"/>
                    </a:lnTo>
                    <a:lnTo>
                      <a:pt x="5964" y="1482"/>
                    </a:lnTo>
                    <a:lnTo>
                      <a:pt x="5953" y="1440"/>
                    </a:lnTo>
                    <a:lnTo>
                      <a:pt x="5940" y="1397"/>
                    </a:lnTo>
                    <a:lnTo>
                      <a:pt x="5925" y="1356"/>
                    </a:lnTo>
                    <a:lnTo>
                      <a:pt x="5908" y="1315"/>
                    </a:lnTo>
                    <a:lnTo>
                      <a:pt x="5889" y="1274"/>
                    </a:lnTo>
                    <a:lnTo>
                      <a:pt x="5867" y="1233"/>
                    </a:lnTo>
                    <a:lnTo>
                      <a:pt x="5845" y="1193"/>
                    </a:lnTo>
                    <a:lnTo>
                      <a:pt x="5819" y="1154"/>
                    </a:lnTo>
                    <a:lnTo>
                      <a:pt x="5794" y="1114"/>
                    </a:lnTo>
                    <a:lnTo>
                      <a:pt x="5766" y="1076"/>
                    </a:lnTo>
                    <a:lnTo>
                      <a:pt x="5736" y="1037"/>
                    </a:lnTo>
                    <a:lnTo>
                      <a:pt x="5704" y="1000"/>
                    </a:lnTo>
                    <a:lnTo>
                      <a:pt x="5671" y="961"/>
                    </a:lnTo>
                    <a:lnTo>
                      <a:pt x="5636" y="926"/>
                    </a:lnTo>
                    <a:lnTo>
                      <a:pt x="5600" y="888"/>
                    </a:lnTo>
                    <a:lnTo>
                      <a:pt x="5563" y="852"/>
                    </a:lnTo>
                    <a:lnTo>
                      <a:pt x="5523" y="818"/>
                    </a:lnTo>
                    <a:lnTo>
                      <a:pt x="5482" y="783"/>
                    </a:lnTo>
                    <a:lnTo>
                      <a:pt x="5440" y="749"/>
                    </a:lnTo>
                    <a:lnTo>
                      <a:pt x="5396" y="715"/>
                    </a:lnTo>
                    <a:lnTo>
                      <a:pt x="5350" y="682"/>
                    </a:lnTo>
                    <a:lnTo>
                      <a:pt x="5304" y="650"/>
                    </a:lnTo>
                    <a:lnTo>
                      <a:pt x="5255" y="618"/>
                    </a:lnTo>
                    <a:lnTo>
                      <a:pt x="5207" y="587"/>
                    </a:lnTo>
                    <a:lnTo>
                      <a:pt x="5157" y="556"/>
                    </a:lnTo>
                    <a:lnTo>
                      <a:pt x="5104" y="527"/>
                    </a:lnTo>
                    <a:lnTo>
                      <a:pt x="5052" y="497"/>
                    </a:lnTo>
                    <a:lnTo>
                      <a:pt x="4996" y="469"/>
                    </a:lnTo>
                    <a:lnTo>
                      <a:pt x="4941" y="441"/>
                    </a:lnTo>
                    <a:lnTo>
                      <a:pt x="4885" y="414"/>
                    </a:lnTo>
                    <a:lnTo>
                      <a:pt x="4827" y="388"/>
                    </a:lnTo>
                    <a:lnTo>
                      <a:pt x="4768" y="363"/>
                    </a:lnTo>
                    <a:lnTo>
                      <a:pt x="4708" y="337"/>
                    </a:lnTo>
                    <a:lnTo>
                      <a:pt x="4647" y="314"/>
                    </a:lnTo>
                    <a:lnTo>
                      <a:pt x="4585" y="290"/>
                    </a:lnTo>
                    <a:lnTo>
                      <a:pt x="4522" y="268"/>
                    </a:lnTo>
                    <a:lnTo>
                      <a:pt x="4458" y="246"/>
                    </a:lnTo>
                    <a:lnTo>
                      <a:pt x="4393" y="226"/>
                    </a:lnTo>
                    <a:lnTo>
                      <a:pt x="4327" y="205"/>
                    </a:lnTo>
                    <a:lnTo>
                      <a:pt x="4261" y="186"/>
                    </a:lnTo>
                    <a:lnTo>
                      <a:pt x="4193" y="168"/>
                    </a:lnTo>
                    <a:lnTo>
                      <a:pt x="4125" y="150"/>
                    </a:lnTo>
                    <a:lnTo>
                      <a:pt x="4056" y="133"/>
                    </a:lnTo>
                    <a:lnTo>
                      <a:pt x="3986" y="118"/>
                    </a:lnTo>
                    <a:lnTo>
                      <a:pt x="3916" y="104"/>
                    </a:lnTo>
                    <a:lnTo>
                      <a:pt x="3844" y="90"/>
                    </a:lnTo>
                    <a:lnTo>
                      <a:pt x="3772" y="77"/>
                    </a:lnTo>
                    <a:lnTo>
                      <a:pt x="3700" y="65"/>
                    </a:lnTo>
                    <a:lnTo>
                      <a:pt x="3627" y="54"/>
                    </a:lnTo>
                    <a:lnTo>
                      <a:pt x="3553" y="44"/>
                    </a:lnTo>
                    <a:lnTo>
                      <a:pt x="3480" y="35"/>
                    </a:lnTo>
                    <a:lnTo>
                      <a:pt x="3404" y="27"/>
                    </a:lnTo>
                    <a:lnTo>
                      <a:pt x="3330" y="20"/>
                    </a:lnTo>
                    <a:lnTo>
                      <a:pt x="3254" y="14"/>
                    </a:lnTo>
                    <a:lnTo>
                      <a:pt x="3179" y="9"/>
                    </a:lnTo>
                    <a:lnTo>
                      <a:pt x="3102" y="5"/>
                    </a:lnTo>
                    <a:lnTo>
                      <a:pt x="3025" y="3"/>
                    </a:lnTo>
                    <a:lnTo>
                      <a:pt x="2948" y="1"/>
                    </a:lnTo>
                    <a:lnTo>
                      <a:pt x="2870" y="0"/>
                    </a:lnTo>
                    <a:lnTo>
                      <a:pt x="2870" y="0"/>
                    </a:lnTo>
                    <a:lnTo>
                      <a:pt x="2716" y="1"/>
                    </a:lnTo>
                    <a:lnTo>
                      <a:pt x="2566" y="5"/>
                    </a:lnTo>
                    <a:lnTo>
                      <a:pt x="2417" y="12"/>
                    </a:lnTo>
                    <a:lnTo>
                      <a:pt x="2272" y="20"/>
                    </a:lnTo>
                    <a:lnTo>
                      <a:pt x="2130" y="32"/>
                    </a:lnTo>
                    <a:lnTo>
                      <a:pt x="1990" y="45"/>
                    </a:lnTo>
                    <a:lnTo>
                      <a:pt x="1856" y="62"/>
                    </a:lnTo>
                    <a:lnTo>
                      <a:pt x="1724" y="79"/>
                    </a:lnTo>
                    <a:lnTo>
                      <a:pt x="1596" y="99"/>
                    </a:lnTo>
                    <a:lnTo>
                      <a:pt x="1471" y="120"/>
                    </a:lnTo>
                    <a:lnTo>
                      <a:pt x="1351" y="145"/>
                    </a:lnTo>
                    <a:lnTo>
                      <a:pt x="1235" y="170"/>
                    </a:lnTo>
                    <a:lnTo>
                      <a:pt x="1123" y="199"/>
                    </a:lnTo>
                    <a:lnTo>
                      <a:pt x="1015" y="228"/>
                    </a:lnTo>
                    <a:lnTo>
                      <a:pt x="912" y="260"/>
                    </a:lnTo>
                    <a:lnTo>
                      <a:pt x="862" y="276"/>
                    </a:lnTo>
                    <a:lnTo>
                      <a:pt x="815" y="292"/>
                    </a:lnTo>
                    <a:lnTo>
                      <a:pt x="768" y="310"/>
                    </a:lnTo>
                    <a:lnTo>
                      <a:pt x="721" y="328"/>
                    </a:lnTo>
                    <a:lnTo>
                      <a:pt x="677" y="345"/>
                    </a:lnTo>
                    <a:lnTo>
                      <a:pt x="633" y="364"/>
                    </a:lnTo>
                    <a:lnTo>
                      <a:pt x="591" y="382"/>
                    </a:lnTo>
                    <a:lnTo>
                      <a:pt x="550" y="401"/>
                    </a:lnTo>
                    <a:lnTo>
                      <a:pt x="510" y="420"/>
                    </a:lnTo>
                    <a:lnTo>
                      <a:pt x="471" y="441"/>
                    </a:lnTo>
                    <a:lnTo>
                      <a:pt x="434" y="460"/>
                    </a:lnTo>
                    <a:lnTo>
                      <a:pt x="398" y="481"/>
                    </a:lnTo>
                    <a:lnTo>
                      <a:pt x="365" y="502"/>
                    </a:lnTo>
                    <a:lnTo>
                      <a:pt x="332" y="523"/>
                    </a:lnTo>
                    <a:lnTo>
                      <a:pt x="301" y="545"/>
                    </a:lnTo>
                    <a:lnTo>
                      <a:pt x="270" y="567"/>
                    </a:lnTo>
                    <a:lnTo>
                      <a:pt x="242" y="588"/>
                    </a:lnTo>
                    <a:lnTo>
                      <a:pt x="215" y="610"/>
                    </a:lnTo>
                    <a:lnTo>
                      <a:pt x="189" y="633"/>
                    </a:lnTo>
                    <a:lnTo>
                      <a:pt x="166" y="655"/>
                    </a:lnTo>
                    <a:lnTo>
                      <a:pt x="143" y="678"/>
                    </a:lnTo>
                    <a:lnTo>
                      <a:pt x="123" y="702"/>
                    </a:lnTo>
                    <a:lnTo>
                      <a:pt x="104" y="726"/>
                    </a:lnTo>
                    <a:lnTo>
                      <a:pt x="86" y="750"/>
                    </a:lnTo>
                    <a:lnTo>
                      <a:pt x="69" y="773"/>
                    </a:lnTo>
                    <a:lnTo>
                      <a:pt x="55" y="797"/>
                    </a:lnTo>
                    <a:lnTo>
                      <a:pt x="42" y="822"/>
                    </a:lnTo>
                    <a:lnTo>
                      <a:pt x="30" y="847"/>
                    </a:lnTo>
                    <a:lnTo>
                      <a:pt x="21" y="872"/>
                    </a:lnTo>
                    <a:lnTo>
                      <a:pt x="14" y="897"/>
                    </a:lnTo>
                    <a:lnTo>
                      <a:pt x="7" y="922"/>
                    </a:lnTo>
                    <a:lnTo>
                      <a:pt x="2" y="947"/>
                    </a:lnTo>
                    <a:lnTo>
                      <a:pt x="0" y="973"/>
                    </a:lnTo>
                    <a:lnTo>
                      <a:pt x="0" y="999"/>
                    </a:lnTo>
                    <a:lnTo>
                      <a:pt x="0" y="999"/>
                    </a:lnTo>
                    <a:lnTo>
                      <a:pt x="0" y="1024"/>
                    </a:lnTo>
                    <a:lnTo>
                      <a:pt x="2" y="1050"/>
                    </a:lnTo>
                    <a:lnTo>
                      <a:pt x="7" y="1076"/>
                    </a:lnTo>
                    <a:lnTo>
                      <a:pt x="14" y="1101"/>
                    </a:lnTo>
                    <a:lnTo>
                      <a:pt x="21" y="1127"/>
                    </a:lnTo>
                    <a:lnTo>
                      <a:pt x="30" y="1151"/>
                    </a:lnTo>
                    <a:lnTo>
                      <a:pt x="42" y="1176"/>
                    </a:lnTo>
                    <a:lnTo>
                      <a:pt x="55" y="1200"/>
                    </a:lnTo>
                    <a:lnTo>
                      <a:pt x="69" y="1224"/>
                    </a:lnTo>
                    <a:lnTo>
                      <a:pt x="86" y="1249"/>
                    </a:lnTo>
                    <a:lnTo>
                      <a:pt x="104" y="1273"/>
                    </a:lnTo>
                    <a:lnTo>
                      <a:pt x="123" y="1296"/>
                    </a:lnTo>
                    <a:lnTo>
                      <a:pt x="143" y="1319"/>
                    </a:lnTo>
                    <a:lnTo>
                      <a:pt x="166" y="1342"/>
                    </a:lnTo>
                    <a:lnTo>
                      <a:pt x="189" y="1365"/>
                    </a:lnTo>
                    <a:lnTo>
                      <a:pt x="215" y="1388"/>
                    </a:lnTo>
                    <a:lnTo>
                      <a:pt x="242" y="1410"/>
                    </a:lnTo>
                    <a:lnTo>
                      <a:pt x="270" y="1432"/>
                    </a:lnTo>
                    <a:lnTo>
                      <a:pt x="301" y="1454"/>
                    </a:lnTo>
                    <a:lnTo>
                      <a:pt x="332" y="1475"/>
                    </a:lnTo>
                    <a:lnTo>
                      <a:pt x="365" y="1496"/>
                    </a:lnTo>
                    <a:lnTo>
                      <a:pt x="398" y="1517"/>
                    </a:lnTo>
                    <a:lnTo>
                      <a:pt x="434" y="1537"/>
                    </a:lnTo>
                    <a:lnTo>
                      <a:pt x="471" y="1558"/>
                    </a:lnTo>
                    <a:lnTo>
                      <a:pt x="510" y="1577"/>
                    </a:lnTo>
                    <a:lnTo>
                      <a:pt x="550" y="1596"/>
                    </a:lnTo>
                    <a:lnTo>
                      <a:pt x="591" y="1615"/>
                    </a:lnTo>
                    <a:lnTo>
                      <a:pt x="633" y="1634"/>
                    </a:lnTo>
                    <a:lnTo>
                      <a:pt x="677" y="1652"/>
                    </a:lnTo>
                    <a:lnTo>
                      <a:pt x="721" y="1670"/>
                    </a:lnTo>
                    <a:lnTo>
                      <a:pt x="768" y="1688"/>
                    </a:lnTo>
                    <a:lnTo>
                      <a:pt x="815" y="1705"/>
                    </a:lnTo>
                    <a:lnTo>
                      <a:pt x="862" y="1722"/>
                    </a:lnTo>
                    <a:lnTo>
                      <a:pt x="912" y="1738"/>
                    </a:lnTo>
                    <a:lnTo>
                      <a:pt x="1015" y="1769"/>
                    </a:lnTo>
                    <a:lnTo>
                      <a:pt x="1123" y="1800"/>
                    </a:lnTo>
                    <a:lnTo>
                      <a:pt x="1235" y="1827"/>
                    </a:lnTo>
                    <a:lnTo>
                      <a:pt x="1351" y="1854"/>
                    </a:lnTo>
                    <a:lnTo>
                      <a:pt x="1471" y="1877"/>
                    </a:lnTo>
                    <a:lnTo>
                      <a:pt x="1596" y="1899"/>
                    </a:lnTo>
                    <a:lnTo>
                      <a:pt x="1724" y="1919"/>
                    </a:lnTo>
                    <a:lnTo>
                      <a:pt x="1856" y="1937"/>
                    </a:lnTo>
                    <a:lnTo>
                      <a:pt x="1990" y="1952"/>
                    </a:lnTo>
                    <a:lnTo>
                      <a:pt x="2130" y="1966"/>
                    </a:lnTo>
                    <a:lnTo>
                      <a:pt x="2272" y="1977"/>
                    </a:lnTo>
                    <a:lnTo>
                      <a:pt x="2417" y="1986"/>
                    </a:lnTo>
                    <a:lnTo>
                      <a:pt x="2566" y="1992"/>
                    </a:lnTo>
                    <a:lnTo>
                      <a:pt x="2716" y="1996"/>
                    </a:lnTo>
                    <a:lnTo>
                      <a:pt x="2870" y="1997"/>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478093" rtl="0" eaLnBrk="1" latinLnBrk="0" hangingPunct="1">
                  <a:defRPr sz="1883" kern="1200">
                    <a:solidFill>
                      <a:schemeClr val="tx1"/>
                    </a:solidFill>
                    <a:latin typeface="+mn-lt"/>
                    <a:ea typeface="+mn-ea"/>
                    <a:cs typeface="+mn-cs"/>
                  </a:defRPr>
                </a:lvl1pPr>
                <a:lvl2pPr marL="478093" algn="l" defTabSz="478093" rtl="0" eaLnBrk="1" latinLnBrk="0" hangingPunct="1">
                  <a:defRPr sz="1883" kern="1200">
                    <a:solidFill>
                      <a:schemeClr val="tx1"/>
                    </a:solidFill>
                    <a:latin typeface="+mn-lt"/>
                    <a:ea typeface="+mn-ea"/>
                    <a:cs typeface="+mn-cs"/>
                  </a:defRPr>
                </a:lvl2pPr>
                <a:lvl3pPr marL="956184" algn="l" defTabSz="478093" rtl="0" eaLnBrk="1" latinLnBrk="0" hangingPunct="1">
                  <a:defRPr sz="1883" kern="1200">
                    <a:solidFill>
                      <a:schemeClr val="tx1"/>
                    </a:solidFill>
                    <a:latin typeface="+mn-lt"/>
                    <a:ea typeface="+mn-ea"/>
                    <a:cs typeface="+mn-cs"/>
                  </a:defRPr>
                </a:lvl3pPr>
                <a:lvl4pPr marL="1434277" algn="l" defTabSz="478093" rtl="0" eaLnBrk="1" latinLnBrk="0" hangingPunct="1">
                  <a:defRPr sz="1883" kern="1200">
                    <a:solidFill>
                      <a:schemeClr val="tx1"/>
                    </a:solidFill>
                    <a:latin typeface="+mn-lt"/>
                    <a:ea typeface="+mn-ea"/>
                    <a:cs typeface="+mn-cs"/>
                  </a:defRPr>
                </a:lvl4pPr>
                <a:lvl5pPr marL="1912370" algn="l" defTabSz="478093" rtl="0" eaLnBrk="1" latinLnBrk="0" hangingPunct="1">
                  <a:defRPr sz="1883" kern="1200">
                    <a:solidFill>
                      <a:schemeClr val="tx1"/>
                    </a:solidFill>
                    <a:latin typeface="+mn-lt"/>
                    <a:ea typeface="+mn-ea"/>
                    <a:cs typeface="+mn-cs"/>
                  </a:defRPr>
                </a:lvl5pPr>
                <a:lvl6pPr marL="2390462" algn="l" defTabSz="478093" rtl="0" eaLnBrk="1" latinLnBrk="0" hangingPunct="1">
                  <a:defRPr sz="1883" kern="1200">
                    <a:solidFill>
                      <a:schemeClr val="tx1"/>
                    </a:solidFill>
                    <a:latin typeface="+mn-lt"/>
                    <a:ea typeface="+mn-ea"/>
                    <a:cs typeface="+mn-cs"/>
                  </a:defRPr>
                </a:lvl6pPr>
                <a:lvl7pPr marL="2868554" algn="l" defTabSz="478093" rtl="0" eaLnBrk="1" latinLnBrk="0" hangingPunct="1">
                  <a:defRPr sz="1883" kern="1200">
                    <a:solidFill>
                      <a:schemeClr val="tx1"/>
                    </a:solidFill>
                    <a:latin typeface="+mn-lt"/>
                    <a:ea typeface="+mn-ea"/>
                    <a:cs typeface="+mn-cs"/>
                  </a:defRPr>
                </a:lvl7pPr>
                <a:lvl8pPr marL="3346646" algn="l" defTabSz="478093" rtl="0" eaLnBrk="1" latinLnBrk="0" hangingPunct="1">
                  <a:defRPr sz="1883" kern="1200">
                    <a:solidFill>
                      <a:schemeClr val="tx1"/>
                    </a:solidFill>
                    <a:latin typeface="+mn-lt"/>
                    <a:ea typeface="+mn-ea"/>
                    <a:cs typeface="+mn-cs"/>
                  </a:defRPr>
                </a:lvl8pPr>
                <a:lvl9pPr marL="3824739" algn="l" defTabSz="478093" rtl="0" eaLnBrk="1" latinLnBrk="0" hangingPunct="1">
                  <a:defRPr sz="1883" kern="1200">
                    <a:solidFill>
                      <a:schemeClr val="tx1"/>
                    </a:solidFill>
                    <a:latin typeface="+mn-lt"/>
                    <a:ea typeface="+mn-ea"/>
                    <a:cs typeface="+mn-cs"/>
                  </a:defRPr>
                </a:lvl9pPr>
              </a:lstStyle>
              <a:p>
                <a:endParaRPr lang="ja-JP" altLang="en-US"/>
              </a:p>
            </p:txBody>
          </p:sp>
          <p:sp>
            <p:nvSpPr>
              <p:cNvPr id="45" name="Freeform 42">
                <a:extLst>
                  <a:ext uri="{FF2B5EF4-FFF2-40B4-BE49-F238E27FC236}">
                    <a16:creationId xmlns:a16="http://schemas.microsoft.com/office/drawing/2014/main" id="{99F3755D-6142-F321-7374-79753D2FF3AD}"/>
                  </a:ext>
                </a:extLst>
              </p:cNvPr>
              <p:cNvSpPr>
                <a:spLocks/>
              </p:cNvSpPr>
              <p:nvPr/>
            </p:nvSpPr>
            <p:spPr bwMode="auto">
              <a:xfrm>
                <a:off x="3131984" y="5267334"/>
                <a:ext cx="270003" cy="90001"/>
              </a:xfrm>
              <a:custGeom>
                <a:avLst/>
                <a:gdLst>
                  <a:gd name="T0" fmla="*/ 3025 w 5991"/>
                  <a:gd name="T1" fmla="*/ 3393 h 3396"/>
                  <a:gd name="T2" fmla="*/ 3330 w 5991"/>
                  <a:gd name="T3" fmla="*/ 3377 h 3396"/>
                  <a:gd name="T4" fmla="*/ 3627 w 5991"/>
                  <a:gd name="T5" fmla="*/ 3342 h 3396"/>
                  <a:gd name="T6" fmla="*/ 3916 w 5991"/>
                  <a:gd name="T7" fmla="*/ 3293 h 3396"/>
                  <a:gd name="T8" fmla="*/ 4193 w 5991"/>
                  <a:gd name="T9" fmla="*/ 3228 h 3396"/>
                  <a:gd name="T10" fmla="*/ 4458 w 5991"/>
                  <a:gd name="T11" fmla="*/ 3150 h 3396"/>
                  <a:gd name="T12" fmla="*/ 4708 w 5991"/>
                  <a:gd name="T13" fmla="*/ 3059 h 3396"/>
                  <a:gd name="T14" fmla="*/ 4941 w 5991"/>
                  <a:gd name="T15" fmla="*/ 2955 h 3396"/>
                  <a:gd name="T16" fmla="*/ 5157 w 5991"/>
                  <a:gd name="T17" fmla="*/ 2839 h 3396"/>
                  <a:gd name="T18" fmla="*/ 5350 w 5991"/>
                  <a:gd name="T19" fmla="*/ 2714 h 3396"/>
                  <a:gd name="T20" fmla="*/ 5523 w 5991"/>
                  <a:gd name="T21" fmla="*/ 2578 h 3396"/>
                  <a:gd name="T22" fmla="*/ 5671 w 5991"/>
                  <a:gd name="T23" fmla="*/ 2434 h 3396"/>
                  <a:gd name="T24" fmla="*/ 5794 w 5991"/>
                  <a:gd name="T25" fmla="*/ 2282 h 3396"/>
                  <a:gd name="T26" fmla="*/ 5889 w 5991"/>
                  <a:gd name="T27" fmla="*/ 2123 h 3396"/>
                  <a:gd name="T28" fmla="*/ 5953 w 5991"/>
                  <a:gd name="T29" fmla="*/ 1956 h 3396"/>
                  <a:gd name="T30" fmla="*/ 5986 w 5991"/>
                  <a:gd name="T31" fmla="*/ 1786 h 3396"/>
                  <a:gd name="T32" fmla="*/ 5990 w 5991"/>
                  <a:gd name="T33" fmla="*/ 1654 h 3396"/>
                  <a:gd name="T34" fmla="*/ 5964 w 5991"/>
                  <a:gd name="T35" fmla="*/ 1482 h 3396"/>
                  <a:gd name="T36" fmla="*/ 5908 w 5991"/>
                  <a:gd name="T37" fmla="*/ 1315 h 3396"/>
                  <a:gd name="T38" fmla="*/ 5819 w 5991"/>
                  <a:gd name="T39" fmla="*/ 1154 h 3396"/>
                  <a:gd name="T40" fmla="*/ 5704 w 5991"/>
                  <a:gd name="T41" fmla="*/ 1000 h 3396"/>
                  <a:gd name="T42" fmla="*/ 5563 w 5991"/>
                  <a:gd name="T43" fmla="*/ 852 h 3396"/>
                  <a:gd name="T44" fmla="*/ 5396 w 5991"/>
                  <a:gd name="T45" fmla="*/ 715 h 3396"/>
                  <a:gd name="T46" fmla="*/ 5207 w 5991"/>
                  <a:gd name="T47" fmla="*/ 587 h 3396"/>
                  <a:gd name="T48" fmla="*/ 4996 w 5991"/>
                  <a:gd name="T49" fmla="*/ 469 h 3396"/>
                  <a:gd name="T50" fmla="*/ 4768 w 5991"/>
                  <a:gd name="T51" fmla="*/ 363 h 3396"/>
                  <a:gd name="T52" fmla="*/ 4522 w 5991"/>
                  <a:gd name="T53" fmla="*/ 268 h 3396"/>
                  <a:gd name="T54" fmla="*/ 4261 w 5991"/>
                  <a:gd name="T55" fmla="*/ 186 h 3396"/>
                  <a:gd name="T56" fmla="*/ 3986 w 5991"/>
                  <a:gd name="T57" fmla="*/ 118 h 3396"/>
                  <a:gd name="T58" fmla="*/ 3700 w 5991"/>
                  <a:gd name="T59" fmla="*/ 65 h 3396"/>
                  <a:gd name="T60" fmla="*/ 3404 w 5991"/>
                  <a:gd name="T61" fmla="*/ 27 h 3396"/>
                  <a:gd name="T62" fmla="*/ 3102 w 5991"/>
                  <a:gd name="T63" fmla="*/ 5 h 3396"/>
                  <a:gd name="T64" fmla="*/ 2870 w 5991"/>
                  <a:gd name="T65" fmla="*/ 0 h 3396"/>
                  <a:gd name="T66" fmla="*/ 2272 w 5991"/>
                  <a:gd name="T67" fmla="*/ 20 h 3396"/>
                  <a:gd name="T68" fmla="*/ 1724 w 5991"/>
                  <a:gd name="T69" fmla="*/ 79 h 3396"/>
                  <a:gd name="T70" fmla="*/ 1235 w 5991"/>
                  <a:gd name="T71" fmla="*/ 170 h 3396"/>
                  <a:gd name="T72" fmla="*/ 862 w 5991"/>
                  <a:gd name="T73" fmla="*/ 276 h 3396"/>
                  <a:gd name="T74" fmla="*/ 677 w 5991"/>
                  <a:gd name="T75" fmla="*/ 345 h 3396"/>
                  <a:gd name="T76" fmla="*/ 510 w 5991"/>
                  <a:gd name="T77" fmla="*/ 420 h 3396"/>
                  <a:gd name="T78" fmla="*/ 365 w 5991"/>
                  <a:gd name="T79" fmla="*/ 502 h 3396"/>
                  <a:gd name="T80" fmla="*/ 242 w 5991"/>
                  <a:gd name="T81" fmla="*/ 588 h 3396"/>
                  <a:gd name="T82" fmla="*/ 143 w 5991"/>
                  <a:gd name="T83" fmla="*/ 678 h 3396"/>
                  <a:gd name="T84" fmla="*/ 69 w 5991"/>
                  <a:gd name="T85" fmla="*/ 773 h 3396"/>
                  <a:gd name="T86" fmla="*/ 21 w 5991"/>
                  <a:gd name="T87" fmla="*/ 872 h 3396"/>
                  <a:gd name="T88" fmla="*/ 0 w 5991"/>
                  <a:gd name="T89" fmla="*/ 973 h 3396"/>
                  <a:gd name="T90" fmla="*/ 2 w 5991"/>
                  <a:gd name="T91" fmla="*/ 1050 h 3396"/>
                  <a:gd name="T92" fmla="*/ 30 w 5991"/>
                  <a:gd name="T93" fmla="*/ 1151 h 3396"/>
                  <a:gd name="T94" fmla="*/ 86 w 5991"/>
                  <a:gd name="T95" fmla="*/ 1249 h 3396"/>
                  <a:gd name="T96" fmla="*/ 166 w 5991"/>
                  <a:gd name="T97" fmla="*/ 1342 h 3396"/>
                  <a:gd name="T98" fmla="*/ 270 w 5991"/>
                  <a:gd name="T99" fmla="*/ 1432 h 3396"/>
                  <a:gd name="T100" fmla="*/ 398 w 5991"/>
                  <a:gd name="T101" fmla="*/ 1517 h 3396"/>
                  <a:gd name="T102" fmla="*/ 550 w 5991"/>
                  <a:gd name="T103" fmla="*/ 1596 h 3396"/>
                  <a:gd name="T104" fmla="*/ 721 w 5991"/>
                  <a:gd name="T105" fmla="*/ 1670 h 3396"/>
                  <a:gd name="T106" fmla="*/ 912 w 5991"/>
                  <a:gd name="T107" fmla="*/ 1738 h 3396"/>
                  <a:gd name="T108" fmla="*/ 1351 w 5991"/>
                  <a:gd name="T109" fmla="*/ 1854 h 3396"/>
                  <a:gd name="T110" fmla="*/ 1856 w 5991"/>
                  <a:gd name="T111" fmla="*/ 1937 h 3396"/>
                  <a:gd name="T112" fmla="*/ 2417 w 5991"/>
                  <a:gd name="T113" fmla="*/ 1986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991" h="3396">
                    <a:moveTo>
                      <a:pt x="2870" y="3396"/>
                    </a:moveTo>
                    <a:lnTo>
                      <a:pt x="2870" y="3396"/>
                    </a:lnTo>
                    <a:lnTo>
                      <a:pt x="2948" y="3395"/>
                    </a:lnTo>
                    <a:lnTo>
                      <a:pt x="3025" y="3393"/>
                    </a:lnTo>
                    <a:lnTo>
                      <a:pt x="3102" y="3391"/>
                    </a:lnTo>
                    <a:lnTo>
                      <a:pt x="3179" y="3387"/>
                    </a:lnTo>
                    <a:lnTo>
                      <a:pt x="3254" y="3382"/>
                    </a:lnTo>
                    <a:lnTo>
                      <a:pt x="3330" y="3377"/>
                    </a:lnTo>
                    <a:lnTo>
                      <a:pt x="3404" y="3369"/>
                    </a:lnTo>
                    <a:lnTo>
                      <a:pt x="3480" y="3361"/>
                    </a:lnTo>
                    <a:lnTo>
                      <a:pt x="3553" y="3352"/>
                    </a:lnTo>
                    <a:lnTo>
                      <a:pt x="3627" y="3342"/>
                    </a:lnTo>
                    <a:lnTo>
                      <a:pt x="3700" y="3332"/>
                    </a:lnTo>
                    <a:lnTo>
                      <a:pt x="3772" y="3319"/>
                    </a:lnTo>
                    <a:lnTo>
                      <a:pt x="3844" y="3306"/>
                    </a:lnTo>
                    <a:lnTo>
                      <a:pt x="3916" y="3293"/>
                    </a:lnTo>
                    <a:lnTo>
                      <a:pt x="3986" y="3278"/>
                    </a:lnTo>
                    <a:lnTo>
                      <a:pt x="4056" y="3262"/>
                    </a:lnTo>
                    <a:lnTo>
                      <a:pt x="4125" y="3246"/>
                    </a:lnTo>
                    <a:lnTo>
                      <a:pt x="4193" y="3228"/>
                    </a:lnTo>
                    <a:lnTo>
                      <a:pt x="4261" y="3210"/>
                    </a:lnTo>
                    <a:lnTo>
                      <a:pt x="4327" y="3191"/>
                    </a:lnTo>
                    <a:lnTo>
                      <a:pt x="4393" y="3170"/>
                    </a:lnTo>
                    <a:lnTo>
                      <a:pt x="4458" y="3150"/>
                    </a:lnTo>
                    <a:lnTo>
                      <a:pt x="4522" y="3128"/>
                    </a:lnTo>
                    <a:lnTo>
                      <a:pt x="4585" y="3106"/>
                    </a:lnTo>
                    <a:lnTo>
                      <a:pt x="4647" y="3083"/>
                    </a:lnTo>
                    <a:lnTo>
                      <a:pt x="4708" y="3059"/>
                    </a:lnTo>
                    <a:lnTo>
                      <a:pt x="4768" y="3033"/>
                    </a:lnTo>
                    <a:lnTo>
                      <a:pt x="4827" y="3009"/>
                    </a:lnTo>
                    <a:lnTo>
                      <a:pt x="4885" y="2982"/>
                    </a:lnTo>
                    <a:lnTo>
                      <a:pt x="4941" y="2955"/>
                    </a:lnTo>
                    <a:lnTo>
                      <a:pt x="4996" y="2927"/>
                    </a:lnTo>
                    <a:lnTo>
                      <a:pt x="5052" y="2898"/>
                    </a:lnTo>
                    <a:lnTo>
                      <a:pt x="5104" y="2869"/>
                    </a:lnTo>
                    <a:lnTo>
                      <a:pt x="5157" y="2839"/>
                    </a:lnTo>
                    <a:lnTo>
                      <a:pt x="5207" y="2809"/>
                    </a:lnTo>
                    <a:lnTo>
                      <a:pt x="5255" y="2778"/>
                    </a:lnTo>
                    <a:lnTo>
                      <a:pt x="5304" y="2746"/>
                    </a:lnTo>
                    <a:lnTo>
                      <a:pt x="5350" y="2714"/>
                    </a:lnTo>
                    <a:lnTo>
                      <a:pt x="5396" y="2680"/>
                    </a:lnTo>
                    <a:lnTo>
                      <a:pt x="5440" y="2647"/>
                    </a:lnTo>
                    <a:lnTo>
                      <a:pt x="5482" y="2613"/>
                    </a:lnTo>
                    <a:lnTo>
                      <a:pt x="5523" y="2578"/>
                    </a:lnTo>
                    <a:lnTo>
                      <a:pt x="5563" y="2543"/>
                    </a:lnTo>
                    <a:lnTo>
                      <a:pt x="5600" y="2507"/>
                    </a:lnTo>
                    <a:lnTo>
                      <a:pt x="5636" y="2470"/>
                    </a:lnTo>
                    <a:lnTo>
                      <a:pt x="5671" y="2434"/>
                    </a:lnTo>
                    <a:lnTo>
                      <a:pt x="5704" y="2397"/>
                    </a:lnTo>
                    <a:lnTo>
                      <a:pt x="5736" y="2359"/>
                    </a:lnTo>
                    <a:lnTo>
                      <a:pt x="5766" y="2320"/>
                    </a:lnTo>
                    <a:lnTo>
                      <a:pt x="5794" y="2282"/>
                    </a:lnTo>
                    <a:lnTo>
                      <a:pt x="5819" y="2242"/>
                    </a:lnTo>
                    <a:lnTo>
                      <a:pt x="5845" y="2202"/>
                    </a:lnTo>
                    <a:lnTo>
                      <a:pt x="5867" y="2163"/>
                    </a:lnTo>
                    <a:lnTo>
                      <a:pt x="5889" y="2123"/>
                    </a:lnTo>
                    <a:lnTo>
                      <a:pt x="5908" y="2082"/>
                    </a:lnTo>
                    <a:lnTo>
                      <a:pt x="5925" y="2040"/>
                    </a:lnTo>
                    <a:lnTo>
                      <a:pt x="5940" y="1999"/>
                    </a:lnTo>
                    <a:lnTo>
                      <a:pt x="5953" y="1956"/>
                    </a:lnTo>
                    <a:lnTo>
                      <a:pt x="5964" y="1914"/>
                    </a:lnTo>
                    <a:lnTo>
                      <a:pt x="5973" y="1872"/>
                    </a:lnTo>
                    <a:lnTo>
                      <a:pt x="5981" y="1828"/>
                    </a:lnTo>
                    <a:lnTo>
                      <a:pt x="5986" y="1786"/>
                    </a:lnTo>
                    <a:lnTo>
                      <a:pt x="5990" y="1742"/>
                    </a:lnTo>
                    <a:lnTo>
                      <a:pt x="5991" y="1699"/>
                    </a:lnTo>
                    <a:lnTo>
                      <a:pt x="5991" y="1699"/>
                    </a:lnTo>
                    <a:lnTo>
                      <a:pt x="5990" y="1654"/>
                    </a:lnTo>
                    <a:lnTo>
                      <a:pt x="5986" y="1610"/>
                    </a:lnTo>
                    <a:lnTo>
                      <a:pt x="5981" y="1568"/>
                    </a:lnTo>
                    <a:lnTo>
                      <a:pt x="5973" y="1524"/>
                    </a:lnTo>
                    <a:lnTo>
                      <a:pt x="5964" y="1482"/>
                    </a:lnTo>
                    <a:lnTo>
                      <a:pt x="5953" y="1440"/>
                    </a:lnTo>
                    <a:lnTo>
                      <a:pt x="5940" y="1397"/>
                    </a:lnTo>
                    <a:lnTo>
                      <a:pt x="5925" y="1356"/>
                    </a:lnTo>
                    <a:lnTo>
                      <a:pt x="5908" y="1315"/>
                    </a:lnTo>
                    <a:lnTo>
                      <a:pt x="5889" y="1274"/>
                    </a:lnTo>
                    <a:lnTo>
                      <a:pt x="5867" y="1233"/>
                    </a:lnTo>
                    <a:lnTo>
                      <a:pt x="5845" y="1193"/>
                    </a:lnTo>
                    <a:lnTo>
                      <a:pt x="5819" y="1154"/>
                    </a:lnTo>
                    <a:lnTo>
                      <a:pt x="5794" y="1114"/>
                    </a:lnTo>
                    <a:lnTo>
                      <a:pt x="5766" y="1076"/>
                    </a:lnTo>
                    <a:lnTo>
                      <a:pt x="5736" y="1037"/>
                    </a:lnTo>
                    <a:lnTo>
                      <a:pt x="5704" y="1000"/>
                    </a:lnTo>
                    <a:lnTo>
                      <a:pt x="5671" y="961"/>
                    </a:lnTo>
                    <a:lnTo>
                      <a:pt x="5636" y="926"/>
                    </a:lnTo>
                    <a:lnTo>
                      <a:pt x="5600" y="888"/>
                    </a:lnTo>
                    <a:lnTo>
                      <a:pt x="5563" y="852"/>
                    </a:lnTo>
                    <a:lnTo>
                      <a:pt x="5523" y="818"/>
                    </a:lnTo>
                    <a:lnTo>
                      <a:pt x="5482" y="783"/>
                    </a:lnTo>
                    <a:lnTo>
                      <a:pt x="5440" y="749"/>
                    </a:lnTo>
                    <a:lnTo>
                      <a:pt x="5396" y="715"/>
                    </a:lnTo>
                    <a:lnTo>
                      <a:pt x="5350" y="682"/>
                    </a:lnTo>
                    <a:lnTo>
                      <a:pt x="5304" y="650"/>
                    </a:lnTo>
                    <a:lnTo>
                      <a:pt x="5255" y="618"/>
                    </a:lnTo>
                    <a:lnTo>
                      <a:pt x="5207" y="587"/>
                    </a:lnTo>
                    <a:lnTo>
                      <a:pt x="5157" y="556"/>
                    </a:lnTo>
                    <a:lnTo>
                      <a:pt x="5104" y="527"/>
                    </a:lnTo>
                    <a:lnTo>
                      <a:pt x="5052" y="497"/>
                    </a:lnTo>
                    <a:lnTo>
                      <a:pt x="4996" y="469"/>
                    </a:lnTo>
                    <a:lnTo>
                      <a:pt x="4941" y="441"/>
                    </a:lnTo>
                    <a:lnTo>
                      <a:pt x="4885" y="414"/>
                    </a:lnTo>
                    <a:lnTo>
                      <a:pt x="4827" y="388"/>
                    </a:lnTo>
                    <a:lnTo>
                      <a:pt x="4768" y="363"/>
                    </a:lnTo>
                    <a:lnTo>
                      <a:pt x="4708" y="337"/>
                    </a:lnTo>
                    <a:lnTo>
                      <a:pt x="4647" y="314"/>
                    </a:lnTo>
                    <a:lnTo>
                      <a:pt x="4585" y="290"/>
                    </a:lnTo>
                    <a:lnTo>
                      <a:pt x="4522" y="268"/>
                    </a:lnTo>
                    <a:lnTo>
                      <a:pt x="4458" y="246"/>
                    </a:lnTo>
                    <a:lnTo>
                      <a:pt x="4393" y="226"/>
                    </a:lnTo>
                    <a:lnTo>
                      <a:pt x="4327" y="205"/>
                    </a:lnTo>
                    <a:lnTo>
                      <a:pt x="4261" y="186"/>
                    </a:lnTo>
                    <a:lnTo>
                      <a:pt x="4193" y="168"/>
                    </a:lnTo>
                    <a:lnTo>
                      <a:pt x="4125" y="150"/>
                    </a:lnTo>
                    <a:lnTo>
                      <a:pt x="4056" y="133"/>
                    </a:lnTo>
                    <a:lnTo>
                      <a:pt x="3986" y="118"/>
                    </a:lnTo>
                    <a:lnTo>
                      <a:pt x="3916" y="104"/>
                    </a:lnTo>
                    <a:lnTo>
                      <a:pt x="3844" y="90"/>
                    </a:lnTo>
                    <a:lnTo>
                      <a:pt x="3772" y="77"/>
                    </a:lnTo>
                    <a:lnTo>
                      <a:pt x="3700" y="65"/>
                    </a:lnTo>
                    <a:lnTo>
                      <a:pt x="3627" y="54"/>
                    </a:lnTo>
                    <a:lnTo>
                      <a:pt x="3553" y="44"/>
                    </a:lnTo>
                    <a:lnTo>
                      <a:pt x="3480" y="35"/>
                    </a:lnTo>
                    <a:lnTo>
                      <a:pt x="3404" y="27"/>
                    </a:lnTo>
                    <a:lnTo>
                      <a:pt x="3330" y="20"/>
                    </a:lnTo>
                    <a:lnTo>
                      <a:pt x="3254" y="14"/>
                    </a:lnTo>
                    <a:lnTo>
                      <a:pt x="3179" y="9"/>
                    </a:lnTo>
                    <a:lnTo>
                      <a:pt x="3102" y="5"/>
                    </a:lnTo>
                    <a:lnTo>
                      <a:pt x="3025" y="3"/>
                    </a:lnTo>
                    <a:lnTo>
                      <a:pt x="2948" y="1"/>
                    </a:lnTo>
                    <a:lnTo>
                      <a:pt x="2870" y="0"/>
                    </a:lnTo>
                    <a:lnTo>
                      <a:pt x="2870" y="0"/>
                    </a:lnTo>
                    <a:lnTo>
                      <a:pt x="2716" y="1"/>
                    </a:lnTo>
                    <a:lnTo>
                      <a:pt x="2566" y="5"/>
                    </a:lnTo>
                    <a:lnTo>
                      <a:pt x="2417" y="12"/>
                    </a:lnTo>
                    <a:lnTo>
                      <a:pt x="2272" y="20"/>
                    </a:lnTo>
                    <a:lnTo>
                      <a:pt x="2130" y="32"/>
                    </a:lnTo>
                    <a:lnTo>
                      <a:pt x="1990" y="45"/>
                    </a:lnTo>
                    <a:lnTo>
                      <a:pt x="1856" y="62"/>
                    </a:lnTo>
                    <a:lnTo>
                      <a:pt x="1724" y="79"/>
                    </a:lnTo>
                    <a:lnTo>
                      <a:pt x="1596" y="99"/>
                    </a:lnTo>
                    <a:lnTo>
                      <a:pt x="1471" y="120"/>
                    </a:lnTo>
                    <a:lnTo>
                      <a:pt x="1351" y="145"/>
                    </a:lnTo>
                    <a:lnTo>
                      <a:pt x="1235" y="170"/>
                    </a:lnTo>
                    <a:lnTo>
                      <a:pt x="1123" y="199"/>
                    </a:lnTo>
                    <a:lnTo>
                      <a:pt x="1015" y="228"/>
                    </a:lnTo>
                    <a:lnTo>
                      <a:pt x="912" y="260"/>
                    </a:lnTo>
                    <a:lnTo>
                      <a:pt x="862" y="276"/>
                    </a:lnTo>
                    <a:lnTo>
                      <a:pt x="815" y="292"/>
                    </a:lnTo>
                    <a:lnTo>
                      <a:pt x="768" y="310"/>
                    </a:lnTo>
                    <a:lnTo>
                      <a:pt x="721" y="328"/>
                    </a:lnTo>
                    <a:lnTo>
                      <a:pt x="677" y="345"/>
                    </a:lnTo>
                    <a:lnTo>
                      <a:pt x="633" y="364"/>
                    </a:lnTo>
                    <a:lnTo>
                      <a:pt x="591" y="382"/>
                    </a:lnTo>
                    <a:lnTo>
                      <a:pt x="550" y="401"/>
                    </a:lnTo>
                    <a:lnTo>
                      <a:pt x="510" y="420"/>
                    </a:lnTo>
                    <a:lnTo>
                      <a:pt x="471" y="441"/>
                    </a:lnTo>
                    <a:lnTo>
                      <a:pt x="434" y="460"/>
                    </a:lnTo>
                    <a:lnTo>
                      <a:pt x="398" y="481"/>
                    </a:lnTo>
                    <a:lnTo>
                      <a:pt x="365" y="502"/>
                    </a:lnTo>
                    <a:lnTo>
                      <a:pt x="332" y="523"/>
                    </a:lnTo>
                    <a:lnTo>
                      <a:pt x="301" y="545"/>
                    </a:lnTo>
                    <a:lnTo>
                      <a:pt x="270" y="567"/>
                    </a:lnTo>
                    <a:lnTo>
                      <a:pt x="242" y="588"/>
                    </a:lnTo>
                    <a:lnTo>
                      <a:pt x="215" y="610"/>
                    </a:lnTo>
                    <a:lnTo>
                      <a:pt x="189" y="633"/>
                    </a:lnTo>
                    <a:lnTo>
                      <a:pt x="166" y="655"/>
                    </a:lnTo>
                    <a:lnTo>
                      <a:pt x="143" y="678"/>
                    </a:lnTo>
                    <a:lnTo>
                      <a:pt x="123" y="702"/>
                    </a:lnTo>
                    <a:lnTo>
                      <a:pt x="104" y="726"/>
                    </a:lnTo>
                    <a:lnTo>
                      <a:pt x="86" y="750"/>
                    </a:lnTo>
                    <a:lnTo>
                      <a:pt x="69" y="773"/>
                    </a:lnTo>
                    <a:lnTo>
                      <a:pt x="55" y="797"/>
                    </a:lnTo>
                    <a:lnTo>
                      <a:pt x="42" y="822"/>
                    </a:lnTo>
                    <a:lnTo>
                      <a:pt x="30" y="847"/>
                    </a:lnTo>
                    <a:lnTo>
                      <a:pt x="21" y="872"/>
                    </a:lnTo>
                    <a:lnTo>
                      <a:pt x="14" y="897"/>
                    </a:lnTo>
                    <a:lnTo>
                      <a:pt x="7" y="922"/>
                    </a:lnTo>
                    <a:lnTo>
                      <a:pt x="2" y="947"/>
                    </a:lnTo>
                    <a:lnTo>
                      <a:pt x="0" y="973"/>
                    </a:lnTo>
                    <a:lnTo>
                      <a:pt x="0" y="999"/>
                    </a:lnTo>
                    <a:lnTo>
                      <a:pt x="0" y="999"/>
                    </a:lnTo>
                    <a:lnTo>
                      <a:pt x="0" y="1024"/>
                    </a:lnTo>
                    <a:lnTo>
                      <a:pt x="2" y="1050"/>
                    </a:lnTo>
                    <a:lnTo>
                      <a:pt x="7" y="1076"/>
                    </a:lnTo>
                    <a:lnTo>
                      <a:pt x="14" y="1101"/>
                    </a:lnTo>
                    <a:lnTo>
                      <a:pt x="21" y="1127"/>
                    </a:lnTo>
                    <a:lnTo>
                      <a:pt x="30" y="1151"/>
                    </a:lnTo>
                    <a:lnTo>
                      <a:pt x="42" y="1176"/>
                    </a:lnTo>
                    <a:lnTo>
                      <a:pt x="55" y="1200"/>
                    </a:lnTo>
                    <a:lnTo>
                      <a:pt x="69" y="1224"/>
                    </a:lnTo>
                    <a:lnTo>
                      <a:pt x="86" y="1249"/>
                    </a:lnTo>
                    <a:lnTo>
                      <a:pt x="104" y="1273"/>
                    </a:lnTo>
                    <a:lnTo>
                      <a:pt x="123" y="1296"/>
                    </a:lnTo>
                    <a:lnTo>
                      <a:pt x="143" y="1319"/>
                    </a:lnTo>
                    <a:lnTo>
                      <a:pt x="166" y="1342"/>
                    </a:lnTo>
                    <a:lnTo>
                      <a:pt x="189" y="1365"/>
                    </a:lnTo>
                    <a:lnTo>
                      <a:pt x="215" y="1388"/>
                    </a:lnTo>
                    <a:lnTo>
                      <a:pt x="242" y="1410"/>
                    </a:lnTo>
                    <a:lnTo>
                      <a:pt x="270" y="1432"/>
                    </a:lnTo>
                    <a:lnTo>
                      <a:pt x="301" y="1454"/>
                    </a:lnTo>
                    <a:lnTo>
                      <a:pt x="332" y="1475"/>
                    </a:lnTo>
                    <a:lnTo>
                      <a:pt x="365" y="1496"/>
                    </a:lnTo>
                    <a:lnTo>
                      <a:pt x="398" y="1517"/>
                    </a:lnTo>
                    <a:lnTo>
                      <a:pt x="434" y="1537"/>
                    </a:lnTo>
                    <a:lnTo>
                      <a:pt x="471" y="1558"/>
                    </a:lnTo>
                    <a:lnTo>
                      <a:pt x="510" y="1577"/>
                    </a:lnTo>
                    <a:lnTo>
                      <a:pt x="550" y="1596"/>
                    </a:lnTo>
                    <a:lnTo>
                      <a:pt x="591" y="1615"/>
                    </a:lnTo>
                    <a:lnTo>
                      <a:pt x="633" y="1634"/>
                    </a:lnTo>
                    <a:lnTo>
                      <a:pt x="677" y="1652"/>
                    </a:lnTo>
                    <a:lnTo>
                      <a:pt x="721" y="1670"/>
                    </a:lnTo>
                    <a:lnTo>
                      <a:pt x="768" y="1688"/>
                    </a:lnTo>
                    <a:lnTo>
                      <a:pt x="815" y="1705"/>
                    </a:lnTo>
                    <a:lnTo>
                      <a:pt x="862" y="1722"/>
                    </a:lnTo>
                    <a:lnTo>
                      <a:pt x="912" y="1738"/>
                    </a:lnTo>
                    <a:lnTo>
                      <a:pt x="1015" y="1769"/>
                    </a:lnTo>
                    <a:lnTo>
                      <a:pt x="1123" y="1800"/>
                    </a:lnTo>
                    <a:lnTo>
                      <a:pt x="1235" y="1827"/>
                    </a:lnTo>
                    <a:lnTo>
                      <a:pt x="1351" y="1854"/>
                    </a:lnTo>
                    <a:lnTo>
                      <a:pt x="1471" y="1877"/>
                    </a:lnTo>
                    <a:lnTo>
                      <a:pt x="1596" y="1899"/>
                    </a:lnTo>
                    <a:lnTo>
                      <a:pt x="1724" y="1919"/>
                    </a:lnTo>
                    <a:lnTo>
                      <a:pt x="1856" y="1937"/>
                    </a:lnTo>
                    <a:lnTo>
                      <a:pt x="1990" y="1952"/>
                    </a:lnTo>
                    <a:lnTo>
                      <a:pt x="2130" y="1966"/>
                    </a:lnTo>
                    <a:lnTo>
                      <a:pt x="2272" y="1977"/>
                    </a:lnTo>
                    <a:lnTo>
                      <a:pt x="2417" y="1986"/>
                    </a:lnTo>
                    <a:lnTo>
                      <a:pt x="2566" y="1992"/>
                    </a:lnTo>
                    <a:lnTo>
                      <a:pt x="2716" y="1996"/>
                    </a:lnTo>
                    <a:lnTo>
                      <a:pt x="2870" y="1997"/>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478093" rtl="0" eaLnBrk="1" latinLnBrk="0" hangingPunct="1">
                  <a:defRPr sz="1883" kern="1200">
                    <a:solidFill>
                      <a:schemeClr val="tx1"/>
                    </a:solidFill>
                    <a:latin typeface="+mn-lt"/>
                    <a:ea typeface="+mn-ea"/>
                    <a:cs typeface="+mn-cs"/>
                  </a:defRPr>
                </a:lvl1pPr>
                <a:lvl2pPr marL="478093" algn="l" defTabSz="478093" rtl="0" eaLnBrk="1" latinLnBrk="0" hangingPunct="1">
                  <a:defRPr sz="1883" kern="1200">
                    <a:solidFill>
                      <a:schemeClr val="tx1"/>
                    </a:solidFill>
                    <a:latin typeface="+mn-lt"/>
                    <a:ea typeface="+mn-ea"/>
                    <a:cs typeface="+mn-cs"/>
                  </a:defRPr>
                </a:lvl2pPr>
                <a:lvl3pPr marL="956184" algn="l" defTabSz="478093" rtl="0" eaLnBrk="1" latinLnBrk="0" hangingPunct="1">
                  <a:defRPr sz="1883" kern="1200">
                    <a:solidFill>
                      <a:schemeClr val="tx1"/>
                    </a:solidFill>
                    <a:latin typeface="+mn-lt"/>
                    <a:ea typeface="+mn-ea"/>
                    <a:cs typeface="+mn-cs"/>
                  </a:defRPr>
                </a:lvl3pPr>
                <a:lvl4pPr marL="1434277" algn="l" defTabSz="478093" rtl="0" eaLnBrk="1" latinLnBrk="0" hangingPunct="1">
                  <a:defRPr sz="1883" kern="1200">
                    <a:solidFill>
                      <a:schemeClr val="tx1"/>
                    </a:solidFill>
                    <a:latin typeface="+mn-lt"/>
                    <a:ea typeface="+mn-ea"/>
                    <a:cs typeface="+mn-cs"/>
                  </a:defRPr>
                </a:lvl4pPr>
                <a:lvl5pPr marL="1912370" algn="l" defTabSz="478093" rtl="0" eaLnBrk="1" latinLnBrk="0" hangingPunct="1">
                  <a:defRPr sz="1883" kern="1200">
                    <a:solidFill>
                      <a:schemeClr val="tx1"/>
                    </a:solidFill>
                    <a:latin typeface="+mn-lt"/>
                    <a:ea typeface="+mn-ea"/>
                    <a:cs typeface="+mn-cs"/>
                  </a:defRPr>
                </a:lvl5pPr>
                <a:lvl6pPr marL="2390462" algn="l" defTabSz="478093" rtl="0" eaLnBrk="1" latinLnBrk="0" hangingPunct="1">
                  <a:defRPr sz="1883" kern="1200">
                    <a:solidFill>
                      <a:schemeClr val="tx1"/>
                    </a:solidFill>
                    <a:latin typeface="+mn-lt"/>
                    <a:ea typeface="+mn-ea"/>
                    <a:cs typeface="+mn-cs"/>
                  </a:defRPr>
                </a:lvl6pPr>
                <a:lvl7pPr marL="2868554" algn="l" defTabSz="478093" rtl="0" eaLnBrk="1" latinLnBrk="0" hangingPunct="1">
                  <a:defRPr sz="1883" kern="1200">
                    <a:solidFill>
                      <a:schemeClr val="tx1"/>
                    </a:solidFill>
                    <a:latin typeface="+mn-lt"/>
                    <a:ea typeface="+mn-ea"/>
                    <a:cs typeface="+mn-cs"/>
                  </a:defRPr>
                </a:lvl7pPr>
                <a:lvl8pPr marL="3346646" algn="l" defTabSz="478093" rtl="0" eaLnBrk="1" latinLnBrk="0" hangingPunct="1">
                  <a:defRPr sz="1883" kern="1200">
                    <a:solidFill>
                      <a:schemeClr val="tx1"/>
                    </a:solidFill>
                    <a:latin typeface="+mn-lt"/>
                    <a:ea typeface="+mn-ea"/>
                    <a:cs typeface="+mn-cs"/>
                  </a:defRPr>
                </a:lvl8pPr>
                <a:lvl9pPr marL="3824739" algn="l" defTabSz="478093" rtl="0" eaLnBrk="1" latinLnBrk="0" hangingPunct="1">
                  <a:defRPr sz="1883" kern="1200">
                    <a:solidFill>
                      <a:schemeClr val="tx1"/>
                    </a:solidFill>
                    <a:latin typeface="+mn-lt"/>
                    <a:ea typeface="+mn-ea"/>
                    <a:cs typeface="+mn-cs"/>
                  </a:defRPr>
                </a:lvl9pPr>
              </a:lstStyle>
              <a:p>
                <a:endParaRPr lang="ja-JP" altLang="en-US"/>
              </a:p>
            </p:txBody>
          </p:sp>
          <p:sp>
            <p:nvSpPr>
              <p:cNvPr id="46" name="Freeform 42">
                <a:extLst>
                  <a:ext uri="{FF2B5EF4-FFF2-40B4-BE49-F238E27FC236}">
                    <a16:creationId xmlns:a16="http://schemas.microsoft.com/office/drawing/2014/main" id="{45F316AD-4A7B-5BB1-2E3D-E2FA4C91BC4D}"/>
                  </a:ext>
                </a:extLst>
              </p:cNvPr>
              <p:cNvSpPr>
                <a:spLocks/>
              </p:cNvSpPr>
              <p:nvPr/>
            </p:nvSpPr>
            <p:spPr bwMode="auto">
              <a:xfrm>
                <a:off x="3131984" y="5303797"/>
                <a:ext cx="270003" cy="90001"/>
              </a:xfrm>
              <a:custGeom>
                <a:avLst/>
                <a:gdLst>
                  <a:gd name="T0" fmla="*/ 3025 w 5991"/>
                  <a:gd name="T1" fmla="*/ 3393 h 3396"/>
                  <a:gd name="T2" fmla="*/ 3330 w 5991"/>
                  <a:gd name="T3" fmla="*/ 3377 h 3396"/>
                  <a:gd name="T4" fmla="*/ 3627 w 5991"/>
                  <a:gd name="T5" fmla="*/ 3342 h 3396"/>
                  <a:gd name="T6" fmla="*/ 3916 w 5991"/>
                  <a:gd name="T7" fmla="*/ 3293 h 3396"/>
                  <a:gd name="T8" fmla="*/ 4193 w 5991"/>
                  <a:gd name="T9" fmla="*/ 3228 h 3396"/>
                  <a:gd name="T10" fmla="*/ 4458 w 5991"/>
                  <a:gd name="T11" fmla="*/ 3150 h 3396"/>
                  <a:gd name="T12" fmla="*/ 4708 w 5991"/>
                  <a:gd name="T13" fmla="*/ 3059 h 3396"/>
                  <a:gd name="T14" fmla="*/ 4941 w 5991"/>
                  <a:gd name="T15" fmla="*/ 2955 h 3396"/>
                  <a:gd name="T16" fmla="*/ 5157 w 5991"/>
                  <a:gd name="T17" fmla="*/ 2839 h 3396"/>
                  <a:gd name="T18" fmla="*/ 5350 w 5991"/>
                  <a:gd name="T19" fmla="*/ 2714 h 3396"/>
                  <a:gd name="T20" fmla="*/ 5523 w 5991"/>
                  <a:gd name="T21" fmla="*/ 2578 h 3396"/>
                  <a:gd name="T22" fmla="*/ 5671 w 5991"/>
                  <a:gd name="T23" fmla="*/ 2434 h 3396"/>
                  <a:gd name="T24" fmla="*/ 5794 w 5991"/>
                  <a:gd name="T25" fmla="*/ 2282 h 3396"/>
                  <a:gd name="T26" fmla="*/ 5889 w 5991"/>
                  <a:gd name="T27" fmla="*/ 2123 h 3396"/>
                  <a:gd name="T28" fmla="*/ 5953 w 5991"/>
                  <a:gd name="T29" fmla="*/ 1956 h 3396"/>
                  <a:gd name="T30" fmla="*/ 5986 w 5991"/>
                  <a:gd name="T31" fmla="*/ 1786 h 3396"/>
                  <a:gd name="T32" fmla="*/ 5990 w 5991"/>
                  <a:gd name="T33" fmla="*/ 1654 h 3396"/>
                  <a:gd name="T34" fmla="*/ 5964 w 5991"/>
                  <a:gd name="T35" fmla="*/ 1482 h 3396"/>
                  <a:gd name="T36" fmla="*/ 5908 w 5991"/>
                  <a:gd name="T37" fmla="*/ 1315 h 3396"/>
                  <a:gd name="T38" fmla="*/ 5819 w 5991"/>
                  <a:gd name="T39" fmla="*/ 1154 h 3396"/>
                  <a:gd name="T40" fmla="*/ 5704 w 5991"/>
                  <a:gd name="T41" fmla="*/ 1000 h 3396"/>
                  <a:gd name="T42" fmla="*/ 5563 w 5991"/>
                  <a:gd name="T43" fmla="*/ 852 h 3396"/>
                  <a:gd name="T44" fmla="*/ 5396 w 5991"/>
                  <a:gd name="T45" fmla="*/ 715 h 3396"/>
                  <a:gd name="T46" fmla="*/ 5207 w 5991"/>
                  <a:gd name="T47" fmla="*/ 587 h 3396"/>
                  <a:gd name="T48" fmla="*/ 4996 w 5991"/>
                  <a:gd name="T49" fmla="*/ 469 h 3396"/>
                  <a:gd name="T50" fmla="*/ 4768 w 5991"/>
                  <a:gd name="T51" fmla="*/ 363 h 3396"/>
                  <a:gd name="T52" fmla="*/ 4522 w 5991"/>
                  <a:gd name="T53" fmla="*/ 268 h 3396"/>
                  <a:gd name="T54" fmla="*/ 4261 w 5991"/>
                  <a:gd name="T55" fmla="*/ 186 h 3396"/>
                  <a:gd name="T56" fmla="*/ 3986 w 5991"/>
                  <a:gd name="T57" fmla="*/ 118 h 3396"/>
                  <a:gd name="T58" fmla="*/ 3700 w 5991"/>
                  <a:gd name="T59" fmla="*/ 65 h 3396"/>
                  <a:gd name="T60" fmla="*/ 3404 w 5991"/>
                  <a:gd name="T61" fmla="*/ 27 h 3396"/>
                  <a:gd name="T62" fmla="*/ 3102 w 5991"/>
                  <a:gd name="T63" fmla="*/ 5 h 3396"/>
                  <a:gd name="T64" fmla="*/ 2870 w 5991"/>
                  <a:gd name="T65" fmla="*/ 0 h 3396"/>
                  <a:gd name="T66" fmla="*/ 2272 w 5991"/>
                  <a:gd name="T67" fmla="*/ 20 h 3396"/>
                  <a:gd name="T68" fmla="*/ 1724 w 5991"/>
                  <a:gd name="T69" fmla="*/ 79 h 3396"/>
                  <a:gd name="T70" fmla="*/ 1235 w 5991"/>
                  <a:gd name="T71" fmla="*/ 170 h 3396"/>
                  <a:gd name="T72" fmla="*/ 862 w 5991"/>
                  <a:gd name="T73" fmla="*/ 276 h 3396"/>
                  <a:gd name="T74" fmla="*/ 677 w 5991"/>
                  <a:gd name="T75" fmla="*/ 345 h 3396"/>
                  <a:gd name="T76" fmla="*/ 510 w 5991"/>
                  <a:gd name="T77" fmla="*/ 420 h 3396"/>
                  <a:gd name="T78" fmla="*/ 365 w 5991"/>
                  <a:gd name="T79" fmla="*/ 502 h 3396"/>
                  <a:gd name="T80" fmla="*/ 242 w 5991"/>
                  <a:gd name="T81" fmla="*/ 588 h 3396"/>
                  <a:gd name="T82" fmla="*/ 143 w 5991"/>
                  <a:gd name="T83" fmla="*/ 678 h 3396"/>
                  <a:gd name="T84" fmla="*/ 69 w 5991"/>
                  <a:gd name="T85" fmla="*/ 773 h 3396"/>
                  <a:gd name="T86" fmla="*/ 21 w 5991"/>
                  <a:gd name="T87" fmla="*/ 872 h 3396"/>
                  <a:gd name="T88" fmla="*/ 0 w 5991"/>
                  <a:gd name="T89" fmla="*/ 973 h 3396"/>
                  <a:gd name="T90" fmla="*/ 2 w 5991"/>
                  <a:gd name="T91" fmla="*/ 1050 h 3396"/>
                  <a:gd name="T92" fmla="*/ 30 w 5991"/>
                  <a:gd name="T93" fmla="*/ 1151 h 3396"/>
                  <a:gd name="T94" fmla="*/ 86 w 5991"/>
                  <a:gd name="T95" fmla="*/ 1249 h 3396"/>
                  <a:gd name="T96" fmla="*/ 166 w 5991"/>
                  <a:gd name="T97" fmla="*/ 1342 h 3396"/>
                  <a:gd name="T98" fmla="*/ 270 w 5991"/>
                  <a:gd name="T99" fmla="*/ 1432 h 3396"/>
                  <a:gd name="T100" fmla="*/ 398 w 5991"/>
                  <a:gd name="T101" fmla="*/ 1517 h 3396"/>
                  <a:gd name="T102" fmla="*/ 550 w 5991"/>
                  <a:gd name="T103" fmla="*/ 1596 h 3396"/>
                  <a:gd name="T104" fmla="*/ 721 w 5991"/>
                  <a:gd name="T105" fmla="*/ 1670 h 3396"/>
                  <a:gd name="T106" fmla="*/ 912 w 5991"/>
                  <a:gd name="T107" fmla="*/ 1738 h 3396"/>
                  <a:gd name="T108" fmla="*/ 1351 w 5991"/>
                  <a:gd name="T109" fmla="*/ 1854 h 3396"/>
                  <a:gd name="T110" fmla="*/ 1856 w 5991"/>
                  <a:gd name="T111" fmla="*/ 1937 h 3396"/>
                  <a:gd name="T112" fmla="*/ 2417 w 5991"/>
                  <a:gd name="T113" fmla="*/ 1986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991" h="3396">
                    <a:moveTo>
                      <a:pt x="2870" y="3396"/>
                    </a:moveTo>
                    <a:lnTo>
                      <a:pt x="2870" y="3396"/>
                    </a:lnTo>
                    <a:lnTo>
                      <a:pt x="2948" y="3395"/>
                    </a:lnTo>
                    <a:lnTo>
                      <a:pt x="3025" y="3393"/>
                    </a:lnTo>
                    <a:lnTo>
                      <a:pt x="3102" y="3391"/>
                    </a:lnTo>
                    <a:lnTo>
                      <a:pt x="3179" y="3387"/>
                    </a:lnTo>
                    <a:lnTo>
                      <a:pt x="3254" y="3382"/>
                    </a:lnTo>
                    <a:lnTo>
                      <a:pt x="3330" y="3377"/>
                    </a:lnTo>
                    <a:lnTo>
                      <a:pt x="3404" y="3369"/>
                    </a:lnTo>
                    <a:lnTo>
                      <a:pt x="3480" y="3361"/>
                    </a:lnTo>
                    <a:lnTo>
                      <a:pt x="3553" y="3352"/>
                    </a:lnTo>
                    <a:lnTo>
                      <a:pt x="3627" y="3342"/>
                    </a:lnTo>
                    <a:lnTo>
                      <a:pt x="3700" y="3332"/>
                    </a:lnTo>
                    <a:lnTo>
                      <a:pt x="3772" y="3319"/>
                    </a:lnTo>
                    <a:lnTo>
                      <a:pt x="3844" y="3306"/>
                    </a:lnTo>
                    <a:lnTo>
                      <a:pt x="3916" y="3293"/>
                    </a:lnTo>
                    <a:lnTo>
                      <a:pt x="3986" y="3278"/>
                    </a:lnTo>
                    <a:lnTo>
                      <a:pt x="4056" y="3262"/>
                    </a:lnTo>
                    <a:lnTo>
                      <a:pt x="4125" y="3246"/>
                    </a:lnTo>
                    <a:lnTo>
                      <a:pt x="4193" y="3228"/>
                    </a:lnTo>
                    <a:lnTo>
                      <a:pt x="4261" y="3210"/>
                    </a:lnTo>
                    <a:lnTo>
                      <a:pt x="4327" y="3191"/>
                    </a:lnTo>
                    <a:lnTo>
                      <a:pt x="4393" y="3170"/>
                    </a:lnTo>
                    <a:lnTo>
                      <a:pt x="4458" y="3150"/>
                    </a:lnTo>
                    <a:lnTo>
                      <a:pt x="4522" y="3128"/>
                    </a:lnTo>
                    <a:lnTo>
                      <a:pt x="4585" y="3106"/>
                    </a:lnTo>
                    <a:lnTo>
                      <a:pt x="4647" y="3083"/>
                    </a:lnTo>
                    <a:lnTo>
                      <a:pt x="4708" y="3059"/>
                    </a:lnTo>
                    <a:lnTo>
                      <a:pt x="4768" y="3033"/>
                    </a:lnTo>
                    <a:lnTo>
                      <a:pt x="4827" y="3009"/>
                    </a:lnTo>
                    <a:lnTo>
                      <a:pt x="4885" y="2982"/>
                    </a:lnTo>
                    <a:lnTo>
                      <a:pt x="4941" y="2955"/>
                    </a:lnTo>
                    <a:lnTo>
                      <a:pt x="4996" y="2927"/>
                    </a:lnTo>
                    <a:lnTo>
                      <a:pt x="5052" y="2898"/>
                    </a:lnTo>
                    <a:lnTo>
                      <a:pt x="5104" y="2869"/>
                    </a:lnTo>
                    <a:lnTo>
                      <a:pt x="5157" y="2839"/>
                    </a:lnTo>
                    <a:lnTo>
                      <a:pt x="5207" y="2809"/>
                    </a:lnTo>
                    <a:lnTo>
                      <a:pt x="5255" y="2778"/>
                    </a:lnTo>
                    <a:lnTo>
                      <a:pt x="5304" y="2746"/>
                    </a:lnTo>
                    <a:lnTo>
                      <a:pt x="5350" y="2714"/>
                    </a:lnTo>
                    <a:lnTo>
                      <a:pt x="5396" y="2680"/>
                    </a:lnTo>
                    <a:lnTo>
                      <a:pt x="5440" y="2647"/>
                    </a:lnTo>
                    <a:lnTo>
                      <a:pt x="5482" y="2613"/>
                    </a:lnTo>
                    <a:lnTo>
                      <a:pt x="5523" y="2578"/>
                    </a:lnTo>
                    <a:lnTo>
                      <a:pt x="5563" y="2543"/>
                    </a:lnTo>
                    <a:lnTo>
                      <a:pt x="5600" y="2507"/>
                    </a:lnTo>
                    <a:lnTo>
                      <a:pt x="5636" y="2470"/>
                    </a:lnTo>
                    <a:lnTo>
                      <a:pt x="5671" y="2434"/>
                    </a:lnTo>
                    <a:lnTo>
                      <a:pt x="5704" y="2397"/>
                    </a:lnTo>
                    <a:lnTo>
                      <a:pt x="5736" y="2359"/>
                    </a:lnTo>
                    <a:lnTo>
                      <a:pt x="5766" y="2320"/>
                    </a:lnTo>
                    <a:lnTo>
                      <a:pt x="5794" y="2282"/>
                    </a:lnTo>
                    <a:lnTo>
                      <a:pt x="5819" y="2242"/>
                    </a:lnTo>
                    <a:lnTo>
                      <a:pt x="5845" y="2202"/>
                    </a:lnTo>
                    <a:lnTo>
                      <a:pt x="5867" y="2163"/>
                    </a:lnTo>
                    <a:lnTo>
                      <a:pt x="5889" y="2123"/>
                    </a:lnTo>
                    <a:lnTo>
                      <a:pt x="5908" y="2082"/>
                    </a:lnTo>
                    <a:lnTo>
                      <a:pt x="5925" y="2040"/>
                    </a:lnTo>
                    <a:lnTo>
                      <a:pt x="5940" y="1999"/>
                    </a:lnTo>
                    <a:lnTo>
                      <a:pt x="5953" y="1956"/>
                    </a:lnTo>
                    <a:lnTo>
                      <a:pt x="5964" y="1914"/>
                    </a:lnTo>
                    <a:lnTo>
                      <a:pt x="5973" y="1872"/>
                    </a:lnTo>
                    <a:lnTo>
                      <a:pt x="5981" y="1828"/>
                    </a:lnTo>
                    <a:lnTo>
                      <a:pt x="5986" y="1786"/>
                    </a:lnTo>
                    <a:lnTo>
                      <a:pt x="5990" y="1742"/>
                    </a:lnTo>
                    <a:lnTo>
                      <a:pt x="5991" y="1699"/>
                    </a:lnTo>
                    <a:lnTo>
                      <a:pt x="5991" y="1699"/>
                    </a:lnTo>
                    <a:lnTo>
                      <a:pt x="5990" y="1654"/>
                    </a:lnTo>
                    <a:lnTo>
                      <a:pt x="5986" y="1610"/>
                    </a:lnTo>
                    <a:lnTo>
                      <a:pt x="5981" y="1568"/>
                    </a:lnTo>
                    <a:lnTo>
                      <a:pt x="5973" y="1524"/>
                    </a:lnTo>
                    <a:lnTo>
                      <a:pt x="5964" y="1482"/>
                    </a:lnTo>
                    <a:lnTo>
                      <a:pt x="5953" y="1440"/>
                    </a:lnTo>
                    <a:lnTo>
                      <a:pt x="5940" y="1397"/>
                    </a:lnTo>
                    <a:lnTo>
                      <a:pt x="5925" y="1356"/>
                    </a:lnTo>
                    <a:lnTo>
                      <a:pt x="5908" y="1315"/>
                    </a:lnTo>
                    <a:lnTo>
                      <a:pt x="5889" y="1274"/>
                    </a:lnTo>
                    <a:lnTo>
                      <a:pt x="5867" y="1233"/>
                    </a:lnTo>
                    <a:lnTo>
                      <a:pt x="5845" y="1193"/>
                    </a:lnTo>
                    <a:lnTo>
                      <a:pt x="5819" y="1154"/>
                    </a:lnTo>
                    <a:lnTo>
                      <a:pt x="5794" y="1114"/>
                    </a:lnTo>
                    <a:lnTo>
                      <a:pt x="5766" y="1076"/>
                    </a:lnTo>
                    <a:lnTo>
                      <a:pt x="5736" y="1037"/>
                    </a:lnTo>
                    <a:lnTo>
                      <a:pt x="5704" y="1000"/>
                    </a:lnTo>
                    <a:lnTo>
                      <a:pt x="5671" y="961"/>
                    </a:lnTo>
                    <a:lnTo>
                      <a:pt x="5636" y="926"/>
                    </a:lnTo>
                    <a:lnTo>
                      <a:pt x="5600" y="888"/>
                    </a:lnTo>
                    <a:lnTo>
                      <a:pt x="5563" y="852"/>
                    </a:lnTo>
                    <a:lnTo>
                      <a:pt x="5523" y="818"/>
                    </a:lnTo>
                    <a:lnTo>
                      <a:pt x="5482" y="783"/>
                    </a:lnTo>
                    <a:lnTo>
                      <a:pt x="5440" y="749"/>
                    </a:lnTo>
                    <a:lnTo>
                      <a:pt x="5396" y="715"/>
                    </a:lnTo>
                    <a:lnTo>
                      <a:pt x="5350" y="682"/>
                    </a:lnTo>
                    <a:lnTo>
                      <a:pt x="5304" y="650"/>
                    </a:lnTo>
                    <a:lnTo>
                      <a:pt x="5255" y="618"/>
                    </a:lnTo>
                    <a:lnTo>
                      <a:pt x="5207" y="587"/>
                    </a:lnTo>
                    <a:lnTo>
                      <a:pt x="5157" y="556"/>
                    </a:lnTo>
                    <a:lnTo>
                      <a:pt x="5104" y="527"/>
                    </a:lnTo>
                    <a:lnTo>
                      <a:pt x="5052" y="497"/>
                    </a:lnTo>
                    <a:lnTo>
                      <a:pt x="4996" y="469"/>
                    </a:lnTo>
                    <a:lnTo>
                      <a:pt x="4941" y="441"/>
                    </a:lnTo>
                    <a:lnTo>
                      <a:pt x="4885" y="414"/>
                    </a:lnTo>
                    <a:lnTo>
                      <a:pt x="4827" y="388"/>
                    </a:lnTo>
                    <a:lnTo>
                      <a:pt x="4768" y="363"/>
                    </a:lnTo>
                    <a:lnTo>
                      <a:pt x="4708" y="337"/>
                    </a:lnTo>
                    <a:lnTo>
                      <a:pt x="4647" y="314"/>
                    </a:lnTo>
                    <a:lnTo>
                      <a:pt x="4585" y="290"/>
                    </a:lnTo>
                    <a:lnTo>
                      <a:pt x="4522" y="268"/>
                    </a:lnTo>
                    <a:lnTo>
                      <a:pt x="4458" y="246"/>
                    </a:lnTo>
                    <a:lnTo>
                      <a:pt x="4393" y="226"/>
                    </a:lnTo>
                    <a:lnTo>
                      <a:pt x="4327" y="205"/>
                    </a:lnTo>
                    <a:lnTo>
                      <a:pt x="4261" y="186"/>
                    </a:lnTo>
                    <a:lnTo>
                      <a:pt x="4193" y="168"/>
                    </a:lnTo>
                    <a:lnTo>
                      <a:pt x="4125" y="150"/>
                    </a:lnTo>
                    <a:lnTo>
                      <a:pt x="4056" y="133"/>
                    </a:lnTo>
                    <a:lnTo>
                      <a:pt x="3986" y="118"/>
                    </a:lnTo>
                    <a:lnTo>
                      <a:pt x="3916" y="104"/>
                    </a:lnTo>
                    <a:lnTo>
                      <a:pt x="3844" y="90"/>
                    </a:lnTo>
                    <a:lnTo>
                      <a:pt x="3772" y="77"/>
                    </a:lnTo>
                    <a:lnTo>
                      <a:pt x="3700" y="65"/>
                    </a:lnTo>
                    <a:lnTo>
                      <a:pt x="3627" y="54"/>
                    </a:lnTo>
                    <a:lnTo>
                      <a:pt x="3553" y="44"/>
                    </a:lnTo>
                    <a:lnTo>
                      <a:pt x="3480" y="35"/>
                    </a:lnTo>
                    <a:lnTo>
                      <a:pt x="3404" y="27"/>
                    </a:lnTo>
                    <a:lnTo>
                      <a:pt x="3330" y="20"/>
                    </a:lnTo>
                    <a:lnTo>
                      <a:pt x="3254" y="14"/>
                    </a:lnTo>
                    <a:lnTo>
                      <a:pt x="3179" y="9"/>
                    </a:lnTo>
                    <a:lnTo>
                      <a:pt x="3102" y="5"/>
                    </a:lnTo>
                    <a:lnTo>
                      <a:pt x="3025" y="3"/>
                    </a:lnTo>
                    <a:lnTo>
                      <a:pt x="2948" y="1"/>
                    </a:lnTo>
                    <a:lnTo>
                      <a:pt x="2870" y="0"/>
                    </a:lnTo>
                    <a:lnTo>
                      <a:pt x="2870" y="0"/>
                    </a:lnTo>
                    <a:lnTo>
                      <a:pt x="2716" y="1"/>
                    </a:lnTo>
                    <a:lnTo>
                      <a:pt x="2566" y="5"/>
                    </a:lnTo>
                    <a:lnTo>
                      <a:pt x="2417" y="12"/>
                    </a:lnTo>
                    <a:lnTo>
                      <a:pt x="2272" y="20"/>
                    </a:lnTo>
                    <a:lnTo>
                      <a:pt x="2130" y="32"/>
                    </a:lnTo>
                    <a:lnTo>
                      <a:pt x="1990" y="45"/>
                    </a:lnTo>
                    <a:lnTo>
                      <a:pt x="1856" y="62"/>
                    </a:lnTo>
                    <a:lnTo>
                      <a:pt x="1724" y="79"/>
                    </a:lnTo>
                    <a:lnTo>
                      <a:pt x="1596" y="99"/>
                    </a:lnTo>
                    <a:lnTo>
                      <a:pt x="1471" y="120"/>
                    </a:lnTo>
                    <a:lnTo>
                      <a:pt x="1351" y="145"/>
                    </a:lnTo>
                    <a:lnTo>
                      <a:pt x="1235" y="170"/>
                    </a:lnTo>
                    <a:lnTo>
                      <a:pt x="1123" y="199"/>
                    </a:lnTo>
                    <a:lnTo>
                      <a:pt x="1015" y="228"/>
                    </a:lnTo>
                    <a:lnTo>
                      <a:pt x="912" y="260"/>
                    </a:lnTo>
                    <a:lnTo>
                      <a:pt x="862" y="276"/>
                    </a:lnTo>
                    <a:lnTo>
                      <a:pt x="815" y="292"/>
                    </a:lnTo>
                    <a:lnTo>
                      <a:pt x="768" y="310"/>
                    </a:lnTo>
                    <a:lnTo>
                      <a:pt x="721" y="328"/>
                    </a:lnTo>
                    <a:lnTo>
                      <a:pt x="677" y="345"/>
                    </a:lnTo>
                    <a:lnTo>
                      <a:pt x="633" y="364"/>
                    </a:lnTo>
                    <a:lnTo>
                      <a:pt x="591" y="382"/>
                    </a:lnTo>
                    <a:lnTo>
                      <a:pt x="550" y="401"/>
                    </a:lnTo>
                    <a:lnTo>
                      <a:pt x="510" y="420"/>
                    </a:lnTo>
                    <a:lnTo>
                      <a:pt x="471" y="441"/>
                    </a:lnTo>
                    <a:lnTo>
                      <a:pt x="434" y="460"/>
                    </a:lnTo>
                    <a:lnTo>
                      <a:pt x="398" y="481"/>
                    </a:lnTo>
                    <a:lnTo>
                      <a:pt x="365" y="502"/>
                    </a:lnTo>
                    <a:lnTo>
                      <a:pt x="332" y="523"/>
                    </a:lnTo>
                    <a:lnTo>
                      <a:pt x="301" y="545"/>
                    </a:lnTo>
                    <a:lnTo>
                      <a:pt x="270" y="567"/>
                    </a:lnTo>
                    <a:lnTo>
                      <a:pt x="242" y="588"/>
                    </a:lnTo>
                    <a:lnTo>
                      <a:pt x="215" y="610"/>
                    </a:lnTo>
                    <a:lnTo>
                      <a:pt x="189" y="633"/>
                    </a:lnTo>
                    <a:lnTo>
                      <a:pt x="166" y="655"/>
                    </a:lnTo>
                    <a:lnTo>
                      <a:pt x="143" y="678"/>
                    </a:lnTo>
                    <a:lnTo>
                      <a:pt x="123" y="702"/>
                    </a:lnTo>
                    <a:lnTo>
                      <a:pt x="104" y="726"/>
                    </a:lnTo>
                    <a:lnTo>
                      <a:pt x="86" y="750"/>
                    </a:lnTo>
                    <a:lnTo>
                      <a:pt x="69" y="773"/>
                    </a:lnTo>
                    <a:lnTo>
                      <a:pt x="55" y="797"/>
                    </a:lnTo>
                    <a:lnTo>
                      <a:pt x="42" y="822"/>
                    </a:lnTo>
                    <a:lnTo>
                      <a:pt x="30" y="847"/>
                    </a:lnTo>
                    <a:lnTo>
                      <a:pt x="21" y="872"/>
                    </a:lnTo>
                    <a:lnTo>
                      <a:pt x="14" y="897"/>
                    </a:lnTo>
                    <a:lnTo>
                      <a:pt x="7" y="922"/>
                    </a:lnTo>
                    <a:lnTo>
                      <a:pt x="2" y="947"/>
                    </a:lnTo>
                    <a:lnTo>
                      <a:pt x="0" y="973"/>
                    </a:lnTo>
                    <a:lnTo>
                      <a:pt x="0" y="999"/>
                    </a:lnTo>
                    <a:lnTo>
                      <a:pt x="0" y="999"/>
                    </a:lnTo>
                    <a:lnTo>
                      <a:pt x="0" y="1024"/>
                    </a:lnTo>
                    <a:lnTo>
                      <a:pt x="2" y="1050"/>
                    </a:lnTo>
                    <a:lnTo>
                      <a:pt x="7" y="1076"/>
                    </a:lnTo>
                    <a:lnTo>
                      <a:pt x="14" y="1101"/>
                    </a:lnTo>
                    <a:lnTo>
                      <a:pt x="21" y="1127"/>
                    </a:lnTo>
                    <a:lnTo>
                      <a:pt x="30" y="1151"/>
                    </a:lnTo>
                    <a:lnTo>
                      <a:pt x="42" y="1176"/>
                    </a:lnTo>
                    <a:lnTo>
                      <a:pt x="55" y="1200"/>
                    </a:lnTo>
                    <a:lnTo>
                      <a:pt x="69" y="1224"/>
                    </a:lnTo>
                    <a:lnTo>
                      <a:pt x="86" y="1249"/>
                    </a:lnTo>
                    <a:lnTo>
                      <a:pt x="104" y="1273"/>
                    </a:lnTo>
                    <a:lnTo>
                      <a:pt x="123" y="1296"/>
                    </a:lnTo>
                    <a:lnTo>
                      <a:pt x="143" y="1319"/>
                    </a:lnTo>
                    <a:lnTo>
                      <a:pt x="166" y="1342"/>
                    </a:lnTo>
                    <a:lnTo>
                      <a:pt x="189" y="1365"/>
                    </a:lnTo>
                    <a:lnTo>
                      <a:pt x="215" y="1388"/>
                    </a:lnTo>
                    <a:lnTo>
                      <a:pt x="242" y="1410"/>
                    </a:lnTo>
                    <a:lnTo>
                      <a:pt x="270" y="1432"/>
                    </a:lnTo>
                    <a:lnTo>
                      <a:pt x="301" y="1454"/>
                    </a:lnTo>
                    <a:lnTo>
                      <a:pt x="332" y="1475"/>
                    </a:lnTo>
                    <a:lnTo>
                      <a:pt x="365" y="1496"/>
                    </a:lnTo>
                    <a:lnTo>
                      <a:pt x="398" y="1517"/>
                    </a:lnTo>
                    <a:lnTo>
                      <a:pt x="434" y="1537"/>
                    </a:lnTo>
                    <a:lnTo>
                      <a:pt x="471" y="1558"/>
                    </a:lnTo>
                    <a:lnTo>
                      <a:pt x="510" y="1577"/>
                    </a:lnTo>
                    <a:lnTo>
                      <a:pt x="550" y="1596"/>
                    </a:lnTo>
                    <a:lnTo>
                      <a:pt x="591" y="1615"/>
                    </a:lnTo>
                    <a:lnTo>
                      <a:pt x="633" y="1634"/>
                    </a:lnTo>
                    <a:lnTo>
                      <a:pt x="677" y="1652"/>
                    </a:lnTo>
                    <a:lnTo>
                      <a:pt x="721" y="1670"/>
                    </a:lnTo>
                    <a:lnTo>
                      <a:pt x="768" y="1688"/>
                    </a:lnTo>
                    <a:lnTo>
                      <a:pt x="815" y="1705"/>
                    </a:lnTo>
                    <a:lnTo>
                      <a:pt x="862" y="1722"/>
                    </a:lnTo>
                    <a:lnTo>
                      <a:pt x="912" y="1738"/>
                    </a:lnTo>
                    <a:lnTo>
                      <a:pt x="1015" y="1769"/>
                    </a:lnTo>
                    <a:lnTo>
                      <a:pt x="1123" y="1800"/>
                    </a:lnTo>
                    <a:lnTo>
                      <a:pt x="1235" y="1827"/>
                    </a:lnTo>
                    <a:lnTo>
                      <a:pt x="1351" y="1854"/>
                    </a:lnTo>
                    <a:lnTo>
                      <a:pt x="1471" y="1877"/>
                    </a:lnTo>
                    <a:lnTo>
                      <a:pt x="1596" y="1899"/>
                    </a:lnTo>
                    <a:lnTo>
                      <a:pt x="1724" y="1919"/>
                    </a:lnTo>
                    <a:lnTo>
                      <a:pt x="1856" y="1937"/>
                    </a:lnTo>
                    <a:lnTo>
                      <a:pt x="1990" y="1952"/>
                    </a:lnTo>
                    <a:lnTo>
                      <a:pt x="2130" y="1966"/>
                    </a:lnTo>
                    <a:lnTo>
                      <a:pt x="2272" y="1977"/>
                    </a:lnTo>
                    <a:lnTo>
                      <a:pt x="2417" y="1986"/>
                    </a:lnTo>
                    <a:lnTo>
                      <a:pt x="2566" y="1992"/>
                    </a:lnTo>
                    <a:lnTo>
                      <a:pt x="2716" y="1996"/>
                    </a:lnTo>
                    <a:lnTo>
                      <a:pt x="2870" y="1997"/>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478093" rtl="0" eaLnBrk="1" latinLnBrk="0" hangingPunct="1">
                  <a:defRPr sz="1883" kern="1200">
                    <a:solidFill>
                      <a:schemeClr val="tx1"/>
                    </a:solidFill>
                    <a:latin typeface="+mn-lt"/>
                    <a:ea typeface="+mn-ea"/>
                    <a:cs typeface="+mn-cs"/>
                  </a:defRPr>
                </a:lvl1pPr>
                <a:lvl2pPr marL="478093" algn="l" defTabSz="478093" rtl="0" eaLnBrk="1" latinLnBrk="0" hangingPunct="1">
                  <a:defRPr sz="1883" kern="1200">
                    <a:solidFill>
                      <a:schemeClr val="tx1"/>
                    </a:solidFill>
                    <a:latin typeface="+mn-lt"/>
                    <a:ea typeface="+mn-ea"/>
                    <a:cs typeface="+mn-cs"/>
                  </a:defRPr>
                </a:lvl2pPr>
                <a:lvl3pPr marL="956184" algn="l" defTabSz="478093" rtl="0" eaLnBrk="1" latinLnBrk="0" hangingPunct="1">
                  <a:defRPr sz="1883" kern="1200">
                    <a:solidFill>
                      <a:schemeClr val="tx1"/>
                    </a:solidFill>
                    <a:latin typeface="+mn-lt"/>
                    <a:ea typeface="+mn-ea"/>
                    <a:cs typeface="+mn-cs"/>
                  </a:defRPr>
                </a:lvl3pPr>
                <a:lvl4pPr marL="1434277" algn="l" defTabSz="478093" rtl="0" eaLnBrk="1" latinLnBrk="0" hangingPunct="1">
                  <a:defRPr sz="1883" kern="1200">
                    <a:solidFill>
                      <a:schemeClr val="tx1"/>
                    </a:solidFill>
                    <a:latin typeface="+mn-lt"/>
                    <a:ea typeface="+mn-ea"/>
                    <a:cs typeface="+mn-cs"/>
                  </a:defRPr>
                </a:lvl4pPr>
                <a:lvl5pPr marL="1912370" algn="l" defTabSz="478093" rtl="0" eaLnBrk="1" latinLnBrk="0" hangingPunct="1">
                  <a:defRPr sz="1883" kern="1200">
                    <a:solidFill>
                      <a:schemeClr val="tx1"/>
                    </a:solidFill>
                    <a:latin typeface="+mn-lt"/>
                    <a:ea typeface="+mn-ea"/>
                    <a:cs typeface="+mn-cs"/>
                  </a:defRPr>
                </a:lvl5pPr>
                <a:lvl6pPr marL="2390462" algn="l" defTabSz="478093" rtl="0" eaLnBrk="1" latinLnBrk="0" hangingPunct="1">
                  <a:defRPr sz="1883" kern="1200">
                    <a:solidFill>
                      <a:schemeClr val="tx1"/>
                    </a:solidFill>
                    <a:latin typeface="+mn-lt"/>
                    <a:ea typeface="+mn-ea"/>
                    <a:cs typeface="+mn-cs"/>
                  </a:defRPr>
                </a:lvl6pPr>
                <a:lvl7pPr marL="2868554" algn="l" defTabSz="478093" rtl="0" eaLnBrk="1" latinLnBrk="0" hangingPunct="1">
                  <a:defRPr sz="1883" kern="1200">
                    <a:solidFill>
                      <a:schemeClr val="tx1"/>
                    </a:solidFill>
                    <a:latin typeface="+mn-lt"/>
                    <a:ea typeface="+mn-ea"/>
                    <a:cs typeface="+mn-cs"/>
                  </a:defRPr>
                </a:lvl7pPr>
                <a:lvl8pPr marL="3346646" algn="l" defTabSz="478093" rtl="0" eaLnBrk="1" latinLnBrk="0" hangingPunct="1">
                  <a:defRPr sz="1883" kern="1200">
                    <a:solidFill>
                      <a:schemeClr val="tx1"/>
                    </a:solidFill>
                    <a:latin typeface="+mn-lt"/>
                    <a:ea typeface="+mn-ea"/>
                    <a:cs typeface="+mn-cs"/>
                  </a:defRPr>
                </a:lvl8pPr>
                <a:lvl9pPr marL="3824739" algn="l" defTabSz="478093" rtl="0" eaLnBrk="1" latinLnBrk="0" hangingPunct="1">
                  <a:defRPr sz="1883" kern="1200">
                    <a:solidFill>
                      <a:schemeClr val="tx1"/>
                    </a:solidFill>
                    <a:latin typeface="+mn-lt"/>
                    <a:ea typeface="+mn-ea"/>
                    <a:cs typeface="+mn-cs"/>
                  </a:defRPr>
                </a:lvl9pPr>
              </a:lstStyle>
              <a:p>
                <a:endParaRPr lang="ja-JP" altLang="en-US"/>
              </a:p>
            </p:txBody>
          </p:sp>
          <p:sp>
            <p:nvSpPr>
              <p:cNvPr id="47" name="Freeform 42">
                <a:extLst>
                  <a:ext uri="{FF2B5EF4-FFF2-40B4-BE49-F238E27FC236}">
                    <a16:creationId xmlns:a16="http://schemas.microsoft.com/office/drawing/2014/main" id="{D182CF62-B608-15CC-6D7B-31420AF9EC4C}"/>
                  </a:ext>
                </a:extLst>
              </p:cNvPr>
              <p:cNvSpPr>
                <a:spLocks/>
              </p:cNvSpPr>
              <p:nvPr/>
            </p:nvSpPr>
            <p:spPr bwMode="auto">
              <a:xfrm flipV="1">
                <a:off x="3131984" y="5191944"/>
                <a:ext cx="270003" cy="90001"/>
              </a:xfrm>
              <a:custGeom>
                <a:avLst/>
                <a:gdLst>
                  <a:gd name="T0" fmla="*/ 3025 w 5991"/>
                  <a:gd name="T1" fmla="*/ 3393 h 3396"/>
                  <a:gd name="T2" fmla="*/ 3330 w 5991"/>
                  <a:gd name="T3" fmla="*/ 3377 h 3396"/>
                  <a:gd name="T4" fmla="*/ 3627 w 5991"/>
                  <a:gd name="T5" fmla="*/ 3342 h 3396"/>
                  <a:gd name="T6" fmla="*/ 3916 w 5991"/>
                  <a:gd name="T7" fmla="*/ 3293 h 3396"/>
                  <a:gd name="T8" fmla="*/ 4193 w 5991"/>
                  <a:gd name="T9" fmla="*/ 3228 h 3396"/>
                  <a:gd name="T10" fmla="*/ 4458 w 5991"/>
                  <a:gd name="T11" fmla="*/ 3150 h 3396"/>
                  <a:gd name="T12" fmla="*/ 4708 w 5991"/>
                  <a:gd name="T13" fmla="*/ 3059 h 3396"/>
                  <a:gd name="T14" fmla="*/ 4941 w 5991"/>
                  <a:gd name="T15" fmla="*/ 2955 h 3396"/>
                  <a:gd name="T16" fmla="*/ 5157 w 5991"/>
                  <a:gd name="T17" fmla="*/ 2839 h 3396"/>
                  <a:gd name="T18" fmla="*/ 5350 w 5991"/>
                  <a:gd name="T19" fmla="*/ 2714 h 3396"/>
                  <a:gd name="T20" fmla="*/ 5523 w 5991"/>
                  <a:gd name="T21" fmla="*/ 2578 h 3396"/>
                  <a:gd name="T22" fmla="*/ 5671 w 5991"/>
                  <a:gd name="T23" fmla="*/ 2434 h 3396"/>
                  <a:gd name="T24" fmla="*/ 5794 w 5991"/>
                  <a:gd name="T25" fmla="*/ 2282 h 3396"/>
                  <a:gd name="T26" fmla="*/ 5889 w 5991"/>
                  <a:gd name="T27" fmla="*/ 2123 h 3396"/>
                  <a:gd name="T28" fmla="*/ 5953 w 5991"/>
                  <a:gd name="T29" fmla="*/ 1956 h 3396"/>
                  <a:gd name="T30" fmla="*/ 5986 w 5991"/>
                  <a:gd name="T31" fmla="*/ 1786 h 3396"/>
                  <a:gd name="T32" fmla="*/ 5990 w 5991"/>
                  <a:gd name="T33" fmla="*/ 1654 h 3396"/>
                  <a:gd name="T34" fmla="*/ 5964 w 5991"/>
                  <a:gd name="T35" fmla="*/ 1482 h 3396"/>
                  <a:gd name="T36" fmla="*/ 5908 w 5991"/>
                  <a:gd name="T37" fmla="*/ 1315 h 3396"/>
                  <a:gd name="T38" fmla="*/ 5819 w 5991"/>
                  <a:gd name="T39" fmla="*/ 1154 h 3396"/>
                  <a:gd name="T40" fmla="*/ 5704 w 5991"/>
                  <a:gd name="T41" fmla="*/ 1000 h 3396"/>
                  <a:gd name="T42" fmla="*/ 5563 w 5991"/>
                  <a:gd name="T43" fmla="*/ 852 h 3396"/>
                  <a:gd name="T44" fmla="*/ 5396 w 5991"/>
                  <a:gd name="T45" fmla="*/ 715 h 3396"/>
                  <a:gd name="T46" fmla="*/ 5207 w 5991"/>
                  <a:gd name="T47" fmla="*/ 587 h 3396"/>
                  <a:gd name="T48" fmla="*/ 4996 w 5991"/>
                  <a:gd name="T49" fmla="*/ 469 h 3396"/>
                  <a:gd name="T50" fmla="*/ 4768 w 5991"/>
                  <a:gd name="T51" fmla="*/ 363 h 3396"/>
                  <a:gd name="T52" fmla="*/ 4522 w 5991"/>
                  <a:gd name="T53" fmla="*/ 268 h 3396"/>
                  <a:gd name="T54" fmla="*/ 4261 w 5991"/>
                  <a:gd name="T55" fmla="*/ 186 h 3396"/>
                  <a:gd name="T56" fmla="*/ 3986 w 5991"/>
                  <a:gd name="T57" fmla="*/ 118 h 3396"/>
                  <a:gd name="T58" fmla="*/ 3700 w 5991"/>
                  <a:gd name="T59" fmla="*/ 65 h 3396"/>
                  <a:gd name="T60" fmla="*/ 3404 w 5991"/>
                  <a:gd name="T61" fmla="*/ 27 h 3396"/>
                  <a:gd name="T62" fmla="*/ 3102 w 5991"/>
                  <a:gd name="T63" fmla="*/ 5 h 3396"/>
                  <a:gd name="T64" fmla="*/ 2870 w 5991"/>
                  <a:gd name="T65" fmla="*/ 0 h 3396"/>
                  <a:gd name="T66" fmla="*/ 2272 w 5991"/>
                  <a:gd name="T67" fmla="*/ 20 h 3396"/>
                  <a:gd name="T68" fmla="*/ 1724 w 5991"/>
                  <a:gd name="T69" fmla="*/ 79 h 3396"/>
                  <a:gd name="T70" fmla="*/ 1235 w 5991"/>
                  <a:gd name="T71" fmla="*/ 170 h 3396"/>
                  <a:gd name="T72" fmla="*/ 862 w 5991"/>
                  <a:gd name="T73" fmla="*/ 276 h 3396"/>
                  <a:gd name="T74" fmla="*/ 677 w 5991"/>
                  <a:gd name="T75" fmla="*/ 345 h 3396"/>
                  <a:gd name="T76" fmla="*/ 510 w 5991"/>
                  <a:gd name="T77" fmla="*/ 420 h 3396"/>
                  <a:gd name="T78" fmla="*/ 365 w 5991"/>
                  <a:gd name="T79" fmla="*/ 502 h 3396"/>
                  <a:gd name="T80" fmla="*/ 242 w 5991"/>
                  <a:gd name="T81" fmla="*/ 588 h 3396"/>
                  <a:gd name="T82" fmla="*/ 143 w 5991"/>
                  <a:gd name="T83" fmla="*/ 678 h 3396"/>
                  <a:gd name="T84" fmla="*/ 69 w 5991"/>
                  <a:gd name="T85" fmla="*/ 773 h 3396"/>
                  <a:gd name="T86" fmla="*/ 21 w 5991"/>
                  <a:gd name="T87" fmla="*/ 872 h 3396"/>
                  <a:gd name="T88" fmla="*/ 0 w 5991"/>
                  <a:gd name="T89" fmla="*/ 973 h 3396"/>
                  <a:gd name="T90" fmla="*/ 2 w 5991"/>
                  <a:gd name="T91" fmla="*/ 1050 h 3396"/>
                  <a:gd name="T92" fmla="*/ 30 w 5991"/>
                  <a:gd name="T93" fmla="*/ 1151 h 3396"/>
                  <a:gd name="T94" fmla="*/ 86 w 5991"/>
                  <a:gd name="T95" fmla="*/ 1249 h 3396"/>
                  <a:gd name="T96" fmla="*/ 166 w 5991"/>
                  <a:gd name="T97" fmla="*/ 1342 h 3396"/>
                  <a:gd name="T98" fmla="*/ 270 w 5991"/>
                  <a:gd name="T99" fmla="*/ 1432 h 3396"/>
                  <a:gd name="T100" fmla="*/ 398 w 5991"/>
                  <a:gd name="T101" fmla="*/ 1517 h 3396"/>
                  <a:gd name="T102" fmla="*/ 550 w 5991"/>
                  <a:gd name="T103" fmla="*/ 1596 h 3396"/>
                  <a:gd name="T104" fmla="*/ 721 w 5991"/>
                  <a:gd name="T105" fmla="*/ 1670 h 3396"/>
                  <a:gd name="T106" fmla="*/ 912 w 5991"/>
                  <a:gd name="T107" fmla="*/ 1738 h 3396"/>
                  <a:gd name="T108" fmla="*/ 1351 w 5991"/>
                  <a:gd name="T109" fmla="*/ 1854 h 3396"/>
                  <a:gd name="T110" fmla="*/ 1856 w 5991"/>
                  <a:gd name="T111" fmla="*/ 1937 h 3396"/>
                  <a:gd name="T112" fmla="*/ 2417 w 5991"/>
                  <a:gd name="T113" fmla="*/ 1986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991" h="3396">
                    <a:moveTo>
                      <a:pt x="2870" y="3396"/>
                    </a:moveTo>
                    <a:lnTo>
                      <a:pt x="2870" y="3396"/>
                    </a:lnTo>
                    <a:lnTo>
                      <a:pt x="2948" y="3395"/>
                    </a:lnTo>
                    <a:lnTo>
                      <a:pt x="3025" y="3393"/>
                    </a:lnTo>
                    <a:lnTo>
                      <a:pt x="3102" y="3391"/>
                    </a:lnTo>
                    <a:lnTo>
                      <a:pt x="3179" y="3387"/>
                    </a:lnTo>
                    <a:lnTo>
                      <a:pt x="3254" y="3382"/>
                    </a:lnTo>
                    <a:lnTo>
                      <a:pt x="3330" y="3377"/>
                    </a:lnTo>
                    <a:lnTo>
                      <a:pt x="3404" y="3369"/>
                    </a:lnTo>
                    <a:lnTo>
                      <a:pt x="3480" y="3361"/>
                    </a:lnTo>
                    <a:lnTo>
                      <a:pt x="3553" y="3352"/>
                    </a:lnTo>
                    <a:lnTo>
                      <a:pt x="3627" y="3342"/>
                    </a:lnTo>
                    <a:lnTo>
                      <a:pt x="3700" y="3332"/>
                    </a:lnTo>
                    <a:lnTo>
                      <a:pt x="3772" y="3319"/>
                    </a:lnTo>
                    <a:lnTo>
                      <a:pt x="3844" y="3306"/>
                    </a:lnTo>
                    <a:lnTo>
                      <a:pt x="3916" y="3293"/>
                    </a:lnTo>
                    <a:lnTo>
                      <a:pt x="3986" y="3278"/>
                    </a:lnTo>
                    <a:lnTo>
                      <a:pt x="4056" y="3262"/>
                    </a:lnTo>
                    <a:lnTo>
                      <a:pt x="4125" y="3246"/>
                    </a:lnTo>
                    <a:lnTo>
                      <a:pt x="4193" y="3228"/>
                    </a:lnTo>
                    <a:lnTo>
                      <a:pt x="4261" y="3210"/>
                    </a:lnTo>
                    <a:lnTo>
                      <a:pt x="4327" y="3191"/>
                    </a:lnTo>
                    <a:lnTo>
                      <a:pt x="4393" y="3170"/>
                    </a:lnTo>
                    <a:lnTo>
                      <a:pt x="4458" y="3150"/>
                    </a:lnTo>
                    <a:lnTo>
                      <a:pt x="4522" y="3128"/>
                    </a:lnTo>
                    <a:lnTo>
                      <a:pt x="4585" y="3106"/>
                    </a:lnTo>
                    <a:lnTo>
                      <a:pt x="4647" y="3083"/>
                    </a:lnTo>
                    <a:lnTo>
                      <a:pt x="4708" y="3059"/>
                    </a:lnTo>
                    <a:lnTo>
                      <a:pt x="4768" y="3033"/>
                    </a:lnTo>
                    <a:lnTo>
                      <a:pt x="4827" y="3009"/>
                    </a:lnTo>
                    <a:lnTo>
                      <a:pt x="4885" y="2982"/>
                    </a:lnTo>
                    <a:lnTo>
                      <a:pt x="4941" y="2955"/>
                    </a:lnTo>
                    <a:lnTo>
                      <a:pt x="4996" y="2927"/>
                    </a:lnTo>
                    <a:lnTo>
                      <a:pt x="5052" y="2898"/>
                    </a:lnTo>
                    <a:lnTo>
                      <a:pt x="5104" y="2869"/>
                    </a:lnTo>
                    <a:lnTo>
                      <a:pt x="5157" y="2839"/>
                    </a:lnTo>
                    <a:lnTo>
                      <a:pt x="5207" y="2809"/>
                    </a:lnTo>
                    <a:lnTo>
                      <a:pt x="5255" y="2778"/>
                    </a:lnTo>
                    <a:lnTo>
                      <a:pt x="5304" y="2746"/>
                    </a:lnTo>
                    <a:lnTo>
                      <a:pt x="5350" y="2714"/>
                    </a:lnTo>
                    <a:lnTo>
                      <a:pt x="5396" y="2680"/>
                    </a:lnTo>
                    <a:lnTo>
                      <a:pt x="5440" y="2647"/>
                    </a:lnTo>
                    <a:lnTo>
                      <a:pt x="5482" y="2613"/>
                    </a:lnTo>
                    <a:lnTo>
                      <a:pt x="5523" y="2578"/>
                    </a:lnTo>
                    <a:lnTo>
                      <a:pt x="5563" y="2543"/>
                    </a:lnTo>
                    <a:lnTo>
                      <a:pt x="5600" y="2507"/>
                    </a:lnTo>
                    <a:lnTo>
                      <a:pt x="5636" y="2470"/>
                    </a:lnTo>
                    <a:lnTo>
                      <a:pt x="5671" y="2434"/>
                    </a:lnTo>
                    <a:lnTo>
                      <a:pt x="5704" y="2397"/>
                    </a:lnTo>
                    <a:lnTo>
                      <a:pt x="5736" y="2359"/>
                    </a:lnTo>
                    <a:lnTo>
                      <a:pt x="5766" y="2320"/>
                    </a:lnTo>
                    <a:lnTo>
                      <a:pt x="5794" y="2282"/>
                    </a:lnTo>
                    <a:lnTo>
                      <a:pt x="5819" y="2242"/>
                    </a:lnTo>
                    <a:lnTo>
                      <a:pt x="5845" y="2202"/>
                    </a:lnTo>
                    <a:lnTo>
                      <a:pt x="5867" y="2163"/>
                    </a:lnTo>
                    <a:lnTo>
                      <a:pt x="5889" y="2123"/>
                    </a:lnTo>
                    <a:lnTo>
                      <a:pt x="5908" y="2082"/>
                    </a:lnTo>
                    <a:lnTo>
                      <a:pt x="5925" y="2040"/>
                    </a:lnTo>
                    <a:lnTo>
                      <a:pt x="5940" y="1999"/>
                    </a:lnTo>
                    <a:lnTo>
                      <a:pt x="5953" y="1956"/>
                    </a:lnTo>
                    <a:lnTo>
                      <a:pt x="5964" y="1914"/>
                    </a:lnTo>
                    <a:lnTo>
                      <a:pt x="5973" y="1872"/>
                    </a:lnTo>
                    <a:lnTo>
                      <a:pt x="5981" y="1828"/>
                    </a:lnTo>
                    <a:lnTo>
                      <a:pt x="5986" y="1786"/>
                    </a:lnTo>
                    <a:lnTo>
                      <a:pt x="5990" y="1742"/>
                    </a:lnTo>
                    <a:lnTo>
                      <a:pt x="5991" y="1699"/>
                    </a:lnTo>
                    <a:lnTo>
                      <a:pt x="5991" y="1699"/>
                    </a:lnTo>
                    <a:lnTo>
                      <a:pt x="5990" y="1654"/>
                    </a:lnTo>
                    <a:lnTo>
                      <a:pt x="5986" y="1610"/>
                    </a:lnTo>
                    <a:lnTo>
                      <a:pt x="5981" y="1568"/>
                    </a:lnTo>
                    <a:lnTo>
                      <a:pt x="5973" y="1524"/>
                    </a:lnTo>
                    <a:lnTo>
                      <a:pt x="5964" y="1482"/>
                    </a:lnTo>
                    <a:lnTo>
                      <a:pt x="5953" y="1440"/>
                    </a:lnTo>
                    <a:lnTo>
                      <a:pt x="5940" y="1397"/>
                    </a:lnTo>
                    <a:lnTo>
                      <a:pt x="5925" y="1356"/>
                    </a:lnTo>
                    <a:lnTo>
                      <a:pt x="5908" y="1315"/>
                    </a:lnTo>
                    <a:lnTo>
                      <a:pt x="5889" y="1274"/>
                    </a:lnTo>
                    <a:lnTo>
                      <a:pt x="5867" y="1233"/>
                    </a:lnTo>
                    <a:lnTo>
                      <a:pt x="5845" y="1193"/>
                    </a:lnTo>
                    <a:lnTo>
                      <a:pt x="5819" y="1154"/>
                    </a:lnTo>
                    <a:lnTo>
                      <a:pt x="5794" y="1114"/>
                    </a:lnTo>
                    <a:lnTo>
                      <a:pt x="5766" y="1076"/>
                    </a:lnTo>
                    <a:lnTo>
                      <a:pt x="5736" y="1037"/>
                    </a:lnTo>
                    <a:lnTo>
                      <a:pt x="5704" y="1000"/>
                    </a:lnTo>
                    <a:lnTo>
                      <a:pt x="5671" y="961"/>
                    </a:lnTo>
                    <a:lnTo>
                      <a:pt x="5636" y="926"/>
                    </a:lnTo>
                    <a:lnTo>
                      <a:pt x="5600" y="888"/>
                    </a:lnTo>
                    <a:lnTo>
                      <a:pt x="5563" y="852"/>
                    </a:lnTo>
                    <a:lnTo>
                      <a:pt x="5523" y="818"/>
                    </a:lnTo>
                    <a:lnTo>
                      <a:pt x="5482" y="783"/>
                    </a:lnTo>
                    <a:lnTo>
                      <a:pt x="5440" y="749"/>
                    </a:lnTo>
                    <a:lnTo>
                      <a:pt x="5396" y="715"/>
                    </a:lnTo>
                    <a:lnTo>
                      <a:pt x="5350" y="682"/>
                    </a:lnTo>
                    <a:lnTo>
                      <a:pt x="5304" y="650"/>
                    </a:lnTo>
                    <a:lnTo>
                      <a:pt x="5255" y="618"/>
                    </a:lnTo>
                    <a:lnTo>
                      <a:pt x="5207" y="587"/>
                    </a:lnTo>
                    <a:lnTo>
                      <a:pt x="5157" y="556"/>
                    </a:lnTo>
                    <a:lnTo>
                      <a:pt x="5104" y="527"/>
                    </a:lnTo>
                    <a:lnTo>
                      <a:pt x="5052" y="497"/>
                    </a:lnTo>
                    <a:lnTo>
                      <a:pt x="4996" y="469"/>
                    </a:lnTo>
                    <a:lnTo>
                      <a:pt x="4941" y="441"/>
                    </a:lnTo>
                    <a:lnTo>
                      <a:pt x="4885" y="414"/>
                    </a:lnTo>
                    <a:lnTo>
                      <a:pt x="4827" y="388"/>
                    </a:lnTo>
                    <a:lnTo>
                      <a:pt x="4768" y="363"/>
                    </a:lnTo>
                    <a:lnTo>
                      <a:pt x="4708" y="337"/>
                    </a:lnTo>
                    <a:lnTo>
                      <a:pt x="4647" y="314"/>
                    </a:lnTo>
                    <a:lnTo>
                      <a:pt x="4585" y="290"/>
                    </a:lnTo>
                    <a:lnTo>
                      <a:pt x="4522" y="268"/>
                    </a:lnTo>
                    <a:lnTo>
                      <a:pt x="4458" y="246"/>
                    </a:lnTo>
                    <a:lnTo>
                      <a:pt x="4393" y="226"/>
                    </a:lnTo>
                    <a:lnTo>
                      <a:pt x="4327" y="205"/>
                    </a:lnTo>
                    <a:lnTo>
                      <a:pt x="4261" y="186"/>
                    </a:lnTo>
                    <a:lnTo>
                      <a:pt x="4193" y="168"/>
                    </a:lnTo>
                    <a:lnTo>
                      <a:pt x="4125" y="150"/>
                    </a:lnTo>
                    <a:lnTo>
                      <a:pt x="4056" y="133"/>
                    </a:lnTo>
                    <a:lnTo>
                      <a:pt x="3986" y="118"/>
                    </a:lnTo>
                    <a:lnTo>
                      <a:pt x="3916" y="104"/>
                    </a:lnTo>
                    <a:lnTo>
                      <a:pt x="3844" y="90"/>
                    </a:lnTo>
                    <a:lnTo>
                      <a:pt x="3772" y="77"/>
                    </a:lnTo>
                    <a:lnTo>
                      <a:pt x="3700" y="65"/>
                    </a:lnTo>
                    <a:lnTo>
                      <a:pt x="3627" y="54"/>
                    </a:lnTo>
                    <a:lnTo>
                      <a:pt x="3553" y="44"/>
                    </a:lnTo>
                    <a:lnTo>
                      <a:pt x="3480" y="35"/>
                    </a:lnTo>
                    <a:lnTo>
                      <a:pt x="3404" y="27"/>
                    </a:lnTo>
                    <a:lnTo>
                      <a:pt x="3330" y="20"/>
                    </a:lnTo>
                    <a:lnTo>
                      <a:pt x="3254" y="14"/>
                    </a:lnTo>
                    <a:lnTo>
                      <a:pt x="3179" y="9"/>
                    </a:lnTo>
                    <a:lnTo>
                      <a:pt x="3102" y="5"/>
                    </a:lnTo>
                    <a:lnTo>
                      <a:pt x="3025" y="3"/>
                    </a:lnTo>
                    <a:lnTo>
                      <a:pt x="2948" y="1"/>
                    </a:lnTo>
                    <a:lnTo>
                      <a:pt x="2870" y="0"/>
                    </a:lnTo>
                    <a:lnTo>
                      <a:pt x="2870" y="0"/>
                    </a:lnTo>
                    <a:lnTo>
                      <a:pt x="2716" y="1"/>
                    </a:lnTo>
                    <a:lnTo>
                      <a:pt x="2566" y="5"/>
                    </a:lnTo>
                    <a:lnTo>
                      <a:pt x="2417" y="12"/>
                    </a:lnTo>
                    <a:lnTo>
                      <a:pt x="2272" y="20"/>
                    </a:lnTo>
                    <a:lnTo>
                      <a:pt x="2130" y="32"/>
                    </a:lnTo>
                    <a:lnTo>
                      <a:pt x="1990" y="45"/>
                    </a:lnTo>
                    <a:lnTo>
                      <a:pt x="1856" y="62"/>
                    </a:lnTo>
                    <a:lnTo>
                      <a:pt x="1724" y="79"/>
                    </a:lnTo>
                    <a:lnTo>
                      <a:pt x="1596" y="99"/>
                    </a:lnTo>
                    <a:lnTo>
                      <a:pt x="1471" y="120"/>
                    </a:lnTo>
                    <a:lnTo>
                      <a:pt x="1351" y="145"/>
                    </a:lnTo>
                    <a:lnTo>
                      <a:pt x="1235" y="170"/>
                    </a:lnTo>
                    <a:lnTo>
                      <a:pt x="1123" y="199"/>
                    </a:lnTo>
                    <a:lnTo>
                      <a:pt x="1015" y="228"/>
                    </a:lnTo>
                    <a:lnTo>
                      <a:pt x="912" y="260"/>
                    </a:lnTo>
                    <a:lnTo>
                      <a:pt x="862" y="276"/>
                    </a:lnTo>
                    <a:lnTo>
                      <a:pt x="815" y="292"/>
                    </a:lnTo>
                    <a:lnTo>
                      <a:pt x="768" y="310"/>
                    </a:lnTo>
                    <a:lnTo>
                      <a:pt x="721" y="328"/>
                    </a:lnTo>
                    <a:lnTo>
                      <a:pt x="677" y="345"/>
                    </a:lnTo>
                    <a:lnTo>
                      <a:pt x="633" y="364"/>
                    </a:lnTo>
                    <a:lnTo>
                      <a:pt x="591" y="382"/>
                    </a:lnTo>
                    <a:lnTo>
                      <a:pt x="550" y="401"/>
                    </a:lnTo>
                    <a:lnTo>
                      <a:pt x="510" y="420"/>
                    </a:lnTo>
                    <a:lnTo>
                      <a:pt x="471" y="441"/>
                    </a:lnTo>
                    <a:lnTo>
                      <a:pt x="434" y="460"/>
                    </a:lnTo>
                    <a:lnTo>
                      <a:pt x="398" y="481"/>
                    </a:lnTo>
                    <a:lnTo>
                      <a:pt x="365" y="502"/>
                    </a:lnTo>
                    <a:lnTo>
                      <a:pt x="332" y="523"/>
                    </a:lnTo>
                    <a:lnTo>
                      <a:pt x="301" y="545"/>
                    </a:lnTo>
                    <a:lnTo>
                      <a:pt x="270" y="567"/>
                    </a:lnTo>
                    <a:lnTo>
                      <a:pt x="242" y="588"/>
                    </a:lnTo>
                    <a:lnTo>
                      <a:pt x="215" y="610"/>
                    </a:lnTo>
                    <a:lnTo>
                      <a:pt x="189" y="633"/>
                    </a:lnTo>
                    <a:lnTo>
                      <a:pt x="166" y="655"/>
                    </a:lnTo>
                    <a:lnTo>
                      <a:pt x="143" y="678"/>
                    </a:lnTo>
                    <a:lnTo>
                      <a:pt x="123" y="702"/>
                    </a:lnTo>
                    <a:lnTo>
                      <a:pt x="104" y="726"/>
                    </a:lnTo>
                    <a:lnTo>
                      <a:pt x="86" y="750"/>
                    </a:lnTo>
                    <a:lnTo>
                      <a:pt x="69" y="773"/>
                    </a:lnTo>
                    <a:lnTo>
                      <a:pt x="55" y="797"/>
                    </a:lnTo>
                    <a:lnTo>
                      <a:pt x="42" y="822"/>
                    </a:lnTo>
                    <a:lnTo>
                      <a:pt x="30" y="847"/>
                    </a:lnTo>
                    <a:lnTo>
                      <a:pt x="21" y="872"/>
                    </a:lnTo>
                    <a:lnTo>
                      <a:pt x="14" y="897"/>
                    </a:lnTo>
                    <a:lnTo>
                      <a:pt x="7" y="922"/>
                    </a:lnTo>
                    <a:lnTo>
                      <a:pt x="2" y="947"/>
                    </a:lnTo>
                    <a:lnTo>
                      <a:pt x="0" y="973"/>
                    </a:lnTo>
                    <a:lnTo>
                      <a:pt x="0" y="999"/>
                    </a:lnTo>
                    <a:lnTo>
                      <a:pt x="0" y="999"/>
                    </a:lnTo>
                    <a:lnTo>
                      <a:pt x="0" y="1024"/>
                    </a:lnTo>
                    <a:lnTo>
                      <a:pt x="2" y="1050"/>
                    </a:lnTo>
                    <a:lnTo>
                      <a:pt x="7" y="1076"/>
                    </a:lnTo>
                    <a:lnTo>
                      <a:pt x="14" y="1101"/>
                    </a:lnTo>
                    <a:lnTo>
                      <a:pt x="21" y="1127"/>
                    </a:lnTo>
                    <a:lnTo>
                      <a:pt x="30" y="1151"/>
                    </a:lnTo>
                    <a:lnTo>
                      <a:pt x="42" y="1176"/>
                    </a:lnTo>
                    <a:lnTo>
                      <a:pt x="55" y="1200"/>
                    </a:lnTo>
                    <a:lnTo>
                      <a:pt x="69" y="1224"/>
                    </a:lnTo>
                    <a:lnTo>
                      <a:pt x="86" y="1249"/>
                    </a:lnTo>
                    <a:lnTo>
                      <a:pt x="104" y="1273"/>
                    </a:lnTo>
                    <a:lnTo>
                      <a:pt x="123" y="1296"/>
                    </a:lnTo>
                    <a:lnTo>
                      <a:pt x="143" y="1319"/>
                    </a:lnTo>
                    <a:lnTo>
                      <a:pt x="166" y="1342"/>
                    </a:lnTo>
                    <a:lnTo>
                      <a:pt x="189" y="1365"/>
                    </a:lnTo>
                    <a:lnTo>
                      <a:pt x="215" y="1388"/>
                    </a:lnTo>
                    <a:lnTo>
                      <a:pt x="242" y="1410"/>
                    </a:lnTo>
                    <a:lnTo>
                      <a:pt x="270" y="1432"/>
                    </a:lnTo>
                    <a:lnTo>
                      <a:pt x="301" y="1454"/>
                    </a:lnTo>
                    <a:lnTo>
                      <a:pt x="332" y="1475"/>
                    </a:lnTo>
                    <a:lnTo>
                      <a:pt x="365" y="1496"/>
                    </a:lnTo>
                    <a:lnTo>
                      <a:pt x="398" y="1517"/>
                    </a:lnTo>
                    <a:lnTo>
                      <a:pt x="434" y="1537"/>
                    </a:lnTo>
                    <a:lnTo>
                      <a:pt x="471" y="1558"/>
                    </a:lnTo>
                    <a:lnTo>
                      <a:pt x="510" y="1577"/>
                    </a:lnTo>
                    <a:lnTo>
                      <a:pt x="550" y="1596"/>
                    </a:lnTo>
                    <a:lnTo>
                      <a:pt x="591" y="1615"/>
                    </a:lnTo>
                    <a:lnTo>
                      <a:pt x="633" y="1634"/>
                    </a:lnTo>
                    <a:lnTo>
                      <a:pt x="677" y="1652"/>
                    </a:lnTo>
                    <a:lnTo>
                      <a:pt x="721" y="1670"/>
                    </a:lnTo>
                    <a:lnTo>
                      <a:pt x="768" y="1688"/>
                    </a:lnTo>
                    <a:lnTo>
                      <a:pt x="815" y="1705"/>
                    </a:lnTo>
                    <a:lnTo>
                      <a:pt x="862" y="1722"/>
                    </a:lnTo>
                    <a:lnTo>
                      <a:pt x="912" y="1738"/>
                    </a:lnTo>
                    <a:lnTo>
                      <a:pt x="1015" y="1769"/>
                    </a:lnTo>
                    <a:lnTo>
                      <a:pt x="1123" y="1800"/>
                    </a:lnTo>
                    <a:lnTo>
                      <a:pt x="1235" y="1827"/>
                    </a:lnTo>
                    <a:lnTo>
                      <a:pt x="1351" y="1854"/>
                    </a:lnTo>
                    <a:lnTo>
                      <a:pt x="1471" y="1877"/>
                    </a:lnTo>
                    <a:lnTo>
                      <a:pt x="1596" y="1899"/>
                    </a:lnTo>
                    <a:lnTo>
                      <a:pt x="1724" y="1919"/>
                    </a:lnTo>
                    <a:lnTo>
                      <a:pt x="1856" y="1937"/>
                    </a:lnTo>
                    <a:lnTo>
                      <a:pt x="1990" y="1952"/>
                    </a:lnTo>
                    <a:lnTo>
                      <a:pt x="2130" y="1966"/>
                    </a:lnTo>
                    <a:lnTo>
                      <a:pt x="2272" y="1977"/>
                    </a:lnTo>
                    <a:lnTo>
                      <a:pt x="2417" y="1986"/>
                    </a:lnTo>
                    <a:lnTo>
                      <a:pt x="2566" y="1992"/>
                    </a:lnTo>
                    <a:lnTo>
                      <a:pt x="2716" y="1996"/>
                    </a:lnTo>
                    <a:lnTo>
                      <a:pt x="2870" y="1997"/>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478093" rtl="0" eaLnBrk="1" latinLnBrk="0" hangingPunct="1">
                  <a:defRPr sz="1883" kern="1200">
                    <a:solidFill>
                      <a:schemeClr val="tx1"/>
                    </a:solidFill>
                    <a:latin typeface="+mn-lt"/>
                    <a:ea typeface="+mn-ea"/>
                    <a:cs typeface="+mn-cs"/>
                  </a:defRPr>
                </a:lvl1pPr>
                <a:lvl2pPr marL="478093" algn="l" defTabSz="478093" rtl="0" eaLnBrk="1" latinLnBrk="0" hangingPunct="1">
                  <a:defRPr sz="1883" kern="1200">
                    <a:solidFill>
                      <a:schemeClr val="tx1"/>
                    </a:solidFill>
                    <a:latin typeface="+mn-lt"/>
                    <a:ea typeface="+mn-ea"/>
                    <a:cs typeface="+mn-cs"/>
                  </a:defRPr>
                </a:lvl2pPr>
                <a:lvl3pPr marL="956184" algn="l" defTabSz="478093" rtl="0" eaLnBrk="1" latinLnBrk="0" hangingPunct="1">
                  <a:defRPr sz="1883" kern="1200">
                    <a:solidFill>
                      <a:schemeClr val="tx1"/>
                    </a:solidFill>
                    <a:latin typeface="+mn-lt"/>
                    <a:ea typeface="+mn-ea"/>
                    <a:cs typeface="+mn-cs"/>
                  </a:defRPr>
                </a:lvl3pPr>
                <a:lvl4pPr marL="1434277" algn="l" defTabSz="478093" rtl="0" eaLnBrk="1" latinLnBrk="0" hangingPunct="1">
                  <a:defRPr sz="1883" kern="1200">
                    <a:solidFill>
                      <a:schemeClr val="tx1"/>
                    </a:solidFill>
                    <a:latin typeface="+mn-lt"/>
                    <a:ea typeface="+mn-ea"/>
                    <a:cs typeface="+mn-cs"/>
                  </a:defRPr>
                </a:lvl4pPr>
                <a:lvl5pPr marL="1912370" algn="l" defTabSz="478093" rtl="0" eaLnBrk="1" latinLnBrk="0" hangingPunct="1">
                  <a:defRPr sz="1883" kern="1200">
                    <a:solidFill>
                      <a:schemeClr val="tx1"/>
                    </a:solidFill>
                    <a:latin typeface="+mn-lt"/>
                    <a:ea typeface="+mn-ea"/>
                    <a:cs typeface="+mn-cs"/>
                  </a:defRPr>
                </a:lvl5pPr>
                <a:lvl6pPr marL="2390462" algn="l" defTabSz="478093" rtl="0" eaLnBrk="1" latinLnBrk="0" hangingPunct="1">
                  <a:defRPr sz="1883" kern="1200">
                    <a:solidFill>
                      <a:schemeClr val="tx1"/>
                    </a:solidFill>
                    <a:latin typeface="+mn-lt"/>
                    <a:ea typeface="+mn-ea"/>
                    <a:cs typeface="+mn-cs"/>
                  </a:defRPr>
                </a:lvl6pPr>
                <a:lvl7pPr marL="2868554" algn="l" defTabSz="478093" rtl="0" eaLnBrk="1" latinLnBrk="0" hangingPunct="1">
                  <a:defRPr sz="1883" kern="1200">
                    <a:solidFill>
                      <a:schemeClr val="tx1"/>
                    </a:solidFill>
                    <a:latin typeface="+mn-lt"/>
                    <a:ea typeface="+mn-ea"/>
                    <a:cs typeface="+mn-cs"/>
                  </a:defRPr>
                </a:lvl7pPr>
                <a:lvl8pPr marL="3346646" algn="l" defTabSz="478093" rtl="0" eaLnBrk="1" latinLnBrk="0" hangingPunct="1">
                  <a:defRPr sz="1883" kern="1200">
                    <a:solidFill>
                      <a:schemeClr val="tx1"/>
                    </a:solidFill>
                    <a:latin typeface="+mn-lt"/>
                    <a:ea typeface="+mn-ea"/>
                    <a:cs typeface="+mn-cs"/>
                  </a:defRPr>
                </a:lvl8pPr>
                <a:lvl9pPr marL="3824739" algn="l" defTabSz="478093" rtl="0" eaLnBrk="1" latinLnBrk="0" hangingPunct="1">
                  <a:defRPr sz="1883" kern="1200">
                    <a:solidFill>
                      <a:schemeClr val="tx1"/>
                    </a:solidFill>
                    <a:latin typeface="+mn-lt"/>
                    <a:ea typeface="+mn-ea"/>
                    <a:cs typeface="+mn-cs"/>
                  </a:defRPr>
                </a:lvl9pPr>
              </a:lstStyle>
              <a:p>
                <a:endParaRPr lang="ja-JP" altLang="en-US"/>
              </a:p>
            </p:txBody>
          </p:sp>
        </p:grpSp>
        <p:cxnSp>
          <p:nvCxnSpPr>
            <p:cNvPr id="42" name="直線コネクタ 41">
              <a:extLst>
                <a:ext uri="{FF2B5EF4-FFF2-40B4-BE49-F238E27FC236}">
                  <a16:creationId xmlns:a16="http://schemas.microsoft.com/office/drawing/2014/main" id="{FD7EBF8B-5EF3-F172-D179-27E6355509AD}"/>
                </a:ext>
              </a:extLst>
            </p:cNvPr>
            <p:cNvCxnSpPr>
              <a:cxnSpLocks/>
            </p:cNvCxnSpPr>
            <p:nvPr/>
          </p:nvCxnSpPr>
          <p:spPr>
            <a:xfrm>
              <a:off x="3221985" y="5049018"/>
              <a:ext cx="0" cy="90001"/>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43" name="直線コネクタ 42">
              <a:extLst>
                <a:ext uri="{FF2B5EF4-FFF2-40B4-BE49-F238E27FC236}">
                  <a16:creationId xmlns:a16="http://schemas.microsoft.com/office/drawing/2014/main" id="{9F6024F1-4D05-1891-FC8A-B7EA3FFB9269}"/>
                </a:ext>
              </a:extLst>
            </p:cNvPr>
            <p:cNvCxnSpPr>
              <a:cxnSpLocks/>
            </p:cNvCxnSpPr>
            <p:nvPr/>
          </p:nvCxnSpPr>
          <p:spPr>
            <a:xfrm>
              <a:off x="3221985" y="5392898"/>
              <a:ext cx="0" cy="93176"/>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grpSp>
      <p:sp>
        <p:nvSpPr>
          <p:cNvPr id="49" name="正方形/長方形 48">
            <a:extLst>
              <a:ext uri="{FF2B5EF4-FFF2-40B4-BE49-F238E27FC236}">
                <a16:creationId xmlns:a16="http://schemas.microsoft.com/office/drawing/2014/main" id="{89C9F02A-C8EF-A1A2-C04C-913028BD21F7}"/>
              </a:ext>
            </a:extLst>
          </p:cNvPr>
          <p:cNvSpPr/>
          <p:nvPr/>
        </p:nvSpPr>
        <p:spPr bwMode="auto">
          <a:xfrm rot="5400000" flipH="1">
            <a:off x="5330452" y="2303986"/>
            <a:ext cx="90001" cy="180001"/>
          </a:xfrm>
          <a:prstGeom prst="rect">
            <a:avLst/>
          </a:prstGeom>
          <a:solidFill>
            <a:schemeClr val="accent6"/>
          </a:solidFill>
          <a:ln>
            <a:solidFill>
              <a:schemeClr val="accent6"/>
            </a:solidFill>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cxnSp>
        <p:nvCxnSpPr>
          <p:cNvPr id="50" name="直線コネクタ 49">
            <a:extLst>
              <a:ext uri="{FF2B5EF4-FFF2-40B4-BE49-F238E27FC236}">
                <a16:creationId xmlns:a16="http://schemas.microsoft.com/office/drawing/2014/main" id="{6FBD7FF1-D8BA-F6EB-C6B9-B1BD608D4793}"/>
              </a:ext>
            </a:extLst>
          </p:cNvPr>
          <p:cNvCxnSpPr>
            <a:cxnSpLocks/>
          </p:cNvCxnSpPr>
          <p:nvPr/>
        </p:nvCxnSpPr>
        <p:spPr bwMode="auto">
          <a:xfrm flipH="1">
            <a:off x="5465456" y="2168985"/>
            <a:ext cx="3" cy="180000"/>
          </a:xfrm>
          <a:prstGeom prst="line">
            <a:avLst/>
          </a:prstGeom>
          <a:noFill/>
          <a:ln w="19050" cap="rnd" cmpd="sng" algn="ctr">
            <a:solidFill>
              <a:schemeClr val="accent6"/>
            </a:solidFill>
            <a:prstDash val="sysDot"/>
            <a:round/>
            <a:headEnd type="none" w="med" len="med"/>
            <a:tailEnd type="none" w="med" len="med"/>
          </a:ln>
          <a:effectLst/>
        </p:spPr>
      </p:cxnSp>
      <p:cxnSp>
        <p:nvCxnSpPr>
          <p:cNvPr id="51" name="直線コネクタ 50">
            <a:extLst>
              <a:ext uri="{FF2B5EF4-FFF2-40B4-BE49-F238E27FC236}">
                <a16:creationId xmlns:a16="http://schemas.microsoft.com/office/drawing/2014/main" id="{A6CD5A5A-F97F-6352-0D29-7D71D2D4BBA4}"/>
              </a:ext>
            </a:extLst>
          </p:cNvPr>
          <p:cNvCxnSpPr>
            <a:cxnSpLocks/>
          </p:cNvCxnSpPr>
          <p:nvPr/>
        </p:nvCxnSpPr>
        <p:spPr bwMode="auto">
          <a:xfrm flipH="1">
            <a:off x="5285455" y="2168985"/>
            <a:ext cx="5" cy="180000"/>
          </a:xfrm>
          <a:prstGeom prst="line">
            <a:avLst/>
          </a:prstGeom>
          <a:noFill/>
          <a:ln w="19050" cap="rnd" cmpd="sng" algn="ctr">
            <a:solidFill>
              <a:schemeClr val="accent6"/>
            </a:solidFill>
            <a:prstDash val="sysDot"/>
            <a:round/>
            <a:headEnd type="none" w="med" len="med"/>
            <a:tailEnd type="none" w="med" len="med"/>
          </a:ln>
          <a:effectLst/>
        </p:spPr>
      </p:cxnSp>
      <p:sp>
        <p:nvSpPr>
          <p:cNvPr id="52" name="正方形/長方形 51">
            <a:extLst>
              <a:ext uri="{FF2B5EF4-FFF2-40B4-BE49-F238E27FC236}">
                <a16:creationId xmlns:a16="http://schemas.microsoft.com/office/drawing/2014/main" id="{A13FBC97-65EF-E0B7-B920-63D1368245BA}"/>
              </a:ext>
            </a:extLst>
          </p:cNvPr>
          <p:cNvSpPr/>
          <p:nvPr/>
        </p:nvSpPr>
        <p:spPr bwMode="auto">
          <a:xfrm>
            <a:off x="5735459" y="908972"/>
            <a:ext cx="720008" cy="720007"/>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r>
              <a:rPr lang="en-US" altLang="ja-JP" sz="1600" dirty="0">
                <a:solidFill>
                  <a:schemeClr val="tx1">
                    <a:lumMod val="75000"/>
                    <a:lumOff val="25000"/>
                  </a:schemeClr>
                </a:solidFill>
              </a:rPr>
              <a:t>P</a:t>
            </a:r>
            <a:r>
              <a:rPr lang="ja-JP" altLang="en-US" sz="1600" dirty="0">
                <a:solidFill>
                  <a:schemeClr val="tx1">
                    <a:lumMod val="75000"/>
                    <a:lumOff val="25000"/>
                  </a:schemeClr>
                </a:solidFill>
              </a:rPr>
              <a:t>タンク</a:t>
            </a:r>
            <a:r>
              <a:rPr lang="en-US" altLang="ja-JP" sz="1600" dirty="0">
                <a:solidFill>
                  <a:schemeClr val="tx1">
                    <a:lumMod val="75000"/>
                    <a:lumOff val="25000"/>
                  </a:schemeClr>
                </a:solidFill>
              </a:rPr>
              <a:t> </a:t>
            </a:r>
            <a:r>
              <a:rPr lang="ja-JP" altLang="en-US" sz="1600" dirty="0">
                <a:solidFill>
                  <a:schemeClr val="tx1">
                    <a:lumMod val="75000"/>
                    <a:lumOff val="25000"/>
                  </a:schemeClr>
                </a:solidFill>
              </a:rPr>
              <a:t>に溜まると閉まる →</a:t>
            </a:r>
            <a:r>
              <a:rPr lang="en-US" altLang="ja-JP" sz="1600" dirty="0">
                <a:solidFill>
                  <a:schemeClr val="tx1">
                    <a:lumMod val="75000"/>
                    <a:lumOff val="25000"/>
                  </a:schemeClr>
                </a:solidFill>
              </a:rPr>
              <a:t> </a:t>
            </a:r>
            <a:r>
              <a:rPr lang="ja-JP" altLang="en-US" sz="1600" dirty="0">
                <a:solidFill>
                  <a:schemeClr val="tx1">
                    <a:lumMod val="75000"/>
                    <a:lumOff val="25000"/>
                  </a:schemeClr>
                </a:solidFill>
              </a:rPr>
              <a:t>出力への給水が断たれる</a:t>
            </a:r>
          </a:p>
        </p:txBody>
      </p:sp>
      <p:sp>
        <p:nvSpPr>
          <p:cNvPr id="53" name="Rectangle 93">
            <a:extLst>
              <a:ext uri="{FF2B5EF4-FFF2-40B4-BE49-F238E27FC236}">
                <a16:creationId xmlns:a16="http://schemas.microsoft.com/office/drawing/2014/main" id="{A1D33B49-0E0A-5405-D883-E378553FCF9A}"/>
              </a:ext>
            </a:extLst>
          </p:cNvPr>
          <p:cNvSpPr>
            <a:spLocks noChangeArrowheads="1"/>
          </p:cNvSpPr>
          <p:nvPr/>
        </p:nvSpPr>
        <p:spPr bwMode="auto">
          <a:xfrm>
            <a:off x="5195990" y="908972"/>
            <a:ext cx="361079" cy="360004"/>
          </a:xfrm>
          <a:prstGeom prst="rect">
            <a:avLst/>
          </a:prstGeom>
          <a:noFill/>
          <a:ln w="12700" algn="ctr">
            <a:noFill/>
            <a:miter lim="800000"/>
            <a:headEnd/>
            <a:tailEnd/>
          </a:ln>
          <a:effectLst/>
        </p:spPr>
        <p:txBody>
          <a:bodyPr wrap="none" lIns="90000" tIns="46800" rIns="90000" bIns="46800" anchor="ctr"/>
          <a:lstStyle/>
          <a:p>
            <a:r>
              <a:rPr lang="en-US" altLang="ja-JP" dirty="0"/>
              <a:t>G</a:t>
            </a:r>
          </a:p>
        </p:txBody>
      </p:sp>
      <p:sp>
        <p:nvSpPr>
          <p:cNvPr id="54" name="Rectangle 93">
            <a:extLst>
              <a:ext uri="{FF2B5EF4-FFF2-40B4-BE49-F238E27FC236}">
                <a16:creationId xmlns:a16="http://schemas.microsoft.com/office/drawing/2014/main" id="{0C82557C-7F05-18D3-6483-D6947F3A2B23}"/>
              </a:ext>
            </a:extLst>
          </p:cNvPr>
          <p:cNvSpPr>
            <a:spLocks noChangeArrowheads="1"/>
          </p:cNvSpPr>
          <p:nvPr/>
        </p:nvSpPr>
        <p:spPr bwMode="auto">
          <a:xfrm>
            <a:off x="4835449" y="1448978"/>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S</a:t>
            </a:r>
          </a:p>
        </p:txBody>
      </p:sp>
      <p:sp>
        <p:nvSpPr>
          <p:cNvPr id="55" name="Rectangle 93">
            <a:extLst>
              <a:ext uri="{FF2B5EF4-FFF2-40B4-BE49-F238E27FC236}">
                <a16:creationId xmlns:a16="http://schemas.microsoft.com/office/drawing/2014/main" id="{97A6E237-906F-47C5-EEB7-3E7E0782AE01}"/>
              </a:ext>
            </a:extLst>
          </p:cNvPr>
          <p:cNvSpPr>
            <a:spLocks noChangeArrowheads="1"/>
          </p:cNvSpPr>
          <p:nvPr/>
        </p:nvSpPr>
        <p:spPr bwMode="auto">
          <a:xfrm>
            <a:off x="5555457" y="1448978"/>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D</a:t>
            </a:r>
          </a:p>
        </p:txBody>
      </p:sp>
      <p:cxnSp>
        <p:nvCxnSpPr>
          <p:cNvPr id="56" name="直線コネクタ 55">
            <a:extLst>
              <a:ext uri="{FF2B5EF4-FFF2-40B4-BE49-F238E27FC236}">
                <a16:creationId xmlns:a16="http://schemas.microsoft.com/office/drawing/2014/main" id="{23E0CC98-122A-A055-3218-0415458954E0}"/>
              </a:ext>
            </a:extLst>
          </p:cNvPr>
          <p:cNvCxnSpPr>
            <a:cxnSpLocks/>
          </p:cNvCxnSpPr>
          <p:nvPr/>
        </p:nvCxnSpPr>
        <p:spPr bwMode="auto">
          <a:xfrm>
            <a:off x="3395433" y="1178975"/>
            <a:ext cx="1710019" cy="0"/>
          </a:xfrm>
          <a:prstGeom prst="line">
            <a:avLst/>
          </a:prstGeom>
          <a:noFill/>
          <a:ln w="19050" cap="flat" cmpd="sng" algn="ctr">
            <a:solidFill>
              <a:schemeClr val="tx1"/>
            </a:solidFill>
            <a:prstDash val="solid"/>
            <a:round/>
            <a:headEnd type="none" w="med" len="med"/>
            <a:tailEnd type="none" w="med" len="med"/>
          </a:ln>
          <a:effectLst/>
        </p:spPr>
      </p:cxnSp>
      <p:cxnSp>
        <p:nvCxnSpPr>
          <p:cNvPr id="57" name="直線コネクタ 56">
            <a:extLst>
              <a:ext uri="{FF2B5EF4-FFF2-40B4-BE49-F238E27FC236}">
                <a16:creationId xmlns:a16="http://schemas.microsoft.com/office/drawing/2014/main" id="{982814F1-9D3A-BAA5-7F3B-CD32D28714E6}"/>
              </a:ext>
            </a:extLst>
          </p:cNvPr>
          <p:cNvCxnSpPr>
            <a:cxnSpLocks/>
          </p:cNvCxnSpPr>
          <p:nvPr/>
        </p:nvCxnSpPr>
        <p:spPr bwMode="auto">
          <a:xfrm>
            <a:off x="3575435" y="1358977"/>
            <a:ext cx="1530017" cy="0"/>
          </a:xfrm>
          <a:prstGeom prst="line">
            <a:avLst/>
          </a:prstGeom>
          <a:noFill/>
          <a:ln w="19050" cap="flat" cmpd="sng" algn="ctr">
            <a:solidFill>
              <a:schemeClr val="tx1"/>
            </a:solidFill>
            <a:prstDash val="solid"/>
            <a:round/>
            <a:headEnd type="none" w="med" len="med"/>
            <a:tailEnd type="none" w="med" len="med"/>
          </a:ln>
          <a:effectLst/>
        </p:spPr>
      </p:cxnSp>
      <p:cxnSp>
        <p:nvCxnSpPr>
          <p:cNvPr id="59" name="直線コネクタ 58">
            <a:extLst>
              <a:ext uri="{FF2B5EF4-FFF2-40B4-BE49-F238E27FC236}">
                <a16:creationId xmlns:a16="http://schemas.microsoft.com/office/drawing/2014/main" id="{425431E0-1C84-EE3C-BE1B-06C01DB66602}"/>
              </a:ext>
            </a:extLst>
          </p:cNvPr>
          <p:cNvCxnSpPr>
            <a:cxnSpLocks/>
          </p:cNvCxnSpPr>
          <p:nvPr/>
        </p:nvCxnSpPr>
        <p:spPr bwMode="auto">
          <a:xfrm flipV="1">
            <a:off x="5105452" y="1358977"/>
            <a:ext cx="0" cy="90001"/>
          </a:xfrm>
          <a:prstGeom prst="line">
            <a:avLst/>
          </a:prstGeom>
          <a:noFill/>
          <a:ln w="19050" cap="rnd" cmpd="sng" algn="ctr">
            <a:solidFill>
              <a:schemeClr val="accent6"/>
            </a:solidFill>
            <a:prstDash val="solid"/>
            <a:round/>
            <a:headEnd type="none" w="med" len="med"/>
            <a:tailEnd type="none" w="med" len="med"/>
          </a:ln>
          <a:effectLst/>
        </p:spPr>
      </p:cxnSp>
      <p:cxnSp>
        <p:nvCxnSpPr>
          <p:cNvPr id="68" name="直線コネクタ 67">
            <a:extLst>
              <a:ext uri="{FF2B5EF4-FFF2-40B4-BE49-F238E27FC236}">
                <a16:creationId xmlns:a16="http://schemas.microsoft.com/office/drawing/2014/main" id="{A7D99AB1-3420-212E-A301-70EB9BBDA895}"/>
              </a:ext>
            </a:extLst>
          </p:cNvPr>
          <p:cNvCxnSpPr>
            <a:cxnSpLocks/>
          </p:cNvCxnSpPr>
          <p:nvPr/>
        </p:nvCxnSpPr>
        <p:spPr bwMode="auto">
          <a:xfrm>
            <a:off x="5105454" y="4329010"/>
            <a:ext cx="0" cy="90001"/>
          </a:xfrm>
          <a:prstGeom prst="line">
            <a:avLst/>
          </a:prstGeom>
          <a:noFill/>
          <a:ln w="19050" cap="rnd" cmpd="sng" algn="ctr">
            <a:solidFill>
              <a:schemeClr val="accent5"/>
            </a:solidFill>
            <a:prstDash val="solid"/>
            <a:round/>
            <a:headEnd type="none" w="med" len="med"/>
            <a:tailEnd type="none" w="med" len="med"/>
          </a:ln>
          <a:effectLst/>
        </p:spPr>
      </p:cxnSp>
      <p:sp>
        <p:nvSpPr>
          <p:cNvPr id="71" name="正方形/長方形 70">
            <a:extLst>
              <a:ext uri="{FF2B5EF4-FFF2-40B4-BE49-F238E27FC236}">
                <a16:creationId xmlns:a16="http://schemas.microsoft.com/office/drawing/2014/main" id="{204CC98B-1457-ED2D-74B1-E4FF5A8A7ED0}"/>
              </a:ext>
            </a:extLst>
          </p:cNvPr>
          <p:cNvSpPr/>
          <p:nvPr/>
        </p:nvSpPr>
        <p:spPr bwMode="auto">
          <a:xfrm>
            <a:off x="3575435" y="4149008"/>
            <a:ext cx="1530017" cy="180002"/>
          </a:xfrm>
          <a:prstGeom prst="rect">
            <a:avLst/>
          </a:prstGeom>
          <a:solidFill>
            <a:schemeClr val="accent5">
              <a:lumMod val="20000"/>
              <a:lumOff val="80000"/>
            </a:schemeClr>
          </a:solid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cxnSp>
        <p:nvCxnSpPr>
          <p:cNvPr id="72" name="直線コネクタ 71">
            <a:extLst>
              <a:ext uri="{FF2B5EF4-FFF2-40B4-BE49-F238E27FC236}">
                <a16:creationId xmlns:a16="http://schemas.microsoft.com/office/drawing/2014/main" id="{2E68B43D-79DB-CEE5-868A-F9BF7D942A69}"/>
              </a:ext>
            </a:extLst>
          </p:cNvPr>
          <p:cNvCxnSpPr>
            <a:cxnSpLocks/>
          </p:cNvCxnSpPr>
          <p:nvPr/>
        </p:nvCxnSpPr>
        <p:spPr bwMode="auto">
          <a:xfrm>
            <a:off x="3575435" y="4149008"/>
            <a:ext cx="1530017" cy="0"/>
          </a:xfrm>
          <a:prstGeom prst="line">
            <a:avLst/>
          </a:prstGeom>
          <a:noFill/>
          <a:ln w="19050" cap="flat" cmpd="sng" algn="ctr">
            <a:solidFill>
              <a:schemeClr val="tx1"/>
            </a:solidFill>
            <a:prstDash val="solid"/>
            <a:round/>
            <a:headEnd type="none" w="med" len="med"/>
            <a:tailEnd type="none" w="med" len="med"/>
          </a:ln>
          <a:effectLst/>
        </p:spPr>
      </p:cxnSp>
      <p:cxnSp>
        <p:nvCxnSpPr>
          <p:cNvPr id="73" name="直線コネクタ 72">
            <a:extLst>
              <a:ext uri="{FF2B5EF4-FFF2-40B4-BE49-F238E27FC236}">
                <a16:creationId xmlns:a16="http://schemas.microsoft.com/office/drawing/2014/main" id="{3D69834B-9540-EA02-A7C6-D9FB23052322}"/>
              </a:ext>
            </a:extLst>
          </p:cNvPr>
          <p:cNvCxnSpPr>
            <a:cxnSpLocks/>
          </p:cNvCxnSpPr>
          <p:nvPr/>
        </p:nvCxnSpPr>
        <p:spPr bwMode="auto">
          <a:xfrm>
            <a:off x="3395433" y="4329010"/>
            <a:ext cx="1710019" cy="0"/>
          </a:xfrm>
          <a:prstGeom prst="line">
            <a:avLst/>
          </a:prstGeom>
          <a:noFill/>
          <a:ln w="19050" cap="flat" cmpd="sng" algn="ctr">
            <a:solidFill>
              <a:schemeClr val="tx1"/>
            </a:solidFill>
            <a:prstDash val="solid"/>
            <a:round/>
            <a:headEnd type="none" w="med" len="med"/>
            <a:tailEnd type="none" w="med" len="med"/>
          </a:ln>
          <a:effectLst/>
        </p:spPr>
      </p:cxnSp>
      <p:cxnSp>
        <p:nvCxnSpPr>
          <p:cNvPr id="75" name="直線コネクタ 74">
            <a:extLst>
              <a:ext uri="{FF2B5EF4-FFF2-40B4-BE49-F238E27FC236}">
                <a16:creationId xmlns:a16="http://schemas.microsoft.com/office/drawing/2014/main" id="{E680117D-D4BB-51E2-3844-3CCEFAD160B8}"/>
              </a:ext>
            </a:extLst>
          </p:cNvPr>
          <p:cNvCxnSpPr>
            <a:cxnSpLocks/>
          </p:cNvCxnSpPr>
          <p:nvPr/>
        </p:nvCxnSpPr>
        <p:spPr bwMode="auto">
          <a:xfrm>
            <a:off x="6995473" y="3158997"/>
            <a:ext cx="1530017" cy="0"/>
          </a:xfrm>
          <a:prstGeom prst="line">
            <a:avLst/>
          </a:prstGeom>
          <a:noFill/>
          <a:ln w="19050" cap="flat" cmpd="sng" algn="ctr">
            <a:solidFill>
              <a:schemeClr val="tx1"/>
            </a:solidFill>
            <a:prstDash val="solid"/>
            <a:round/>
            <a:headEnd type="none" w="med" len="med"/>
            <a:tailEnd type="none" w="med" len="med"/>
          </a:ln>
          <a:effectLst/>
        </p:spPr>
      </p:cxnSp>
      <p:cxnSp>
        <p:nvCxnSpPr>
          <p:cNvPr id="76" name="直線コネクタ 75">
            <a:extLst>
              <a:ext uri="{FF2B5EF4-FFF2-40B4-BE49-F238E27FC236}">
                <a16:creationId xmlns:a16="http://schemas.microsoft.com/office/drawing/2014/main" id="{AC0C644D-75DB-9E92-EF30-641AADFFD27B}"/>
              </a:ext>
            </a:extLst>
          </p:cNvPr>
          <p:cNvCxnSpPr>
            <a:cxnSpLocks/>
          </p:cNvCxnSpPr>
          <p:nvPr/>
        </p:nvCxnSpPr>
        <p:spPr bwMode="auto">
          <a:xfrm>
            <a:off x="6995473" y="3338999"/>
            <a:ext cx="1530017" cy="0"/>
          </a:xfrm>
          <a:prstGeom prst="line">
            <a:avLst/>
          </a:prstGeom>
          <a:noFill/>
          <a:ln w="19050" cap="flat" cmpd="sng" algn="ctr">
            <a:solidFill>
              <a:schemeClr val="tx1"/>
            </a:solidFill>
            <a:prstDash val="solid"/>
            <a:round/>
            <a:headEnd type="none" w="med" len="med"/>
            <a:tailEnd type="none" w="med" len="med"/>
          </a:ln>
          <a:effectLst/>
        </p:spPr>
      </p:cxnSp>
      <p:cxnSp>
        <p:nvCxnSpPr>
          <p:cNvPr id="78" name="直線コネクタ 77">
            <a:extLst>
              <a:ext uri="{FF2B5EF4-FFF2-40B4-BE49-F238E27FC236}">
                <a16:creationId xmlns:a16="http://schemas.microsoft.com/office/drawing/2014/main" id="{1101B623-6579-0836-B0B1-4AD579CDD22A}"/>
              </a:ext>
            </a:extLst>
          </p:cNvPr>
          <p:cNvCxnSpPr>
            <a:cxnSpLocks/>
          </p:cNvCxnSpPr>
          <p:nvPr/>
        </p:nvCxnSpPr>
        <p:spPr bwMode="auto">
          <a:xfrm>
            <a:off x="6815471" y="1988984"/>
            <a:ext cx="537" cy="2790389"/>
          </a:xfrm>
          <a:prstGeom prst="line">
            <a:avLst/>
          </a:prstGeom>
          <a:noFill/>
          <a:ln w="19050" cap="flat" cmpd="sng" algn="ctr">
            <a:solidFill>
              <a:schemeClr val="tx1"/>
            </a:solidFill>
            <a:prstDash val="solid"/>
            <a:round/>
            <a:headEnd type="none" w="med" len="med"/>
            <a:tailEnd type="none" w="med" len="med"/>
          </a:ln>
          <a:effectLst/>
        </p:spPr>
      </p:cxnSp>
      <p:cxnSp>
        <p:nvCxnSpPr>
          <p:cNvPr id="81" name="直線コネクタ 80">
            <a:extLst>
              <a:ext uri="{FF2B5EF4-FFF2-40B4-BE49-F238E27FC236}">
                <a16:creationId xmlns:a16="http://schemas.microsoft.com/office/drawing/2014/main" id="{26210A10-53C7-DB4C-689D-6137EE5510D5}"/>
              </a:ext>
            </a:extLst>
          </p:cNvPr>
          <p:cNvCxnSpPr>
            <a:cxnSpLocks/>
          </p:cNvCxnSpPr>
          <p:nvPr/>
        </p:nvCxnSpPr>
        <p:spPr bwMode="auto">
          <a:xfrm>
            <a:off x="6996010" y="3338999"/>
            <a:ext cx="0" cy="1620376"/>
          </a:xfrm>
          <a:prstGeom prst="line">
            <a:avLst/>
          </a:prstGeom>
          <a:noFill/>
          <a:ln w="19050" cap="flat" cmpd="sng" algn="ctr">
            <a:solidFill>
              <a:schemeClr val="tx1"/>
            </a:solidFill>
            <a:prstDash val="solid"/>
            <a:round/>
            <a:headEnd type="none" w="med" len="med"/>
            <a:tailEnd type="none" w="med" len="med"/>
          </a:ln>
          <a:effectLst/>
        </p:spPr>
      </p:cxnSp>
      <p:cxnSp>
        <p:nvCxnSpPr>
          <p:cNvPr id="83" name="直線コネクタ 82">
            <a:extLst>
              <a:ext uri="{FF2B5EF4-FFF2-40B4-BE49-F238E27FC236}">
                <a16:creationId xmlns:a16="http://schemas.microsoft.com/office/drawing/2014/main" id="{7C470485-C42B-82D1-1AA7-5940BF978DED}"/>
              </a:ext>
            </a:extLst>
          </p:cNvPr>
          <p:cNvCxnSpPr>
            <a:cxnSpLocks/>
          </p:cNvCxnSpPr>
          <p:nvPr/>
        </p:nvCxnSpPr>
        <p:spPr bwMode="auto">
          <a:xfrm>
            <a:off x="3575435" y="1358977"/>
            <a:ext cx="537" cy="2790389"/>
          </a:xfrm>
          <a:prstGeom prst="line">
            <a:avLst/>
          </a:prstGeom>
          <a:noFill/>
          <a:ln w="19050" cap="flat" cmpd="sng" algn="ctr">
            <a:solidFill>
              <a:schemeClr val="tx1"/>
            </a:solidFill>
            <a:prstDash val="solid"/>
            <a:round/>
            <a:headEnd type="none" w="med" len="med"/>
            <a:tailEnd type="none" w="med" len="med"/>
          </a:ln>
          <a:effectLst/>
        </p:spPr>
      </p:cxnSp>
      <p:cxnSp>
        <p:nvCxnSpPr>
          <p:cNvPr id="84" name="直線コネクタ 83">
            <a:extLst>
              <a:ext uri="{FF2B5EF4-FFF2-40B4-BE49-F238E27FC236}">
                <a16:creationId xmlns:a16="http://schemas.microsoft.com/office/drawing/2014/main" id="{CED6976B-13B1-066E-DF3A-20029DA5BA13}"/>
              </a:ext>
            </a:extLst>
          </p:cNvPr>
          <p:cNvCxnSpPr>
            <a:cxnSpLocks/>
          </p:cNvCxnSpPr>
          <p:nvPr/>
        </p:nvCxnSpPr>
        <p:spPr bwMode="auto">
          <a:xfrm>
            <a:off x="3395433" y="1178975"/>
            <a:ext cx="0" cy="1620018"/>
          </a:xfrm>
          <a:prstGeom prst="line">
            <a:avLst/>
          </a:prstGeom>
          <a:noFill/>
          <a:ln w="19050" cap="flat" cmpd="sng" algn="ctr">
            <a:solidFill>
              <a:schemeClr val="tx1"/>
            </a:solidFill>
            <a:prstDash val="solid"/>
            <a:round/>
            <a:headEnd type="none" w="med" len="med"/>
            <a:tailEnd type="none" w="med" len="med"/>
          </a:ln>
          <a:effectLst/>
        </p:spPr>
      </p:cxnSp>
      <p:cxnSp>
        <p:nvCxnSpPr>
          <p:cNvPr id="89" name="直線コネクタ 88">
            <a:extLst>
              <a:ext uri="{FF2B5EF4-FFF2-40B4-BE49-F238E27FC236}">
                <a16:creationId xmlns:a16="http://schemas.microsoft.com/office/drawing/2014/main" id="{2DD57243-B35A-393A-64A4-63154A115AED}"/>
              </a:ext>
            </a:extLst>
          </p:cNvPr>
          <p:cNvCxnSpPr>
            <a:cxnSpLocks/>
          </p:cNvCxnSpPr>
          <p:nvPr/>
        </p:nvCxnSpPr>
        <p:spPr bwMode="auto">
          <a:xfrm>
            <a:off x="3395433" y="2978995"/>
            <a:ext cx="0" cy="1350015"/>
          </a:xfrm>
          <a:prstGeom prst="line">
            <a:avLst/>
          </a:prstGeom>
          <a:noFill/>
          <a:ln w="19050" cap="flat" cmpd="sng" algn="ctr">
            <a:solidFill>
              <a:schemeClr val="tx1"/>
            </a:solidFill>
            <a:prstDash val="solid"/>
            <a:round/>
            <a:headEnd type="none" w="med" len="med"/>
            <a:tailEnd type="none" w="med" len="med"/>
          </a:ln>
          <a:effectLst/>
        </p:spPr>
      </p:cxnSp>
      <p:sp>
        <p:nvSpPr>
          <p:cNvPr id="94" name="正方形/長方形 93">
            <a:extLst>
              <a:ext uri="{FF2B5EF4-FFF2-40B4-BE49-F238E27FC236}">
                <a16:creationId xmlns:a16="http://schemas.microsoft.com/office/drawing/2014/main" id="{7DF2351E-1754-2E16-0918-D906EE7FA2EA}"/>
              </a:ext>
            </a:extLst>
          </p:cNvPr>
          <p:cNvSpPr/>
          <p:nvPr/>
        </p:nvSpPr>
        <p:spPr bwMode="auto">
          <a:xfrm>
            <a:off x="1865416" y="2798993"/>
            <a:ext cx="1530017" cy="180002"/>
          </a:xfrm>
          <a:prstGeom prst="rect">
            <a:avLst/>
          </a:prstGeom>
          <a:solidFill>
            <a:schemeClr val="accent5">
              <a:lumMod val="20000"/>
              <a:lumOff val="80000"/>
            </a:schemeClr>
          </a:solid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cxnSp>
        <p:nvCxnSpPr>
          <p:cNvPr id="95" name="直線コネクタ 94">
            <a:extLst>
              <a:ext uri="{FF2B5EF4-FFF2-40B4-BE49-F238E27FC236}">
                <a16:creationId xmlns:a16="http://schemas.microsoft.com/office/drawing/2014/main" id="{7F8EC8BC-79F8-EA8A-3C14-0011C6427DC2}"/>
              </a:ext>
            </a:extLst>
          </p:cNvPr>
          <p:cNvCxnSpPr>
            <a:cxnSpLocks/>
          </p:cNvCxnSpPr>
          <p:nvPr/>
        </p:nvCxnSpPr>
        <p:spPr bwMode="auto">
          <a:xfrm>
            <a:off x="1865416" y="2798993"/>
            <a:ext cx="1530017" cy="0"/>
          </a:xfrm>
          <a:prstGeom prst="line">
            <a:avLst/>
          </a:prstGeom>
          <a:noFill/>
          <a:ln w="19050" cap="flat" cmpd="sng" algn="ctr">
            <a:solidFill>
              <a:schemeClr val="tx1"/>
            </a:solidFill>
            <a:prstDash val="solid"/>
            <a:round/>
            <a:headEnd type="none" w="med" len="med"/>
            <a:tailEnd type="none" w="med" len="med"/>
          </a:ln>
          <a:effectLst/>
        </p:spPr>
      </p:cxnSp>
      <p:cxnSp>
        <p:nvCxnSpPr>
          <p:cNvPr id="96" name="直線コネクタ 95">
            <a:extLst>
              <a:ext uri="{FF2B5EF4-FFF2-40B4-BE49-F238E27FC236}">
                <a16:creationId xmlns:a16="http://schemas.microsoft.com/office/drawing/2014/main" id="{95ECA90E-09F7-B274-1519-52292E9C54E9}"/>
              </a:ext>
            </a:extLst>
          </p:cNvPr>
          <p:cNvCxnSpPr>
            <a:cxnSpLocks/>
          </p:cNvCxnSpPr>
          <p:nvPr/>
        </p:nvCxnSpPr>
        <p:spPr bwMode="auto">
          <a:xfrm>
            <a:off x="1865416" y="2978995"/>
            <a:ext cx="1530017" cy="0"/>
          </a:xfrm>
          <a:prstGeom prst="line">
            <a:avLst/>
          </a:prstGeom>
          <a:noFill/>
          <a:ln w="19050" cap="flat" cmpd="sng" algn="ctr">
            <a:solidFill>
              <a:schemeClr val="tx1"/>
            </a:solidFill>
            <a:prstDash val="solid"/>
            <a:round/>
            <a:headEnd type="none" w="med" len="med"/>
            <a:tailEnd type="none" w="med" len="med"/>
          </a:ln>
          <a:effectLst/>
        </p:spPr>
      </p:cxnSp>
      <p:cxnSp>
        <p:nvCxnSpPr>
          <p:cNvPr id="105" name="直線コネクタ 104">
            <a:extLst>
              <a:ext uri="{FF2B5EF4-FFF2-40B4-BE49-F238E27FC236}">
                <a16:creationId xmlns:a16="http://schemas.microsoft.com/office/drawing/2014/main" id="{30A39633-03E6-5E7F-9007-43C46784B409}"/>
              </a:ext>
            </a:extLst>
          </p:cNvPr>
          <p:cNvCxnSpPr>
            <a:cxnSpLocks/>
          </p:cNvCxnSpPr>
          <p:nvPr/>
        </p:nvCxnSpPr>
        <p:spPr bwMode="auto">
          <a:xfrm>
            <a:off x="6995473" y="1808982"/>
            <a:ext cx="0" cy="1350015"/>
          </a:xfrm>
          <a:prstGeom prst="line">
            <a:avLst/>
          </a:prstGeom>
          <a:noFill/>
          <a:ln w="19050" cap="flat" cmpd="sng" algn="ctr">
            <a:solidFill>
              <a:schemeClr val="tx1"/>
            </a:solidFill>
            <a:prstDash val="solid"/>
            <a:round/>
            <a:headEnd type="none" w="med" len="med"/>
            <a:tailEnd type="none" w="med" len="med"/>
          </a:ln>
          <a:effectLst/>
        </p:spPr>
      </p:cxnSp>
      <p:cxnSp>
        <p:nvCxnSpPr>
          <p:cNvPr id="115" name="直線矢印コネクタ 114">
            <a:extLst>
              <a:ext uri="{FF2B5EF4-FFF2-40B4-BE49-F238E27FC236}">
                <a16:creationId xmlns:a16="http://schemas.microsoft.com/office/drawing/2014/main" id="{1B54ABA9-06F8-2239-CAC1-4C7506F101A1}"/>
              </a:ext>
            </a:extLst>
          </p:cNvPr>
          <p:cNvCxnSpPr>
            <a:cxnSpLocks/>
          </p:cNvCxnSpPr>
          <p:nvPr/>
        </p:nvCxnSpPr>
        <p:spPr bwMode="auto">
          <a:xfrm flipH="1">
            <a:off x="4655447" y="4869016"/>
            <a:ext cx="2070023" cy="0"/>
          </a:xfrm>
          <a:prstGeom prst="straightConnector1">
            <a:avLst/>
          </a:prstGeom>
          <a:noFill/>
          <a:ln w="9525" cap="flat" cmpd="sng" algn="ctr">
            <a:solidFill>
              <a:schemeClr val="tx1"/>
            </a:solidFill>
            <a:prstDash val="solid"/>
            <a:round/>
            <a:headEnd type="none" w="med" len="med"/>
            <a:tailEnd type="triangle"/>
          </a:ln>
          <a:effectLst/>
        </p:spPr>
      </p:cxnSp>
      <p:sp>
        <p:nvSpPr>
          <p:cNvPr id="129" name="Rectangle 93">
            <a:extLst>
              <a:ext uri="{FF2B5EF4-FFF2-40B4-BE49-F238E27FC236}">
                <a16:creationId xmlns:a16="http://schemas.microsoft.com/office/drawing/2014/main" id="{AAC2B2B0-A35B-EC6E-C09F-3AF024D2C5AE}"/>
              </a:ext>
            </a:extLst>
          </p:cNvPr>
          <p:cNvSpPr>
            <a:spLocks noChangeArrowheads="1"/>
          </p:cNvSpPr>
          <p:nvPr/>
        </p:nvSpPr>
        <p:spPr bwMode="auto">
          <a:xfrm>
            <a:off x="4835449" y="4419011"/>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S</a:t>
            </a:r>
          </a:p>
        </p:txBody>
      </p:sp>
      <p:sp>
        <p:nvSpPr>
          <p:cNvPr id="130" name="正方形/長方形 129">
            <a:extLst>
              <a:ext uri="{FF2B5EF4-FFF2-40B4-BE49-F238E27FC236}">
                <a16:creationId xmlns:a16="http://schemas.microsoft.com/office/drawing/2014/main" id="{15A3387C-E38C-1590-ABCC-6E1E9F555173}"/>
              </a:ext>
            </a:extLst>
          </p:cNvPr>
          <p:cNvSpPr/>
          <p:nvPr/>
        </p:nvSpPr>
        <p:spPr bwMode="auto">
          <a:xfrm>
            <a:off x="3845438" y="1538979"/>
            <a:ext cx="720008" cy="720007"/>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r>
              <a:rPr lang="ja-JP" altLang="en-US" sz="1600" dirty="0">
                <a:solidFill>
                  <a:schemeClr val="tx1">
                    <a:lumMod val="75000"/>
                    <a:lumOff val="25000"/>
                  </a:schemeClr>
                </a:solidFill>
              </a:rPr>
              <a:t>給水口</a:t>
            </a:r>
          </a:p>
        </p:txBody>
      </p:sp>
      <p:sp>
        <p:nvSpPr>
          <p:cNvPr id="131" name="正方形/長方形 130">
            <a:extLst>
              <a:ext uri="{FF2B5EF4-FFF2-40B4-BE49-F238E27FC236}">
                <a16:creationId xmlns:a16="http://schemas.microsoft.com/office/drawing/2014/main" id="{5BC8114E-7CC1-1E31-27E5-F349BF74BB70}"/>
              </a:ext>
            </a:extLst>
          </p:cNvPr>
          <p:cNvSpPr/>
          <p:nvPr/>
        </p:nvSpPr>
        <p:spPr bwMode="auto">
          <a:xfrm>
            <a:off x="3845438" y="4509012"/>
            <a:ext cx="720008" cy="720007"/>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r>
              <a:rPr lang="ja-JP" altLang="en-US" sz="1600" dirty="0">
                <a:solidFill>
                  <a:schemeClr val="tx1">
                    <a:lumMod val="75000"/>
                    <a:lumOff val="25000"/>
                  </a:schemeClr>
                </a:solidFill>
              </a:rPr>
              <a:t>排水口</a:t>
            </a:r>
          </a:p>
        </p:txBody>
      </p:sp>
      <p:sp>
        <p:nvSpPr>
          <p:cNvPr id="132" name="正方形/長方形 131">
            <a:extLst>
              <a:ext uri="{FF2B5EF4-FFF2-40B4-BE49-F238E27FC236}">
                <a16:creationId xmlns:a16="http://schemas.microsoft.com/office/drawing/2014/main" id="{6CD406D2-14D5-AFD4-A2F2-41A61388AE9A}"/>
              </a:ext>
            </a:extLst>
          </p:cNvPr>
          <p:cNvSpPr/>
          <p:nvPr/>
        </p:nvSpPr>
        <p:spPr bwMode="auto">
          <a:xfrm>
            <a:off x="1775415" y="2258987"/>
            <a:ext cx="720008" cy="720007"/>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r>
              <a:rPr lang="ja-JP" altLang="en-US" sz="1600" dirty="0">
                <a:solidFill>
                  <a:schemeClr val="tx1">
                    <a:lumMod val="75000"/>
                    <a:lumOff val="25000"/>
                  </a:schemeClr>
                </a:solidFill>
              </a:rPr>
              <a:t>入力</a:t>
            </a:r>
          </a:p>
        </p:txBody>
      </p:sp>
      <p:sp>
        <p:nvSpPr>
          <p:cNvPr id="133" name="正方形/長方形 132">
            <a:extLst>
              <a:ext uri="{FF2B5EF4-FFF2-40B4-BE49-F238E27FC236}">
                <a16:creationId xmlns:a16="http://schemas.microsoft.com/office/drawing/2014/main" id="{83BEF989-32BA-0D17-0218-8AD8D1D2FF0C}"/>
              </a:ext>
            </a:extLst>
          </p:cNvPr>
          <p:cNvSpPr/>
          <p:nvPr/>
        </p:nvSpPr>
        <p:spPr bwMode="auto">
          <a:xfrm>
            <a:off x="7985484" y="2618991"/>
            <a:ext cx="720008" cy="720007"/>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r>
              <a:rPr lang="ja-JP" altLang="en-US" sz="1600" dirty="0">
                <a:solidFill>
                  <a:schemeClr val="tx1">
                    <a:lumMod val="75000"/>
                    <a:lumOff val="25000"/>
                  </a:schemeClr>
                </a:solidFill>
              </a:rPr>
              <a:t>出力</a:t>
            </a:r>
          </a:p>
        </p:txBody>
      </p:sp>
      <p:sp>
        <p:nvSpPr>
          <p:cNvPr id="22" name="正方形/長方形 21">
            <a:extLst>
              <a:ext uri="{FF2B5EF4-FFF2-40B4-BE49-F238E27FC236}">
                <a16:creationId xmlns:a16="http://schemas.microsoft.com/office/drawing/2014/main" id="{CA97F46B-0BD8-2830-46E1-71D796D8100D}"/>
              </a:ext>
            </a:extLst>
          </p:cNvPr>
          <p:cNvSpPr/>
          <p:nvPr/>
        </p:nvSpPr>
        <p:spPr bwMode="auto">
          <a:xfrm>
            <a:off x="1775952" y="2978995"/>
            <a:ext cx="720008" cy="720007"/>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r>
              <a:rPr lang="ja-JP" altLang="en-US" sz="1600" dirty="0">
                <a:solidFill>
                  <a:schemeClr val="tx1">
                    <a:lumMod val="75000"/>
                    <a:lumOff val="25000"/>
                  </a:schemeClr>
                </a:solidFill>
              </a:rPr>
              <a:t>水がある</a:t>
            </a:r>
            <a:r>
              <a:rPr lang="en-US" altLang="ja-JP" sz="1600" dirty="0">
                <a:solidFill>
                  <a:schemeClr val="tx1">
                    <a:lumMod val="75000"/>
                    <a:lumOff val="25000"/>
                  </a:schemeClr>
                </a:solidFill>
              </a:rPr>
              <a:t>=1</a:t>
            </a:r>
            <a:endParaRPr lang="ja-JP" altLang="en-US" sz="1600" dirty="0">
              <a:solidFill>
                <a:schemeClr val="tx1">
                  <a:lumMod val="75000"/>
                  <a:lumOff val="25000"/>
                </a:schemeClr>
              </a:solidFill>
            </a:endParaRPr>
          </a:p>
        </p:txBody>
      </p:sp>
      <p:sp>
        <p:nvSpPr>
          <p:cNvPr id="27" name="正方形/長方形 26">
            <a:extLst>
              <a:ext uri="{FF2B5EF4-FFF2-40B4-BE49-F238E27FC236}">
                <a16:creationId xmlns:a16="http://schemas.microsoft.com/office/drawing/2014/main" id="{01B3B152-CC0A-E402-A534-DEC960F0E7FD}"/>
              </a:ext>
            </a:extLst>
          </p:cNvPr>
          <p:cNvSpPr/>
          <p:nvPr/>
        </p:nvSpPr>
        <p:spPr bwMode="auto">
          <a:xfrm>
            <a:off x="7806019" y="3338999"/>
            <a:ext cx="720008" cy="720007"/>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r>
              <a:rPr lang="ja-JP" altLang="en-US" sz="1600" dirty="0">
                <a:solidFill>
                  <a:schemeClr val="tx1">
                    <a:lumMod val="75000"/>
                    <a:lumOff val="25000"/>
                  </a:schemeClr>
                </a:solidFill>
              </a:rPr>
              <a:t>水がない</a:t>
            </a:r>
            <a:r>
              <a:rPr lang="en-US" altLang="ja-JP" sz="1600" dirty="0">
                <a:solidFill>
                  <a:schemeClr val="tx1">
                    <a:lumMod val="75000"/>
                    <a:lumOff val="25000"/>
                  </a:schemeClr>
                </a:solidFill>
              </a:rPr>
              <a:t>=0</a:t>
            </a:r>
            <a:endParaRPr lang="ja-JP" altLang="en-US" sz="1600" dirty="0">
              <a:solidFill>
                <a:schemeClr val="tx1">
                  <a:lumMod val="75000"/>
                  <a:lumOff val="25000"/>
                </a:schemeClr>
              </a:solidFill>
            </a:endParaRPr>
          </a:p>
        </p:txBody>
      </p:sp>
    </p:spTree>
    <p:extLst>
      <p:ext uri="{BB962C8B-B14F-4D97-AF65-F5344CB8AC3E}">
        <p14:creationId xmlns:p14="http://schemas.microsoft.com/office/powerpoint/2010/main" val="335926849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 name="正方形/長方形 156">
            <a:extLst>
              <a:ext uri="{FF2B5EF4-FFF2-40B4-BE49-F238E27FC236}">
                <a16:creationId xmlns:a16="http://schemas.microsoft.com/office/drawing/2014/main" id="{76A89134-DD3A-4D79-4436-97726B8D7771}"/>
              </a:ext>
            </a:extLst>
          </p:cNvPr>
          <p:cNvSpPr/>
          <p:nvPr/>
        </p:nvSpPr>
        <p:spPr bwMode="auto">
          <a:xfrm>
            <a:off x="7176012" y="4509012"/>
            <a:ext cx="540006" cy="180002"/>
          </a:xfrm>
          <a:prstGeom prst="rect">
            <a:avLst/>
          </a:prstGeom>
          <a:solidFill>
            <a:schemeClr val="accent5">
              <a:lumMod val="20000"/>
              <a:lumOff val="80000"/>
            </a:schemeClr>
          </a:solid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sp>
        <p:nvSpPr>
          <p:cNvPr id="156" name="正方形/長方形 155">
            <a:extLst>
              <a:ext uri="{FF2B5EF4-FFF2-40B4-BE49-F238E27FC236}">
                <a16:creationId xmlns:a16="http://schemas.microsoft.com/office/drawing/2014/main" id="{C993C619-F913-C8E7-D258-69AF50B8DBD6}"/>
              </a:ext>
            </a:extLst>
          </p:cNvPr>
          <p:cNvSpPr/>
          <p:nvPr/>
        </p:nvSpPr>
        <p:spPr bwMode="auto">
          <a:xfrm>
            <a:off x="7176012" y="1538980"/>
            <a:ext cx="540006" cy="180002"/>
          </a:xfrm>
          <a:prstGeom prst="rect">
            <a:avLst/>
          </a:prstGeom>
          <a:solidFill>
            <a:schemeClr val="accent5">
              <a:lumMod val="20000"/>
              <a:lumOff val="80000"/>
            </a:schemeClr>
          </a:solid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sp>
        <p:nvSpPr>
          <p:cNvPr id="91" name="正方形/長方形 90">
            <a:extLst>
              <a:ext uri="{FF2B5EF4-FFF2-40B4-BE49-F238E27FC236}">
                <a16:creationId xmlns:a16="http://schemas.microsoft.com/office/drawing/2014/main" id="{FE103B1E-71A5-BEF0-A86C-6DF0F6D42E4A}"/>
              </a:ext>
            </a:extLst>
          </p:cNvPr>
          <p:cNvSpPr/>
          <p:nvPr/>
        </p:nvSpPr>
        <p:spPr bwMode="auto">
          <a:xfrm>
            <a:off x="3395971" y="1538978"/>
            <a:ext cx="180002" cy="3150035"/>
          </a:xfrm>
          <a:prstGeom prst="rect">
            <a:avLst/>
          </a:prstGeom>
          <a:solidFill>
            <a:schemeClr val="accent5">
              <a:lumMod val="20000"/>
              <a:lumOff val="80000"/>
            </a:schemeClr>
          </a:solid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sp>
        <p:nvSpPr>
          <p:cNvPr id="61" name="正方形/長方形 60">
            <a:extLst>
              <a:ext uri="{FF2B5EF4-FFF2-40B4-BE49-F238E27FC236}">
                <a16:creationId xmlns:a16="http://schemas.microsoft.com/office/drawing/2014/main" id="{189F94FB-CD47-58D8-508C-7E12F06E82B8}"/>
              </a:ext>
            </a:extLst>
          </p:cNvPr>
          <p:cNvSpPr/>
          <p:nvPr/>
        </p:nvSpPr>
        <p:spPr bwMode="auto">
          <a:xfrm>
            <a:off x="3575972" y="1538979"/>
            <a:ext cx="1530017" cy="180002"/>
          </a:xfrm>
          <a:prstGeom prst="rect">
            <a:avLst/>
          </a:prstGeom>
          <a:solidFill>
            <a:schemeClr val="accent5">
              <a:lumMod val="20000"/>
              <a:lumOff val="80000"/>
            </a:schemeClr>
          </a:solid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sp>
        <p:nvSpPr>
          <p:cNvPr id="2" name="タイトル 1">
            <a:extLst>
              <a:ext uri="{FF2B5EF4-FFF2-40B4-BE49-F238E27FC236}">
                <a16:creationId xmlns:a16="http://schemas.microsoft.com/office/drawing/2014/main" id="{4B597429-ED9C-17EA-8F06-8F7072BC05A7}"/>
              </a:ext>
            </a:extLst>
          </p:cNvPr>
          <p:cNvSpPr>
            <a:spLocks noGrp="1"/>
          </p:cNvSpPr>
          <p:nvPr>
            <p:ph type="title"/>
          </p:nvPr>
        </p:nvSpPr>
        <p:spPr>
          <a:xfrm>
            <a:off x="785941" y="0"/>
            <a:ext cx="10776052" cy="908972"/>
          </a:xfrm>
        </p:spPr>
        <p:txBody>
          <a:bodyPr/>
          <a:lstStyle/>
          <a:p>
            <a:r>
              <a:rPr kumimoji="1" lang="ja-JP" altLang="en-US" dirty="0"/>
              <a:t>上側を並列繋ぎ，下側を直列繋ぎにすると </a:t>
            </a:r>
            <a:r>
              <a:rPr kumimoji="1" lang="en-US" altLang="ja-JP" dirty="0"/>
              <a:t>NAND </a:t>
            </a:r>
            <a:r>
              <a:rPr kumimoji="1" lang="ja-JP" altLang="en-US" dirty="0"/>
              <a:t>になる</a:t>
            </a:r>
            <a:endParaRPr kumimoji="1" lang="en-US" dirty="0"/>
          </a:p>
        </p:txBody>
      </p:sp>
      <p:sp>
        <p:nvSpPr>
          <p:cNvPr id="4" name="正方形/長方形 3">
            <a:extLst>
              <a:ext uri="{FF2B5EF4-FFF2-40B4-BE49-F238E27FC236}">
                <a16:creationId xmlns:a16="http://schemas.microsoft.com/office/drawing/2014/main" id="{F544FA4C-00BA-214A-5907-8ED7A8B470D8}"/>
              </a:ext>
            </a:extLst>
          </p:cNvPr>
          <p:cNvSpPr/>
          <p:nvPr/>
        </p:nvSpPr>
        <p:spPr bwMode="auto">
          <a:xfrm>
            <a:off x="5105991" y="4419011"/>
            <a:ext cx="540006" cy="360005"/>
          </a:xfrm>
          <a:prstGeom prst="rect">
            <a:avLst/>
          </a:prstGeom>
          <a:solidFill>
            <a:schemeClr val="accent5">
              <a:lumMod val="20000"/>
              <a:lumOff val="80000"/>
            </a:schemeClr>
          </a:solid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cxnSp>
        <p:nvCxnSpPr>
          <p:cNvPr id="5" name="直線コネクタ 4">
            <a:extLst>
              <a:ext uri="{FF2B5EF4-FFF2-40B4-BE49-F238E27FC236}">
                <a16:creationId xmlns:a16="http://schemas.microsoft.com/office/drawing/2014/main" id="{DCA8DD28-BDEA-4217-483B-547B8A4F03E1}"/>
              </a:ext>
            </a:extLst>
          </p:cNvPr>
          <p:cNvCxnSpPr>
            <a:cxnSpLocks/>
          </p:cNvCxnSpPr>
          <p:nvPr/>
        </p:nvCxnSpPr>
        <p:spPr bwMode="auto">
          <a:xfrm>
            <a:off x="5105991" y="4779016"/>
            <a:ext cx="540006" cy="0"/>
          </a:xfrm>
          <a:prstGeom prst="line">
            <a:avLst/>
          </a:prstGeom>
          <a:noFill/>
          <a:ln w="19050" cap="rnd" cmpd="sng" algn="ctr">
            <a:solidFill>
              <a:schemeClr val="accent5"/>
            </a:solidFill>
            <a:prstDash val="solid"/>
            <a:round/>
            <a:headEnd type="none" w="med" len="med"/>
            <a:tailEnd type="none" w="med" len="med"/>
          </a:ln>
          <a:effectLst/>
        </p:spPr>
      </p:cxnSp>
      <p:cxnSp>
        <p:nvCxnSpPr>
          <p:cNvPr id="6" name="直線コネクタ 5">
            <a:extLst>
              <a:ext uri="{FF2B5EF4-FFF2-40B4-BE49-F238E27FC236}">
                <a16:creationId xmlns:a16="http://schemas.microsoft.com/office/drawing/2014/main" id="{9FF45AE4-8EF4-A14D-6340-03FCA5EDEA87}"/>
              </a:ext>
            </a:extLst>
          </p:cNvPr>
          <p:cNvCxnSpPr>
            <a:cxnSpLocks/>
          </p:cNvCxnSpPr>
          <p:nvPr/>
        </p:nvCxnSpPr>
        <p:spPr bwMode="auto">
          <a:xfrm>
            <a:off x="5105991" y="4329010"/>
            <a:ext cx="0" cy="180002"/>
          </a:xfrm>
          <a:prstGeom prst="line">
            <a:avLst/>
          </a:prstGeom>
          <a:noFill/>
          <a:ln w="19050" cap="rnd" cmpd="sng" algn="ctr">
            <a:solidFill>
              <a:schemeClr val="accent5"/>
            </a:solidFill>
            <a:prstDash val="solid"/>
            <a:round/>
            <a:headEnd type="none" w="med" len="med"/>
            <a:tailEnd type="none" w="med" len="med"/>
          </a:ln>
          <a:effectLst/>
        </p:spPr>
      </p:cxnSp>
      <p:cxnSp>
        <p:nvCxnSpPr>
          <p:cNvPr id="7" name="直線コネクタ 6">
            <a:extLst>
              <a:ext uri="{FF2B5EF4-FFF2-40B4-BE49-F238E27FC236}">
                <a16:creationId xmlns:a16="http://schemas.microsoft.com/office/drawing/2014/main" id="{0E1209BB-7D84-34D0-606D-4BE912DA4A26}"/>
              </a:ext>
            </a:extLst>
          </p:cNvPr>
          <p:cNvCxnSpPr>
            <a:cxnSpLocks/>
          </p:cNvCxnSpPr>
          <p:nvPr/>
        </p:nvCxnSpPr>
        <p:spPr bwMode="auto">
          <a:xfrm>
            <a:off x="5645997" y="4329010"/>
            <a:ext cx="0" cy="450041"/>
          </a:xfrm>
          <a:prstGeom prst="line">
            <a:avLst/>
          </a:prstGeom>
          <a:noFill/>
          <a:ln w="19050" cap="rnd" cmpd="sng" algn="ctr">
            <a:solidFill>
              <a:schemeClr val="accent5"/>
            </a:solidFill>
            <a:prstDash val="solid"/>
            <a:round/>
            <a:headEnd type="none" w="med" len="med"/>
            <a:tailEnd type="none" w="med" len="med"/>
          </a:ln>
          <a:effectLst/>
        </p:spPr>
      </p:cxnSp>
      <p:cxnSp>
        <p:nvCxnSpPr>
          <p:cNvPr id="8" name="直線コネクタ 7">
            <a:extLst>
              <a:ext uri="{FF2B5EF4-FFF2-40B4-BE49-F238E27FC236}">
                <a16:creationId xmlns:a16="http://schemas.microsoft.com/office/drawing/2014/main" id="{9110A407-7179-A860-E9DD-0F4D96E9528D}"/>
              </a:ext>
            </a:extLst>
          </p:cNvPr>
          <p:cNvCxnSpPr>
            <a:cxnSpLocks/>
          </p:cNvCxnSpPr>
          <p:nvPr/>
        </p:nvCxnSpPr>
        <p:spPr bwMode="auto">
          <a:xfrm flipV="1">
            <a:off x="5375992" y="4779016"/>
            <a:ext cx="0" cy="180002"/>
          </a:xfrm>
          <a:prstGeom prst="line">
            <a:avLst/>
          </a:prstGeom>
          <a:noFill/>
          <a:ln w="19050" cap="flat" cmpd="sng" algn="ctr">
            <a:solidFill>
              <a:schemeClr val="accent5"/>
            </a:solidFill>
            <a:prstDash val="solid"/>
            <a:round/>
            <a:headEnd type="none" w="med" len="med"/>
            <a:tailEnd type="none" w="med" len="med"/>
          </a:ln>
          <a:effectLst/>
        </p:spPr>
      </p:cxnSp>
      <p:sp>
        <p:nvSpPr>
          <p:cNvPr id="9" name="正方形/長方形 8">
            <a:extLst>
              <a:ext uri="{FF2B5EF4-FFF2-40B4-BE49-F238E27FC236}">
                <a16:creationId xmlns:a16="http://schemas.microsoft.com/office/drawing/2014/main" id="{D0C4D5BD-FC80-624E-F378-A4EA5C36A7BB}"/>
              </a:ext>
            </a:extLst>
          </p:cNvPr>
          <p:cNvSpPr/>
          <p:nvPr/>
        </p:nvSpPr>
        <p:spPr bwMode="auto">
          <a:xfrm rot="5400000">
            <a:off x="6861008" y="2933995"/>
            <a:ext cx="180002" cy="4590051"/>
          </a:xfrm>
          <a:prstGeom prst="rect">
            <a:avLst/>
          </a:prstGeom>
          <a:solidFill>
            <a:schemeClr val="accent5">
              <a:lumMod val="20000"/>
              <a:lumOff val="80000"/>
            </a:schemeClr>
          </a:solid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cxnSp>
        <p:nvCxnSpPr>
          <p:cNvPr id="10" name="直線コネクタ 9">
            <a:extLst>
              <a:ext uri="{FF2B5EF4-FFF2-40B4-BE49-F238E27FC236}">
                <a16:creationId xmlns:a16="http://schemas.microsoft.com/office/drawing/2014/main" id="{21FB108E-B80A-7304-E181-A256084CEB5A}"/>
              </a:ext>
            </a:extLst>
          </p:cNvPr>
          <p:cNvCxnSpPr>
            <a:cxnSpLocks/>
          </p:cNvCxnSpPr>
          <p:nvPr/>
        </p:nvCxnSpPr>
        <p:spPr bwMode="auto">
          <a:xfrm>
            <a:off x="5465995" y="5139021"/>
            <a:ext cx="3600038" cy="0"/>
          </a:xfrm>
          <a:prstGeom prst="line">
            <a:avLst/>
          </a:prstGeom>
          <a:noFill/>
          <a:ln w="19050" cap="flat" cmpd="sng" algn="ctr">
            <a:solidFill>
              <a:schemeClr val="tx1"/>
            </a:solidFill>
            <a:prstDash val="solid"/>
            <a:round/>
            <a:headEnd type="none" w="med" len="med"/>
            <a:tailEnd type="none" w="med" len="med"/>
          </a:ln>
          <a:effectLst/>
        </p:spPr>
      </p:cxnSp>
      <p:cxnSp>
        <p:nvCxnSpPr>
          <p:cNvPr id="11" name="直線コネクタ 10">
            <a:extLst>
              <a:ext uri="{FF2B5EF4-FFF2-40B4-BE49-F238E27FC236}">
                <a16:creationId xmlns:a16="http://schemas.microsoft.com/office/drawing/2014/main" id="{EDAC7A46-7F1E-08E5-39B7-E9756DAAADF2}"/>
              </a:ext>
            </a:extLst>
          </p:cNvPr>
          <p:cNvCxnSpPr>
            <a:cxnSpLocks/>
          </p:cNvCxnSpPr>
          <p:nvPr/>
        </p:nvCxnSpPr>
        <p:spPr bwMode="auto">
          <a:xfrm>
            <a:off x="4655984" y="5319021"/>
            <a:ext cx="4590051" cy="0"/>
          </a:xfrm>
          <a:prstGeom prst="line">
            <a:avLst/>
          </a:prstGeom>
          <a:noFill/>
          <a:ln w="19050" cap="flat" cmpd="sng" algn="ctr">
            <a:solidFill>
              <a:schemeClr val="tx1"/>
            </a:solidFill>
            <a:prstDash val="solid"/>
            <a:round/>
            <a:headEnd type="none" w="med" len="med"/>
            <a:tailEnd type="none" w="med" len="med"/>
          </a:ln>
          <a:effectLst/>
        </p:spPr>
      </p:cxnSp>
      <p:cxnSp>
        <p:nvCxnSpPr>
          <p:cNvPr id="12" name="直線コネクタ 11">
            <a:extLst>
              <a:ext uri="{FF2B5EF4-FFF2-40B4-BE49-F238E27FC236}">
                <a16:creationId xmlns:a16="http://schemas.microsoft.com/office/drawing/2014/main" id="{E4EEC248-333D-8B1D-3691-F49076842A5A}"/>
              </a:ext>
            </a:extLst>
          </p:cNvPr>
          <p:cNvCxnSpPr>
            <a:cxnSpLocks/>
          </p:cNvCxnSpPr>
          <p:nvPr/>
        </p:nvCxnSpPr>
        <p:spPr bwMode="auto">
          <a:xfrm>
            <a:off x="4655984" y="5139019"/>
            <a:ext cx="630007" cy="0"/>
          </a:xfrm>
          <a:prstGeom prst="line">
            <a:avLst/>
          </a:prstGeom>
          <a:noFill/>
          <a:ln w="19050" cap="flat" cmpd="sng" algn="ctr">
            <a:solidFill>
              <a:schemeClr val="tx1"/>
            </a:solidFill>
            <a:prstDash val="solid"/>
            <a:round/>
            <a:headEnd type="none" w="med" len="med"/>
            <a:tailEnd type="none" w="med" len="med"/>
          </a:ln>
          <a:effectLst/>
        </p:spPr>
      </p:cxnSp>
      <p:sp>
        <p:nvSpPr>
          <p:cNvPr id="13" name="正方形/長方形 12">
            <a:extLst>
              <a:ext uri="{FF2B5EF4-FFF2-40B4-BE49-F238E27FC236}">
                <a16:creationId xmlns:a16="http://schemas.microsoft.com/office/drawing/2014/main" id="{F1A07955-D96B-635D-E33D-F48ED8823A53}"/>
              </a:ext>
            </a:extLst>
          </p:cNvPr>
          <p:cNvSpPr/>
          <p:nvPr/>
        </p:nvSpPr>
        <p:spPr bwMode="auto">
          <a:xfrm rot="5400000">
            <a:off x="5285991" y="4959018"/>
            <a:ext cx="180002" cy="180001"/>
          </a:xfrm>
          <a:prstGeom prst="rect">
            <a:avLst/>
          </a:prstGeom>
          <a:solidFill>
            <a:schemeClr val="accent5"/>
          </a:solidFill>
          <a:ln>
            <a:solidFill>
              <a:schemeClr val="accent5"/>
            </a:solidFill>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grpSp>
        <p:nvGrpSpPr>
          <p:cNvPr id="14" name="グループ化 13">
            <a:extLst>
              <a:ext uri="{FF2B5EF4-FFF2-40B4-BE49-F238E27FC236}">
                <a16:creationId xmlns:a16="http://schemas.microsoft.com/office/drawing/2014/main" id="{1A1097E2-63CF-C02F-E881-EA114310949F}"/>
              </a:ext>
            </a:extLst>
          </p:cNvPr>
          <p:cNvGrpSpPr/>
          <p:nvPr/>
        </p:nvGrpSpPr>
        <p:grpSpPr>
          <a:xfrm>
            <a:off x="5285991" y="5769025"/>
            <a:ext cx="180003" cy="360004"/>
            <a:chOff x="3131985" y="5049018"/>
            <a:chExt cx="180002" cy="437056"/>
          </a:xfrm>
        </p:grpSpPr>
        <p:grpSp>
          <p:nvGrpSpPr>
            <p:cNvPr id="15" name="グループ化 14">
              <a:extLst>
                <a:ext uri="{FF2B5EF4-FFF2-40B4-BE49-F238E27FC236}">
                  <a16:creationId xmlns:a16="http://schemas.microsoft.com/office/drawing/2014/main" id="{6A766BE0-31F6-841D-510E-1AF93ED8CEE0}"/>
                </a:ext>
              </a:extLst>
            </p:cNvPr>
            <p:cNvGrpSpPr/>
            <p:nvPr/>
          </p:nvGrpSpPr>
          <p:grpSpPr>
            <a:xfrm>
              <a:off x="3131985" y="5139021"/>
              <a:ext cx="180002" cy="254126"/>
              <a:chOff x="3131984" y="5191944"/>
              <a:chExt cx="270003" cy="201854"/>
            </a:xfrm>
          </p:grpSpPr>
          <p:sp>
            <p:nvSpPr>
              <p:cNvPr id="18" name="Freeform 42">
                <a:extLst>
                  <a:ext uri="{FF2B5EF4-FFF2-40B4-BE49-F238E27FC236}">
                    <a16:creationId xmlns:a16="http://schemas.microsoft.com/office/drawing/2014/main" id="{BFE0788F-0661-7E75-AC7F-F1B8E0D25119}"/>
                  </a:ext>
                </a:extLst>
              </p:cNvPr>
              <p:cNvSpPr>
                <a:spLocks/>
              </p:cNvSpPr>
              <p:nvPr/>
            </p:nvSpPr>
            <p:spPr bwMode="auto">
              <a:xfrm>
                <a:off x="3131984" y="5229020"/>
                <a:ext cx="270003" cy="90001"/>
              </a:xfrm>
              <a:custGeom>
                <a:avLst/>
                <a:gdLst>
                  <a:gd name="T0" fmla="*/ 3025 w 5991"/>
                  <a:gd name="T1" fmla="*/ 3393 h 3396"/>
                  <a:gd name="T2" fmla="*/ 3330 w 5991"/>
                  <a:gd name="T3" fmla="*/ 3377 h 3396"/>
                  <a:gd name="T4" fmla="*/ 3627 w 5991"/>
                  <a:gd name="T5" fmla="*/ 3342 h 3396"/>
                  <a:gd name="T6" fmla="*/ 3916 w 5991"/>
                  <a:gd name="T7" fmla="*/ 3293 h 3396"/>
                  <a:gd name="T8" fmla="*/ 4193 w 5991"/>
                  <a:gd name="T9" fmla="*/ 3228 h 3396"/>
                  <a:gd name="T10" fmla="*/ 4458 w 5991"/>
                  <a:gd name="T11" fmla="*/ 3150 h 3396"/>
                  <a:gd name="T12" fmla="*/ 4708 w 5991"/>
                  <a:gd name="T13" fmla="*/ 3059 h 3396"/>
                  <a:gd name="T14" fmla="*/ 4941 w 5991"/>
                  <a:gd name="T15" fmla="*/ 2955 h 3396"/>
                  <a:gd name="T16" fmla="*/ 5157 w 5991"/>
                  <a:gd name="T17" fmla="*/ 2839 h 3396"/>
                  <a:gd name="T18" fmla="*/ 5350 w 5991"/>
                  <a:gd name="T19" fmla="*/ 2714 h 3396"/>
                  <a:gd name="T20" fmla="*/ 5523 w 5991"/>
                  <a:gd name="T21" fmla="*/ 2578 h 3396"/>
                  <a:gd name="T22" fmla="*/ 5671 w 5991"/>
                  <a:gd name="T23" fmla="*/ 2434 h 3396"/>
                  <a:gd name="T24" fmla="*/ 5794 w 5991"/>
                  <a:gd name="T25" fmla="*/ 2282 h 3396"/>
                  <a:gd name="T26" fmla="*/ 5889 w 5991"/>
                  <a:gd name="T27" fmla="*/ 2123 h 3396"/>
                  <a:gd name="T28" fmla="*/ 5953 w 5991"/>
                  <a:gd name="T29" fmla="*/ 1956 h 3396"/>
                  <a:gd name="T30" fmla="*/ 5986 w 5991"/>
                  <a:gd name="T31" fmla="*/ 1786 h 3396"/>
                  <a:gd name="T32" fmla="*/ 5990 w 5991"/>
                  <a:gd name="T33" fmla="*/ 1654 h 3396"/>
                  <a:gd name="T34" fmla="*/ 5964 w 5991"/>
                  <a:gd name="T35" fmla="*/ 1482 h 3396"/>
                  <a:gd name="T36" fmla="*/ 5908 w 5991"/>
                  <a:gd name="T37" fmla="*/ 1315 h 3396"/>
                  <a:gd name="T38" fmla="*/ 5819 w 5991"/>
                  <a:gd name="T39" fmla="*/ 1154 h 3396"/>
                  <a:gd name="T40" fmla="*/ 5704 w 5991"/>
                  <a:gd name="T41" fmla="*/ 1000 h 3396"/>
                  <a:gd name="T42" fmla="*/ 5563 w 5991"/>
                  <a:gd name="T43" fmla="*/ 852 h 3396"/>
                  <a:gd name="T44" fmla="*/ 5396 w 5991"/>
                  <a:gd name="T45" fmla="*/ 715 h 3396"/>
                  <a:gd name="T46" fmla="*/ 5207 w 5991"/>
                  <a:gd name="T47" fmla="*/ 587 h 3396"/>
                  <a:gd name="T48" fmla="*/ 4996 w 5991"/>
                  <a:gd name="T49" fmla="*/ 469 h 3396"/>
                  <a:gd name="T50" fmla="*/ 4768 w 5991"/>
                  <a:gd name="T51" fmla="*/ 363 h 3396"/>
                  <a:gd name="T52" fmla="*/ 4522 w 5991"/>
                  <a:gd name="T53" fmla="*/ 268 h 3396"/>
                  <a:gd name="T54" fmla="*/ 4261 w 5991"/>
                  <a:gd name="T55" fmla="*/ 186 h 3396"/>
                  <a:gd name="T56" fmla="*/ 3986 w 5991"/>
                  <a:gd name="T57" fmla="*/ 118 h 3396"/>
                  <a:gd name="T58" fmla="*/ 3700 w 5991"/>
                  <a:gd name="T59" fmla="*/ 65 h 3396"/>
                  <a:gd name="T60" fmla="*/ 3404 w 5991"/>
                  <a:gd name="T61" fmla="*/ 27 h 3396"/>
                  <a:gd name="T62" fmla="*/ 3102 w 5991"/>
                  <a:gd name="T63" fmla="*/ 5 h 3396"/>
                  <a:gd name="T64" fmla="*/ 2870 w 5991"/>
                  <a:gd name="T65" fmla="*/ 0 h 3396"/>
                  <a:gd name="T66" fmla="*/ 2272 w 5991"/>
                  <a:gd name="T67" fmla="*/ 20 h 3396"/>
                  <a:gd name="T68" fmla="*/ 1724 w 5991"/>
                  <a:gd name="T69" fmla="*/ 79 h 3396"/>
                  <a:gd name="T70" fmla="*/ 1235 w 5991"/>
                  <a:gd name="T71" fmla="*/ 170 h 3396"/>
                  <a:gd name="T72" fmla="*/ 862 w 5991"/>
                  <a:gd name="T73" fmla="*/ 276 h 3396"/>
                  <a:gd name="T74" fmla="*/ 677 w 5991"/>
                  <a:gd name="T75" fmla="*/ 345 h 3396"/>
                  <a:gd name="T76" fmla="*/ 510 w 5991"/>
                  <a:gd name="T77" fmla="*/ 420 h 3396"/>
                  <a:gd name="T78" fmla="*/ 365 w 5991"/>
                  <a:gd name="T79" fmla="*/ 502 h 3396"/>
                  <a:gd name="T80" fmla="*/ 242 w 5991"/>
                  <a:gd name="T81" fmla="*/ 588 h 3396"/>
                  <a:gd name="T82" fmla="*/ 143 w 5991"/>
                  <a:gd name="T83" fmla="*/ 678 h 3396"/>
                  <a:gd name="T84" fmla="*/ 69 w 5991"/>
                  <a:gd name="T85" fmla="*/ 773 h 3396"/>
                  <a:gd name="T86" fmla="*/ 21 w 5991"/>
                  <a:gd name="T87" fmla="*/ 872 h 3396"/>
                  <a:gd name="T88" fmla="*/ 0 w 5991"/>
                  <a:gd name="T89" fmla="*/ 973 h 3396"/>
                  <a:gd name="T90" fmla="*/ 2 w 5991"/>
                  <a:gd name="T91" fmla="*/ 1050 h 3396"/>
                  <a:gd name="T92" fmla="*/ 30 w 5991"/>
                  <a:gd name="T93" fmla="*/ 1151 h 3396"/>
                  <a:gd name="T94" fmla="*/ 86 w 5991"/>
                  <a:gd name="T95" fmla="*/ 1249 h 3396"/>
                  <a:gd name="T96" fmla="*/ 166 w 5991"/>
                  <a:gd name="T97" fmla="*/ 1342 h 3396"/>
                  <a:gd name="T98" fmla="*/ 270 w 5991"/>
                  <a:gd name="T99" fmla="*/ 1432 h 3396"/>
                  <a:gd name="T100" fmla="*/ 398 w 5991"/>
                  <a:gd name="T101" fmla="*/ 1517 h 3396"/>
                  <a:gd name="T102" fmla="*/ 550 w 5991"/>
                  <a:gd name="T103" fmla="*/ 1596 h 3396"/>
                  <a:gd name="T104" fmla="*/ 721 w 5991"/>
                  <a:gd name="T105" fmla="*/ 1670 h 3396"/>
                  <a:gd name="T106" fmla="*/ 912 w 5991"/>
                  <a:gd name="T107" fmla="*/ 1738 h 3396"/>
                  <a:gd name="T108" fmla="*/ 1351 w 5991"/>
                  <a:gd name="T109" fmla="*/ 1854 h 3396"/>
                  <a:gd name="T110" fmla="*/ 1856 w 5991"/>
                  <a:gd name="T111" fmla="*/ 1937 h 3396"/>
                  <a:gd name="T112" fmla="*/ 2417 w 5991"/>
                  <a:gd name="T113" fmla="*/ 1986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991" h="3396">
                    <a:moveTo>
                      <a:pt x="2870" y="3396"/>
                    </a:moveTo>
                    <a:lnTo>
                      <a:pt x="2870" y="3396"/>
                    </a:lnTo>
                    <a:lnTo>
                      <a:pt x="2948" y="3395"/>
                    </a:lnTo>
                    <a:lnTo>
                      <a:pt x="3025" y="3393"/>
                    </a:lnTo>
                    <a:lnTo>
                      <a:pt x="3102" y="3391"/>
                    </a:lnTo>
                    <a:lnTo>
                      <a:pt x="3179" y="3387"/>
                    </a:lnTo>
                    <a:lnTo>
                      <a:pt x="3254" y="3382"/>
                    </a:lnTo>
                    <a:lnTo>
                      <a:pt x="3330" y="3377"/>
                    </a:lnTo>
                    <a:lnTo>
                      <a:pt x="3404" y="3369"/>
                    </a:lnTo>
                    <a:lnTo>
                      <a:pt x="3480" y="3361"/>
                    </a:lnTo>
                    <a:lnTo>
                      <a:pt x="3553" y="3352"/>
                    </a:lnTo>
                    <a:lnTo>
                      <a:pt x="3627" y="3342"/>
                    </a:lnTo>
                    <a:lnTo>
                      <a:pt x="3700" y="3332"/>
                    </a:lnTo>
                    <a:lnTo>
                      <a:pt x="3772" y="3319"/>
                    </a:lnTo>
                    <a:lnTo>
                      <a:pt x="3844" y="3306"/>
                    </a:lnTo>
                    <a:lnTo>
                      <a:pt x="3916" y="3293"/>
                    </a:lnTo>
                    <a:lnTo>
                      <a:pt x="3986" y="3278"/>
                    </a:lnTo>
                    <a:lnTo>
                      <a:pt x="4056" y="3262"/>
                    </a:lnTo>
                    <a:lnTo>
                      <a:pt x="4125" y="3246"/>
                    </a:lnTo>
                    <a:lnTo>
                      <a:pt x="4193" y="3228"/>
                    </a:lnTo>
                    <a:lnTo>
                      <a:pt x="4261" y="3210"/>
                    </a:lnTo>
                    <a:lnTo>
                      <a:pt x="4327" y="3191"/>
                    </a:lnTo>
                    <a:lnTo>
                      <a:pt x="4393" y="3170"/>
                    </a:lnTo>
                    <a:lnTo>
                      <a:pt x="4458" y="3150"/>
                    </a:lnTo>
                    <a:lnTo>
                      <a:pt x="4522" y="3128"/>
                    </a:lnTo>
                    <a:lnTo>
                      <a:pt x="4585" y="3106"/>
                    </a:lnTo>
                    <a:lnTo>
                      <a:pt x="4647" y="3083"/>
                    </a:lnTo>
                    <a:lnTo>
                      <a:pt x="4708" y="3059"/>
                    </a:lnTo>
                    <a:lnTo>
                      <a:pt x="4768" y="3033"/>
                    </a:lnTo>
                    <a:lnTo>
                      <a:pt x="4827" y="3009"/>
                    </a:lnTo>
                    <a:lnTo>
                      <a:pt x="4885" y="2982"/>
                    </a:lnTo>
                    <a:lnTo>
                      <a:pt x="4941" y="2955"/>
                    </a:lnTo>
                    <a:lnTo>
                      <a:pt x="4996" y="2927"/>
                    </a:lnTo>
                    <a:lnTo>
                      <a:pt x="5052" y="2898"/>
                    </a:lnTo>
                    <a:lnTo>
                      <a:pt x="5104" y="2869"/>
                    </a:lnTo>
                    <a:lnTo>
                      <a:pt x="5157" y="2839"/>
                    </a:lnTo>
                    <a:lnTo>
                      <a:pt x="5207" y="2809"/>
                    </a:lnTo>
                    <a:lnTo>
                      <a:pt x="5255" y="2778"/>
                    </a:lnTo>
                    <a:lnTo>
                      <a:pt x="5304" y="2746"/>
                    </a:lnTo>
                    <a:lnTo>
                      <a:pt x="5350" y="2714"/>
                    </a:lnTo>
                    <a:lnTo>
                      <a:pt x="5396" y="2680"/>
                    </a:lnTo>
                    <a:lnTo>
                      <a:pt x="5440" y="2647"/>
                    </a:lnTo>
                    <a:lnTo>
                      <a:pt x="5482" y="2613"/>
                    </a:lnTo>
                    <a:lnTo>
                      <a:pt x="5523" y="2578"/>
                    </a:lnTo>
                    <a:lnTo>
                      <a:pt x="5563" y="2543"/>
                    </a:lnTo>
                    <a:lnTo>
                      <a:pt x="5600" y="2507"/>
                    </a:lnTo>
                    <a:lnTo>
                      <a:pt x="5636" y="2470"/>
                    </a:lnTo>
                    <a:lnTo>
                      <a:pt x="5671" y="2434"/>
                    </a:lnTo>
                    <a:lnTo>
                      <a:pt x="5704" y="2397"/>
                    </a:lnTo>
                    <a:lnTo>
                      <a:pt x="5736" y="2359"/>
                    </a:lnTo>
                    <a:lnTo>
                      <a:pt x="5766" y="2320"/>
                    </a:lnTo>
                    <a:lnTo>
                      <a:pt x="5794" y="2282"/>
                    </a:lnTo>
                    <a:lnTo>
                      <a:pt x="5819" y="2242"/>
                    </a:lnTo>
                    <a:lnTo>
                      <a:pt x="5845" y="2202"/>
                    </a:lnTo>
                    <a:lnTo>
                      <a:pt x="5867" y="2163"/>
                    </a:lnTo>
                    <a:lnTo>
                      <a:pt x="5889" y="2123"/>
                    </a:lnTo>
                    <a:lnTo>
                      <a:pt x="5908" y="2082"/>
                    </a:lnTo>
                    <a:lnTo>
                      <a:pt x="5925" y="2040"/>
                    </a:lnTo>
                    <a:lnTo>
                      <a:pt x="5940" y="1999"/>
                    </a:lnTo>
                    <a:lnTo>
                      <a:pt x="5953" y="1956"/>
                    </a:lnTo>
                    <a:lnTo>
                      <a:pt x="5964" y="1914"/>
                    </a:lnTo>
                    <a:lnTo>
                      <a:pt x="5973" y="1872"/>
                    </a:lnTo>
                    <a:lnTo>
                      <a:pt x="5981" y="1828"/>
                    </a:lnTo>
                    <a:lnTo>
                      <a:pt x="5986" y="1786"/>
                    </a:lnTo>
                    <a:lnTo>
                      <a:pt x="5990" y="1742"/>
                    </a:lnTo>
                    <a:lnTo>
                      <a:pt x="5991" y="1699"/>
                    </a:lnTo>
                    <a:lnTo>
                      <a:pt x="5991" y="1699"/>
                    </a:lnTo>
                    <a:lnTo>
                      <a:pt x="5990" y="1654"/>
                    </a:lnTo>
                    <a:lnTo>
                      <a:pt x="5986" y="1610"/>
                    </a:lnTo>
                    <a:lnTo>
                      <a:pt x="5981" y="1568"/>
                    </a:lnTo>
                    <a:lnTo>
                      <a:pt x="5973" y="1524"/>
                    </a:lnTo>
                    <a:lnTo>
                      <a:pt x="5964" y="1482"/>
                    </a:lnTo>
                    <a:lnTo>
                      <a:pt x="5953" y="1440"/>
                    </a:lnTo>
                    <a:lnTo>
                      <a:pt x="5940" y="1397"/>
                    </a:lnTo>
                    <a:lnTo>
                      <a:pt x="5925" y="1356"/>
                    </a:lnTo>
                    <a:lnTo>
                      <a:pt x="5908" y="1315"/>
                    </a:lnTo>
                    <a:lnTo>
                      <a:pt x="5889" y="1274"/>
                    </a:lnTo>
                    <a:lnTo>
                      <a:pt x="5867" y="1233"/>
                    </a:lnTo>
                    <a:lnTo>
                      <a:pt x="5845" y="1193"/>
                    </a:lnTo>
                    <a:lnTo>
                      <a:pt x="5819" y="1154"/>
                    </a:lnTo>
                    <a:lnTo>
                      <a:pt x="5794" y="1114"/>
                    </a:lnTo>
                    <a:lnTo>
                      <a:pt x="5766" y="1076"/>
                    </a:lnTo>
                    <a:lnTo>
                      <a:pt x="5736" y="1037"/>
                    </a:lnTo>
                    <a:lnTo>
                      <a:pt x="5704" y="1000"/>
                    </a:lnTo>
                    <a:lnTo>
                      <a:pt x="5671" y="961"/>
                    </a:lnTo>
                    <a:lnTo>
                      <a:pt x="5636" y="926"/>
                    </a:lnTo>
                    <a:lnTo>
                      <a:pt x="5600" y="888"/>
                    </a:lnTo>
                    <a:lnTo>
                      <a:pt x="5563" y="852"/>
                    </a:lnTo>
                    <a:lnTo>
                      <a:pt x="5523" y="818"/>
                    </a:lnTo>
                    <a:lnTo>
                      <a:pt x="5482" y="783"/>
                    </a:lnTo>
                    <a:lnTo>
                      <a:pt x="5440" y="749"/>
                    </a:lnTo>
                    <a:lnTo>
                      <a:pt x="5396" y="715"/>
                    </a:lnTo>
                    <a:lnTo>
                      <a:pt x="5350" y="682"/>
                    </a:lnTo>
                    <a:lnTo>
                      <a:pt x="5304" y="650"/>
                    </a:lnTo>
                    <a:lnTo>
                      <a:pt x="5255" y="618"/>
                    </a:lnTo>
                    <a:lnTo>
                      <a:pt x="5207" y="587"/>
                    </a:lnTo>
                    <a:lnTo>
                      <a:pt x="5157" y="556"/>
                    </a:lnTo>
                    <a:lnTo>
                      <a:pt x="5104" y="527"/>
                    </a:lnTo>
                    <a:lnTo>
                      <a:pt x="5052" y="497"/>
                    </a:lnTo>
                    <a:lnTo>
                      <a:pt x="4996" y="469"/>
                    </a:lnTo>
                    <a:lnTo>
                      <a:pt x="4941" y="441"/>
                    </a:lnTo>
                    <a:lnTo>
                      <a:pt x="4885" y="414"/>
                    </a:lnTo>
                    <a:lnTo>
                      <a:pt x="4827" y="388"/>
                    </a:lnTo>
                    <a:lnTo>
                      <a:pt x="4768" y="363"/>
                    </a:lnTo>
                    <a:lnTo>
                      <a:pt x="4708" y="337"/>
                    </a:lnTo>
                    <a:lnTo>
                      <a:pt x="4647" y="314"/>
                    </a:lnTo>
                    <a:lnTo>
                      <a:pt x="4585" y="290"/>
                    </a:lnTo>
                    <a:lnTo>
                      <a:pt x="4522" y="268"/>
                    </a:lnTo>
                    <a:lnTo>
                      <a:pt x="4458" y="246"/>
                    </a:lnTo>
                    <a:lnTo>
                      <a:pt x="4393" y="226"/>
                    </a:lnTo>
                    <a:lnTo>
                      <a:pt x="4327" y="205"/>
                    </a:lnTo>
                    <a:lnTo>
                      <a:pt x="4261" y="186"/>
                    </a:lnTo>
                    <a:lnTo>
                      <a:pt x="4193" y="168"/>
                    </a:lnTo>
                    <a:lnTo>
                      <a:pt x="4125" y="150"/>
                    </a:lnTo>
                    <a:lnTo>
                      <a:pt x="4056" y="133"/>
                    </a:lnTo>
                    <a:lnTo>
                      <a:pt x="3986" y="118"/>
                    </a:lnTo>
                    <a:lnTo>
                      <a:pt x="3916" y="104"/>
                    </a:lnTo>
                    <a:lnTo>
                      <a:pt x="3844" y="90"/>
                    </a:lnTo>
                    <a:lnTo>
                      <a:pt x="3772" y="77"/>
                    </a:lnTo>
                    <a:lnTo>
                      <a:pt x="3700" y="65"/>
                    </a:lnTo>
                    <a:lnTo>
                      <a:pt x="3627" y="54"/>
                    </a:lnTo>
                    <a:lnTo>
                      <a:pt x="3553" y="44"/>
                    </a:lnTo>
                    <a:lnTo>
                      <a:pt x="3480" y="35"/>
                    </a:lnTo>
                    <a:lnTo>
                      <a:pt x="3404" y="27"/>
                    </a:lnTo>
                    <a:lnTo>
                      <a:pt x="3330" y="20"/>
                    </a:lnTo>
                    <a:lnTo>
                      <a:pt x="3254" y="14"/>
                    </a:lnTo>
                    <a:lnTo>
                      <a:pt x="3179" y="9"/>
                    </a:lnTo>
                    <a:lnTo>
                      <a:pt x="3102" y="5"/>
                    </a:lnTo>
                    <a:lnTo>
                      <a:pt x="3025" y="3"/>
                    </a:lnTo>
                    <a:lnTo>
                      <a:pt x="2948" y="1"/>
                    </a:lnTo>
                    <a:lnTo>
                      <a:pt x="2870" y="0"/>
                    </a:lnTo>
                    <a:lnTo>
                      <a:pt x="2870" y="0"/>
                    </a:lnTo>
                    <a:lnTo>
                      <a:pt x="2716" y="1"/>
                    </a:lnTo>
                    <a:lnTo>
                      <a:pt x="2566" y="5"/>
                    </a:lnTo>
                    <a:lnTo>
                      <a:pt x="2417" y="12"/>
                    </a:lnTo>
                    <a:lnTo>
                      <a:pt x="2272" y="20"/>
                    </a:lnTo>
                    <a:lnTo>
                      <a:pt x="2130" y="32"/>
                    </a:lnTo>
                    <a:lnTo>
                      <a:pt x="1990" y="45"/>
                    </a:lnTo>
                    <a:lnTo>
                      <a:pt x="1856" y="62"/>
                    </a:lnTo>
                    <a:lnTo>
                      <a:pt x="1724" y="79"/>
                    </a:lnTo>
                    <a:lnTo>
                      <a:pt x="1596" y="99"/>
                    </a:lnTo>
                    <a:lnTo>
                      <a:pt x="1471" y="120"/>
                    </a:lnTo>
                    <a:lnTo>
                      <a:pt x="1351" y="145"/>
                    </a:lnTo>
                    <a:lnTo>
                      <a:pt x="1235" y="170"/>
                    </a:lnTo>
                    <a:lnTo>
                      <a:pt x="1123" y="199"/>
                    </a:lnTo>
                    <a:lnTo>
                      <a:pt x="1015" y="228"/>
                    </a:lnTo>
                    <a:lnTo>
                      <a:pt x="912" y="260"/>
                    </a:lnTo>
                    <a:lnTo>
                      <a:pt x="862" y="276"/>
                    </a:lnTo>
                    <a:lnTo>
                      <a:pt x="815" y="292"/>
                    </a:lnTo>
                    <a:lnTo>
                      <a:pt x="768" y="310"/>
                    </a:lnTo>
                    <a:lnTo>
                      <a:pt x="721" y="328"/>
                    </a:lnTo>
                    <a:lnTo>
                      <a:pt x="677" y="345"/>
                    </a:lnTo>
                    <a:lnTo>
                      <a:pt x="633" y="364"/>
                    </a:lnTo>
                    <a:lnTo>
                      <a:pt x="591" y="382"/>
                    </a:lnTo>
                    <a:lnTo>
                      <a:pt x="550" y="401"/>
                    </a:lnTo>
                    <a:lnTo>
                      <a:pt x="510" y="420"/>
                    </a:lnTo>
                    <a:lnTo>
                      <a:pt x="471" y="441"/>
                    </a:lnTo>
                    <a:lnTo>
                      <a:pt x="434" y="460"/>
                    </a:lnTo>
                    <a:lnTo>
                      <a:pt x="398" y="481"/>
                    </a:lnTo>
                    <a:lnTo>
                      <a:pt x="365" y="502"/>
                    </a:lnTo>
                    <a:lnTo>
                      <a:pt x="332" y="523"/>
                    </a:lnTo>
                    <a:lnTo>
                      <a:pt x="301" y="545"/>
                    </a:lnTo>
                    <a:lnTo>
                      <a:pt x="270" y="567"/>
                    </a:lnTo>
                    <a:lnTo>
                      <a:pt x="242" y="588"/>
                    </a:lnTo>
                    <a:lnTo>
                      <a:pt x="215" y="610"/>
                    </a:lnTo>
                    <a:lnTo>
                      <a:pt x="189" y="633"/>
                    </a:lnTo>
                    <a:lnTo>
                      <a:pt x="166" y="655"/>
                    </a:lnTo>
                    <a:lnTo>
                      <a:pt x="143" y="678"/>
                    </a:lnTo>
                    <a:lnTo>
                      <a:pt x="123" y="702"/>
                    </a:lnTo>
                    <a:lnTo>
                      <a:pt x="104" y="726"/>
                    </a:lnTo>
                    <a:lnTo>
                      <a:pt x="86" y="750"/>
                    </a:lnTo>
                    <a:lnTo>
                      <a:pt x="69" y="773"/>
                    </a:lnTo>
                    <a:lnTo>
                      <a:pt x="55" y="797"/>
                    </a:lnTo>
                    <a:lnTo>
                      <a:pt x="42" y="822"/>
                    </a:lnTo>
                    <a:lnTo>
                      <a:pt x="30" y="847"/>
                    </a:lnTo>
                    <a:lnTo>
                      <a:pt x="21" y="872"/>
                    </a:lnTo>
                    <a:lnTo>
                      <a:pt x="14" y="897"/>
                    </a:lnTo>
                    <a:lnTo>
                      <a:pt x="7" y="922"/>
                    </a:lnTo>
                    <a:lnTo>
                      <a:pt x="2" y="947"/>
                    </a:lnTo>
                    <a:lnTo>
                      <a:pt x="0" y="973"/>
                    </a:lnTo>
                    <a:lnTo>
                      <a:pt x="0" y="999"/>
                    </a:lnTo>
                    <a:lnTo>
                      <a:pt x="0" y="999"/>
                    </a:lnTo>
                    <a:lnTo>
                      <a:pt x="0" y="1024"/>
                    </a:lnTo>
                    <a:lnTo>
                      <a:pt x="2" y="1050"/>
                    </a:lnTo>
                    <a:lnTo>
                      <a:pt x="7" y="1076"/>
                    </a:lnTo>
                    <a:lnTo>
                      <a:pt x="14" y="1101"/>
                    </a:lnTo>
                    <a:lnTo>
                      <a:pt x="21" y="1127"/>
                    </a:lnTo>
                    <a:lnTo>
                      <a:pt x="30" y="1151"/>
                    </a:lnTo>
                    <a:lnTo>
                      <a:pt x="42" y="1176"/>
                    </a:lnTo>
                    <a:lnTo>
                      <a:pt x="55" y="1200"/>
                    </a:lnTo>
                    <a:lnTo>
                      <a:pt x="69" y="1224"/>
                    </a:lnTo>
                    <a:lnTo>
                      <a:pt x="86" y="1249"/>
                    </a:lnTo>
                    <a:lnTo>
                      <a:pt x="104" y="1273"/>
                    </a:lnTo>
                    <a:lnTo>
                      <a:pt x="123" y="1296"/>
                    </a:lnTo>
                    <a:lnTo>
                      <a:pt x="143" y="1319"/>
                    </a:lnTo>
                    <a:lnTo>
                      <a:pt x="166" y="1342"/>
                    </a:lnTo>
                    <a:lnTo>
                      <a:pt x="189" y="1365"/>
                    </a:lnTo>
                    <a:lnTo>
                      <a:pt x="215" y="1388"/>
                    </a:lnTo>
                    <a:lnTo>
                      <a:pt x="242" y="1410"/>
                    </a:lnTo>
                    <a:lnTo>
                      <a:pt x="270" y="1432"/>
                    </a:lnTo>
                    <a:lnTo>
                      <a:pt x="301" y="1454"/>
                    </a:lnTo>
                    <a:lnTo>
                      <a:pt x="332" y="1475"/>
                    </a:lnTo>
                    <a:lnTo>
                      <a:pt x="365" y="1496"/>
                    </a:lnTo>
                    <a:lnTo>
                      <a:pt x="398" y="1517"/>
                    </a:lnTo>
                    <a:lnTo>
                      <a:pt x="434" y="1537"/>
                    </a:lnTo>
                    <a:lnTo>
                      <a:pt x="471" y="1558"/>
                    </a:lnTo>
                    <a:lnTo>
                      <a:pt x="510" y="1577"/>
                    </a:lnTo>
                    <a:lnTo>
                      <a:pt x="550" y="1596"/>
                    </a:lnTo>
                    <a:lnTo>
                      <a:pt x="591" y="1615"/>
                    </a:lnTo>
                    <a:lnTo>
                      <a:pt x="633" y="1634"/>
                    </a:lnTo>
                    <a:lnTo>
                      <a:pt x="677" y="1652"/>
                    </a:lnTo>
                    <a:lnTo>
                      <a:pt x="721" y="1670"/>
                    </a:lnTo>
                    <a:lnTo>
                      <a:pt x="768" y="1688"/>
                    </a:lnTo>
                    <a:lnTo>
                      <a:pt x="815" y="1705"/>
                    </a:lnTo>
                    <a:lnTo>
                      <a:pt x="862" y="1722"/>
                    </a:lnTo>
                    <a:lnTo>
                      <a:pt x="912" y="1738"/>
                    </a:lnTo>
                    <a:lnTo>
                      <a:pt x="1015" y="1769"/>
                    </a:lnTo>
                    <a:lnTo>
                      <a:pt x="1123" y="1800"/>
                    </a:lnTo>
                    <a:lnTo>
                      <a:pt x="1235" y="1827"/>
                    </a:lnTo>
                    <a:lnTo>
                      <a:pt x="1351" y="1854"/>
                    </a:lnTo>
                    <a:lnTo>
                      <a:pt x="1471" y="1877"/>
                    </a:lnTo>
                    <a:lnTo>
                      <a:pt x="1596" y="1899"/>
                    </a:lnTo>
                    <a:lnTo>
                      <a:pt x="1724" y="1919"/>
                    </a:lnTo>
                    <a:lnTo>
                      <a:pt x="1856" y="1937"/>
                    </a:lnTo>
                    <a:lnTo>
                      <a:pt x="1990" y="1952"/>
                    </a:lnTo>
                    <a:lnTo>
                      <a:pt x="2130" y="1966"/>
                    </a:lnTo>
                    <a:lnTo>
                      <a:pt x="2272" y="1977"/>
                    </a:lnTo>
                    <a:lnTo>
                      <a:pt x="2417" y="1986"/>
                    </a:lnTo>
                    <a:lnTo>
                      <a:pt x="2566" y="1992"/>
                    </a:lnTo>
                    <a:lnTo>
                      <a:pt x="2716" y="1996"/>
                    </a:lnTo>
                    <a:lnTo>
                      <a:pt x="2870" y="1997"/>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478093" rtl="0" eaLnBrk="1" latinLnBrk="0" hangingPunct="1">
                  <a:defRPr sz="1883" kern="1200">
                    <a:solidFill>
                      <a:schemeClr val="tx1"/>
                    </a:solidFill>
                    <a:latin typeface="+mn-lt"/>
                    <a:ea typeface="+mn-ea"/>
                    <a:cs typeface="+mn-cs"/>
                  </a:defRPr>
                </a:lvl1pPr>
                <a:lvl2pPr marL="478093" algn="l" defTabSz="478093" rtl="0" eaLnBrk="1" latinLnBrk="0" hangingPunct="1">
                  <a:defRPr sz="1883" kern="1200">
                    <a:solidFill>
                      <a:schemeClr val="tx1"/>
                    </a:solidFill>
                    <a:latin typeface="+mn-lt"/>
                    <a:ea typeface="+mn-ea"/>
                    <a:cs typeface="+mn-cs"/>
                  </a:defRPr>
                </a:lvl2pPr>
                <a:lvl3pPr marL="956184" algn="l" defTabSz="478093" rtl="0" eaLnBrk="1" latinLnBrk="0" hangingPunct="1">
                  <a:defRPr sz="1883" kern="1200">
                    <a:solidFill>
                      <a:schemeClr val="tx1"/>
                    </a:solidFill>
                    <a:latin typeface="+mn-lt"/>
                    <a:ea typeface="+mn-ea"/>
                    <a:cs typeface="+mn-cs"/>
                  </a:defRPr>
                </a:lvl3pPr>
                <a:lvl4pPr marL="1434277" algn="l" defTabSz="478093" rtl="0" eaLnBrk="1" latinLnBrk="0" hangingPunct="1">
                  <a:defRPr sz="1883" kern="1200">
                    <a:solidFill>
                      <a:schemeClr val="tx1"/>
                    </a:solidFill>
                    <a:latin typeface="+mn-lt"/>
                    <a:ea typeface="+mn-ea"/>
                    <a:cs typeface="+mn-cs"/>
                  </a:defRPr>
                </a:lvl4pPr>
                <a:lvl5pPr marL="1912370" algn="l" defTabSz="478093" rtl="0" eaLnBrk="1" latinLnBrk="0" hangingPunct="1">
                  <a:defRPr sz="1883" kern="1200">
                    <a:solidFill>
                      <a:schemeClr val="tx1"/>
                    </a:solidFill>
                    <a:latin typeface="+mn-lt"/>
                    <a:ea typeface="+mn-ea"/>
                    <a:cs typeface="+mn-cs"/>
                  </a:defRPr>
                </a:lvl5pPr>
                <a:lvl6pPr marL="2390462" algn="l" defTabSz="478093" rtl="0" eaLnBrk="1" latinLnBrk="0" hangingPunct="1">
                  <a:defRPr sz="1883" kern="1200">
                    <a:solidFill>
                      <a:schemeClr val="tx1"/>
                    </a:solidFill>
                    <a:latin typeface="+mn-lt"/>
                    <a:ea typeface="+mn-ea"/>
                    <a:cs typeface="+mn-cs"/>
                  </a:defRPr>
                </a:lvl6pPr>
                <a:lvl7pPr marL="2868554" algn="l" defTabSz="478093" rtl="0" eaLnBrk="1" latinLnBrk="0" hangingPunct="1">
                  <a:defRPr sz="1883" kern="1200">
                    <a:solidFill>
                      <a:schemeClr val="tx1"/>
                    </a:solidFill>
                    <a:latin typeface="+mn-lt"/>
                    <a:ea typeface="+mn-ea"/>
                    <a:cs typeface="+mn-cs"/>
                  </a:defRPr>
                </a:lvl7pPr>
                <a:lvl8pPr marL="3346646" algn="l" defTabSz="478093" rtl="0" eaLnBrk="1" latinLnBrk="0" hangingPunct="1">
                  <a:defRPr sz="1883" kern="1200">
                    <a:solidFill>
                      <a:schemeClr val="tx1"/>
                    </a:solidFill>
                    <a:latin typeface="+mn-lt"/>
                    <a:ea typeface="+mn-ea"/>
                    <a:cs typeface="+mn-cs"/>
                  </a:defRPr>
                </a:lvl8pPr>
                <a:lvl9pPr marL="3824739" algn="l" defTabSz="478093" rtl="0" eaLnBrk="1" latinLnBrk="0" hangingPunct="1">
                  <a:defRPr sz="1883" kern="1200">
                    <a:solidFill>
                      <a:schemeClr val="tx1"/>
                    </a:solidFill>
                    <a:latin typeface="+mn-lt"/>
                    <a:ea typeface="+mn-ea"/>
                    <a:cs typeface="+mn-cs"/>
                  </a:defRPr>
                </a:lvl9pPr>
              </a:lstStyle>
              <a:p>
                <a:endParaRPr lang="ja-JP" altLang="en-US"/>
              </a:p>
            </p:txBody>
          </p:sp>
          <p:sp>
            <p:nvSpPr>
              <p:cNvPr id="19" name="Freeform 42">
                <a:extLst>
                  <a:ext uri="{FF2B5EF4-FFF2-40B4-BE49-F238E27FC236}">
                    <a16:creationId xmlns:a16="http://schemas.microsoft.com/office/drawing/2014/main" id="{3C9E81BC-7D74-199B-137A-B65138B6CB6C}"/>
                  </a:ext>
                </a:extLst>
              </p:cNvPr>
              <p:cNvSpPr>
                <a:spLocks/>
              </p:cNvSpPr>
              <p:nvPr/>
            </p:nvSpPr>
            <p:spPr bwMode="auto">
              <a:xfrm>
                <a:off x="3131984" y="5267334"/>
                <a:ext cx="270003" cy="90001"/>
              </a:xfrm>
              <a:custGeom>
                <a:avLst/>
                <a:gdLst>
                  <a:gd name="T0" fmla="*/ 3025 w 5991"/>
                  <a:gd name="T1" fmla="*/ 3393 h 3396"/>
                  <a:gd name="T2" fmla="*/ 3330 w 5991"/>
                  <a:gd name="T3" fmla="*/ 3377 h 3396"/>
                  <a:gd name="T4" fmla="*/ 3627 w 5991"/>
                  <a:gd name="T5" fmla="*/ 3342 h 3396"/>
                  <a:gd name="T6" fmla="*/ 3916 w 5991"/>
                  <a:gd name="T7" fmla="*/ 3293 h 3396"/>
                  <a:gd name="T8" fmla="*/ 4193 w 5991"/>
                  <a:gd name="T9" fmla="*/ 3228 h 3396"/>
                  <a:gd name="T10" fmla="*/ 4458 w 5991"/>
                  <a:gd name="T11" fmla="*/ 3150 h 3396"/>
                  <a:gd name="T12" fmla="*/ 4708 w 5991"/>
                  <a:gd name="T13" fmla="*/ 3059 h 3396"/>
                  <a:gd name="T14" fmla="*/ 4941 w 5991"/>
                  <a:gd name="T15" fmla="*/ 2955 h 3396"/>
                  <a:gd name="T16" fmla="*/ 5157 w 5991"/>
                  <a:gd name="T17" fmla="*/ 2839 h 3396"/>
                  <a:gd name="T18" fmla="*/ 5350 w 5991"/>
                  <a:gd name="T19" fmla="*/ 2714 h 3396"/>
                  <a:gd name="T20" fmla="*/ 5523 w 5991"/>
                  <a:gd name="T21" fmla="*/ 2578 h 3396"/>
                  <a:gd name="T22" fmla="*/ 5671 w 5991"/>
                  <a:gd name="T23" fmla="*/ 2434 h 3396"/>
                  <a:gd name="T24" fmla="*/ 5794 w 5991"/>
                  <a:gd name="T25" fmla="*/ 2282 h 3396"/>
                  <a:gd name="T26" fmla="*/ 5889 w 5991"/>
                  <a:gd name="T27" fmla="*/ 2123 h 3396"/>
                  <a:gd name="T28" fmla="*/ 5953 w 5991"/>
                  <a:gd name="T29" fmla="*/ 1956 h 3396"/>
                  <a:gd name="T30" fmla="*/ 5986 w 5991"/>
                  <a:gd name="T31" fmla="*/ 1786 h 3396"/>
                  <a:gd name="T32" fmla="*/ 5990 w 5991"/>
                  <a:gd name="T33" fmla="*/ 1654 h 3396"/>
                  <a:gd name="T34" fmla="*/ 5964 w 5991"/>
                  <a:gd name="T35" fmla="*/ 1482 h 3396"/>
                  <a:gd name="T36" fmla="*/ 5908 w 5991"/>
                  <a:gd name="T37" fmla="*/ 1315 h 3396"/>
                  <a:gd name="T38" fmla="*/ 5819 w 5991"/>
                  <a:gd name="T39" fmla="*/ 1154 h 3396"/>
                  <a:gd name="T40" fmla="*/ 5704 w 5991"/>
                  <a:gd name="T41" fmla="*/ 1000 h 3396"/>
                  <a:gd name="T42" fmla="*/ 5563 w 5991"/>
                  <a:gd name="T43" fmla="*/ 852 h 3396"/>
                  <a:gd name="T44" fmla="*/ 5396 w 5991"/>
                  <a:gd name="T45" fmla="*/ 715 h 3396"/>
                  <a:gd name="T46" fmla="*/ 5207 w 5991"/>
                  <a:gd name="T47" fmla="*/ 587 h 3396"/>
                  <a:gd name="T48" fmla="*/ 4996 w 5991"/>
                  <a:gd name="T49" fmla="*/ 469 h 3396"/>
                  <a:gd name="T50" fmla="*/ 4768 w 5991"/>
                  <a:gd name="T51" fmla="*/ 363 h 3396"/>
                  <a:gd name="T52" fmla="*/ 4522 w 5991"/>
                  <a:gd name="T53" fmla="*/ 268 h 3396"/>
                  <a:gd name="T54" fmla="*/ 4261 w 5991"/>
                  <a:gd name="T55" fmla="*/ 186 h 3396"/>
                  <a:gd name="T56" fmla="*/ 3986 w 5991"/>
                  <a:gd name="T57" fmla="*/ 118 h 3396"/>
                  <a:gd name="T58" fmla="*/ 3700 w 5991"/>
                  <a:gd name="T59" fmla="*/ 65 h 3396"/>
                  <a:gd name="T60" fmla="*/ 3404 w 5991"/>
                  <a:gd name="T61" fmla="*/ 27 h 3396"/>
                  <a:gd name="T62" fmla="*/ 3102 w 5991"/>
                  <a:gd name="T63" fmla="*/ 5 h 3396"/>
                  <a:gd name="T64" fmla="*/ 2870 w 5991"/>
                  <a:gd name="T65" fmla="*/ 0 h 3396"/>
                  <a:gd name="T66" fmla="*/ 2272 w 5991"/>
                  <a:gd name="T67" fmla="*/ 20 h 3396"/>
                  <a:gd name="T68" fmla="*/ 1724 w 5991"/>
                  <a:gd name="T69" fmla="*/ 79 h 3396"/>
                  <a:gd name="T70" fmla="*/ 1235 w 5991"/>
                  <a:gd name="T71" fmla="*/ 170 h 3396"/>
                  <a:gd name="T72" fmla="*/ 862 w 5991"/>
                  <a:gd name="T73" fmla="*/ 276 h 3396"/>
                  <a:gd name="T74" fmla="*/ 677 w 5991"/>
                  <a:gd name="T75" fmla="*/ 345 h 3396"/>
                  <a:gd name="T76" fmla="*/ 510 w 5991"/>
                  <a:gd name="T77" fmla="*/ 420 h 3396"/>
                  <a:gd name="T78" fmla="*/ 365 w 5991"/>
                  <a:gd name="T79" fmla="*/ 502 h 3396"/>
                  <a:gd name="T80" fmla="*/ 242 w 5991"/>
                  <a:gd name="T81" fmla="*/ 588 h 3396"/>
                  <a:gd name="T82" fmla="*/ 143 w 5991"/>
                  <a:gd name="T83" fmla="*/ 678 h 3396"/>
                  <a:gd name="T84" fmla="*/ 69 w 5991"/>
                  <a:gd name="T85" fmla="*/ 773 h 3396"/>
                  <a:gd name="T86" fmla="*/ 21 w 5991"/>
                  <a:gd name="T87" fmla="*/ 872 h 3396"/>
                  <a:gd name="T88" fmla="*/ 0 w 5991"/>
                  <a:gd name="T89" fmla="*/ 973 h 3396"/>
                  <a:gd name="T90" fmla="*/ 2 w 5991"/>
                  <a:gd name="T91" fmla="*/ 1050 h 3396"/>
                  <a:gd name="T92" fmla="*/ 30 w 5991"/>
                  <a:gd name="T93" fmla="*/ 1151 h 3396"/>
                  <a:gd name="T94" fmla="*/ 86 w 5991"/>
                  <a:gd name="T95" fmla="*/ 1249 h 3396"/>
                  <a:gd name="T96" fmla="*/ 166 w 5991"/>
                  <a:gd name="T97" fmla="*/ 1342 h 3396"/>
                  <a:gd name="T98" fmla="*/ 270 w 5991"/>
                  <a:gd name="T99" fmla="*/ 1432 h 3396"/>
                  <a:gd name="T100" fmla="*/ 398 w 5991"/>
                  <a:gd name="T101" fmla="*/ 1517 h 3396"/>
                  <a:gd name="T102" fmla="*/ 550 w 5991"/>
                  <a:gd name="T103" fmla="*/ 1596 h 3396"/>
                  <a:gd name="T104" fmla="*/ 721 w 5991"/>
                  <a:gd name="T105" fmla="*/ 1670 h 3396"/>
                  <a:gd name="T106" fmla="*/ 912 w 5991"/>
                  <a:gd name="T107" fmla="*/ 1738 h 3396"/>
                  <a:gd name="T108" fmla="*/ 1351 w 5991"/>
                  <a:gd name="T109" fmla="*/ 1854 h 3396"/>
                  <a:gd name="T110" fmla="*/ 1856 w 5991"/>
                  <a:gd name="T111" fmla="*/ 1937 h 3396"/>
                  <a:gd name="T112" fmla="*/ 2417 w 5991"/>
                  <a:gd name="T113" fmla="*/ 1986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991" h="3396">
                    <a:moveTo>
                      <a:pt x="2870" y="3396"/>
                    </a:moveTo>
                    <a:lnTo>
                      <a:pt x="2870" y="3396"/>
                    </a:lnTo>
                    <a:lnTo>
                      <a:pt x="2948" y="3395"/>
                    </a:lnTo>
                    <a:lnTo>
                      <a:pt x="3025" y="3393"/>
                    </a:lnTo>
                    <a:lnTo>
                      <a:pt x="3102" y="3391"/>
                    </a:lnTo>
                    <a:lnTo>
                      <a:pt x="3179" y="3387"/>
                    </a:lnTo>
                    <a:lnTo>
                      <a:pt x="3254" y="3382"/>
                    </a:lnTo>
                    <a:lnTo>
                      <a:pt x="3330" y="3377"/>
                    </a:lnTo>
                    <a:lnTo>
                      <a:pt x="3404" y="3369"/>
                    </a:lnTo>
                    <a:lnTo>
                      <a:pt x="3480" y="3361"/>
                    </a:lnTo>
                    <a:lnTo>
                      <a:pt x="3553" y="3352"/>
                    </a:lnTo>
                    <a:lnTo>
                      <a:pt x="3627" y="3342"/>
                    </a:lnTo>
                    <a:lnTo>
                      <a:pt x="3700" y="3332"/>
                    </a:lnTo>
                    <a:lnTo>
                      <a:pt x="3772" y="3319"/>
                    </a:lnTo>
                    <a:lnTo>
                      <a:pt x="3844" y="3306"/>
                    </a:lnTo>
                    <a:lnTo>
                      <a:pt x="3916" y="3293"/>
                    </a:lnTo>
                    <a:lnTo>
                      <a:pt x="3986" y="3278"/>
                    </a:lnTo>
                    <a:lnTo>
                      <a:pt x="4056" y="3262"/>
                    </a:lnTo>
                    <a:lnTo>
                      <a:pt x="4125" y="3246"/>
                    </a:lnTo>
                    <a:lnTo>
                      <a:pt x="4193" y="3228"/>
                    </a:lnTo>
                    <a:lnTo>
                      <a:pt x="4261" y="3210"/>
                    </a:lnTo>
                    <a:lnTo>
                      <a:pt x="4327" y="3191"/>
                    </a:lnTo>
                    <a:lnTo>
                      <a:pt x="4393" y="3170"/>
                    </a:lnTo>
                    <a:lnTo>
                      <a:pt x="4458" y="3150"/>
                    </a:lnTo>
                    <a:lnTo>
                      <a:pt x="4522" y="3128"/>
                    </a:lnTo>
                    <a:lnTo>
                      <a:pt x="4585" y="3106"/>
                    </a:lnTo>
                    <a:lnTo>
                      <a:pt x="4647" y="3083"/>
                    </a:lnTo>
                    <a:lnTo>
                      <a:pt x="4708" y="3059"/>
                    </a:lnTo>
                    <a:lnTo>
                      <a:pt x="4768" y="3033"/>
                    </a:lnTo>
                    <a:lnTo>
                      <a:pt x="4827" y="3009"/>
                    </a:lnTo>
                    <a:lnTo>
                      <a:pt x="4885" y="2982"/>
                    </a:lnTo>
                    <a:lnTo>
                      <a:pt x="4941" y="2955"/>
                    </a:lnTo>
                    <a:lnTo>
                      <a:pt x="4996" y="2927"/>
                    </a:lnTo>
                    <a:lnTo>
                      <a:pt x="5052" y="2898"/>
                    </a:lnTo>
                    <a:lnTo>
                      <a:pt x="5104" y="2869"/>
                    </a:lnTo>
                    <a:lnTo>
                      <a:pt x="5157" y="2839"/>
                    </a:lnTo>
                    <a:lnTo>
                      <a:pt x="5207" y="2809"/>
                    </a:lnTo>
                    <a:lnTo>
                      <a:pt x="5255" y="2778"/>
                    </a:lnTo>
                    <a:lnTo>
                      <a:pt x="5304" y="2746"/>
                    </a:lnTo>
                    <a:lnTo>
                      <a:pt x="5350" y="2714"/>
                    </a:lnTo>
                    <a:lnTo>
                      <a:pt x="5396" y="2680"/>
                    </a:lnTo>
                    <a:lnTo>
                      <a:pt x="5440" y="2647"/>
                    </a:lnTo>
                    <a:lnTo>
                      <a:pt x="5482" y="2613"/>
                    </a:lnTo>
                    <a:lnTo>
                      <a:pt x="5523" y="2578"/>
                    </a:lnTo>
                    <a:lnTo>
                      <a:pt x="5563" y="2543"/>
                    </a:lnTo>
                    <a:lnTo>
                      <a:pt x="5600" y="2507"/>
                    </a:lnTo>
                    <a:lnTo>
                      <a:pt x="5636" y="2470"/>
                    </a:lnTo>
                    <a:lnTo>
                      <a:pt x="5671" y="2434"/>
                    </a:lnTo>
                    <a:lnTo>
                      <a:pt x="5704" y="2397"/>
                    </a:lnTo>
                    <a:lnTo>
                      <a:pt x="5736" y="2359"/>
                    </a:lnTo>
                    <a:lnTo>
                      <a:pt x="5766" y="2320"/>
                    </a:lnTo>
                    <a:lnTo>
                      <a:pt x="5794" y="2282"/>
                    </a:lnTo>
                    <a:lnTo>
                      <a:pt x="5819" y="2242"/>
                    </a:lnTo>
                    <a:lnTo>
                      <a:pt x="5845" y="2202"/>
                    </a:lnTo>
                    <a:lnTo>
                      <a:pt x="5867" y="2163"/>
                    </a:lnTo>
                    <a:lnTo>
                      <a:pt x="5889" y="2123"/>
                    </a:lnTo>
                    <a:lnTo>
                      <a:pt x="5908" y="2082"/>
                    </a:lnTo>
                    <a:lnTo>
                      <a:pt x="5925" y="2040"/>
                    </a:lnTo>
                    <a:lnTo>
                      <a:pt x="5940" y="1999"/>
                    </a:lnTo>
                    <a:lnTo>
                      <a:pt x="5953" y="1956"/>
                    </a:lnTo>
                    <a:lnTo>
                      <a:pt x="5964" y="1914"/>
                    </a:lnTo>
                    <a:lnTo>
                      <a:pt x="5973" y="1872"/>
                    </a:lnTo>
                    <a:lnTo>
                      <a:pt x="5981" y="1828"/>
                    </a:lnTo>
                    <a:lnTo>
                      <a:pt x="5986" y="1786"/>
                    </a:lnTo>
                    <a:lnTo>
                      <a:pt x="5990" y="1742"/>
                    </a:lnTo>
                    <a:lnTo>
                      <a:pt x="5991" y="1699"/>
                    </a:lnTo>
                    <a:lnTo>
                      <a:pt x="5991" y="1699"/>
                    </a:lnTo>
                    <a:lnTo>
                      <a:pt x="5990" y="1654"/>
                    </a:lnTo>
                    <a:lnTo>
                      <a:pt x="5986" y="1610"/>
                    </a:lnTo>
                    <a:lnTo>
                      <a:pt x="5981" y="1568"/>
                    </a:lnTo>
                    <a:lnTo>
                      <a:pt x="5973" y="1524"/>
                    </a:lnTo>
                    <a:lnTo>
                      <a:pt x="5964" y="1482"/>
                    </a:lnTo>
                    <a:lnTo>
                      <a:pt x="5953" y="1440"/>
                    </a:lnTo>
                    <a:lnTo>
                      <a:pt x="5940" y="1397"/>
                    </a:lnTo>
                    <a:lnTo>
                      <a:pt x="5925" y="1356"/>
                    </a:lnTo>
                    <a:lnTo>
                      <a:pt x="5908" y="1315"/>
                    </a:lnTo>
                    <a:lnTo>
                      <a:pt x="5889" y="1274"/>
                    </a:lnTo>
                    <a:lnTo>
                      <a:pt x="5867" y="1233"/>
                    </a:lnTo>
                    <a:lnTo>
                      <a:pt x="5845" y="1193"/>
                    </a:lnTo>
                    <a:lnTo>
                      <a:pt x="5819" y="1154"/>
                    </a:lnTo>
                    <a:lnTo>
                      <a:pt x="5794" y="1114"/>
                    </a:lnTo>
                    <a:lnTo>
                      <a:pt x="5766" y="1076"/>
                    </a:lnTo>
                    <a:lnTo>
                      <a:pt x="5736" y="1037"/>
                    </a:lnTo>
                    <a:lnTo>
                      <a:pt x="5704" y="1000"/>
                    </a:lnTo>
                    <a:lnTo>
                      <a:pt x="5671" y="961"/>
                    </a:lnTo>
                    <a:lnTo>
                      <a:pt x="5636" y="926"/>
                    </a:lnTo>
                    <a:lnTo>
                      <a:pt x="5600" y="888"/>
                    </a:lnTo>
                    <a:lnTo>
                      <a:pt x="5563" y="852"/>
                    </a:lnTo>
                    <a:lnTo>
                      <a:pt x="5523" y="818"/>
                    </a:lnTo>
                    <a:lnTo>
                      <a:pt x="5482" y="783"/>
                    </a:lnTo>
                    <a:lnTo>
                      <a:pt x="5440" y="749"/>
                    </a:lnTo>
                    <a:lnTo>
                      <a:pt x="5396" y="715"/>
                    </a:lnTo>
                    <a:lnTo>
                      <a:pt x="5350" y="682"/>
                    </a:lnTo>
                    <a:lnTo>
                      <a:pt x="5304" y="650"/>
                    </a:lnTo>
                    <a:lnTo>
                      <a:pt x="5255" y="618"/>
                    </a:lnTo>
                    <a:lnTo>
                      <a:pt x="5207" y="587"/>
                    </a:lnTo>
                    <a:lnTo>
                      <a:pt x="5157" y="556"/>
                    </a:lnTo>
                    <a:lnTo>
                      <a:pt x="5104" y="527"/>
                    </a:lnTo>
                    <a:lnTo>
                      <a:pt x="5052" y="497"/>
                    </a:lnTo>
                    <a:lnTo>
                      <a:pt x="4996" y="469"/>
                    </a:lnTo>
                    <a:lnTo>
                      <a:pt x="4941" y="441"/>
                    </a:lnTo>
                    <a:lnTo>
                      <a:pt x="4885" y="414"/>
                    </a:lnTo>
                    <a:lnTo>
                      <a:pt x="4827" y="388"/>
                    </a:lnTo>
                    <a:lnTo>
                      <a:pt x="4768" y="363"/>
                    </a:lnTo>
                    <a:lnTo>
                      <a:pt x="4708" y="337"/>
                    </a:lnTo>
                    <a:lnTo>
                      <a:pt x="4647" y="314"/>
                    </a:lnTo>
                    <a:lnTo>
                      <a:pt x="4585" y="290"/>
                    </a:lnTo>
                    <a:lnTo>
                      <a:pt x="4522" y="268"/>
                    </a:lnTo>
                    <a:lnTo>
                      <a:pt x="4458" y="246"/>
                    </a:lnTo>
                    <a:lnTo>
                      <a:pt x="4393" y="226"/>
                    </a:lnTo>
                    <a:lnTo>
                      <a:pt x="4327" y="205"/>
                    </a:lnTo>
                    <a:lnTo>
                      <a:pt x="4261" y="186"/>
                    </a:lnTo>
                    <a:lnTo>
                      <a:pt x="4193" y="168"/>
                    </a:lnTo>
                    <a:lnTo>
                      <a:pt x="4125" y="150"/>
                    </a:lnTo>
                    <a:lnTo>
                      <a:pt x="4056" y="133"/>
                    </a:lnTo>
                    <a:lnTo>
                      <a:pt x="3986" y="118"/>
                    </a:lnTo>
                    <a:lnTo>
                      <a:pt x="3916" y="104"/>
                    </a:lnTo>
                    <a:lnTo>
                      <a:pt x="3844" y="90"/>
                    </a:lnTo>
                    <a:lnTo>
                      <a:pt x="3772" y="77"/>
                    </a:lnTo>
                    <a:lnTo>
                      <a:pt x="3700" y="65"/>
                    </a:lnTo>
                    <a:lnTo>
                      <a:pt x="3627" y="54"/>
                    </a:lnTo>
                    <a:lnTo>
                      <a:pt x="3553" y="44"/>
                    </a:lnTo>
                    <a:lnTo>
                      <a:pt x="3480" y="35"/>
                    </a:lnTo>
                    <a:lnTo>
                      <a:pt x="3404" y="27"/>
                    </a:lnTo>
                    <a:lnTo>
                      <a:pt x="3330" y="20"/>
                    </a:lnTo>
                    <a:lnTo>
                      <a:pt x="3254" y="14"/>
                    </a:lnTo>
                    <a:lnTo>
                      <a:pt x="3179" y="9"/>
                    </a:lnTo>
                    <a:lnTo>
                      <a:pt x="3102" y="5"/>
                    </a:lnTo>
                    <a:lnTo>
                      <a:pt x="3025" y="3"/>
                    </a:lnTo>
                    <a:lnTo>
                      <a:pt x="2948" y="1"/>
                    </a:lnTo>
                    <a:lnTo>
                      <a:pt x="2870" y="0"/>
                    </a:lnTo>
                    <a:lnTo>
                      <a:pt x="2870" y="0"/>
                    </a:lnTo>
                    <a:lnTo>
                      <a:pt x="2716" y="1"/>
                    </a:lnTo>
                    <a:lnTo>
                      <a:pt x="2566" y="5"/>
                    </a:lnTo>
                    <a:lnTo>
                      <a:pt x="2417" y="12"/>
                    </a:lnTo>
                    <a:lnTo>
                      <a:pt x="2272" y="20"/>
                    </a:lnTo>
                    <a:lnTo>
                      <a:pt x="2130" y="32"/>
                    </a:lnTo>
                    <a:lnTo>
                      <a:pt x="1990" y="45"/>
                    </a:lnTo>
                    <a:lnTo>
                      <a:pt x="1856" y="62"/>
                    </a:lnTo>
                    <a:lnTo>
                      <a:pt x="1724" y="79"/>
                    </a:lnTo>
                    <a:lnTo>
                      <a:pt x="1596" y="99"/>
                    </a:lnTo>
                    <a:lnTo>
                      <a:pt x="1471" y="120"/>
                    </a:lnTo>
                    <a:lnTo>
                      <a:pt x="1351" y="145"/>
                    </a:lnTo>
                    <a:lnTo>
                      <a:pt x="1235" y="170"/>
                    </a:lnTo>
                    <a:lnTo>
                      <a:pt x="1123" y="199"/>
                    </a:lnTo>
                    <a:lnTo>
                      <a:pt x="1015" y="228"/>
                    </a:lnTo>
                    <a:lnTo>
                      <a:pt x="912" y="260"/>
                    </a:lnTo>
                    <a:lnTo>
                      <a:pt x="862" y="276"/>
                    </a:lnTo>
                    <a:lnTo>
                      <a:pt x="815" y="292"/>
                    </a:lnTo>
                    <a:lnTo>
                      <a:pt x="768" y="310"/>
                    </a:lnTo>
                    <a:lnTo>
                      <a:pt x="721" y="328"/>
                    </a:lnTo>
                    <a:lnTo>
                      <a:pt x="677" y="345"/>
                    </a:lnTo>
                    <a:lnTo>
                      <a:pt x="633" y="364"/>
                    </a:lnTo>
                    <a:lnTo>
                      <a:pt x="591" y="382"/>
                    </a:lnTo>
                    <a:lnTo>
                      <a:pt x="550" y="401"/>
                    </a:lnTo>
                    <a:lnTo>
                      <a:pt x="510" y="420"/>
                    </a:lnTo>
                    <a:lnTo>
                      <a:pt x="471" y="441"/>
                    </a:lnTo>
                    <a:lnTo>
                      <a:pt x="434" y="460"/>
                    </a:lnTo>
                    <a:lnTo>
                      <a:pt x="398" y="481"/>
                    </a:lnTo>
                    <a:lnTo>
                      <a:pt x="365" y="502"/>
                    </a:lnTo>
                    <a:lnTo>
                      <a:pt x="332" y="523"/>
                    </a:lnTo>
                    <a:lnTo>
                      <a:pt x="301" y="545"/>
                    </a:lnTo>
                    <a:lnTo>
                      <a:pt x="270" y="567"/>
                    </a:lnTo>
                    <a:lnTo>
                      <a:pt x="242" y="588"/>
                    </a:lnTo>
                    <a:lnTo>
                      <a:pt x="215" y="610"/>
                    </a:lnTo>
                    <a:lnTo>
                      <a:pt x="189" y="633"/>
                    </a:lnTo>
                    <a:lnTo>
                      <a:pt x="166" y="655"/>
                    </a:lnTo>
                    <a:lnTo>
                      <a:pt x="143" y="678"/>
                    </a:lnTo>
                    <a:lnTo>
                      <a:pt x="123" y="702"/>
                    </a:lnTo>
                    <a:lnTo>
                      <a:pt x="104" y="726"/>
                    </a:lnTo>
                    <a:lnTo>
                      <a:pt x="86" y="750"/>
                    </a:lnTo>
                    <a:lnTo>
                      <a:pt x="69" y="773"/>
                    </a:lnTo>
                    <a:lnTo>
                      <a:pt x="55" y="797"/>
                    </a:lnTo>
                    <a:lnTo>
                      <a:pt x="42" y="822"/>
                    </a:lnTo>
                    <a:lnTo>
                      <a:pt x="30" y="847"/>
                    </a:lnTo>
                    <a:lnTo>
                      <a:pt x="21" y="872"/>
                    </a:lnTo>
                    <a:lnTo>
                      <a:pt x="14" y="897"/>
                    </a:lnTo>
                    <a:lnTo>
                      <a:pt x="7" y="922"/>
                    </a:lnTo>
                    <a:lnTo>
                      <a:pt x="2" y="947"/>
                    </a:lnTo>
                    <a:lnTo>
                      <a:pt x="0" y="973"/>
                    </a:lnTo>
                    <a:lnTo>
                      <a:pt x="0" y="999"/>
                    </a:lnTo>
                    <a:lnTo>
                      <a:pt x="0" y="999"/>
                    </a:lnTo>
                    <a:lnTo>
                      <a:pt x="0" y="1024"/>
                    </a:lnTo>
                    <a:lnTo>
                      <a:pt x="2" y="1050"/>
                    </a:lnTo>
                    <a:lnTo>
                      <a:pt x="7" y="1076"/>
                    </a:lnTo>
                    <a:lnTo>
                      <a:pt x="14" y="1101"/>
                    </a:lnTo>
                    <a:lnTo>
                      <a:pt x="21" y="1127"/>
                    </a:lnTo>
                    <a:lnTo>
                      <a:pt x="30" y="1151"/>
                    </a:lnTo>
                    <a:lnTo>
                      <a:pt x="42" y="1176"/>
                    </a:lnTo>
                    <a:lnTo>
                      <a:pt x="55" y="1200"/>
                    </a:lnTo>
                    <a:lnTo>
                      <a:pt x="69" y="1224"/>
                    </a:lnTo>
                    <a:lnTo>
                      <a:pt x="86" y="1249"/>
                    </a:lnTo>
                    <a:lnTo>
                      <a:pt x="104" y="1273"/>
                    </a:lnTo>
                    <a:lnTo>
                      <a:pt x="123" y="1296"/>
                    </a:lnTo>
                    <a:lnTo>
                      <a:pt x="143" y="1319"/>
                    </a:lnTo>
                    <a:lnTo>
                      <a:pt x="166" y="1342"/>
                    </a:lnTo>
                    <a:lnTo>
                      <a:pt x="189" y="1365"/>
                    </a:lnTo>
                    <a:lnTo>
                      <a:pt x="215" y="1388"/>
                    </a:lnTo>
                    <a:lnTo>
                      <a:pt x="242" y="1410"/>
                    </a:lnTo>
                    <a:lnTo>
                      <a:pt x="270" y="1432"/>
                    </a:lnTo>
                    <a:lnTo>
                      <a:pt x="301" y="1454"/>
                    </a:lnTo>
                    <a:lnTo>
                      <a:pt x="332" y="1475"/>
                    </a:lnTo>
                    <a:lnTo>
                      <a:pt x="365" y="1496"/>
                    </a:lnTo>
                    <a:lnTo>
                      <a:pt x="398" y="1517"/>
                    </a:lnTo>
                    <a:lnTo>
                      <a:pt x="434" y="1537"/>
                    </a:lnTo>
                    <a:lnTo>
                      <a:pt x="471" y="1558"/>
                    </a:lnTo>
                    <a:lnTo>
                      <a:pt x="510" y="1577"/>
                    </a:lnTo>
                    <a:lnTo>
                      <a:pt x="550" y="1596"/>
                    </a:lnTo>
                    <a:lnTo>
                      <a:pt x="591" y="1615"/>
                    </a:lnTo>
                    <a:lnTo>
                      <a:pt x="633" y="1634"/>
                    </a:lnTo>
                    <a:lnTo>
                      <a:pt x="677" y="1652"/>
                    </a:lnTo>
                    <a:lnTo>
                      <a:pt x="721" y="1670"/>
                    </a:lnTo>
                    <a:lnTo>
                      <a:pt x="768" y="1688"/>
                    </a:lnTo>
                    <a:lnTo>
                      <a:pt x="815" y="1705"/>
                    </a:lnTo>
                    <a:lnTo>
                      <a:pt x="862" y="1722"/>
                    </a:lnTo>
                    <a:lnTo>
                      <a:pt x="912" y="1738"/>
                    </a:lnTo>
                    <a:lnTo>
                      <a:pt x="1015" y="1769"/>
                    </a:lnTo>
                    <a:lnTo>
                      <a:pt x="1123" y="1800"/>
                    </a:lnTo>
                    <a:lnTo>
                      <a:pt x="1235" y="1827"/>
                    </a:lnTo>
                    <a:lnTo>
                      <a:pt x="1351" y="1854"/>
                    </a:lnTo>
                    <a:lnTo>
                      <a:pt x="1471" y="1877"/>
                    </a:lnTo>
                    <a:lnTo>
                      <a:pt x="1596" y="1899"/>
                    </a:lnTo>
                    <a:lnTo>
                      <a:pt x="1724" y="1919"/>
                    </a:lnTo>
                    <a:lnTo>
                      <a:pt x="1856" y="1937"/>
                    </a:lnTo>
                    <a:lnTo>
                      <a:pt x="1990" y="1952"/>
                    </a:lnTo>
                    <a:lnTo>
                      <a:pt x="2130" y="1966"/>
                    </a:lnTo>
                    <a:lnTo>
                      <a:pt x="2272" y="1977"/>
                    </a:lnTo>
                    <a:lnTo>
                      <a:pt x="2417" y="1986"/>
                    </a:lnTo>
                    <a:lnTo>
                      <a:pt x="2566" y="1992"/>
                    </a:lnTo>
                    <a:lnTo>
                      <a:pt x="2716" y="1996"/>
                    </a:lnTo>
                    <a:lnTo>
                      <a:pt x="2870" y="1997"/>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478093" rtl="0" eaLnBrk="1" latinLnBrk="0" hangingPunct="1">
                  <a:defRPr sz="1883" kern="1200">
                    <a:solidFill>
                      <a:schemeClr val="tx1"/>
                    </a:solidFill>
                    <a:latin typeface="+mn-lt"/>
                    <a:ea typeface="+mn-ea"/>
                    <a:cs typeface="+mn-cs"/>
                  </a:defRPr>
                </a:lvl1pPr>
                <a:lvl2pPr marL="478093" algn="l" defTabSz="478093" rtl="0" eaLnBrk="1" latinLnBrk="0" hangingPunct="1">
                  <a:defRPr sz="1883" kern="1200">
                    <a:solidFill>
                      <a:schemeClr val="tx1"/>
                    </a:solidFill>
                    <a:latin typeface="+mn-lt"/>
                    <a:ea typeface="+mn-ea"/>
                    <a:cs typeface="+mn-cs"/>
                  </a:defRPr>
                </a:lvl2pPr>
                <a:lvl3pPr marL="956184" algn="l" defTabSz="478093" rtl="0" eaLnBrk="1" latinLnBrk="0" hangingPunct="1">
                  <a:defRPr sz="1883" kern="1200">
                    <a:solidFill>
                      <a:schemeClr val="tx1"/>
                    </a:solidFill>
                    <a:latin typeface="+mn-lt"/>
                    <a:ea typeface="+mn-ea"/>
                    <a:cs typeface="+mn-cs"/>
                  </a:defRPr>
                </a:lvl3pPr>
                <a:lvl4pPr marL="1434277" algn="l" defTabSz="478093" rtl="0" eaLnBrk="1" latinLnBrk="0" hangingPunct="1">
                  <a:defRPr sz="1883" kern="1200">
                    <a:solidFill>
                      <a:schemeClr val="tx1"/>
                    </a:solidFill>
                    <a:latin typeface="+mn-lt"/>
                    <a:ea typeface="+mn-ea"/>
                    <a:cs typeface="+mn-cs"/>
                  </a:defRPr>
                </a:lvl4pPr>
                <a:lvl5pPr marL="1912370" algn="l" defTabSz="478093" rtl="0" eaLnBrk="1" latinLnBrk="0" hangingPunct="1">
                  <a:defRPr sz="1883" kern="1200">
                    <a:solidFill>
                      <a:schemeClr val="tx1"/>
                    </a:solidFill>
                    <a:latin typeface="+mn-lt"/>
                    <a:ea typeface="+mn-ea"/>
                    <a:cs typeface="+mn-cs"/>
                  </a:defRPr>
                </a:lvl5pPr>
                <a:lvl6pPr marL="2390462" algn="l" defTabSz="478093" rtl="0" eaLnBrk="1" latinLnBrk="0" hangingPunct="1">
                  <a:defRPr sz="1883" kern="1200">
                    <a:solidFill>
                      <a:schemeClr val="tx1"/>
                    </a:solidFill>
                    <a:latin typeface="+mn-lt"/>
                    <a:ea typeface="+mn-ea"/>
                    <a:cs typeface="+mn-cs"/>
                  </a:defRPr>
                </a:lvl6pPr>
                <a:lvl7pPr marL="2868554" algn="l" defTabSz="478093" rtl="0" eaLnBrk="1" latinLnBrk="0" hangingPunct="1">
                  <a:defRPr sz="1883" kern="1200">
                    <a:solidFill>
                      <a:schemeClr val="tx1"/>
                    </a:solidFill>
                    <a:latin typeface="+mn-lt"/>
                    <a:ea typeface="+mn-ea"/>
                    <a:cs typeface="+mn-cs"/>
                  </a:defRPr>
                </a:lvl7pPr>
                <a:lvl8pPr marL="3346646" algn="l" defTabSz="478093" rtl="0" eaLnBrk="1" latinLnBrk="0" hangingPunct="1">
                  <a:defRPr sz="1883" kern="1200">
                    <a:solidFill>
                      <a:schemeClr val="tx1"/>
                    </a:solidFill>
                    <a:latin typeface="+mn-lt"/>
                    <a:ea typeface="+mn-ea"/>
                    <a:cs typeface="+mn-cs"/>
                  </a:defRPr>
                </a:lvl8pPr>
                <a:lvl9pPr marL="3824739" algn="l" defTabSz="478093" rtl="0" eaLnBrk="1" latinLnBrk="0" hangingPunct="1">
                  <a:defRPr sz="1883" kern="1200">
                    <a:solidFill>
                      <a:schemeClr val="tx1"/>
                    </a:solidFill>
                    <a:latin typeface="+mn-lt"/>
                    <a:ea typeface="+mn-ea"/>
                    <a:cs typeface="+mn-cs"/>
                  </a:defRPr>
                </a:lvl9pPr>
              </a:lstStyle>
              <a:p>
                <a:endParaRPr lang="ja-JP" altLang="en-US"/>
              </a:p>
            </p:txBody>
          </p:sp>
          <p:sp>
            <p:nvSpPr>
              <p:cNvPr id="20" name="Freeform 42">
                <a:extLst>
                  <a:ext uri="{FF2B5EF4-FFF2-40B4-BE49-F238E27FC236}">
                    <a16:creationId xmlns:a16="http://schemas.microsoft.com/office/drawing/2014/main" id="{D02CC5F9-232B-B46F-BD1B-65BA6613F97B}"/>
                  </a:ext>
                </a:extLst>
              </p:cNvPr>
              <p:cNvSpPr>
                <a:spLocks/>
              </p:cNvSpPr>
              <p:nvPr/>
            </p:nvSpPr>
            <p:spPr bwMode="auto">
              <a:xfrm>
                <a:off x="3131984" y="5303797"/>
                <a:ext cx="270003" cy="90001"/>
              </a:xfrm>
              <a:custGeom>
                <a:avLst/>
                <a:gdLst>
                  <a:gd name="T0" fmla="*/ 3025 w 5991"/>
                  <a:gd name="T1" fmla="*/ 3393 h 3396"/>
                  <a:gd name="T2" fmla="*/ 3330 w 5991"/>
                  <a:gd name="T3" fmla="*/ 3377 h 3396"/>
                  <a:gd name="T4" fmla="*/ 3627 w 5991"/>
                  <a:gd name="T5" fmla="*/ 3342 h 3396"/>
                  <a:gd name="T6" fmla="*/ 3916 w 5991"/>
                  <a:gd name="T7" fmla="*/ 3293 h 3396"/>
                  <a:gd name="T8" fmla="*/ 4193 w 5991"/>
                  <a:gd name="T9" fmla="*/ 3228 h 3396"/>
                  <a:gd name="T10" fmla="*/ 4458 w 5991"/>
                  <a:gd name="T11" fmla="*/ 3150 h 3396"/>
                  <a:gd name="T12" fmla="*/ 4708 w 5991"/>
                  <a:gd name="T13" fmla="*/ 3059 h 3396"/>
                  <a:gd name="T14" fmla="*/ 4941 w 5991"/>
                  <a:gd name="T15" fmla="*/ 2955 h 3396"/>
                  <a:gd name="T16" fmla="*/ 5157 w 5991"/>
                  <a:gd name="T17" fmla="*/ 2839 h 3396"/>
                  <a:gd name="T18" fmla="*/ 5350 w 5991"/>
                  <a:gd name="T19" fmla="*/ 2714 h 3396"/>
                  <a:gd name="T20" fmla="*/ 5523 w 5991"/>
                  <a:gd name="T21" fmla="*/ 2578 h 3396"/>
                  <a:gd name="T22" fmla="*/ 5671 w 5991"/>
                  <a:gd name="T23" fmla="*/ 2434 h 3396"/>
                  <a:gd name="T24" fmla="*/ 5794 w 5991"/>
                  <a:gd name="T25" fmla="*/ 2282 h 3396"/>
                  <a:gd name="T26" fmla="*/ 5889 w 5991"/>
                  <a:gd name="T27" fmla="*/ 2123 h 3396"/>
                  <a:gd name="T28" fmla="*/ 5953 w 5991"/>
                  <a:gd name="T29" fmla="*/ 1956 h 3396"/>
                  <a:gd name="T30" fmla="*/ 5986 w 5991"/>
                  <a:gd name="T31" fmla="*/ 1786 h 3396"/>
                  <a:gd name="T32" fmla="*/ 5990 w 5991"/>
                  <a:gd name="T33" fmla="*/ 1654 h 3396"/>
                  <a:gd name="T34" fmla="*/ 5964 w 5991"/>
                  <a:gd name="T35" fmla="*/ 1482 h 3396"/>
                  <a:gd name="T36" fmla="*/ 5908 w 5991"/>
                  <a:gd name="T37" fmla="*/ 1315 h 3396"/>
                  <a:gd name="T38" fmla="*/ 5819 w 5991"/>
                  <a:gd name="T39" fmla="*/ 1154 h 3396"/>
                  <a:gd name="T40" fmla="*/ 5704 w 5991"/>
                  <a:gd name="T41" fmla="*/ 1000 h 3396"/>
                  <a:gd name="T42" fmla="*/ 5563 w 5991"/>
                  <a:gd name="T43" fmla="*/ 852 h 3396"/>
                  <a:gd name="T44" fmla="*/ 5396 w 5991"/>
                  <a:gd name="T45" fmla="*/ 715 h 3396"/>
                  <a:gd name="T46" fmla="*/ 5207 w 5991"/>
                  <a:gd name="T47" fmla="*/ 587 h 3396"/>
                  <a:gd name="T48" fmla="*/ 4996 w 5991"/>
                  <a:gd name="T49" fmla="*/ 469 h 3396"/>
                  <a:gd name="T50" fmla="*/ 4768 w 5991"/>
                  <a:gd name="T51" fmla="*/ 363 h 3396"/>
                  <a:gd name="T52" fmla="*/ 4522 w 5991"/>
                  <a:gd name="T53" fmla="*/ 268 h 3396"/>
                  <a:gd name="T54" fmla="*/ 4261 w 5991"/>
                  <a:gd name="T55" fmla="*/ 186 h 3396"/>
                  <a:gd name="T56" fmla="*/ 3986 w 5991"/>
                  <a:gd name="T57" fmla="*/ 118 h 3396"/>
                  <a:gd name="T58" fmla="*/ 3700 w 5991"/>
                  <a:gd name="T59" fmla="*/ 65 h 3396"/>
                  <a:gd name="T60" fmla="*/ 3404 w 5991"/>
                  <a:gd name="T61" fmla="*/ 27 h 3396"/>
                  <a:gd name="T62" fmla="*/ 3102 w 5991"/>
                  <a:gd name="T63" fmla="*/ 5 h 3396"/>
                  <a:gd name="T64" fmla="*/ 2870 w 5991"/>
                  <a:gd name="T65" fmla="*/ 0 h 3396"/>
                  <a:gd name="T66" fmla="*/ 2272 w 5991"/>
                  <a:gd name="T67" fmla="*/ 20 h 3396"/>
                  <a:gd name="T68" fmla="*/ 1724 w 5991"/>
                  <a:gd name="T69" fmla="*/ 79 h 3396"/>
                  <a:gd name="T70" fmla="*/ 1235 w 5991"/>
                  <a:gd name="T71" fmla="*/ 170 h 3396"/>
                  <a:gd name="T72" fmla="*/ 862 w 5991"/>
                  <a:gd name="T73" fmla="*/ 276 h 3396"/>
                  <a:gd name="T74" fmla="*/ 677 w 5991"/>
                  <a:gd name="T75" fmla="*/ 345 h 3396"/>
                  <a:gd name="T76" fmla="*/ 510 w 5991"/>
                  <a:gd name="T77" fmla="*/ 420 h 3396"/>
                  <a:gd name="T78" fmla="*/ 365 w 5991"/>
                  <a:gd name="T79" fmla="*/ 502 h 3396"/>
                  <a:gd name="T80" fmla="*/ 242 w 5991"/>
                  <a:gd name="T81" fmla="*/ 588 h 3396"/>
                  <a:gd name="T82" fmla="*/ 143 w 5991"/>
                  <a:gd name="T83" fmla="*/ 678 h 3396"/>
                  <a:gd name="T84" fmla="*/ 69 w 5991"/>
                  <a:gd name="T85" fmla="*/ 773 h 3396"/>
                  <a:gd name="T86" fmla="*/ 21 w 5991"/>
                  <a:gd name="T87" fmla="*/ 872 h 3396"/>
                  <a:gd name="T88" fmla="*/ 0 w 5991"/>
                  <a:gd name="T89" fmla="*/ 973 h 3396"/>
                  <a:gd name="T90" fmla="*/ 2 w 5991"/>
                  <a:gd name="T91" fmla="*/ 1050 h 3396"/>
                  <a:gd name="T92" fmla="*/ 30 w 5991"/>
                  <a:gd name="T93" fmla="*/ 1151 h 3396"/>
                  <a:gd name="T94" fmla="*/ 86 w 5991"/>
                  <a:gd name="T95" fmla="*/ 1249 h 3396"/>
                  <a:gd name="T96" fmla="*/ 166 w 5991"/>
                  <a:gd name="T97" fmla="*/ 1342 h 3396"/>
                  <a:gd name="T98" fmla="*/ 270 w 5991"/>
                  <a:gd name="T99" fmla="*/ 1432 h 3396"/>
                  <a:gd name="T100" fmla="*/ 398 w 5991"/>
                  <a:gd name="T101" fmla="*/ 1517 h 3396"/>
                  <a:gd name="T102" fmla="*/ 550 w 5991"/>
                  <a:gd name="T103" fmla="*/ 1596 h 3396"/>
                  <a:gd name="T104" fmla="*/ 721 w 5991"/>
                  <a:gd name="T105" fmla="*/ 1670 h 3396"/>
                  <a:gd name="T106" fmla="*/ 912 w 5991"/>
                  <a:gd name="T107" fmla="*/ 1738 h 3396"/>
                  <a:gd name="T108" fmla="*/ 1351 w 5991"/>
                  <a:gd name="T109" fmla="*/ 1854 h 3396"/>
                  <a:gd name="T110" fmla="*/ 1856 w 5991"/>
                  <a:gd name="T111" fmla="*/ 1937 h 3396"/>
                  <a:gd name="T112" fmla="*/ 2417 w 5991"/>
                  <a:gd name="T113" fmla="*/ 1986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991" h="3396">
                    <a:moveTo>
                      <a:pt x="2870" y="3396"/>
                    </a:moveTo>
                    <a:lnTo>
                      <a:pt x="2870" y="3396"/>
                    </a:lnTo>
                    <a:lnTo>
                      <a:pt x="2948" y="3395"/>
                    </a:lnTo>
                    <a:lnTo>
                      <a:pt x="3025" y="3393"/>
                    </a:lnTo>
                    <a:lnTo>
                      <a:pt x="3102" y="3391"/>
                    </a:lnTo>
                    <a:lnTo>
                      <a:pt x="3179" y="3387"/>
                    </a:lnTo>
                    <a:lnTo>
                      <a:pt x="3254" y="3382"/>
                    </a:lnTo>
                    <a:lnTo>
                      <a:pt x="3330" y="3377"/>
                    </a:lnTo>
                    <a:lnTo>
                      <a:pt x="3404" y="3369"/>
                    </a:lnTo>
                    <a:lnTo>
                      <a:pt x="3480" y="3361"/>
                    </a:lnTo>
                    <a:lnTo>
                      <a:pt x="3553" y="3352"/>
                    </a:lnTo>
                    <a:lnTo>
                      <a:pt x="3627" y="3342"/>
                    </a:lnTo>
                    <a:lnTo>
                      <a:pt x="3700" y="3332"/>
                    </a:lnTo>
                    <a:lnTo>
                      <a:pt x="3772" y="3319"/>
                    </a:lnTo>
                    <a:lnTo>
                      <a:pt x="3844" y="3306"/>
                    </a:lnTo>
                    <a:lnTo>
                      <a:pt x="3916" y="3293"/>
                    </a:lnTo>
                    <a:lnTo>
                      <a:pt x="3986" y="3278"/>
                    </a:lnTo>
                    <a:lnTo>
                      <a:pt x="4056" y="3262"/>
                    </a:lnTo>
                    <a:lnTo>
                      <a:pt x="4125" y="3246"/>
                    </a:lnTo>
                    <a:lnTo>
                      <a:pt x="4193" y="3228"/>
                    </a:lnTo>
                    <a:lnTo>
                      <a:pt x="4261" y="3210"/>
                    </a:lnTo>
                    <a:lnTo>
                      <a:pt x="4327" y="3191"/>
                    </a:lnTo>
                    <a:lnTo>
                      <a:pt x="4393" y="3170"/>
                    </a:lnTo>
                    <a:lnTo>
                      <a:pt x="4458" y="3150"/>
                    </a:lnTo>
                    <a:lnTo>
                      <a:pt x="4522" y="3128"/>
                    </a:lnTo>
                    <a:lnTo>
                      <a:pt x="4585" y="3106"/>
                    </a:lnTo>
                    <a:lnTo>
                      <a:pt x="4647" y="3083"/>
                    </a:lnTo>
                    <a:lnTo>
                      <a:pt x="4708" y="3059"/>
                    </a:lnTo>
                    <a:lnTo>
                      <a:pt x="4768" y="3033"/>
                    </a:lnTo>
                    <a:lnTo>
                      <a:pt x="4827" y="3009"/>
                    </a:lnTo>
                    <a:lnTo>
                      <a:pt x="4885" y="2982"/>
                    </a:lnTo>
                    <a:lnTo>
                      <a:pt x="4941" y="2955"/>
                    </a:lnTo>
                    <a:lnTo>
                      <a:pt x="4996" y="2927"/>
                    </a:lnTo>
                    <a:lnTo>
                      <a:pt x="5052" y="2898"/>
                    </a:lnTo>
                    <a:lnTo>
                      <a:pt x="5104" y="2869"/>
                    </a:lnTo>
                    <a:lnTo>
                      <a:pt x="5157" y="2839"/>
                    </a:lnTo>
                    <a:lnTo>
                      <a:pt x="5207" y="2809"/>
                    </a:lnTo>
                    <a:lnTo>
                      <a:pt x="5255" y="2778"/>
                    </a:lnTo>
                    <a:lnTo>
                      <a:pt x="5304" y="2746"/>
                    </a:lnTo>
                    <a:lnTo>
                      <a:pt x="5350" y="2714"/>
                    </a:lnTo>
                    <a:lnTo>
                      <a:pt x="5396" y="2680"/>
                    </a:lnTo>
                    <a:lnTo>
                      <a:pt x="5440" y="2647"/>
                    </a:lnTo>
                    <a:lnTo>
                      <a:pt x="5482" y="2613"/>
                    </a:lnTo>
                    <a:lnTo>
                      <a:pt x="5523" y="2578"/>
                    </a:lnTo>
                    <a:lnTo>
                      <a:pt x="5563" y="2543"/>
                    </a:lnTo>
                    <a:lnTo>
                      <a:pt x="5600" y="2507"/>
                    </a:lnTo>
                    <a:lnTo>
                      <a:pt x="5636" y="2470"/>
                    </a:lnTo>
                    <a:lnTo>
                      <a:pt x="5671" y="2434"/>
                    </a:lnTo>
                    <a:lnTo>
                      <a:pt x="5704" y="2397"/>
                    </a:lnTo>
                    <a:lnTo>
                      <a:pt x="5736" y="2359"/>
                    </a:lnTo>
                    <a:lnTo>
                      <a:pt x="5766" y="2320"/>
                    </a:lnTo>
                    <a:lnTo>
                      <a:pt x="5794" y="2282"/>
                    </a:lnTo>
                    <a:lnTo>
                      <a:pt x="5819" y="2242"/>
                    </a:lnTo>
                    <a:lnTo>
                      <a:pt x="5845" y="2202"/>
                    </a:lnTo>
                    <a:lnTo>
                      <a:pt x="5867" y="2163"/>
                    </a:lnTo>
                    <a:lnTo>
                      <a:pt x="5889" y="2123"/>
                    </a:lnTo>
                    <a:lnTo>
                      <a:pt x="5908" y="2082"/>
                    </a:lnTo>
                    <a:lnTo>
                      <a:pt x="5925" y="2040"/>
                    </a:lnTo>
                    <a:lnTo>
                      <a:pt x="5940" y="1999"/>
                    </a:lnTo>
                    <a:lnTo>
                      <a:pt x="5953" y="1956"/>
                    </a:lnTo>
                    <a:lnTo>
                      <a:pt x="5964" y="1914"/>
                    </a:lnTo>
                    <a:lnTo>
                      <a:pt x="5973" y="1872"/>
                    </a:lnTo>
                    <a:lnTo>
                      <a:pt x="5981" y="1828"/>
                    </a:lnTo>
                    <a:lnTo>
                      <a:pt x="5986" y="1786"/>
                    </a:lnTo>
                    <a:lnTo>
                      <a:pt x="5990" y="1742"/>
                    </a:lnTo>
                    <a:lnTo>
                      <a:pt x="5991" y="1699"/>
                    </a:lnTo>
                    <a:lnTo>
                      <a:pt x="5991" y="1699"/>
                    </a:lnTo>
                    <a:lnTo>
                      <a:pt x="5990" y="1654"/>
                    </a:lnTo>
                    <a:lnTo>
                      <a:pt x="5986" y="1610"/>
                    </a:lnTo>
                    <a:lnTo>
                      <a:pt x="5981" y="1568"/>
                    </a:lnTo>
                    <a:lnTo>
                      <a:pt x="5973" y="1524"/>
                    </a:lnTo>
                    <a:lnTo>
                      <a:pt x="5964" y="1482"/>
                    </a:lnTo>
                    <a:lnTo>
                      <a:pt x="5953" y="1440"/>
                    </a:lnTo>
                    <a:lnTo>
                      <a:pt x="5940" y="1397"/>
                    </a:lnTo>
                    <a:lnTo>
                      <a:pt x="5925" y="1356"/>
                    </a:lnTo>
                    <a:lnTo>
                      <a:pt x="5908" y="1315"/>
                    </a:lnTo>
                    <a:lnTo>
                      <a:pt x="5889" y="1274"/>
                    </a:lnTo>
                    <a:lnTo>
                      <a:pt x="5867" y="1233"/>
                    </a:lnTo>
                    <a:lnTo>
                      <a:pt x="5845" y="1193"/>
                    </a:lnTo>
                    <a:lnTo>
                      <a:pt x="5819" y="1154"/>
                    </a:lnTo>
                    <a:lnTo>
                      <a:pt x="5794" y="1114"/>
                    </a:lnTo>
                    <a:lnTo>
                      <a:pt x="5766" y="1076"/>
                    </a:lnTo>
                    <a:lnTo>
                      <a:pt x="5736" y="1037"/>
                    </a:lnTo>
                    <a:lnTo>
                      <a:pt x="5704" y="1000"/>
                    </a:lnTo>
                    <a:lnTo>
                      <a:pt x="5671" y="961"/>
                    </a:lnTo>
                    <a:lnTo>
                      <a:pt x="5636" y="926"/>
                    </a:lnTo>
                    <a:lnTo>
                      <a:pt x="5600" y="888"/>
                    </a:lnTo>
                    <a:lnTo>
                      <a:pt x="5563" y="852"/>
                    </a:lnTo>
                    <a:lnTo>
                      <a:pt x="5523" y="818"/>
                    </a:lnTo>
                    <a:lnTo>
                      <a:pt x="5482" y="783"/>
                    </a:lnTo>
                    <a:lnTo>
                      <a:pt x="5440" y="749"/>
                    </a:lnTo>
                    <a:lnTo>
                      <a:pt x="5396" y="715"/>
                    </a:lnTo>
                    <a:lnTo>
                      <a:pt x="5350" y="682"/>
                    </a:lnTo>
                    <a:lnTo>
                      <a:pt x="5304" y="650"/>
                    </a:lnTo>
                    <a:lnTo>
                      <a:pt x="5255" y="618"/>
                    </a:lnTo>
                    <a:lnTo>
                      <a:pt x="5207" y="587"/>
                    </a:lnTo>
                    <a:lnTo>
                      <a:pt x="5157" y="556"/>
                    </a:lnTo>
                    <a:lnTo>
                      <a:pt x="5104" y="527"/>
                    </a:lnTo>
                    <a:lnTo>
                      <a:pt x="5052" y="497"/>
                    </a:lnTo>
                    <a:lnTo>
                      <a:pt x="4996" y="469"/>
                    </a:lnTo>
                    <a:lnTo>
                      <a:pt x="4941" y="441"/>
                    </a:lnTo>
                    <a:lnTo>
                      <a:pt x="4885" y="414"/>
                    </a:lnTo>
                    <a:lnTo>
                      <a:pt x="4827" y="388"/>
                    </a:lnTo>
                    <a:lnTo>
                      <a:pt x="4768" y="363"/>
                    </a:lnTo>
                    <a:lnTo>
                      <a:pt x="4708" y="337"/>
                    </a:lnTo>
                    <a:lnTo>
                      <a:pt x="4647" y="314"/>
                    </a:lnTo>
                    <a:lnTo>
                      <a:pt x="4585" y="290"/>
                    </a:lnTo>
                    <a:lnTo>
                      <a:pt x="4522" y="268"/>
                    </a:lnTo>
                    <a:lnTo>
                      <a:pt x="4458" y="246"/>
                    </a:lnTo>
                    <a:lnTo>
                      <a:pt x="4393" y="226"/>
                    </a:lnTo>
                    <a:lnTo>
                      <a:pt x="4327" y="205"/>
                    </a:lnTo>
                    <a:lnTo>
                      <a:pt x="4261" y="186"/>
                    </a:lnTo>
                    <a:lnTo>
                      <a:pt x="4193" y="168"/>
                    </a:lnTo>
                    <a:lnTo>
                      <a:pt x="4125" y="150"/>
                    </a:lnTo>
                    <a:lnTo>
                      <a:pt x="4056" y="133"/>
                    </a:lnTo>
                    <a:lnTo>
                      <a:pt x="3986" y="118"/>
                    </a:lnTo>
                    <a:lnTo>
                      <a:pt x="3916" y="104"/>
                    </a:lnTo>
                    <a:lnTo>
                      <a:pt x="3844" y="90"/>
                    </a:lnTo>
                    <a:lnTo>
                      <a:pt x="3772" y="77"/>
                    </a:lnTo>
                    <a:lnTo>
                      <a:pt x="3700" y="65"/>
                    </a:lnTo>
                    <a:lnTo>
                      <a:pt x="3627" y="54"/>
                    </a:lnTo>
                    <a:lnTo>
                      <a:pt x="3553" y="44"/>
                    </a:lnTo>
                    <a:lnTo>
                      <a:pt x="3480" y="35"/>
                    </a:lnTo>
                    <a:lnTo>
                      <a:pt x="3404" y="27"/>
                    </a:lnTo>
                    <a:lnTo>
                      <a:pt x="3330" y="20"/>
                    </a:lnTo>
                    <a:lnTo>
                      <a:pt x="3254" y="14"/>
                    </a:lnTo>
                    <a:lnTo>
                      <a:pt x="3179" y="9"/>
                    </a:lnTo>
                    <a:lnTo>
                      <a:pt x="3102" y="5"/>
                    </a:lnTo>
                    <a:lnTo>
                      <a:pt x="3025" y="3"/>
                    </a:lnTo>
                    <a:lnTo>
                      <a:pt x="2948" y="1"/>
                    </a:lnTo>
                    <a:lnTo>
                      <a:pt x="2870" y="0"/>
                    </a:lnTo>
                    <a:lnTo>
                      <a:pt x="2870" y="0"/>
                    </a:lnTo>
                    <a:lnTo>
                      <a:pt x="2716" y="1"/>
                    </a:lnTo>
                    <a:lnTo>
                      <a:pt x="2566" y="5"/>
                    </a:lnTo>
                    <a:lnTo>
                      <a:pt x="2417" y="12"/>
                    </a:lnTo>
                    <a:lnTo>
                      <a:pt x="2272" y="20"/>
                    </a:lnTo>
                    <a:lnTo>
                      <a:pt x="2130" y="32"/>
                    </a:lnTo>
                    <a:lnTo>
                      <a:pt x="1990" y="45"/>
                    </a:lnTo>
                    <a:lnTo>
                      <a:pt x="1856" y="62"/>
                    </a:lnTo>
                    <a:lnTo>
                      <a:pt x="1724" y="79"/>
                    </a:lnTo>
                    <a:lnTo>
                      <a:pt x="1596" y="99"/>
                    </a:lnTo>
                    <a:lnTo>
                      <a:pt x="1471" y="120"/>
                    </a:lnTo>
                    <a:lnTo>
                      <a:pt x="1351" y="145"/>
                    </a:lnTo>
                    <a:lnTo>
                      <a:pt x="1235" y="170"/>
                    </a:lnTo>
                    <a:lnTo>
                      <a:pt x="1123" y="199"/>
                    </a:lnTo>
                    <a:lnTo>
                      <a:pt x="1015" y="228"/>
                    </a:lnTo>
                    <a:lnTo>
                      <a:pt x="912" y="260"/>
                    </a:lnTo>
                    <a:lnTo>
                      <a:pt x="862" y="276"/>
                    </a:lnTo>
                    <a:lnTo>
                      <a:pt x="815" y="292"/>
                    </a:lnTo>
                    <a:lnTo>
                      <a:pt x="768" y="310"/>
                    </a:lnTo>
                    <a:lnTo>
                      <a:pt x="721" y="328"/>
                    </a:lnTo>
                    <a:lnTo>
                      <a:pt x="677" y="345"/>
                    </a:lnTo>
                    <a:lnTo>
                      <a:pt x="633" y="364"/>
                    </a:lnTo>
                    <a:lnTo>
                      <a:pt x="591" y="382"/>
                    </a:lnTo>
                    <a:lnTo>
                      <a:pt x="550" y="401"/>
                    </a:lnTo>
                    <a:lnTo>
                      <a:pt x="510" y="420"/>
                    </a:lnTo>
                    <a:lnTo>
                      <a:pt x="471" y="441"/>
                    </a:lnTo>
                    <a:lnTo>
                      <a:pt x="434" y="460"/>
                    </a:lnTo>
                    <a:lnTo>
                      <a:pt x="398" y="481"/>
                    </a:lnTo>
                    <a:lnTo>
                      <a:pt x="365" y="502"/>
                    </a:lnTo>
                    <a:lnTo>
                      <a:pt x="332" y="523"/>
                    </a:lnTo>
                    <a:lnTo>
                      <a:pt x="301" y="545"/>
                    </a:lnTo>
                    <a:lnTo>
                      <a:pt x="270" y="567"/>
                    </a:lnTo>
                    <a:lnTo>
                      <a:pt x="242" y="588"/>
                    </a:lnTo>
                    <a:lnTo>
                      <a:pt x="215" y="610"/>
                    </a:lnTo>
                    <a:lnTo>
                      <a:pt x="189" y="633"/>
                    </a:lnTo>
                    <a:lnTo>
                      <a:pt x="166" y="655"/>
                    </a:lnTo>
                    <a:lnTo>
                      <a:pt x="143" y="678"/>
                    </a:lnTo>
                    <a:lnTo>
                      <a:pt x="123" y="702"/>
                    </a:lnTo>
                    <a:lnTo>
                      <a:pt x="104" y="726"/>
                    </a:lnTo>
                    <a:lnTo>
                      <a:pt x="86" y="750"/>
                    </a:lnTo>
                    <a:lnTo>
                      <a:pt x="69" y="773"/>
                    </a:lnTo>
                    <a:lnTo>
                      <a:pt x="55" y="797"/>
                    </a:lnTo>
                    <a:lnTo>
                      <a:pt x="42" y="822"/>
                    </a:lnTo>
                    <a:lnTo>
                      <a:pt x="30" y="847"/>
                    </a:lnTo>
                    <a:lnTo>
                      <a:pt x="21" y="872"/>
                    </a:lnTo>
                    <a:lnTo>
                      <a:pt x="14" y="897"/>
                    </a:lnTo>
                    <a:lnTo>
                      <a:pt x="7" y="922"/>
                    </a:lnTo>
                    <a:lnTo>
                      <a:pt x="2" y="947"/>
                    </a:lnTo>
                    <a:lnTo>
                      <a:pt x="0" y="973"/>
                    </a:lnTo>
                    <a:lnTo>
                      <a:pt x="0" y="999"/>
                    </a:lnTo>
                    <a:lnTo>
                      <a:pt x="0" y="999"/>
                    </a:lnTo>
                    <a:lnTo>
                      <a:pt x="0" y="1024"/>
                    </a:lnTo>
                    <a:lnTo>
                      <a:pt x="2" y="1050"/>
                    </a:lnTo>
                    <a:lnTo>
                      <a:pt x="7" y="1076"/>
                    </a:lnTo>
                    <a:lnTo>
                      <a:pt x="14" y="1101"/>
                    </a:lnTo>
                    <a:lnTo>
                      <a:pt x="21" y="1127"/>
                    </a:lnTo>
                    <a:lnTo>
                      <a:pt x="30" y="1151"/>
                    </a:lnTo>
                    <a:lnTo>
                      <a:pt x="42" y="1176"/>
                    </a:lnTo>
                    <a:lnTo>
                      <a:pt x="55" y="1200"/>
                    </a:lnTo>
                    <a:lnTo>
                      <a:pt x="69" y="1224"/>
                    </a:lnTo>
                    <a:lnTo>
                      <a:pt x="86" y="1249"/>
                    </a:lnTo>
                    <a:lnTo>
                      <a:pt x="104" y="1273"/>
                    </a:lnTo>
                    <a:lnTo>
                      <a:pt x="123" y="1296"/>
                    </a:lnTo>
                    <a:lnTo>
                      <a:pt x="143" y="1319"/>
                    </a:lnTo>
                    <a:lnTo>
                      <a:pt x="166" y="1342"/>
                    </a:lnTo>
                    <a:lnTo>
                      <a:pt x="189" y="1365"/>
                    </a:lnTo>
                    <a:lnTo>
                      <a:pt x="215" y="1388"/>
                    </a:lnTo>
                    <a:lnTo>
                      <a:pt x="242" y="1410"/>
                    </a:lnTo>
                    <a:lnTo>
                      <a:pt x="270" y="1432"/>
                    </a:lnTo>
                    <a:lnTo>
                      <a:pt x="301" y="1454"/>
                    </a:lnTo>
                    <a:lnTo>
                      <a:pt x="332" y="1475"/>
                    </a:lnTo>
                    <a:lnTo>
                      <a:pt x="365" y="1496"/>
                    </a:lnTo>
                    <a:lnTo>
                      <a:pt x="398" y="1517"/>
                    </a:lnTo>
                    <a:lnTo>
                      <a:pt x="434" y="1537"/>
                    </a:lnTo>
                    <a:lnTo>
                      <a:pt x="471" y="1558"/>
                    </a:lnTo>
                    <a:lnTo>
                      <a:pt x="510" y="1577"/>
                    </a:lnTo>
                    <a:lnTo>
                      <a:pt x="550" y="1596"/>
                    </a:lnTo>
                    <a:lnTo>
                      <a:pt x="591" y="1615"/>
                    </a:lnTo>
                    <a:lnTo>
                      <a:pt x="633" y="1634"/>
                    </a:lnTo>
                    <a:lnTo>
                      <a:pt x="677" y="1652"/>
                    </a:lnTo>
                    <a:lnTo>
                      <a:pt x="721" y="1670"/>
                    </a:lnTo>
                    <a:lnTo>
                      <a:pt x="768" y="1688"/>
                    </a:lnTo>
                    <a:lnTo>
                      <a:pt x="815" y="1705"/>
                    </a:lnTo>
                    <a:lnTo>
                      <a:pt x="862" y="1722"/>
                    </a:lnTo>
                    <a:lnTo>
                      <a:pt x="912" y="1738"/>
                    </a:lnTo>
                    <a:lnTo>
                      <a:pt x="1015" y="1769"/>
                    </a:lnTo>
                    <a:lnTo>
                      <a:pt x="1123" y="1800"/>
                    </a:lnTo>
                    <a:lnTo>
                      <a:pt x="1235" y="1827"/>
                    </a:lnTo>
                    <a:lnTo>
                      <a:pt x="1351" y="1854"/>
                    </a:lnTo>
                    <a:lnTo>
                      <a:pt x="1471" y="1877"/>
                    </a:lnTo>
                    <a:lnTo>
                      <a:pt x="1596" y="1899"/>
                    </a:lnTo>
                    <a:lnTo>
                      <a:pt x="1724" y="1919"/>
                    </a:lnTo>
                    <a:lnTo>
                      <a:pt x="1856" y="1937"/>
                    </a:lnTo>
                    <a:lnTo>
                      <a:pt x="1990" y="1952"/>
                    </a:lnTo>
                    <a:lnTo>
                      <a:pt x="2130" y="1966"/>
                    </a:lnTo>
                    <a:lnTo>
                      <a:pt x="2272" y="1977"/>
                    </a:lnTo>
                    <a:lnTo>
                      <a:pt x="2417" y="1986"/>
                    </a:lnTo>
                    <a:lnTo>
                      <a:pt x="2566" y="1992"/>
                    </a:lnTo>
                    <a:lnTo>
                      <a:pt x="2716" y="1996"/>
                    </a:lnTo>
                    <a:lnTo>
                      <a:pt x="2870" y="1997"/>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478093" rtl="0" eaLnBrk="1" latinLnBrk="0" hangingPunct="1">
                  <a:defRPr sz="1883" kern="1200">
                    <a:solidFill>
                      <a:schemeClr val="tx1"/>
                    </a:solidFill>
                    <a:latin typeface="+mn-lt"/>
                    <a:ea typeface="+mn-ea"/>
                    <a:cs typeface="+mn-cs"/>
                  </a:defRPr>
                </a:lvl1pPr>
                <a:lvl2pPr marL="478093" algn="l" defTabSz="478093" rtl="0" eaLnBrk="1" latinLnBrk="0" hangingPunct="1">
                  <a:defRPr sz="1883" kern="1200">
                    <a:solidFill>
                      <a:schemeClr val="tx1"/>
                    </a:solidFill>
                    <a:latin typeface="+mn-lt"/>
                    <a:ea typeface="+mn-ea"/>
                    <a:cs typeface="+mn-cs"/>
                  </a:defRPr>
                </a:lvl2pPr>
                <a:lvl3pPr marL="956184" algn="l" defTabSz="478093" rtl="0" eaLnBrk="1" latinLnBrk="0" hangingPunct="1">
                  <a:defRPr sz="1883" kern="1200">
                    <a:solidFill>
                      <a:schemeClr val="tx1"/>
                    </a:solidFill>
                    <a:latin typeface="+mn-lt"/>
                    <a:ea typeface="+mn-ea"/>
                    <a:cs typeface="+mn-cs"/>
                  </a:defRPr>
                </a:lvl3pPr>
                <a:lvl4pPr marL="1434277" algn="l" defTabSz="478093" rtl="0" eaLnBrk="1" latinLnBrk="0" hangingPunct="1">
                  <a:defRPr sz="1883" kern="1200">
                    <a:solidFill>
                      <a:schemeClr val="tx1"/>
                    </a:solidFill>
                    <a:latin typeface="+mn-lt"/>
                    <a:ea typeface="+mn-ea"/>
                    <a:cs typeface="+mn-cs"/>
                  </a:defRPr>
                </a:lvl4pPr>
                <a:lvl5pPr marL="1912370" algn="l" defTabSz="478093" rtl="0" eaLnBrk="1" latinLnBrk="0" hangingPunct="1">
                  <a:defRPr sz="1883" kern="1200">
                    <a:solidFill>
                      <a:schemeClr val="tx1"/>
                    </a:solidFill>
                    <a:latin typeface="+mn-lt"/>
                    <a:ea typeface="+mn-ea"/>
                    <a:cs typeface="+mn-cs"/>
                  </a:defRPr>
                </a:lvl5pPr>
                <a:lvl6pPr marL="2390462" algn="l" defTabSz="478093" rtl="0" eaLnBrk="1" latinLnBrk="0" hangingPunct="1">
                  <a:defRPr sz="1883" kern="1200">
                    <a:solidFill>
                      <a:schemeClr val="tx1"/>
                    </a:solidFill>
                    <a:latin typeface="+mn-lt"/>
                    <a:ea typeface="+mn-ea"/>
                    <a:cs typeface="+mn-cs"/>
                  </a:defRPr>
                </a:lvl6pPr>
                <a:lvl7pPr marL="2868554" algn="l" defTabSz="478093" rtl="0" eaLnBrk="1" latinLnBrk="0" hangingPunct="1">
                  <a:defRPr sz="1883" kern="1200">
                    <a:solidFill>
                      <a:schemeClr val="tx1"/>
                    </a:solidFill>
                    <a:latin typeface="+mn-lt"/>
                    <a:ea typeface="+mn-ea"/>
                    <a:cs typeface="+mn-cs"/>
                  </a:defRPr>
                </a:lvl7pPr>
                <a:lvl8pPr marL="3346646" algn="l" defTabSz="478093" rtl="0" eaLnBrk="1" latinLnBrk="0" hangingPunct="1">
                  <a:defRPr sz="1883" kern="1200">
                    <a:solidFill>
                      <a:schemeClr val="tx1"/>
                    </a:solidFill>
                    <a:latin typeface="+mn-lt"/>
                    <a:ea typeface="+mn-ea"/>
                    <a:cs typeface="+mn-cs"/>
                  </a:defRPr>
                </a:lvl8pPr>
                <a:lvl9pPr marL="3824739" algn="l" defTabSz="478093" rtl="0" eaLnBrk="1" latinLnBrk="0" hangingPunct="1">
                  <a:defRPr sz="1883" kern="1200">
                    <a:solidFill>
                      <a:schemeClr val="tx1"/>
                    </a:solidFill>
                    <a:latin typeface="+mn-lt"/>
                    <a:ea typeface="+mn-ea"/>
                    <a:cs typeface="+mn-cs"/>
                  </a:defRPr>
                </a:lvl9pPr>
              </a:lstStyle>
              <a:p>
                <a:endParaRPr lang="ja-JP" altLang="en-US"/>
              </a:p>
            </p:txBody>
          </p:sp>
          <p:sp>
            <p:nvSpPr>
              <p:cNvPr id="21" name="Freeform 42">
                <a:extLst>
                  <a:ext uri="{FF2B5EF4-FFF2-40B4-BE49-F238E27FC236}">
                    <a16:creationId xmlns:a16="http://schemas.microsoft.com/office/drawing/2014/main" id="{F3F5F700-4B5B-1871-D3E1-E317E5174B50}"/>
                  </a:ext>
                </a:extLst>
              </p:cNvPr>
              <p:cNvSpPr>
                <a:spLocks/>
              </p:cNvSpPr>
              <p:nvPr/>
            </p:nvSpPr>
            <p:spPr bwMode="auto">
              <a:xfrm flipV="1">
                <a:off x="3131984" y="5191944"/>
                <a:ext cx="270003" cy="90001"/>
              </a:xfrm>
              <a:custGeom>
                <a:avLst/>
                <a:gdLst>
                  <a:gd name="T0" fmla="*/ 3025 w 5991"/>
                  <a:gd name="T1" fmla="*/ 3393 h 3396"/>
                  <a:gd name="T2" fmla="*/ 3330 w 5991"/>
                  <a:gd name="T3" fmla="*/ 3377 h 3396"/>
                  <a:gd name="T4" fmla="*/ 3627 w 5991"/>
                  <a:gd name="T5" fmla="*/ 3342 h 3396"/>
                  <a:gd name="T6" fmla="*/ 3916 w 5991"/>
                  <a:gd name="T7" fmla="*/ 3293 h 3396"/>
                  <a:gd name="T8" fmla="*/ 4193 w 5991"/>
                  <a:gd name="T9" fmla="*/ 3228 h 3396"/>
                  <a:gd name="T10" fmla="*/ 4458 w 5991"/>
                  <a:gd name="T11" fmla="*/ 3150 h 3396"/>
                  <a:gd name="T12" fmla="*/ 4708 w 5991"/>
                  <a:gd name="T13" fmla="*/ 3059 h 3396"/>
                  <a:gd name="T14" fmla="*/ 4941 w 5991"/>
                  <a:gd name="T15" fmla="*/ 2955 h 3396"/>
                  <a:gd name="T16" fmla="*/ 5157 w 5991"/>
                  <a:gd name="T17" fmla="*/ 2839 h 3396"/>
                  <a:gd name="T18" fmla="*/ 5350 w 5991"/>
                  <a:gd name="T19" fmla="*/ 2714 h 3396"/>
                  <a:gd name="T20" fmla="*/ 5523 w 5991"/>
                  <a:gd name="T21" fmla="*/ 2578 h 3396"/>
                  <a:gd name="T22" fmla="*/ 5671 w 5991"/>
                  <a:gd name="T23" fmla="*/ 2434 h 3396"/>
                  <a:gd name="T24" fmla="*/ 5794 w 5991"/>
                  <a:gd name="T25" fmla="*/ 2282 h 3396"/>
                  <a:gd name="T26" fmla="*/ 5889 w 5991"/>
                  <a:gd name="T27" fmla="*/ 2123 h 3396"/>
                  <a:gd name="T28" fmla="*/ 5953 w 5991"/>
                  <a:gd name="T29" fmla="*/ 1956 h 3396"/>
                  <a:gd name="T30" fmla="*/ 5986 w 5991"/>
                  <a:gd name="T31" fmla="*/ 1786 h 3396"/>
                  <a:gd name="T32" fmla="*/ 5990 w 5991"/>
                  <a:gd name="T33" fmla="*/ 1654 h 3396"/>
                  <a:gd name="T34" fmla="*/ 5964 w 5991"/>
                  <a:gd name="T35" fmla="*/ 1482 h 3396"/>
                  <a:gd name="T36" fmla="*/ 5908 w 5991"/>
                  <a:gd name="T37" fmla="*/ 1315 h 3396"/>
                  <a:gd name="T38" fmla="*/ 5819 w 5991"/>
                  <a:gd name="T39" fmla="*/ 1154 h 3396"/>
                  <a:gd name="T40" fmla="*/ 5704 w 5991"/>
                  <a:gd name="T41" fmla="*/ 1000 h 3396"/>
                  <a:gd name="T42" fmla="*/ 5563 w 5991"/>
                  <a:gd name="T43" fmla="*/ 852 h 3396"/>
                  <a:gd name="T44" fmla="*/ 5396 w 5991"/>
                  <a:gd name="T45" fmla="*/ 715 h 3396"/>
                  <a:gd name="T46" fmla="*/ 5207 w 5991"/>
                  <a:gd name="T47" fmla="*/ 587 h 3396"/>
                  <a:gd name="T48" fmla="*/ 4996 w 5991"/>
                  <a:gd name="T49" fmla="*/ 469 h 3396"/>
                  <a:gd name="T50" fmla="*/ 4768 w 5991"/>
                  <a:gd name="T51" fmla="*/ 363 h 3396"/>
                  <a:gd name="T52" fmla="*/ 4522 w 5991"/>
                  <a:gd name="T53" fmla="*/ 268 h 3396"/>
                  <a:gd name="T54" fmla="*/ 4261 w 5991"/>
                  <a:gd name="T55" fmla="*/ 186 h 3396"/>
                  <a:gd name="T56" fmla="*/ 3986 w 5991"/>
                  <a:gd name="T57" fmla="*/ 118 h 3396"/>
                  <a:gd name="T58" fmla="*/ 3700 w 5991"/>
                  <a:gd name="T59" fmla="*/ 65 h 3396"/>
                  <a:gd name="T60" fmla="*/ 3404 w 5991"/>
                  <a:gd name="T61" fmla="*/ 27 h 3396"/>
                  <a:gd name="T62" fmla="*/ 3102 w 5991"/>
                  <a:gd name="T63" fmla="*/ 5 h 3396"/>
                  <a:gd name="T64" fmla="*/ 2870 w 5991"/>
                  <a:gd name="T65" fmla="*/ 0 h 3396"/>
                  <a:gd name="T66" fmla="*/ 2272 w 5991"/>
                  <a:gd name="T67" fmla="*/ 20 h 3396"/>
                  <a:gd name="T68" fmla="*/ 1724 w 5991"/>
                  <a:gd name="T69" fmla="*/ 79 h 3396"/>
                  <a:gd name="T70" fmla="*/ 1235 w 5991"/>
                  <a:gd name="T71" fmla="*/ 170 h 3396"/>
                  <a:gd name="T72" fmla="*/ 862 w 5991"/>
                  <a:gd name="T73" fmla="*/ 276 h 3396"/>
                  <a:gd name="T74" fmla="*/ 677 w 5991"/>
                  <a:gd name="T75" fmla="*/ 345 h 3396"/>
                  <a:gd name="T76" fmla="*/ 510 w 5991"/>
                  <a:gd name="T77" fmla="*/ 420 h 3396"/>
                  <a:gd name="T78" fmla="*/ 365 w 5991"/>
                  <a:gd name="T79" fmla="*/ 502 h 3396"/>
                  <a:gd name="T80" fmla="*/ 242 w 5991"/>
                  <a:gd name="T81" fmla="*/ 588 h 3396"/>
                  <a:gd name="T82" fmla="*/ 143 w 5991"/>
                  <a:gd name="T83" fmla="*/ 678 h 3396"/>
                  <a:gd name="T84" fmla="*/ 69 w 5991"/>
                  <a:gd name="T85" fmla="*/ 773 h 3396"/>
                  <a:gd name="T86" fmla="*/ 21 w 5991"/>
                  <a:gd name="T87" fmla="*/ 872 h 3396"/>
                  <a:gd name="T88" fmla="*/ 0 w 5991"/>
                  <a:gd name="T89" fmla="*/ 973 h 3396"/>
                  <a:gd name="T90" fmla="*/ 2 w 5991"/>
                  <a:gd name="T91" fmla="*/ 1050 h 3396"/>
                  <a:gd name="T92" fmla="*/ 30 w 5991"/>
                  <a:gd name="T93" fmla="*/ 1151 h 3396"/>
                  <a:gd name="T94" fmla="*/ 86 w 5991"/>
                  <a:gd name="T95" fmla="*/ 1249 h 3396"/>
                  <a:gd name="T96" fmla="*/ 166 w 5991"/>
                  <a:gd name="T97" fmla="*/ 1342 h 3396"/>
                  <a:gd name="T98" fmla="*/ 270 w 5991"/>
                  <a:gd name="T99" fmla="*/ 1432 h 3396"/>
                  <a:gd name="T100" fmla="*/ 398 w 5991"/>
                  <a:gd name="T101" fmla="*/ 1517 h 3396"/>
                  <a:gd name="T102" fmla="*/ 550 w 5991"/>
                  <a:gd name="T103" fmla="*/ 1596 h 3396"/>
                  <a:gd name="T104" fmla="*/ 721 w 5991"/>
                  <a:gd name="T105" fmla="*/ 1670 h 3396"/>
                  <a:gd name="T106" fmla="*/ 912 w 5991"/>
                  <a:gd name="T107" fmla="*/ 1738 h 3396"/>
                  <a:gd name="T108" fmla="*/ 1351 w 5991"/>
                  <a:gd name="T109" fmla="*/ 1854 h 3396"/>
                  <a:gd name="T110" fmla="*/ 1856 w 5991"/>
                  <a:gd name="T111" fmla="*/ 1937 h 3396"/>
                  <a:gd name="T112" fmla="*/ 2417 w 5991"/>
                  <a:gd name="T113" fmla="*/ 1986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991" h="3396">
                    <a:moveTo>
                      <a:pt x="2870" y="3396"/>
                    </a:moveTo>
                    <a:lnTo>
                      <a:pt x="2870" y="3396"/>
                    </a:lnTo>
                    <a:lnTo>
                      <a:pt x="2948" y="3395"/>
                    </a:lnTo>
                    <a:lnTo>
                      <a:pt x="3025" y="3393"/>
                    </a:lnTo>
                    <a:lnTo>
                      <a:pt x="3102" y="3391"/>
                    </a:lnTo>
                    <a:lnTo>
                      <a:pt x="3179" y="3387"/>
                    </a:lnTo>
                    <a:lnTo>
                      <a:pt x="3254" y="3382"/>
                    </a:lnTo>
                    <a:lnTo>
                      <a:pt x="3330" y="3377"/>
                    </a:lnTo>
                    <a:lnTo>
                      <a:pt x="3404" y="3369"/>
                    </a:lnTo>
                    <a:lnTo>
                      <a:pt x="3480" y="3361"/>
                    </a:lnTo>
                    <a:lnTo>
                      <a:pt x="3553" y="3352"/>
                    </a:lnTo>
                    <a:lnTo>
                      <a:pt x="3627" y="3342"/>
                    </a:lnTo>
                    <a:lnTo>
                      <a:pt x="3700" y="3332"/>
                    </a:lnTo>
                    <a:lnTo>
                      <a:pt x="3772" y="3319"/>
                    </a:lnTo>
                    <a:lnTo>
                      <a:pt x="3844" y="3306"/>
                    </a:lnTo>
                    <a:lnTo>
                      <a:pt x="3916" y="3293"/>
                    </a:lnTo>
                    <a:lnTo>
                      <a:pt x="3986" y="3278"/>
                    </a:lnTo>
                    <a:lnTo>
                      <a:pt x="4056" y="3262"/>
                    </a:lnTo>
                    <a:lnTo>
                      <a:pt x="4125" y="3246"/>
                    </a:lnTo>
                    <a:lnTo>
                      <a:pt x="4193" y="3228"/>
                    </a:lnTo>
                    <a:lnTo>
                      <a:pt x="4261" y="3210"/>
                    </a:lnTo>
                    <a:lnTo>
                      <a:pt x="4327" y="3191"/>
                    </a:lnTo>
                    <a:lnTo>
                      <a:pt x="4393" y="3170"/>
                    </a:lnTo>
                    <a:lnTo>
                      <a:pt x="4458" y="3150"/>
                    </a:lnTo>
                    <a:lnTo>
                      <a:pt x="4522" y="3128"/>
                    </a:lnTo>
                    <a:lnTo>
                      <a:pt x="4585" y="3106"/>
                    </a:lnTo>
                    <a:lnTo>
                      <a:pt x="4647" y="3083"/>
                    </a:lnTo>
                    <a:lnTo>
                      <a:pt x="4708" y="3059"/>
                    </a:lnTo>
                    <a:lnTo>
                      <a:pt x="4768" y="3033"/>
                    </a:lnTo>
                    <a:lnTo>
                      <a:pt x="4827" y="3009"/>
                    </a:lnTo>
                    <a:lnTo>
                      <a:pt x="4885" y="2982"/>
                    </a:lnTo>
                    <a:lnTo>
                      <a:pt x="4941" y="2955"/>
                    </a:lnTo>
                    <a:lnTo>
                      <a:pt x="4996" y="2927"/>
                    </a:lnTo>
                    <a:lnTo>
                      <a:pt x="5052" y="2898"/>
                    </a:lnTo>
                    <a:lnTo>
                      <a:pt x="5104" y="2869"/>
                    </a:lnTo>
                    <a:lnTo>
                      <a:pt x="5157" y="2839"/>
                    </a:lnTo>
                    <a:lnTo>
                      <a:pt x="5207" y="2809"/>
                    </a:lnTo>
                    <a:lnTo>
                      <a:pt x="5255" y="2778"/>
                    </a:lnTo>
                    <a:lnTo>
                      <a:pt x="5304" y="2746"/>
                    </a:lnTo>
                    <a:lnTo>
                      <a:pt x="5350" y="2714"/>
                    </a:lnTo>
                    <a:lnTo>
                      <a:pt x="5396" y="2680"/>
                    </a:lnTo>
                    <a:lnTo>
                      <a:pt x="5440" y="2647"/>
                    </a:lnTo>
                    <a:lnTo>
                      <a:pt x="5482" y="2613"/>
                    </a:lnTo>
                    <a:lnTo>
                      <a:pt x="5523" y="2578"/>
                    </a:lnTo>
                    <a:lnTo>
                      <a:pt x="5563" y="2543"/>
                    </a:lnTo>
                    <a:lnTo>
                      <a:pt x="5600" y="2507"/>
                    </a:lnTo>
                    <a:lnTo>
                      <a:pt x="5636" y="2470"/>
                    </a:lnTo>
                    <a:lnTo>
                      <a:pt x="5671" y="2434"/>
                    </a:lnTo>
                    <a:lnTo>
                      <a:pt x="5704" y="2397"/>
                    </a:lnTo>
                    <a:lnTo>
                      <a:pt x="5736" y="2359"/>
                    </a:lnTo>
                    <a:lnTo>
                      <a:pt x="5766" y="2320"/>
                    </a:lnTo>
                    <a:lnTo>
                      <a:pt x="5794" y="2282"/>
                    </a:lnTo>
                    <a:lnTo>
                      <a:pt x="5819" y="2242"/>
                    </a:lnTo>
                    <a:lnTo>
                      <a:pt x="5845" y="2202"/>
                    </a:lnTo>
                    <a:lnTo>
                      <a:pt x="5867" y="2163"/>
                    </a:lnTo>
                    <a:lnTo>
                      <a:pt x="5889" y="2123"/>
                    </a:lnTo>
                    <a:lnTo>
                      <a:pt x="5908" y="2082"/>
                    </a:lnTo>
                    <a:lnTo>
                      <a:pt x="5925" y="2040"/>
                    </a:lnTo>
                    <a:lnTo>
                      <a:pt x="5940" y="1999"/>
                    </a:lnTo>
                    <a:lnTo>
                      <a:pt x="5953" y="1956"/>
                    </a:lnTo>
                    <a:lnTo>
                      <a:pt x="5964" y="1914"/>
                    </a:lnTo>
                    <a:lnTo>
                      <a:pt x="5973" y="1872"/>
                    </a:lnTo>
                    <a:lnTo>
                      <a:pt x="5981" y="1828"/>
                    </a:lnTo>
                    <a:lnTo>
                      <a:pt x="5986" y="1786"/>
                    </a:lnTo>
                    <a:lnTo>
                      <a:pt x="5990" y="1742"/>
                    </a:lnTo>
                    <a:lnTo>
                      <a:pt x="5991" y="1699"/>
                    </a:lnTo>
                    <a:lnTo>
                      <a:pt x="5991" y="1699"/>
                    </a:lnTo>
                    <a:lnTo>
                      <a:pt x="5990" y="1654"/>
                    </a:lnTo>
                    <a:lnTo>
                      <a:pt x="5986" y="1610"/>
                    </a:lnTo>
                    <a:lnTo>
                      <a:pt x="5981" y="1568"/>
                    </a:lnTo>
                    <a:lnTo>
                      <a:pt x="5973" y="1524"/>
                    </a:lnTo>
                    <a:lnTo>
                      <a:pt x="5964" y="1482"/>
                    </a:lnTo>
                    <a:lnTo>
                      <a:pt x="5953" y="1440"/>
                    </a:lnTo>
                    <a:lnTo>
                      <a:pt x="5940" y="1397"/>
                    </a:lnTo>
                    <a:lnTo>
                      <a:pt x="5925" y="1356"/>
                    </a:lnTo>
                    <a:lnTo>
                      <a:pt x="5908" y="1315"/>
                    </a:lnTo>
                    <a:lnTo>
                      <a:pt x="5889" y="1274"/>
                    </a:lnTo>
                    <a:lnTo>
                      <a:pt x="5867" y="1233"/>
                    </a:lnTo>
                    <a:lnTo>
                      <a:pt x="5845" y="1193"/>
                    </a:lnTo>
                    <a:lnTo>
                      <a:pt x="5819" y="1154"/>
                    </a:lnTo>
                    <a:lnTo>
                      <a:pt x="5794" y="1114"/>
                    </a:lnTo>
                    <a:lnTo>
                      <a:pt x="5766" y="1076"/>
                    </a:lnTo>
                    <a:lnTo>
                      <a:pt x="5736" y="1037"/>
                    </a:lnTo>
                    <a:lnTo>
                      <a:pt x="5704" y="1000"/>
                    </a:lnTo>
                    <a:lnTo>
                      <a:pt x="5671" y="961"/>
                    </a:lnTo>
                    <a:lnTo>
                      <a:pt x="5636" y="926"/>
                    </a:lnTo>
                    <a:lnTo>
                      <a:pt x="5600" y="888"/>
                    </a:lnTo>
                    <a:lnTo>
                      <a:pt x="5563" y="852"/>
                    </a:lnTo>
                    <a:lnTo>
                      <a:pt x="5523" y="818"/>
                    </a:lnTo>
                    <a:lnTo>
                      <a:pt x="5482" y="783"/>
                    </a:lnTo>
                    <a:lnTo>
                      <a:pt x="5440" y="749"/>
                    </a:lnTo>
                    <a:lnTo>
                      <a:pt x="5396" y="715"/>
                    </a:lnTo>
                    <a:lnTo>
                      <a:pt x="5350" y="682"/>
                    </a:lnTo>
                    <a:lnTo>
                      <a:pt x="5304" y="650"/>
                    </a:lnTo>
                    <a:lnTo>
                      <a:pt x="5255" y="618"/>
                    </a:lnTo>
                    <a:lnTo>
                      <a:pt x="5207" y="587"/>
                    </a:lnTo>
                    <a:lnTo>
                      <a:pt x="5157" y="556"/>
                    </a:lnTo>
                    <a:lnTo>
                      <a:pt x="5104" y="527"/>
                    </a:lnTo>
                    <a:lnTo>
                      <a:pt x="5052" y="497"/>
                    </a:lnTo>
                    <a:lnTo>
                      <a:pt x="4996" y="469"/>
                    </a:lnTo>
                    <a:lnTo>
                      <a:pt x="4941" y="441"/>
                    </a:lnTo>
                    <a:lnTo>
                      <a:pt x="4885" y="414"/>
                    </a:lnTo>
                    <a:lnTo>
                      <a:pt x="4827" y="388"/>
                    </a:lnTo>
                    <a:lnTo>
                      <a:pt x="4768" y="363"/>
                    </a:lnTo>
                    <a:lnTo>
                      <a:pt x="4708" y="337"/>
                    </a:lnTo>
                    <a:lnTo>
                      <a:pt x="4647" y="314"/>
                    </a:lnTo>
                    <a:lnTo>
                      <a:pt x="4585" y="290"/>
                    </a:lnTo>
                    <a:lnTo>
                      <a:pt x="4522" y="268"/>
                    </a:lnTo>
                    <a:lnTo>
                      <a:pt x="4458" y="246"/>
                    </a:lnTo>
                    <a:lnTo>
                      <a:pt x="4393" y="226"/>
                    </a:lnTo>
                    <a:lnTo>
                      <a:pt x="4327" y="205"/>
                    </a:lnTo>
                    <a:lnTo>
                      <a:pt x="4261" y="186"/>
                    </a:lnTo>
                    <a:lnTo>
                      <a:pt x="4193" y="168"/>
                    </a:lnTo>
                    <a:lnTo>
                      <a:pt x="4125" y="150"/>
                    </a:lnTo>
                    <a:lnTo>
                      <a:pt x="4056" y="133"/>
                    </a:lnTo>
                    <a:lnTo>
                      <a:pt x="3986" y="118"/>
                    </a:lnTo>
                    <a:lnTo>
                      <a:pt x="3916" y="104"/>
                    </a:lnTo>
                    <a:lnTo>
                      <a:pt x="3844" y="90"/>
                    </a:lnTo>
                    <a:lnTo>
                      <a:pt x="3772" y="77"/>
                    </a:lnTo>
                    <a:lnTo>
                      <a:pt x="3700" y="65"/>
                    </a:lnTo>
                    <a:lnTo>
                      <a:pt x="3627" y="54"/>
                    </a:lnTo>
                    <a:lnTo>
                      <a:pt x="3553" y="44"/>
                    </a:lnTo>
                    <a:lnTo>
                      <a:pt x="3480" y="35"/>
                    </a:lnTo>
                    <a:lnTo>
                      <a:pt x="3404" y="27"/>
                    </a:lnTo>
                    <a:lnTo>
                      <a:pt x="3330" y="20"/>
                    </a:lnTo>
                    <a:lnTo>
                      <a:pt x="3254" y="14"/>
                    </a:lnTo>
                    <a:lnTo>
                      <a:pt x="3179" y="9"/>
                    </a:lnTo>
                    <a:lnTo>
                      <a:pt x="3102" y="5"/>
                    </a:lnTo>
                    <a:lnTo>
                      <a:pt x="3025" y="3"/>
                    </a:lnTo>
                    <a:lnTo>
                      <a:pt x="2948" y="1"/>
                    </a:lnTo>
                    <a:lnTo>
                      <a:pt x="2870" y="0"/>
                    </a:lnTo>
                    <a:lnTo>
                      <a:pt x="2870" y="0"/>
                    </a:lnTo>
                    <a:lnTo>
                      <a:pt x="2716" y="1"/>
                    </a:lnTo>
                    <a:lnTo>
                      <a:pt x="2566" y="5"/>
                    </a:lnTo>
                    <a:lnTo>
                      <a:pt x="2417" y="12"/>
                    </a:lnTo>
                    <a:lnTo>
                      <a:pt x="2272" y="20"/>
                    </a:lnTo>
                    <a:lnTo>
                      <a:pt x="2130" y="32"/>
                    </a:lnTo>
                    <a:lnTo>
                      <a:pt x="1990" y="45"/>
                    </a:lnTo>
                    <a:lnTo>
                      <a:pt x="1856" y="62"/>
                    </a:lnTo>
                    <a:lnTo>
                      <a:pt x="1724" y="79"/>
                    </a:lnTo>
                    <a:lnTo>
                      <a:pt x="1596" y="99"/>
                    </a:lnTo>
                    <a:lnTo>
                      <a:pt x="1471" y="120"/>
                    </a:lnTo>
                    <a:lnTo>
                      <a:pt x="1351" y="145"/>
                    </a:lnTo>
                    <a:lnTo>
                      <a:pt x="1235" y="170"/>
                    </a:lnTo>
                    <a:lnTo>
                      <a:pt x="1123" y="199"/>
                    </a:lnTo>
                    <a:lnTo>
                      <a:pt x="1015" y="228"/>
                    </a:lnTo>
                    <a:lnTo>
                      <a:pt x="912" y="260"/>
                    </a:lnTo>
                    <a:lnTo>
                      <a:pt x="862" y="276"/>
                    </a:lnTo>
                    <a:lnTo>
                      <a:pt x="815" y="292"/>
                    </a:lnTo>
                    <a:lnTo>
                      <a:pt x="768" y="310"/>
                    </a:lnTo>
                    <a:lnTo>
                      <a:pt x="721" y="328"/>
                    </a:lnTo>
                    <a:lnTo>
                      <a:pt x="677" y="345"/>
                    </a:lnTo>
                    <a:lnTo>
                      <a:pt x="633" y="364"/>
                    </a:lnTo>
                    <a:lnTo>
                      <a:pt x="591" y="382"/>
                    </a:lnTo>
                    <a:lnTo>
                      <a:pt x="550" y="401"/>
                    </a:lnTo>
                    <a:lnTo>
                      <a:pt x="510" y="420"/>
                    </a:lnTo>
                    <a:lnTo>
                      <a:pt x="471" y="441"/>
                    </a:lnTo>
                    <a:lnTo>
                      <a:pt x="434" y="460"/>
                    </a:lnTo>
                    <a:lnTo>
                      <a:pt x="398" y="481"/>
                    </a:lnTo>
                    <a:lnTo>
                      <a:pt x="365" y="502"/>
                    </a:lnTo>
                    <a:lnTo>
                      <a:pt x="332" y="523"/>
                    </a:lnTo>
                    <a:lnTo>
                      <a:pt x="301" y="545"/>
                    </a:lnTo>
                    <a:lnTo>
                      <a:pt x="270" y="567"/>
                    </a:lnTo>
                    <a:lnTo>
                      <a:pt x="242" y="588"/>
                    </a:lnTo>
                    <a:lnTo>
                      <a:pt x="215" y="610"/>
                    </a:lnTo>
                    <a:lnTo>
                      <a:pt x="189" y="633"/>
                    </a:lnTo>
                    <a:lnTo>
                      <a:pt x="166" y="655"/>
                    </a:lnTo>
                    <a:lnTo>
                      <a:pt x="143" y="678"/>
                    </a:lnTo>
                    <a:lnTo>
                      <a:pt x="123" y="702"/>
                    </a:lnTo>
                    <a:lnTo>
                      <a:pt x="104" y="726"/>
                    </a:lnTo>
                    <a:lnTo>
                      <a:pt x="86" y="750"/>
                    </a:lnTo>
                    <a:lnTo>
                      <a:pt x="69" y="773"/>
                    </a:lnTo>
                    <a:lnTo>
                      <a:pt x="55" y="797"/>
                    </a:lnTo>
                    <a:lnTo>
                      <a:pt x="42" y="822"/>
                    </a:lnTo>
                    <a:lnTo>
                      <a:pt x="30" y="847"/>
                    </a:lnTo>
                    <a:lnTo>
                      <a:pt x="21" y="872"/>
                    </a:lnTo>
                    <a:lnTo>
                      <a:pt x="14" y="897"/>
                    </a:lnTo>
                    <a:lnTo>
                      <a:pt x="7" y="922"/>
                    </a:lnTo>
                    <a:lnTo>
                      <a:pt x="2" y="947"/>
                    </a:lnTo>
                    <a:lnTo>
                      <a:pt x="0" y="973"/>
                    </a:lnTo>
                    <a:lnTo>
                      <a:pt x="0" y="999"/>
                    </a:lnTo>
                    <a:lnTo>
                      <a:pt x="0" y="999"/>
                    </a:lnTo>
                    <a:lnTo>
                      <a:pt x="0" y="1024"/>
                    </a:lnTo>
                    <a:lnTo>
                      <a:pt x="2" y="1050"/>
                    </a:lnTo>
                    <a:lnTo>
                      <a:pt x="7" y="1076"/>
                    </a:lnTo>
                    <a:lnTo>
                      <a:pt x="14" y="1101"/>
                    </a:lnTo>
                    <a:lnTo>
                      <a:pt x="21" y="1127"/>
                    </a:lnTo>
                    <a:lnTo>
                      <a:pt x="30" y="1151"/>
                    </a:lnTo>
                    <a:lnTo>
                      <a:pt x="42" y="1176"/>
                    </a:lnTo>
                    <a:lnTo>
                      <a:pt x="55" y="1200"/>
                    </a:lnTo>
                    <a:lnTo>
                      <a:pt x="69" y="1224"/>
                    </a:lnTo>
                    <a:lnTo>
                      <a:pt x="86" y="1249"/>
                    </a:lnTo>
                    <a:lnTo>
                      <a:pt x="104" y="1273"/>
                    </a:lnTo>
                    <a:lnTo>
                      <a:pt x="123" y="1296"/>
                    </a:lnTo>
                    <a:lnTo>
                      <a:pt x="143" y="1319"/>
                    </a:lnTo>
                    <a:lnTo>
                      <a:pt x="166" y="1342"/>
                    </a:lnTo>
                    <a:lnTo>
                      <a:pt x="189" y="1365"/>
                    </a:lnTo>
                    <a:lnTo>
                      <a:pt x="215" y="1388"/>
                    </a:lnTo>
                    <a:lnTo>
                      <a:pt x="242" y="1410"/>
                    </a:lnTo>
                    <a:lnTo>
                      <a:pt x="270" y="1432"/>
                    </a:lnTo>
                    <a:lnTo>
                      <a:pt x="301" y="1454"/>
                    </a:lnTo>
                    <a:lnTo>
                      <a:pt x="332" y="1475"/>
                    </a:lnTo>
                    <a:lnTo>
                      <a:pt x="365" y="1496"/>
                    </a:lnTo>
                    <a:lnTo>
                      <a:pt x="398" y="1517"/>
                    </a:lnTo>
                    <a:lnTo>
                      <a:pt x="434" y="1537"/>
                    </a:lnTo>
                    <a:lnTo>
                      <a:pt x="471" y="1558"/>
                    </a:lnTo>
                    <a:lnTo>
                      <a:pt x="510" y="1577"/>
                    </a:lnTo>
                    <a:lnTo>
                      <a:pt x="550" y="1596"/>
                    </a:lnTo>
                    <a:lnTo>
                      <a:pt x="591" y="1615"/>
                    </a:lnTo>
                    <a:lnTo>
                      <a:pt x="633" y="1634"/>
                    </a:lnTo>
                    <a:lnTo>
                      <a:pt x="677" y="1652"/>
                    </a:lnTo>
                    <a:lnTo>
                      <a:pt x="721" y="1670"/>
                    </a:lnTo>
                    <a:lnTo>
                      <a:pt x="768" y="1688"/>
                    </a:lnTo>
                    <a:lnTo>
                      <a:pt x="815" y="1705"/>
                    </a:lnTo>
                    <a:lnTo>
                      <a:pt x="862" y="1722"/>
                    </a:lnTo>
                    <a:lnTo>
                      <a:pt x="912" y="1738"/>
                    </a:lnTo>
                    <a:lnTo>
                      <a:pt x="1015" y="1769"/>
                    </a:lnTo>
                    <a:lnTo>
                      <a:pt x="1123" y="1800"/>
                    </a:lnTo>
                    <a:lnTo>
                      <a:pt x="1235" y="1827"/>
                    </a:lnTo>
                    <a:lnTo>
                      <a:pt x="1351" y="1854"/>
                    </a:lnTo>
                    <a:lnTo>
                      <a:pt x="1471" y="1877"/>
                    </a:lnTo>
                    <a:lnTo>
                      <a:pt x="1596" y="1899"/>
                    </a:lnTo>
                    <a:lnTo>
                      <a:pt x="1724" y="1919"/>
                    </a:lnTo>
                    <a:lnTo>
                      <a:pt x="1856" y="1937"/>
                    </a:lnTo>
                    <a:lnTo>
                      <a:pt x="1990" y="1952"/>
                    </a:lnTo>
                    <a:lnTo>
                      <a:pt x="2130" y="1966"/>
                    </a:lnTo>
                    <a:lnTo>
                      <a:pt x="2272" y="1977"/>
                    </a:lnTo>
                    <a:lnTo>
                      <a:pt x="2417" y="1986"/>
                    </a:lnTo>
                    <a:lnTo>
                      <a:pt x="2566" y="1992"/>
                    </a:lnTo>
                    <a:lnTo>
                      <a:pt x="2716" y="1996"/>
                    </a:lnTo>
                    <a:lnTo>
                      <a:pt x="2870" y="1997"/>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478093" rtl="0" eaLnBrk="1" latinLnBrk="0" hangingPunct="1">
                  <a:defRPr sz="1883" kern="1200">
                    <a:solidFill>
                      <a:schemeClr val="tx1"/>
                    </a:solidFill>
                    <a:latin typeface="+mn-lt"/>
                    <a:ea typeface="+mn-ea"/>
                    <a:cs typeface="+mn-cs"/>
                  </a:defRPr>
                </a:lvl1pPr>
                <a:lvl2pPr marL="478093" algn="l" defTabSz="478093" rtl="0" eaLnBrk="1" latinLnBrk="0" hangingPunct="1">
                  <a:defRPr sz="1883" kern="1200">
                    <a:solidFill>
                      <a:schemeClr val="tx1"/>
                    </a:solidFill>
                    <a:latin typeface="+mn-lt"/>
                    <a:ea typeface="+mn-ea"/>
                    <a:cs typeface="+mn-cs"/>
                  </a:defRPr>
                </a:lvl2pPr>
                <a:lvl3pPr marL="956184" algn="l" defTabSz="478093" rtl="0" eaLnBrk="1" latinLnBrk="0" hangingPunct="1">
                  <a:defRPr sz="1883" kern="1200">
                    <a:solidFill>
                      <a:schemeClr val="tx1"/>
                    </a:solidFill>
                    <a:latin typeface="+mn-lt"/>
                    <a:ea typeface="+mn-ea"/>
                    <a:cs typeface="+mn-cs"/>
                  </a:defRPr>
                </a:lvl3pPr>
                <a:lvl4pPr marL="1434277" algn="l" defTabSz="478093" rtl="0" eaLnBrk="1" latinLnBrk="0" hangingPunct="1">
                  <a:defRPr sz="1883" kern="1200">
                    <a:solidFill>
                      <a:schemeClr val="tx1"/>
                    </a:solidFill>
                    <a:latin typeface="+mn-lt"/>
                    <a:ea typeface="+mn-ea"/>
                    <a:cs typeface="+mn-cs"/>
                  </a:defRPr>
                </a:lvl4pPr>
                <a:lvl5pPr marL="1912370" algn="l" defTabSz="478093" rtl="0" eaLnBrk="1" latinLnBrk="0" hangingPunct="1">
                  <a:defRPr sz="1883" kern="1200">
                    <a:solidFill>
                      <a:schemeClr val="tx1"/>
                    </a:solidFill>
                    <a:latin typeface="+mn-lt"/>
                    <a:ea typeface="+mn-ea"/>
                    <a:cs typeface="+mn-cs"/>
                  </a:defRPr>
                </a:lvl5pPr>
                <a:lvl6pPr marL="2390462" algn="l" defTabSz="478093" rtl="0" eaLnBrk="1" latinLnBrk="0" hangingPunct="1">
                  <a:defRPr sz="1883" kern="1200">
                    <a:solidFill>
                      <a:schemeClr val="tx1"/>
                    </a:solidFill>
                    <a:latin typeface="+mn-lt"/>
                    <a:ea typeface="+mn-ea"/>
                    <a:cs typeface="+mn-cs"/>
                  </a:defRPr>
                </a:lvl6pPr>
                <a:lvl7pPr marL="2868554" algn="l" defTabSz="478093" rtl="0" eaLnBrk="1" latinLnBrk="0" hangingPunct="1">
                  <a:defRPr sz="1883" kern="1200">
                    <a:solidFill>
                      <a:schemeClr val="tx1"/>
                    </a:solidFill>
                    <a:latin typeface="+mn-lt"/>
                    <a:ea typeface="+mn-ea"/>
                    <a:cs typeface="+mn-cs"/>
                  </a:defRPr>
                </a:lvl7pPr>
                <a:lvl8pPr marL="3346646" algn="l" defTabSz="478093" rtl="0" eaLnBrk="1" latinLnBrk="0" hangingPunct="1">
                  <a:defRPr sz="1883" kern="1200">
                    <a:solidFill>
                      <a:schemeClr val="tx1"/>
                    </a:solidFill>
                    <a:latin typeface="+mn-lt"/>
                    <a:ea typeface="+mn-ea"/>
                    <a:cs typeface="+mn-cs"/>
                  </a:defRPr>
                </a:lvl8pPr>
                <a:lvl9pPr marL="3824739" algn="l" defTabSz="478093" rtl="0" eaLnBrk="1" latinLnBrk="0" hangingPunct="1">
                  <a:defRPr sz="1883" kern="1200">
                    <a:solidFill>
                      <a:schemeClr val="tx1"/>
                    </a:solidFill>
                    <a:latin typeface="+mn-lt"/>
                    <a:ea typeface="+mn-ea"/>
                    <a:cs typeface="+mn-cs"/>
                  </a:defRPr>
                </a:lvl9pPr>
              </a:lstStyle>
              <a:p>
                <a:endParaRPr lang="ja-JP" altLang="en-US"/>
              </a:p>
            </p:txBody>
          </p:sp>
        </p:grpSp>
        <p:cxnSp>
          <p:nvCxnSpPr>
            <p:cNvPr id="16" name="直線コネクタ 15">
              <a:extLst>
                <a:ext uri="{FF2B5EF4-FFF2-40B4-BE49-F238E27FC236}">
                  <a16:creationId xmlns:a16="http://schemas.microsoft.com/office/drawing/2014/main" id="{DEBE7EEE-D4A9-F677-302C-58D07918BE24}"/>
                </a:ext>
              </a:extLst>
            </p:cNvPr>
            <p:cNvCxnSpPr>
              <a:cxnSpLocks/>
            </p:cNvCxnSpPr>
            <p:nvPr/>
          </p:nvCxnSpPr>
          <p:spPr>
            <a:xfrm>
              <a:off x="3221985" y="5049018"/>
              <a:ext cx="0" cy="90001"/>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17" name="直線コネクタ 16">
              <a:extLst>
                <a:ext uri="{FF2B5EF4-FFF2-40B4-BE49-F238E27FC236}">
                  <a16:creationId xmlns:a16="http://schemas.microsoft.com/office/drawing/2014/main" id="{817B8ABC-2556-EF97-059A-25D77D0E1D92}"/>
                </a:ext>
              </a:extLst>
            </p:cNvPr>
            <p:cNvCxnSpPr>
              <a:cxnSpLocks/>
            </p:cNvCxnSpPr>
            <p:nvPr/>
          </p:nvCxnSpPr>
          <p:spPr>
            <a:xfrm>
              <a:off x="3221985" y="5392898"/>
              <a:ext cx="0" cy="93176"/>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grpSp>
      <p:sp>
        <p:nvSpPr>
          <p:cNvPr id="23" name="正方形/長方形 22">
            <a:extLst>
              <a:ext uri="{FF2B5EF4-FFF2-40B4-BE49-F238E27FC236}">
                <a16:creationId xmlns:a16="http://schemas.microsoft.com/office/drawing/2014/main" id="{5E962D30-BC1A-9CCF-81BD-737F9889DFF7}"/>
              </a:ext>
            </a:extLst>
          </p:cNvPr>
          <p:cNvSpPr/>
          <p:nvPr/>
        </p:nvSpPr>
        <p:spPr bwMode="auto">
          <a:xfrm rot="5400000" flipH="1">
            <a:off x="5150987" y="5454021"/>
            <a:ext cx="450004" cy="180001"/>
          </a:xfrm>
          <a:prstGeom prst="rect">
            <a:avLst/>
          </a:prstGeom>
          <a:solidFill>
            <a:schemeClr val="accent5"/>
          </a:solidFill>
          <a:ln>
            <a:solidFill>
              <a:schemeClr val="accent5"/>
            </a:solidFill>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cxnSp>
        <p:nvCxnSpPr>
          <p:cNvPr id="24" name="直線コネクタ 23">
            <a:extLst>
              <a:ext uri="{FF2B5EF4-FFF2-40B4-BE49-F238E27FC236}">
                <a16:creationId xmlns:a16="http://schemas.microsoft.com/office/drawing/2014/main" id="{E747155E-616C-B82A-A513-27FF90D45F3E}"/>
              </a:ext>
            </a:extLst>
          </p:cNvPr>
          <p:cNvCxnSpPr>
            <a:cxnSpLocks/>
          </p:cNvCxnSpPr>
          <p:nvPr/>
        </p:nvCxnSpPr>
        <p:spPr bwMode="auto">
          <a:xfrm flipH="1">
            <a:off x="5465991" y="5139018"/>
            <a:ext cx="3" cy="180000"/>
          </a:xfrm>
          <a:prstGeom prst="line">
            <a:avLst/>
          </a:prstGeom>
          <a:noFill/>
          <a:ln w="19050" cap="rnd" cmpd="sng" algn="ctr">
            <a:solidFill>
              <a:schemeClr val="accent5"/>
            </a:solidFill>
            <a:prstDash val="sysDot"/>
            <a:round/>
            <a:headEnd type="none" w="med" len="med"/>
            <a:tailEnd type="none" w="med" len="med"/>
          </a:ln>
          <a:effectLst/>
        </p:spPr>
      </p:cxnSp>
      <p:cxnSp>
        <p:nvCxnSpPr>
          <p:cNvPr id="25" name="直線コネクタ 24">
            <a:extLst>
              <a:ext uri="{FF2B5EF4-FFF2-40B4-BE49-F238E27FC236}">
                <a16:creationId xmlns:a16="http://schemas.microsoft.com/office/drawing/2014/main" id="{61C53AEF-2019-4BE2-F329-438DC5FCD241}"/>
              </a:ext>
            </a:extLst>
          </p:cNvPr>
          <p:cNvCxnSpPr>
            <a:cxnSpLocks/>
          </p:cNvCxnSpPr>
          <p:nvPr/>
        </p:nvCxnSpPr>
        <p:spPr bwMode="auto">
          <a:xfrm flipH="1">
            <a:off x="5285990" y="5139018"/>
            <a:ext cx="5" cy="180000"/>
          </a:xfrm>
          <a:prstGeom prst="line">
            <a:avLst/>
          </a:prstGeom>
          <a:noFill/>
          <a:ln w="19050" cap="rnd" cmpd="sng" algn="ctr">
            <a:solidFill>
              <a:schemeClr val="accent5"/>
            </a:solidFill>
            <a:prstDash val="sysDot"/>
            <a:round/>
            <a:headEnd type="none" w="med" len="med"/>
            <a:tailEnd type="none" w="med" len="med"/>
          </a:ln>
          <a:effectLst/>
        </p:spPr>
      </p:cxnSp>
      <p:sp>
        <p:nvSpPr>
          <p:cNvPr id="28" name="Rectangle 93">
            <a:extLst>
              <a:ext uri="{FF2B5EF4-FFF2-40B4-BE49-F238E27FC236}">
                <a16:creationId xmlns:a16="http://schemas.microsoft.com/office/drawing/2014/main" id="{A6E1F0A5-637C-4A83-49B3-2F6E01BE7BF4}"/>
              </a:ext>
            </a:extLst>
          </p:cNvPr>
          <p:cNvSpPr>
            <a:spLocks noChangeArrowheads="1"/>
          </p:cNvSpPr>
          <p:nvPr/>
        </p:nvSpPr>
        <p:spPr bwMode="auto">
          <a:xfrm>
            <a:off x="5195989" y="3969006"/>
            <a:ext cx="361079" cy="360004"/>
          </a:xfrm>
          <a:prstGeom prst="rect">
            <a:avLst/>
          </a:prstGeom>
          <a:noFill/>
          <a:ln w="12700" algn="ctr">
            <a:noFill/>
            <a:miter lim="800000"/>
            <a:headEnd/>
            <a:tailEnd/>
          </a:ln>
          <a:effectLst/>
        </p:spPr>
        <p:txBody>
          <a:bodyPr wrap="none" lIns="90000" tIns="46800" rIns="90000" bIns="46800" anchor="ctr"/>
          <a:lstStyle/>
          <a:p>
            <a:r>
              <a:rPr lang="en-US" altLang="ja-JP" dirty="0"/>
              <a:t>G</a:t>
            </a:r>
          </a:p>
        </p:txBody>
      </p:sp>
      <p:sp>
        <p:nvSpPr>
          <p:cNvPr id="29" name="Rectangle 93">
            <a:extLst>
              <a:ext uri="{FF2B5EF4-FFF2-40B4-BE49-F238E27FC236}">
                <a16:creationId xmlns:a16="http://schemas.microsoft.com/office/drawing/2014/main" id="{C7F9F294-CD79-ED69-3EA7-8D42202ED10D}"/>
              </a:ext>
            </a:extLst>
          </p:cNvPr>
          <p:cNvSpPr>
            <a:spLocks noChangeArrowheads="1"/>
          </p:cNvSpPr>
          <p:nvPr/>
        </p:nvSpPr>
        <p:spPr bwMode="auto">
          <a:xfrm>
            <a:off x="5555994" y="4779015"/>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D</a:t>
            </a:r>
          </a:p>
        </p:txBody>
      </p:sp>
      <p:sp>
        <p:nvSpPr>
          <p:cNvPr id="30" name="正方形/長方形 29">
            <a:extLst>
              <a:ext uri="{FF2B5EF4-FFF2-40B4-BE49-F238E27FC236}">
                <a16:creationId xmlns:a16="http://schemas.microsoft.com/office/drawing/2014/main" id="{457735FA-B2AE-E136-2350-5AAAB8D6BFD8}"/>
              </a:ext>
            </a:extLst>
          </p:cNvPr>
          <p:cNvSpPr/>
          <p:nvPr/>
        </p:nvSpPr>
        <p:spPr bwMode="auto">
          <a:xfrm>
            <a:off x="5105991" y="1448978"/>
            <a:ext cx="540006" cy="360005"/>
          </a:xfrm>
          <a:prstGeom prst="rect">
            <a:avLst/>
          </a:prstGeom>
          <a:solidFill>
            <a:schemeClr val="accent5">
              <a:lumMod val="20000"/>
              <a:lumOff val="80000"/>
            </a:schemeClr>
          </a:solid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cxnSp>
        <p:nvCxnSpPr>
          <p:cNvPr id="31" name="直線コネクタ 30">
            <a:extLst>
              <a:ext uri="{FF2B5EF4-FFF2-40B4-BE49-F238E27FC236}">
                <a16:creationId xmlns:a16="http://schemas.microsoft.com/office/drawing/2014/main" id="{EC1BAFBF-F348-E3F0-8DD7-0E191DF4A80A}"/>
              </a:ext>
            </a:extLst>
          </p:cNvPr>
          <p:cNvCxnSpPr>
            <a:cxnSpLocks/>
          </p:cNvCxnSpPr>
          <p:nvPr/>
        </p:nvCxnSpPr>
        <p:spPr bwMode="auto">
          <a:xfrm>
            <a:off x="5105991" y="1808983"/>
            <a:ext cx="540006" cy="0"/>
          </a:xfrm>
          <a:prstGeom prst="line">
            <a:avLst/>
          </a:prstGeom>
          <a:noFill/>
          <a:ln w="19050" cap="rnd" cmpd="sng" algn="ctr">
            <a:solidFill>
              <a:schemeClr val="accent6"/>
            </a:solidFill>
            <a:prstDash val="solid"/>
            <a:round/>
            <a:headEnd type="none" w="med" len="med"/>
            <a:tailEnd type="none" w="med" len="med"/>
          </a:ln>
          <a:effectLst/>
        </p:spPr>
      </p:cxnSp>
      <p:cxnSp>
        <p:nvCxnSpPr>
          <p:cNvPr id="32" name="直線コネクタ 31">
            <a:extLst>
              <a:ext uri="{FF2B5EF4-FFF2-40B4-BE49-F238E27FC236}">
                <a16:creationId xmlns:a16="http://schemas.microsoft.com/office/drawing/2014/main" id="{5F83FEB7-F168-4AA0-408B-C4EE65EB999B}"/>
              </a:ext>
            </a:extLst>
          </p:cNvPr>
          <p:cNvCxnSpPr>
            <a:cxnSpLocks/>
          </p:cNvCxnSpPr>
          <p:nvPr/>
        </p:nvCxnSpPr>
        <p:spPr bwMode="auto">
          <a:xfrm>
            <a:off x="5105991" y="1358977"/>
            <a:ext cx="0" cy="180002"/>
          </a:xfrm>
          <a:prstGeom prst="line">
            <a:avLst/>
          </a:prstGeom>
          <a:noFill/>
          <a:ln w="19050" cap="rnd" cmpd="sng" algn="ctr">
            <a:solidFill>
              <a:schemeClr val="accent6"/>
            </a:solidFill>
            <a:prstDash val="solid"/>
            <a:round/>
            <a:headEnd type="none" w="med" len="med"/>
            <a:tailEnd type="none" w="med" len="med"/>
          </a:ln>
          <a:effectLst/>
        </p:spPr>
      </p:cxnSp>
      <p:cxnSp>
        <p:nvCxnSpPr>
          <p:cNvPr id="33" name="直線コネクタ 32">
            <a:extLst>
              <a:ext uri="{FF2B5EF4-FFF2-40B4-BE49-F238E27FC236}">
                <a16:creationId xmlns:a16="http://schemas.microsoft.com/office/drawing/2014/main" id="{687F5C2C-BC4F-CC32-6655-CEB790EE9DFC}"/>
              </a:ext>
            </a:extLst>
          </p:cNvPr>
          <p:cNvCxnSpPr>
            <a:cxnSpLocks/>
          </p:cNvCxnSpPr>
          <p:nvPr/>
        </p:nvCxnSpPr>
        <p:spPr bwMode="auto">
          <a:xfrm>
            <a:off x="5645997" y="1358977"/>
            <a:ext cx="0" cy="450041"/>
          </a:xfrm>
          <a:prstGeom prst="line">
            <a:avLst/>
          </a:prstGeom>
          <a:noFill/>
          <a:ln w="19050" cap="rnd" cmpd="sng" algn="ctr">
            <a:solidFill>
              <a:schemeClr val="accent6"/>
            </a:solidFill>
            <a:prstDash val="solid"/>
            <a:round/>
            <a:headEnd type="none" w="med" len="med"/>
            <a:tailEnd type="none" w="med" len="med"/>
          </a:ln>
          <a:effectLst/>
        </p:spPr>
      </p:cxnSp>
      <p:cxnSp>
        <p:nvCxnSpPr>
          <p:cNvPr id="34" name="直線コネクタ 33">
            <a:extLst>
              <a:ext uri="{FF2B5EF4-FFF2-40B4-BE49-F238E27FC236}">
                <a16:creationId xmlns:a16="http://schemas.microsoft.com/office/drawing/2014/main" id="{848E4AC0-DD0A-986F-5ECA-87E203E09E6D}"/>
              </a:ext>
            </a:extLst>
          </p:cNvPr>
          <p:cNvCxnSpPr>
            <a:cxnSpLocks/>
          </p:cNvCxnSpPr>
          <p:nvPr/>
        </p:nvCxnSpPr>
        <p:spPr bwMode="auto">
          <a:xfrm flipV="1">
            <a:off x="5375992" y="1808983"/>
            <a:ext cx="0" cy="180002"/>
          </a:xfrm>
          <a:prstGeom prst="line">
            <a:avLst/>
          </a:prstGeom>
          <a:noFill/>
          <a:ln w="19050" cap="flat" cmpd="sng" algn="ctr">
            <a:solidFill>
              <a:schemeClr val="accent6"/>
            </a:solidFill>
            <a:prstDash val="solid"/>
            <a:round/>
            <a:headEnd type="none" w="med" len="med"/>
            <a:tailEnd type="none" w="med" len="med"/>
          </a:ln>
          <a:effectLst/>
        </p:spPr>
      </p:cxnSp>
      <p:sp>
        <p:nvSpPr>
          <p:cNvPr id="35" name="正方形/長方形 34">
            <a:extLst>
              <a:ext uri="{FF2B5EF4-FFF2-40B4-BE49-F238E27FC236}">
                <a16:creationId xmlns:a16="http://schemas.microsoft.com/office/drawing/2014/main" id="{8EE91B14-87A0-DFC8-D868-F03CE904D370}"/>
              </a:ext>
            </a:extLst>
          </p:cNvPr>
          <p:cNvSpPr/>
          <p:nvPr/>
        </p:nvSpPr>
        <p:spPr bwMode="auto">
          <a:xfrm rot="5400000">
            <a:off x="4880986" y="1943984"/>
            <a:ext cx="180002" cy="630007"/>
          </a:xfrm>
          <a:prstGeom prst="rect">
            <a:avLst/>
          </a:prstGeom>
          <a:solidFill>
            <a:schemeClr val="accent5">
              <a:lumMod val="20000"/>
              <a:lumOff val="80000"/>
            </a:schemeClr>
          </a:solid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cxnSp>
        <p:nvCxnSpPr>
          <p:cNvPr id="36" name="直線コネクタ 35">
            <a:extLst>
              <a:ext uri="{FF2B5EF4-FFF2-40B4-BE49-F238E27FC236}">
                <a16:creationId xmlns:a16="http://schemas.microsoft.com/office/drawing/2014/main" id="{A53B8040-7D9A-D0C8-65EC-B3CC8DEE24A1}"/>
              </a:ext>
            </a:extLst>
          </p:cNvPr>
          <p:cNvCxnSpPr>
            <a:cxnSpLocks/>
          </p:cNvCxnSpPr>
          <p:nvPr/>
        </p:nvCxnSpPr>
        <p:spPr bwMode="auto">
          <a:xfrm>
            <a:off x="5465995" y="2168988"/>
            <a:ext cx="1170011" cy="0"/>
          </a:xfrm>
          <a:prstGeom prst="line">
            <a:avLst/>
          </a:prstGeom>
          <a:noFill/>
          <a:ln w="19050" cap="flat" cmpd="sng" algn="ctr">
            <a:solidFill>
              <a:schemeClr val="tx1"/>
            </a:solidFill>
            <a:prstDash val="solid"/>
            <a:round/>
            <a:headEnd type="none" w="med" len="med"/>
            <a:tailEnd type="none" w="med" len="med"/>
          </a:ln>
          <a:effectLst/>
        </p:spPr>
      </p:cxnSp>
      <p:cxnSp>
        <p:nvCxnSpPr>
          <p:cNvPr id="37" name="直線コネクタ 36">
            <a:extLst>
              <a:ext uri="{FF2B5EF4-FFF2-40B4-BE49-F238E27FC236}">
                <a16:creationId xmlns:a16="http://schemas.microsoft.com/office/drawing/2014/main" id="{8B8EDD5A-60CD-5C11-370A-7E2BE8A9A936}"/>
              </a:ext>
            </a:extLst>
          </p:cNvPr>
          <p:cNvCxnSpPr>
            <a:cxnSpLocks/>
          </p:cNvCxnSpPr>
          <p:nvPr/>
        </p:nvCxnSpPr>
        <p:spPr bwMode="auto">
          <a:xfrm>
            <a:off x="4655984" y="2348988"/>
            <a:ext cx="1800020" cy="0"/>
          </a:xfrm>
          <a:prstGeom prst="line">
            <a:avLst/>
          </a:prstGeom>
          <a:noFill/>
          <a:ln w="19050" cap="flat" cmpd="sng" algn="ctr">
            <a:solidFill>
              <a:schemeClr val="tx1"/>
            </a:solidFill>
            <a:prstDash val="solid"/>
            <a:round/>
            <a:headEnd type="none" w="med" len="med"/>
            <a:tailEnd type="none" w="med" len="med"/>
          </a:ln>
          <a:effectLst/>
        </p:spPr>
      </p:cxnSp>
      <p:cxnSp>
        <p:nvCxnSpPr>
          <p:cNvPr id="38" name="直線コネクタ 37">
            <a:extLst>
              <a:ext uri="{FF2B5EF4-FFF2-40B4-BE49-F238E27FC236}">
                <a16:creationId xmlns:a16="http://schemas.microsoft.com/office/drawing/2014/main" id="{B61B936A-6390-88E9-6BDB-4AE884744437}"/>
              </a:ext>
            </a:extLst>
          </p:cNvPr>
          <p:cNvCxnSpPr>
            <a:cxnSpLocks/>
          </p:cNvCxnSpPr>
          <p:nvPr/>
        </p:nvCxnSpPr>
        <p:spPr bwMode="auto">
          <a:xfrm>
            <a:off x="4655984" y="2168986"/>
            <a:ext cx="630007" cy="0"/>
          </a:xfrm>
          <a:prstGeom prst="line">
            <a:avLst/>
          </a:prstGeom>
          <a:noFill/>
          <a:ln w="19050" cap="flat" cmpd="sng" algn="ctr">
            <a:solidFill>
              <a:schemeClr val="tx1"/>
            </a:solidFill>
            <a:prstDash val="solid"/>
            <a:round/>
            <a:headEnd type="none" w="med" len="med"/>
            <a:tailEnd type="none" w="med" len="med"/>
          </a:ln>
          <a:effectLst/>
        </p:spPr>
      </p:cxnSp>
      <p:sp>
        <p:nvSpPr>
          <p:cNvPr id="39" name="正方形/長方形 38">
            <a:extLst>
              <a:ext uri="{FF2B5EF4-FFF2-40B4-BE49-F238E27FC236}">
                <a16:creationId xmlns:a16="http://schemas.microsoft.com/office/drawing/2014/main" id="{064BB3E3-F82A-7244-ED20-211E6F41C563}"/>
              </a:ext>
            </a:extLst>
          </p:cNvPr>
          <p:cNvSpPr/>
          <p:nvPr/>
        </p:nvSpPr>
        <p:spPr bwMode="auto">
          <a:xfrm rot="5400000">
            <a:off x="5105989" y="2168987"/>
            <a:ext cx="540006" cy="180001"/>
          </a:xfrm>
          <a:prstGeom prst="rect">
            <a:avLst/>
          </a:prstGeom>
          <a:solidFill>
            <a:schemeClr val="accent6"/>
          </a:solidFill>
          <a:ln>
            <a:solidFill>
              <a:schemeClr val="accent6"/>
            </a:solidFill>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grpSp>
        <p:nvGrpSpPr>
          <p:cNvPr id="40" name="グループ化 39">
            <a:extLst>
              <a:ext uri="{FF2B5EF4-FFF2-40B4-BE49-F238E27FC236}">
                <a16:creationId xmlns:a16="http://schemas.microsoft.com/office/drawing/2014/main" id="{77A1003C-14D8-BD30-6A1A-AABC2E217974}"/>
              </a:ext>
            </a:extLst>
          </p:cNvPr>
          <p:cNvGrpSpPr/>
          <p:nvPr/>
        </p:nvGrpSpPr>
        <p:grpSpPr>
          <a:xfrm>
            <a:off x="5285991" y="2798992"/>
            <a:ext cx="180003" cy="360004"/>
            <a:chOff x="3131985" y="5049018"/>
            <a:chExt cx="180002" cy="437056"/>
          </a:xfrm>
        </p:grpSpPr>
        <p:grpSp>
          <p:nvGrpSpPr>
            <p:cNvPr id="41" name="グループ化 40">
              <a:extLst>
                <a:ext uri="{FF2B5EF4-FFF2-40B4-BE49-F238E27FC236}">
                  <a16:creationId xmlns:a16="http://schemas.microsoft.com/office/drawing/2014/main" id="{319F5EB2-E682-AB62-560B-829DC858CA57}"/>
                </a:ext>
              </a:extLst>
            </p:cNvPr>
            <p:cNvGrpSpPr/>
            <p:nvPr/>
          </p:nvGrpSpPr>
          <p:grpSpPr>
            <a:xfrm>
              <a:off x="3131985" y="5139021"/>
              <a:ext cx="180002" cy="254126"/>
              <a:chOff x="3131984" y="5191944"/>
              <a:chExt cx="270003" cy="201854"/>
            </a:xfrm>
          </p:grpSpPr>
          <p:sp>
            <p:nvSpPr>
              <p:cNvPr id="44" name="Freeform 42">
                <a:extLst>
                  <a:ext uri="{FF2B5EF4-FFF2-40B4-BE49-F238E27FC236}">
                    <a16:creationId xmlns:a16="http://schemas.microsoft.com/office/drawing/2014/main" id="{5AE946A1-4C78-EFCE-DBC3-238A17F31439}"/>
                  </a:ext>
                </a:extLst>
              </p:cNvPr>
              <p:cNvSpPr>
                <a:spLocks/>
              </p:cNvSpPr>
              <p:nvPr/>
            </p:nvSpPr>
            <p:spPr bwMode="auto">
              <a:xfrm>
                <a:off x="3131984" y="5229020"/>
                <a:ext cx="270003" cy="90001"/>
              </a:xfrm>
              <a:custGeom>
                <a:avLst/>
                <a:gdLst>
                  <a:gd name="T0" fmla="*/ 3025 w 5991"/>
                  <a:gd name="T1" fmla="*/ 3393 h 3396"/>
                  <a:gd name="T2" fmla="*/ 3330 w 5991"/>
                  <a:gd name="T3" fmla="*/ 3377 h 3396"/>
                  <a:gd name="T4" fmla="*/ 3627 w 5991"/>
                  <a:gd name="T5" fmla="*/ 3342 h 3396"/>
                  <a:gd name="T6" fmla="*/ 3916 w 5991"/>
                  <a:gd name="T7" fmla="*/ 3293 h 3396"/>
                  <a:gd name="T8" fmla="*/ 4193 w 5991"/>
                  <a:gd name="T9" fmla="*/ 3228 h 3396"/>
                  <a:gd name="T10" fmla="*/ 4458 w 5991"/>
                  <a:gd name="T11" fmla="*/ 3150 h 3396"/>
                  <a:gd name="T12" fmla="*/ 4708 w 5991"/>
                  <a:gd name="T13" fmla="*/ 3059 h 3396"/>
                  <a:gd name="T14" fmla="*/ 4941 w 5991"/>
                  <a:gd name="T15" fmla="*/ 2955 h 3396"/>
                  <a:gd name="T16" fmla="*/ 5157 w 5991"/>
                  <a:gd name="T17" fmla="*/ 2839 h 3396"/>
                  <a:gd name="T18" fmla="*/ 5350 w 5991"/>
                  <a:gd name="T19" fmla="*/ 2714 h 3396"/>
                  <a:gd name="T20" fmla="*/ 5523 w 5991"/>
                  <a:gd name="T21" fmla="*/ 2578 h 3396"/>
                  <a:gd name="T22" fmla="*/ 5671 w 5991"/>
                  <a:gd name="T23" fmla="*/ 2434 h 3396"/>
                  <a:gd name="T24" fmla="*/ 5794 w 5991"/>
                  <a:gd name="T25" fmla="*/ 2282 h 3396"/>
                  <a:gd name="T26" fmla="*/ 5889 w 5991"/>
                  <a:gd name="T27" fmla="*/ 2123 h 3396"/>
                  <a:gd name="T28" fmla="*/ 5953 w 5991"/>
                  <a:gd name="T29" fmla="*/ 1956 h 3396"/>
                  <a:gd name="T30" fmla="*/ 5986 w 5991"/>
                  <a:gd name="T31" fmla="*/ 1786 h 3396"/>
                  <a:gd name="T32" fmla="*/ 5990 w 5991"/>
                  <a:gd name="T33" fmla="*/ 1654 h 3396"/>
                  <a:gd name="T34" fmla="*/ 5964 w 5991"/>
                  <a:gd name="T35" fmla="*/ 1482 h 3396"/>
                  <a:gd name="T36" fmla="*/ 5908 w 5991"/>
                  <a:gd name="T37" fmla="*/ 1315 h 3396"/>
                  <a:gd name="T38" fmla="*/ 5819 w 5991"/>
                  <a:gd name="T39" fmla="*/ 1154 h 3396"/>
                  <a:gd name="T40" fmla="*/ 5704 w 5991"/>
                  <a:gd name="T41" fmla="*/ 1000 h 3396"/>
                  <a:gd name="T42" fmla="*/ 5563 w 5991"/>
                  <a:gd name="T43" fmla="*/ 852 h 3396"/>
                  <a:gd name="T44" fmla="*/ 5396 w 5991"/>
                  <a:gd name="T45" fmla="*/ 715 h 3396"/>
                  <a:gd name="T46" fmla="*/ 5207 w 5991"/>
                  <a:gd name="T47" fmla="*/ 587 h 3396"/>
                  <a:gd name="T48" fmla="*/ 4996 w 5991"/>
                  <a:gd name="T49" fmla="*/ 469 h 3396"/>
                  <a:gd name="T50" fmla="*/ 4768 w 5991"/>
                  <a:gd name="T51" fmla="*/ 363 h 3396"/>
                  <a:gd name="T52" fmla="*/ 4522 w 5991"/>
                  <a:gd name="T53" fmla="*/ 268 h 3396"/>
                  <a:gd name="T54" fmla="*/ 4261 w 5991"/>
                  <a:gd name="T55" fmla="*/ 186 h 3396"/>
                  <a:gd name="T56" fmla="*/ 3986 w 5991"/>
                  <a:gd name="T57" fmla="*/ 118 h 3396"/>
                  <a:gd name="T58" fmla="*/ 3700 w 5991"/>
                  <a:gd name="T59" fmla="*/ 65 h 3396"/>
                  <a:gd name="T60" fmla="*/ 3404 w 5991"/>
                  <a:gd name="T61" fmla="*/ 27 h 3396"/>
                  <a:gd name="T62" fmla="*/ 3102 w 5991"/>
                  <a:gd name="T63" fmla="*/ 5 h 3396"/>
                  <a:gd name="T64" fmla="*/ 2870 w 5991"/>
                  <a:gd name="T65" fmla="*/ 0 h 3396"/>
                  <a:gd name="T66" fmla="*/ 2272 w 5991"/>
                  <a:gd name="T67" fmla="*/ 20 h 3396"/>
                  <a:gd name="T68" fmla="*/ 1724 w 5991"/>
                  <a:gd name="T69" fmla="*/ 79 h 3396"/>
                  <a:gd name="T70" fmla="*/ 1235 w 5991"/>
                  <a:gd name="T71" fmla="*/ 170 h 3396"/>
                  <a:gd name="T72" fmla="*/ 862 w 5991"/>
                  <a:gd name="T73" fmla="*/ 276 h 3396"/>
                  <a:gd name="T74" fmla="*/ 677 w 5991"/>
                  <a:gd name="T75" fmla="*/ 345 h 3396"/>
                  <a:gd name="T76" fmla="*/ 510 w 5991"/>
                  <a:gd name="T77" fmla="*/ 420 h 3396"/>
                  <a:gd name="T78" fmla="*/ 365 w 5991"/>
                  <a:gd name="T79" fmla="*/ 502 h 3396"/>
                  <a:gd name="T80" fmla="*/ 242 w 5991"/>
                  <a:gd name="T81" fmla="*/ 588 h 3396"/>
                  <a:gd name="T82" fmla="*/ 143 w 5991"/>
                  <a:gd name="T83" fmla="*/ 678 h 3396"/>
                  <a:gd name="T84" fmla="*/ 69 w 5991"/>
                  <a:gd name="T85" fmla="*/ 773 h 3396"/>
                  <a:gd name="T86" fmla="*/ 21 w 5991"/>
                  <a:gd name="T87" fmla="*/ 872 h 3396"/>
                  <a:gd name="T88" fmla="*/ 0 w 5991"/>
                  <a:gd name="T89" fmla="*/ 973 h 3396"/>
                  <a:gd name="T90" fmla="*/ 2 w 5991"/>
                  <a:gd name="T91" fmla="*/ 1050 h 3396"/>
                  <a:gd name="T92" fmla="*/ 30 w 5991"/>
                  <a:gd name="T93" fmla="*/ 1151 h 3396"/>
                  <a:gd name="T94" fmla="*/ 86 w 5991"/>
                  <a:gd name="T95" fmla="*/ 1249 h 3396"/>
                  <a:gd name="T96" fmla="*/ 166 w 5991"/>
                  <a:gd name="T97" fmla="*/ 1342 h 3396"/>
                  <a:gd name="T98" fmla="*/ 270 w 5991"/>
                  <a:gd name="T99" fmla="*/ 1432 h 3396"/>
                  <a:gd name="T100" fmla="*/ 398 w 5991"/>
                  <a:gd name="T101" fmla="*/ 1517 h 3396"/>
                  <a:gd name="T102" fmla="*/ 550 w 5991"/>
                  <a:gd name="T103" fmla="*/ 1596 h 3396"/>
                  <a:gd name="T104" fmla="*/ 721 w 5991"/>
                  <a:gd name="T105" fmla="*/ 1670 h 3396"/>
                  <a:gd name="T106" fmla="*/ 912 w 5991"/>
                  <a:gd name="T107" fmla="*/ 1738 h 3396"/>
                  <a:gd name="T108" fmla="*/ 1351 w 5991"/>
                  <a:gd name="T109" fmla="*/ 1854 h 3396"/>
                  <a:gd name="T110" fmla="*/ 1856 w 5991"/>
                  <a:gd name="T111" fmla="*/ 1937 h 3396"/>
                  <a:gd name="T112" fmla="*/ 2417 w 5991"/>
                  <a:gd name="T113" fmla="*/ 1986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991" h="3396">
                    <a:moveTo>
                      <a:pt x="2870" y="3396"/>
                    </a:moveTo>
                    <a:lnTo>
                      <a:pt x="2870" y="3396"/>
                    </a:lnTo>
                    <a:lnTo>
                      <a:pt x="2948" y="3395"/>
                    </a:lnTo>
                    <a:lnTo>
                      <a:pt x="3025" y="3393"/>
                    </a:lnTo>
                    <a:lnTo>
                      <a:pt x="3102" y="3391"/>
                    </a:lnTo>
                    <a:lnTo>
                      <a:pt x="3179" y="3387"/>
                    </a:lnTo>
                    <a:lnTo>
                      <a:pt x="3254" y="3382"/>
                    </a:lnTo>
                    <a:lnTo>
                      <a:pt x="3330" y="3377"/>
                    </a:lnTo>
                    <a:lnTo>
                      <a:pt x="3404" y="3369"/>
                    </a:lnTo>
                    <a:lnTo>
                      <a:pt x="3480" y="3361"/>
                    </a:lnTo>
                    <a:lnTo>
                      <a:pt x="3553" y="3352"/>
                    </a:lnTo>
                    <a:lnTo>
                      <a:pt x="3627" y="3342"/>
                    </a:lnTo>
                    <a:lnTo>
                      <a:pt x="3700" y="3332"/>
                    </a:lnTo>
                    <a:lnTo>
                      <a:pt x="3772" y="3319"/>
                    </a:lnTo>
                    <a:lnTo>
                      <a:pt x="3844" y="3306"/>
                    </a:lnTo>
                    <a:lnTo>
                      <a:pt x="3916" y="3293"/>
                    </a:lnTo>
                    <a:lnTo>
                      <a:pt x="3986" y="3278"/>
                    </a:lnTo>
                    <a:lnTo>
                      <a:pt x="4056" y="3262"/>
                    </a:lnTo>
                    <a:lnTo>
                      <a:pt x="4125" y="3246"/>
                    </a:lnTo>
                    <a:lnTo>
                      <a:pt x="4193" y="3228"/>
                    </a:lnTo>
                    <a:lnTo>
                      <a:pt x="4261" y="3210"/>
                    </a:lnTo>
                    <a:lnTo>
                      <a:pt x="4327" y="3191"/>
                    </a:lnTo>
                    <a:lnTo>
                      <a:pt x="4393" y="3170"/>
                    </a:lnTo>
                    <a:lnTo>
                      <a:pt x="4458" y="3150"/>
                    </a:lnTo>
                    <a:lnTo>
                      <a:pt x="4522" y="3128"/>
                    </a:lnTo>
                    <a:lnTo>
                      <a:pt x="4585" y="3106"/>
                    </a:lnTo>
                    <a:lnTo>
                      <a:pt x="4647" y="3083"/>
                    </a:lnTo>
                    <a:lnTo>
                      <a:pt x="4708" y="3059"/>
                    </a:lnTo>
                    <a:lnTo>
                      <a:pt x="4768" y="3033"/>
                    </a:lnTo>
                    <a:lnTo>
                      <a:pt x="4827" y="3009"/>
                    </a:lnTo>
                    <a:lnTo>
                      <a:pt x="4885" y="2982"/>
                    </a:lnTo>
                    <a:lnTo>
                      <a:pt x="4941" y="2955"/>
                    </a:lnTo>
                    <a:lnTo>
                      <a:pt x="4996" y="2927"/>
                    </a:lnTo>
                    <a:lnTo>
                      <a:pt x="5052" y="2898"/>
                    </a:lnTo>
                    <a:lnTo>
                      <a:pt x="5104" y="2869"/>
                    </a:lnTo>
                    <a:lnTo>
                      <a:pt x="5157" y="2839"/>
                    </a:lnTo>
                    <a:lnTo>
                      <a:pt x="5207" y="2809"/>
                    </a:lnTo>
                    <a:lnTo>
                      <a:pt x="5255" y="2778"/>
                    </a:lnTo>
                    <a:lnTo>
                      <a:pt x="5304" y="2746"/>
                    </a:lnTo>
                    <a:lnTo>
                      <a:pt x="5350" y="2714"/>
                    </a:lnTo>
                    <a:lnTo>
                      <a:pt x="5396" y="2680"/>
                    </a:lnTo>
                    <a:lnTo>
                      <a:pt x="5440" y="2647"/>
                    </a:lnTo>
                    <a:lnTo>
                      <a:pt x="5482" y="2613"/>
                    </a:lnTo>
                    <a:lnTo>
                      <a:pt x="5523" y="2578"/>
                    </a:lnTo>
                    <a:lnTo>
                      <a:pt x="5563" y="2543"/>
                    </a:lnTo>
                    <a:lnTo>
                      <a:pt x="5600" y="2507"/>
                    </a:lnTo>
                    <a:lnTo>
                      <a:pt x="5636" y="2470"/>
                    </a:lnTo>
                    <a:lnTo>
                      <a:pt x="5671" y="2434"/>
                    </a:lnTo>
                    <a:lnTo>
                      <a:pt x="5704" y="2397"/>
                    </a:lnTo>
                    <a:lnTo>
                      <a:pt x="5736" y="2359"/>
                    </a:lnTo>
                    <a:lnTo>
                      <a:pt x="5766" y="2320"/>
                    </a:lnTo>
                    <a:lnTo>
                      <a:pt x="5794" y="2282"/>
                    </a:lnTo>
                    <a:lnTo>
                      <a:pt x="5819" y="2242"/>
                    </a:lnTo>
                    <a:lnTo>
                      <a:pt x="5845" y="2202"/>
                    </a:lnTo>
                    <a:lnTo>
                      <a:pt x="5867" y="2163"/>
                    </a:lnTo>
                    <a:lnTo>
                      <a:pt x="5889" y="2123"/>
                    </a:lnTo>
                    <a:lnTo>
                      <a:pt x="5908" y="2082"/>
                    </a:lnTo>
                    <a:lnTo>
                      <a:pt x="5925" y="2040"/>
                    </a:lnTo>
                    <a:lnTo>
                      <a:pt x="5940" y="1999"/>
                    </a:lnTo>
                    <a:lnTo>
                      <a:pt x="5953" y="1956"/>
                    </a:lnTo>
                    <a:lnTo>
                      <a:pt x="5964" y="1914"/>
                    </a:lnTo>
                    <a:lnTo>
                      <a:pt x="5973" y="1872"/>
                    </a:lnTo>
                    <a:lnTo>
                      <a:pt x="5981" y="1828"/>
                    </a:lnTo>
                    <a:lnTo>
                      <a:pt x="5986" y="1786"/>
                    </a:lnTo>
                    <a:lnTo>
                      <a:pt x="5990" y="1742"/>
                    </a:lnTo>
                    <a:lnTo>
                      <a:pt x="5991" y="1699"/>
                    </a:lnTo>
                    <a:lnTo>
                      <a:pt x="5991" y="1699"/>
                    </a:lnTo>
                    <a:lnTo>
                      <a:pt x="5990" y="1654"/>
                    </a:lnTo>
                    <a:lnTo>
                      <a:pt x="5986" y="1610"/>
                    </a:lnTo>
                    <a:lnTo>
                      <a:pt x="5981" y="1568"/>
                    </a:lnTo>
                    <a:lnTo>
                      <a:pt x="5973" y="1524"/>
                    </a:lnTo>
                    <a:lnTo>
                      <a:pt x="5964" y="1482"/>
                    </a:lnTo>
                    <a:lnTo>
                      <a:pt x="5953" y="1440"/>
                    </a:lnTo>
                    <a:lnTo>
                      <a:pt x="5940" y="1397"/>
                    </a:lnTo>
                    <a:lnTo>
                      <a:pt x="5925" y="1356"/>
                    </a:lnTo>
                    <a:lnTo>
                      <a:pt x="5908" y="1315"/>
                    </a:lnTo>
                    <a:lnTo>
                      <a:pt x="5889" y="1274"/>
                    </a:lnTo>
                    <a:lnTo>
                      <a:pt x="5867" y="1233"/>
                    </a:lnTo>
                    <a:lnTo>
                      <a:pt x="5845" y="1193"/>
                    </a:lnTo>
                    <a:lnTo>
                      <a:pt x="5819" y="1154"/>
                    </a:lnTo>
                    <a:lnTo>
                      <a:pt x="5794" y="1114"/>
                    </a:lnTo>
                    <a:lnTo>
                      <a:pt x="5766" y="1076"/>
                    </a:lnTo>
                    <a:lnTo>
                      <a:pt x="5736" y="1037"/>
                    </a:lnTo>
                    <a:lnTo>
                      <a:pt x="5704" y="1000"/>
                    </a:lnTo>
                    <a:lnTo>
                      <a:pt x="5671" y="961"/>
                    </a:lnTo>
                    <a:lnTo>
                      <a:pt x="5636" y="926"/>
                    </a:lnTo>
                    <a:lnTo>
                      <a:pt x="5600" y="888"/>
                    </a:lnTo>
                    <a:lnTo>
                      <a:pt x="5563" y="852"/>
                    </a:lnTo>
                    <a:lnTo>
                      <a:pt x="5523" y="818"/>
                    </a:lnTo>
                    <a:lnTo>
                      <a:pt x="5482" y="783"/>
                    </a:lnTo>
                    <a:lnTo>
                      <a:pt x="5440" y="749"/>
                    </a:lnTo>
                    <a:lnTo>
                      <a:pt x="5396" y="715"/>
                    </a:lnTo>
                    <a:lnTo>
                      <a:pt x="5350" y="682"/>
                    </a:lnTo>
                    <a:lnTo>
                      <a:pt x="5304" y="650"/>
                    </a:lnTo>
                    <a:lnTo>
                      <a:pt x="5255" y="618"/>
                    </a:lnTo>
                    <a:lnTo>
                      <a:pt x="5207" y="587"/>
                    </a:lnTo>
                    <a:lnTo>
                      <a:pt x="5157" y="556"/>
                    </a:lnTo>
                    <a:lnTo>
                      <a:pt x="5104" y="527"/>
                    </a:lnTo>
                    <a:lnTo>
                      <a:pt x="5052" y="497"/>
                    </a:lnTo>
                    <a:lnTo>
                      <a:pt x="4996" y="469"/>
                    </a:lnTo>
                    <a:lnTo>
                      <a:pt x="4941" y="441"/>
                    </a:lnTo>
                    <a:lnTo>
                      <a:pt x="4885" y="414"/>
                    </a:lnTo>
                    <a:lnTo>
                      <a:pt x="4827" y="388"/>
                    </a:lnTo>
                    <a:lnTo>
                      <a:pt x="4768" y="363"/>
                    </a:lnTo>
                    <a:lnTo>
                      <a:pt x="4708" y="337"/>
                    </a:lnTo>
                    <a:lnTo>
                      <a:pt x="4647" y="314"/>
                    </a:lnTo>
                    <a:lnTo>
                      <a:pt x="4585" y="290"/>
                    </a:lnTo>
                    <a:lnTo>
                      <a:pt x="4522" y="268"/>
                    </a:lnTo>
                    <a:lnTo>
                      <a:pt x="4458" y="246"/>
                    </a:lnTo>
                    <a:lnTo>
                      <a:pt x="4393" y="226"/>
                    </a:lnTo>
                    <a:lnTo>
                      <a:pt x="4327" y="205"/>
                    </a:lnTo>
                    <a:lnTo>
                      <a:pt x="4261" y="186"/>
                    </a:lnTo>
                    <a:lnTo>
                      <a:pt x="4193" y="168"/>
                    </a:lnTo>
                    <a:lnTo>
                      <a:pt x="4125" y="150"/>
                    </a:lnTo>
                    <a:lnTo>
                      <a:pt x="4056" y="133"/>
                    </a:lnTo>
                    <a:lnTo>
                      <a:pt x="3986" y="118"/>
                    </a:lnTo>
                    <a:lnTo>
                      <a:pt x="3916" y="104"/>
                    </a:lnTo>
                    <a:lnTo>
                      <a:pt x="3844" y="90"/>
                    </a:lnTo>
                    <a:lnTo>
                      <a:pt x="3772" y="77"/>
                    </a:lnTo>
                    <a:lnTo>
                      <a:pt x="3700" y="65"/>
                    </a:lnTo>
                    <a:lnTo>
                      <a:pt x="3627" y="54"/>
                    </a:lnTo>
                    <a:lnTo>
                      <a:pt x="3553" y="44"/>
                    </a:lnTo>
                    <a:lnTo>
                      <a:pt x="3480" y="35"/>
                    </a:lnTo>
                    <a:lnTo>
                      <a:pt x="3404" y="27"/>
                    </a:lnTo>
                    <a:lnTo>
                      <a:pt x="3330" y="20"/>
                    </a:lnTo>
                    <a:lnTo>
                      <a:pt x="3254" y="14"/>
                    </a:lnTo>
                    <a:lnTo>
                      <a:pt x="3179" y="9"/>
                    </a:lnTo>
                    <a:lnTo>
                      <a:pt x="3102" y="5"/>
                    </a:lnTo>
                    <a:lnTo>
                      <a:pt x="3025" y="3"/>
                    </a:lnTo>
                    <a:lnTo>
                      <a:pt x="2948" y="1"/>
                    </a:lnTo>
                    <a:lnTo>
                      <a:pt x="2870" y="0"/>
                    </a:lnTo>
                    <a:lnTo>
                      <a:pt x="2870" y="0"/>
                    </a:lnTo>
                    <a:lnTo>
                      <a:pt x="2716" y="1"/>
                    </a:lnTo>
                    <a:lnTo>
                      <a:pt x="2566" y="5"/>
                    </a:lnTo>
                    <a:lnTo>
                      <a:pt x="2417" y="12"/>
                    </a:lnTo>
                    <a:lnTo>
                      <a:pt x="2272" y="20"/>
                    </a:lnTo>
                    <a:lnTo>
                      <a:pt x="2130" y="32"/>
                    </a:lnTo>
                    <a:lnTo>
                      <a:pt x="1990" y="45"/>
                    </a:lnTo>
                    <a:lnTo>
                      <a:pt x="1856" y="62"/>
                    </a:lnTo>
                    <a:lnTo>
                      <a:pt x="1724" y="79"/>
                    </a:lnTo>
                    <a:lnTo>
                      <a:pt x="1596" y="99"/>
                    </a:lnTo>
                    <a:lnTo>
                      <a:pt x="1471" y="120"/>
                    </a:lnTo>
                    <a:lnTo>
                      <a:pt x="1351" y="145"/>
                    </a:lnTo>
                    <a:lnTo>
                      <a:pt x="1235" y="170"/>
                    </a:lnTo>
                    <a:lnTo>
                      <a:pt x="1123" y="199"/>
                    </a:lnTo>
                    <a:lnTo>
                      <a:pt x="1015" y="228"/>
                    </a:lnTo>
                    <a:lnTo>
                      <a:pt x="912" y="260"/>
                    </a:lnTo>
                    <a:lnTo>
                      <a:pt x="862" y="276"/>
                    </a:lnTo>
                    <a:lnTo>
                      <a:pt x="815" y="292"/>
                    </a:lnTo>
                    <a:lnTo>
                      <a:pt x="768" y="310"/>
                    </a:lnTo>
                    <a:lnTo>
                      <a:pt x="721" y="328"/>
                    </a:lnTo>
                    <a:lnTo>
                      <a:pt x="677" y="345"/>
                    </a:lnTo>
                    <a:lnTo>
                      <a:pt x="633" y="364"/>
                    </a:lnTo>
                    <a:lnTo>
                      <a:pt x="591" y="382"/>
                    </a:lnTo>
                    <a:lnTo>
                      <a:pt x="550" y="401"/>
                    </a:lnTo>
                    <a:lnTo>
                      <a:pt x="510" y="420"/>
                    </a:lnTo>
                    <a:lnTo>
                      <a:pt x="471" y="441"/>
                    </a:lnTo>
                    <a:lnTo>
                      <a:pt x="434" y="460"/>
                    </a:lnTo>
                    <a:lnTo>
                      <a:pt x="398" y="481"/>
                    </a:lnTo>
                    <a:lnTo>
                      <a:pt x="365" y="502"/>
                    </a:lnTo>
                    <a:lnTo>
                      <a:pt x="332" y="523"/>
                    </a:lnTo>
                    <a:lnTo>
                      <a:pt x="301" y="545"/>
                    </a:lnTo>
                    <a:lnTo>
                      <a:pt x="270" y="567"/>
                    </a:lnTo>
                    <a:lnTo>
                      <a:pt x="242" y="588"/>
                    </a:lnTo>
                    <a:lnTo>
                      <a:pt x="215" y="610"/>
                    </a:lnTo>
                    <a:lnTo>
                      <a:pt x="189" y="633"/>
                    </a:lnTo>
                    <a:lnTo>
                      <a:pt x="166" y="655"/>
                    </a:lnTo>
                    <a:lnTo>
                      <a:pt x="143" y="678"/>
                    </a:lnTo>
                    <a:lnTo>
                      <a:pt x="123" y="702"/>
                    </a:lnTo>
                    <a:lnTo>
                      <a:pt x="104" y="726"/>
                    </a:lnTo>
                    <a:lnTo>
                      <a:pt x="86" y="750"/>
                    </a:lnTo>
                    <a:lnTo>
                      <a:pt x="69" y="773"/>
                    </a:lnTo>
                    <a:lnTo>
                      <a:pt x="55" y="797"/>
                    </a:lnTo>
                    <a:lnTo>
                      <a:pt x="42" y="822"/>
                    </a:lnTo>
                    <a:lnTo>
                      <a:pt x="30" y="847"/>
                    </a:lnTo>
                    <a:lnTo>
                      <a:pt x="21" y="872"/>
                    </a:lnTo>
                    <a:lnTo>
                      <a:pt x="14" y="897"/>
                    </a:lnTo>
                    <a:lnTo>
                      <a:pt x="7" y="922"/>
                    </a:lnTo>
                    <a:lnTo>
                      <a:pt x="2" y="947"/>
                    </a:lnTo>
                    <a:lnTo>
                      <a:pt x="0" y="973"/>
                    </a:lnTo>
                    <a:lnTo>
                      <a:pt x="0" y="999"/>
                    </a:lnTo>
                    <a:lnTo>
                      <a:pt x="0" y="999"/>
                    </a:lnTo>
                    <a:lnTo>
                      <a:pt x="0" y="1024"/>
                    </a:lnTo>
                    <a:lnTo>
                      <a:pt x="2" y="1050"/>
                    </a:lnTo>
                    <a:lnTo>
                      <a:pt x="7" y="1076"/>
                    </a:lnTo>
                    <a:lnTo>
                      <a:pt x="14" y="1101"/>
                    </a:lnTo>
                    <a:lnTo>
                      <a:pt x="21" y="1127"/>
                    </a:lnTo>
                    <a:lnTo>
                      <a:pt x="30" y="1151"/>
                    </a:lnTo>
                    <a:lnTo>
                      <a:pt x="42" y="1176"/>
                    </a:lnTo>
                    <a:lnTo>
                      <a:pt x="55" y="1200"/>
                    </a:lnTo>
                    <a:lnTo>
                      <a:pt x="69" y="1224"/>
                    </a:lnTo>
                    <a:lnTo>
                      <a:pt x="86" y="1249"/>
                    </a:lnTo>
                    <a:lnTo>
                      <a:pt x="104" y="1273"/>
                    </a:lnTo>
                    <a:lnTo>
                      <a:pt x="123" y="1296"/>
                    </a:lnTo>
                    <a:lnTo>
                      <a:pt x="143" y="1319"/>
                    </a:lnTo>
                    <a:lnTo>
                      <a:pt x="166" y="1342"/>
                    </a:lnTo>
                    <a:lnTo>
                      <a:pt x="189" y="1365"/>
                    </a:lnTo>
                    <a:lnTo>
                      <a:pt x="215" y="1388"/>
                    </a:lnTo>
                    <a:lnTo>
                      <a:pt x="242" y="1410"/>
                    </a:lnTo>
                    <a:lnTo>
                      <a:pt x="270" y="1432"/>
                    </a:lnTo>
                    <a:lnTo>
                      <a:pt x="301" y="1454"/>
                    </a:lnTo>
                    <a:lnTo>
                      <a:pt x="332" y="1475"/>
                    </a:lnTo>
                    <a:lnTo>
                      <a:pt x="365" y="1496"/>
                    </a:lnTo>
                    <a:lnTo>
                      <a:pt x="398" y="1517"/>
                    </a:lnTo>
                    <a:lnTo>
                      <a:pt x="434" y="1537"/>
                    </a:lnTo>
                    <a:lnTo>
                      <a:pt x="471" y="1558"/>
                    </a:lnTo>
                    <a:lnTo>
                      <a:pt x="510" y="1577"/>
                    </a:lnTo>
                    <a:lnTo>
                      <a:pt x="550" y="1596"/>
                    </a:lnTo>
                    <a:lnTo>
                      <a:pt x="591" y="1615"/>
                    </a:lnTo>
                    <a:lnTo>
                      <a:pt x="633" y="1634"/>
                    </a:lnTo>
                    <a:lnTo>
                      <a:pt x="677" y="1652"/>
                    </a:lnTo>
                    <a:lnTo>
                      <a:pt x="721" y="1670"/>
                    </a:lnTo>
                    <a:lnTo>
                      <a:pt x="768" y="1688"/>
                    </a:lnTo>
                    <a:lnTo>
                      <a:pt x="815" y="1705"/>
                    </a:lnTo>
                    <a:lnTo>
                      <a:pt x="862" y="1722"/>
                    </a:lnTo>
                    <a:lnTo>
                      <a:pt x="912" y="1738"/>
                    </a:lnTo>
                    <a:lnTo>
                      <a:pt x="1015" y="1769"/>
                    </a:lnTo>
                    <a:lnTo>
                      <a:pt x="1123" y="1800"/>
                    </a:lnTo>
                    <a:lnTo>
                      <a:pt x="1235" y="1827"/>
                    </a:lnTo>
                    <a:lnTo>
                      <a:pt x="1351" y="1854"/>
                    </a:lnTo>
                    <a:lnTo>
                      <a:pt x="1471" y="1877"/>
                    </a:lnTo>
                    <a:lnTo>
                      <a:pt x="1596" y="1899"/>
                    </a:lnTo>
                    <a:lnTo>
                      <a:pt x="1724" y="1919"/>
                    </a:lnTo>
                    <a:lnTo>
                      <a:pt x="1856" y="1937"/>
                    </a:lnTo>
                    <a:lnTo>
                      <a:pt x="1990" y="1952"/>
                    </a:lnTo>
                    <a:lnTo>
                      <a:pt x="2130" y="1966"/>
                    </a:lnTo>
                    <a:lnTo>
                      <a:pt x="2272" y="1977"/>
                    </a:lnTo>
                    <a:lnTo>
                      <a:pt x="2417" y="1986"/>
                    </a:lnTo>
                    <a:lnTo>
                      <a:pt x="2566" y="1992"/>
                    </a:lnTo>
                    <a:lnTo>
                      <a:pt x="2716" y="1996"/>
                    </a:lnTo>
                    <a:lnTo>
                      <a:pt x="2870" y="1997"/>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478093" rtl="0" eaLnBrk="1" latinLnBrk="0" hangingPunct="1">
                  <a:defRPr sz="1883" kern="1200">
                    <a:solidFill>
                      <a:schemeClr val="tx1"/>
                    </a:solidFill>
                    <a:latin typeface="+mn-lt"/>
                    <a:ea typeface="+mn-ea"/>
                    <a:cs typeface="+mn-cs"/>
                  </a:defRPr>
                </a:lvl1pPr>
                <a:lvl2pPr marL="478093" algn="l" defTabSz="478093" rtl="0" eaLnBrk="1" latinLnBrk="0" hangingPunct="1">
                  <a:defRPr sz="1883" kern="1200">
                    <a:solidFill>
                      <a:schemeClr val="tx1"/>
                    </a:solidFill>
                    <a:latin typeface="+mn-lt"/>
                    <a:ea typeface="+mn-ea"/>
                    <a:cs typeface="+mn-cs"/>
                  </a:defRPr>
                </a:lvl2pPr>
                <a:lvl3pPr marL="956184" algn="l" defTabSz="478093" rtl="0" eaLnBrk="1" latinLnBrk="0" hangingPunct="1">
                  <a:defRPr sz="1883" kern="1200">
                    <a:solidFill>
                      <a:schemeClr val="tx1"/>
                    </a:solidFill>
                    <a:latin typeface="+mn-lt"/>
                    <a:ea typeface="+mn-ea"/>
                    <a:cs typeface="+mn-cs"/>
                  </a:defRPr>
                </a:lvl3pPr>
                <a:lvl4pPr marL="1434277" algn="l" defTabSz="478093" rtl="0" eaLnBrk="1" latinLnBrk="0" hangingPunct="1">
                  <a:defRPr sz="1883" kern="1200">
                    <a:solidFill>
                      <a:schemeClr val="tx1"/>
                    </a:solidFill>
                    <a:latin typeface="+mn-lt"/>
                    <a:ea typeface="+mn-ea"/>
                    <a:cs typeface="+mn-cs"/>
                  </a:defRPr>
                </a:lvl4pPr>
                <a:lvl5pPr marL="1912370" algn="l" defTabSz="478093" rtl="0" eaLnBrk="1" latinLnBrk="0" hangingPunct="1">
                  <a:defRPr sz="1883" kern="1200">
                    <a:solidFill>
                      <a:schemeClr val="tx1"/>
                    </a:solidFill>
                    <a:latin typeface="+mn-lt"/>
                    <a:ea typeface="+mn-ea"/>
                    <a:cs typeface="+mn-cs"/>
                  </a:defRPr>
                </a:lvl5pPr>
                <a:lvl6pPr marL="2390462" algn="l" defTabSz="478093" rtl="0" eaLnBrk="1" latinLnBrk="0" hangingPunct="1">
                  <a:defRPr sz="1883" kern="1200">
                    <a:solidFill>
                      <a:schemeClr val="tx1"/>
                    </a:solidFill>
                    <a:latin typeface="+mn-lt"/>
                    <a:ea typeface="+mn-ea"/>
                    <a:cs typeface="+mn-cs"/>
                  </a:defRPr>
                </a:lvl6pPr>
                <a:lvl7pPr marL="2868554" algn="l" defTabSz="478093" rtl="0" eaLnBrk="1" latinLnBrk="0" hangingPunct="1">
                  <a:defRPr sz="1883" kern="1200">
                    <a:solidFill>
                      <a:schemeClr val="tx1"/>
                    </a:solidFill>
                    <a:latin typeface="+mn-lt"/>
                    <a:ea typeface="+mn-ea"/>
                    <a:cs typeface="+mn-cs"/>
                  </a:defRPr>
                </a:lvl7pPr>
                <a:lvl8pPr marL="3346646" algn="l" defTabSz="478093" rtl="0" eaLnBrk="1" latinLnBrk="0" hangingPunct="1">
                  <a:defRPr sz="1883" kern="1200">
                    <a:solidFill>
                      <a:schemeClr val="tx1"/>
                    </a:solidFill>
                    <a:latin typeface="+mn-lt"/>
                    <a:ea typeface="+mn-ea"/>
                    <a:cs typeface="+mn-cs"/>
                  </a:defRPr>
                </a:lvl8pPr>
                <a:lvl9pPr marL="3824739" algn="l" defTabSz="478093" rtl="0" eaLnBrk="1" latinLnBrk="0" hangingPunct="1">
                  <a:defRPr sz="1883" kern="1200">
                    <a:solidFill>
                      <a:schemeClr val="tx1"/>
                    </a:solidFill>
                    <a:latin typeface="+mn-lt"/>
                    <a:ea typeface="+mn-ea"/>
                    <a:cs typeface="+mn-cs"/>
                  </a:defRPr>
                </a:lvl9pPr>
              </a:lstStyle>
              <a:p>
                <a:endParaRPr lang="ja-JP" altLang="en-US"/>
              </a:p>
            </p:txBody>
          </p:sp>
          <p:sp>
            <p:nvSpPr>
              <p:cNvPr id="45" name="Freeform 42">
                <a:extLst>
                  <a:ext uri="{FF2B5EF4-FFF2-40B4-BE49-F238E27FC236}">
                    <a16:creationId xmlns:a16="http://schemas.microsoft.com/office/drawing/2014/main" id="{99F3755D-6142-F321-7374-79753D2FF3AD}"/>
                  </a:ext>
                </a:extLst>
              </p:cNvPr>
              <p:cNvSpPr>
                <a:spLocks/>
              </p:cNvSpPr>
              <p:nvPr/>
            </p:nvSpPr>
            <p:spPr bwMode="auto">
              <a:xfrm>
                <a:off x="3131984" y="5267334"/>
                <a:ext cx="270003" cy="90001"/>
              </a:xfrm>
              <a:custGeom>
                <a:avLst/>
                <a:gdLst>
                  <a:gd name="T0" fmla="*/ 3025 w 5991"/>
                  <a:gd name="T1" fmla="*/ 3393 h 3396"/>
                  <a:gd name="T2" fmla="*/ 3330 w 5991"/>
                  <a:gd name="T3" fmla="*/ 3377 h 3396"/>
                  <a:gd name="T4" fmla="*/ 3627 w 5991"/>
                  <a:gd name="T5" fmla="*/ 3342 h 3396"/>
                  <a:gd name="T6" fmla="*/ 3916 w 5991"/>
                  <a:gd name="T7" fmla="*/ 3293 h 3396"/>
                  <a:gd name="T8" fmla="*/ 4193 w 5991"/>
                  <a:gd name="T9" fmla="*/ 3228 h 3396"/>
                  <a:gd name="T10" fmla="*/ 4458 w 5991"/>
                  <a:gd name="T11" fmla="*/ 3150 h 3396"/>
                  <a:gd name="T12" fmla="*/ 4708 w 5991"/>
                  <a:gd name="T13" fmla="*/ 3059 h 3396"/>
                  <a:gd name="T14" fmla="*/ 4941 w 5991"/>
                  <a:gd name="T15" fmla="*/ 2955 h 3396"/>
                  <a:gd name="T16" fmla="*/ 5157 w 5991"/>
                  <a:gd name="T17" fmla="*/ 2839 h 3396"/>
                  <a:gd name="T18" fmla="*/ 5350 w 5991"/>
                  <a:gd name="T19" fmla="*/ 2714 h 3396"/>
                  <a:gd name="T20" fmla="*/ 5523 w 5991"/>
                  <a:gd name="T21" fmla="*/ 2578 h 3396"/>
                  <a:gd name="T22" fmla="*/ 5671 w 5991"/>
                  <a:gd name="T23" fmla="*/ 2434 h 3396"/>
                  <a:gd name="T24" fmla="*/ 5794 w 5991"/>
                  <a:gd name="T25" fmla="*/ 2282 h 3396"/>
                  <a:gd name="T26" fmla="*/ 5889 w 5991"/>
                  <a:gd name="T27" fmla="*/ 2123 h 3396"/>
                  <a:gd name="T28" fmla="*/ 5953 w 5991"/>
                  <a:gd name="T29" fmla="*/ 1956 h 3396"/>
                  <a:gd name="T30" fmla="*/ 5986 w 5991"/>
                  <a:gd name="T31" fmla="*/ 1786 h 3396"/>
                  <a:gd name="T32" fmla="*/ 5990 w 5991"/>
                  <a:gd name="T33" fmla="*/ 1654 h 3396"/>
                  <a:gd name="T34" fmla="*/ 5964 w 5991"/>
                  <a:gd name="T35" fmla="*/ 1482 h 3396"/>
                  <a:gd name="T36" fmla="*/ 5908 w 5991"/>
                  <a:gd name="T37" fmla="*/ 1315 h 3396"/>
                  <a:gd name="T38" fmla="*/ 5819 w 5991"/>
                  <a:gd name="T39" fmla="*/ 1154 h 3396"/>
                  <a:gd name="T40" fmla="*/ 5704 w 5991"/>
                  <a:gd name="T41" fmla="*/ 1000 h 3396"/>
                  <a:gd name="T42" fmla="*/ 5563 w 5991"/>
                  <a:gd name="T43" fmla="*/ 852 h 3396"/>
                  <a:gd name="T44" fmla="*/ 5396 w 5991"/>
                  <a:gd name="T45" fmla="*/ 715 h 3396"/>
                  <a:gd name="T46" fmla="*/ 5207 w 5991"/>
                  <a:gd name="T47" fmla="*/ 587 h 3396"/>
                  <a:gd name="T48" fmla="*/ 4996 w 5991"/>
                  <a:gd name="T49" fmla="*/ 469 h 3396"/>
                  <a:gd name="T50" fmla="*/ 4768 w 5991"/>
                  <a:gd name="T51" fmla="*/ 363 h 3396"/>
                  <a:gd name="T52" fmla="*/ 4522 w 5991"/>
                  <a:gd name="T53" fmla="*/ 268 h 3396"/>
                  <a:gd name="T54" fmla="*/ 4261 w 5991"/>
                  <a:gd name="T55" fmla="*/ 186 h 3396"/>
                  <a:gd name="T56" fmla="*/ 3986 w 5991"/>
                  <a:gd name="T57" fmla="*/ 118 h 3396"/>
                  <a:gd name="T58" fmla="*/ 3700 w 5991"/>
                  <a:gd name="T59" fmla="*/ 65 h 3396"/>
                  <a:gd name="T60" fmla="*/ 3404 w 5991"/>
                  <a:gd name="T61" fmla="*/ 27 h 3396"/>
                  <a:gd name="T62" fmla="*/ 3102 w 5991"/>
                  <a:gd name="T63" fmla="*/ 5 h 3396"/>
                  <a:gd name="T64" fmla="*/ 2870 w 5991"/>
                  <a:gd name="T65" fmla="*/ 0 h 3396"/>
                  <a:gd name="T66" fmla="*/ 2272 w 5991"/>
                  <a:gd name="T67" fmla="*/ 20 h 3396"/>
                  <a:gd name="T68" fmla="*/ 1724 w 5991"/>
                  <a:gd name="T69" fmla="*/ 79 h 3396"/>
                  <a:gd name="T70" fmla="*/ 1235 w 5991"/>
                  <a:gd name="T71" fmla="*/ 170 h 3396"/>
                  <a:gd name="T72" fmla="*/ 862 w 5991"/>
                  <a:gd name="T73" fmla="*/ 276 h 3396"/>
                  <a:gd name="T74" fmla="*/ 677 w 5991"/>
                  <a:gd name="T75" fmla="*/ 345 h 3396"/>
                  <a:gd name="T76" fmla="*/ 510 w 5991"/>
                  <a:gd name="T77" fmla="*/ 420 h 3396"/>
                  <a:gd name="T78" fmla="*/ 365 w 5991"/>
                  <a:gd name="T79" fmla="*/ 502 h 3396"/>
                  <a:gd name="T80" fmla="*/ 242 w 5991"/>
                  <a:gd name="T81" fmla="*/ 588 h 3396"/>
                  <a:gd name="T82" fmla="*/ 143 w 5991"/>
                  <a:gd name="T83" fmla="*/ 678 h 3396"/>
                  <a:gd name="T84" fmla="*/ 69 w 5991"/>
                  <a:gd name="T85" fmla="*/ 773 h 3396"/>
                  <a:gd name="T86" fmla="*/ 21 w 5991"/>
                  <a:gd name="T87" fmla="*/ 872 h 3396"/>
                  <a:gd name="T88" fmla="*/ 0 w 5991"/>
                  <a:gd name="T89" fmla="*/ 973 h 3396"/>
                  <a:gd name="T90" fmla="*/ 2 w 5991"/>
                  <a:gd name="T91" fmla="*/ 1050 h 3396"/>
                  <a:gd name="T92" fmla="*/ 30 w 5991"/>
                  <a:gd name="T93" fmla="*/ 1151 h 3396"/>
                  <a:gd name="T94" fmla="*/ 86 w 5991"/>
                  <a:gd name="T95" fmla="*/ 1249 h 3396"/>
                  <a:gd name="T96" fmla="*/ 166 w 5991"/>
                  <a:gd name="T97" fmla="*/ 1342 h 3396"/>
                  <a:gd name="T98" fmla="*/ 270 w 5991"/>
                  <a:gd name="T99" fmla="*/ 1432 h 3396"/>
                  <a:gd name="T100" fmla="*/ 398 w 5991"/>
                  <a:gd name="T101" fmla="*/ 1517 h 3396"/>
                  <a:gd name="T102" fmla="*/ 550 w 5991"/>
                  <a:gd name="T103" fmla="*/ 1596 h 3396"/>
                  <a:gd name="T104" fmla="*/ 721 w 5991"/>
                  <a:gd name="T105" fmla="*/ 1670 h 3396"/>
                  <a:gd name="T106" fmla="*/ 912 w 5991"/>
                  <a:gd name="T107" fmla="*/ 1738 h 3396"/>
                  <a:gd name="T108" fmla="*/ 1351 w 5991"/>
                  <a:gd name="T109" fmla="*/ 1854 h 3396"/>
                  <a:gd name="T110" fmla="*/ 1856 w 5991"/>
                  <a:gd name="T111" fmla="*/ 1937 h 3396"/>
                  <a:gd name="T112" fmla="*/ 2417 w 5991"/>
                  <a:gd name="T113" fmla="*/ 1986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991" h="3396">
                    <a:moveTo>
                      <a:pt x="2870" y="3396"/>
                    </a:moveTo>
                    <a:lnTo>
                      <a:pt x="2870" y="3396"/>
                    </a:lnTo>
                    <a:lnTo>
                      <a:pt x="2948" y="3395"/>
                    </a:lnTo>
                    <a:lnTo>
                      <a:pt x="3025" y="3393"/>
                    </a:lnTo>
                    <a:lnTo>
                      <a:pt x="3102" y="3391"/>
                    </a:lnTo>
                    <a:lnTo>
                      <a:pt x="3179" y="3387"/>
                    </a:lnTo>
                    <a:lnTo>
                      <a:pt x="3254" y="3382"/>
                    </a:lnTo>
                    <a:lnTo>
                      <a:pt x="3330" y="3377"/>
                    </a:lnTo>
                    <a:lnTo>
                      <a:pt x="3404" y="3369"/>
                    </a:lnTo>
                    <a:lnTo>
                      <a:pt x="3480" y="3361"/>
                    </a:lnTo>
                    <a:lnTo>
                      <a:pt x="3553" y="3352"/>
                    </a:lnTo>
                    <a:lnTo>
                      <a:pt x="3627" y="3342"/>
                    </a:lnTo>
                    <a:lnTo>
                      <a:pt x="3700" y="3332"/>
                    </a:lnTo>
                    <a:lnTo>
                      <a:pt x="3772" y="3319"/>
                    </a:lnTo>
                    <a:lnTo>
                      <a:pt x="3844" y="3306"/>
                    </a:lnTo>
                    <a:lnTo>
                      <a:pt x="3916" y="3293"/>
                    </a:lnTo>
                    <a:lnTo>
                      <a:pt x="3986" y="3278"/>
                    </a:lnTo>
                    <a:lnTo>
                      <a:pt x="4056" y="3262"/>
                    </a:lnTo>
                    <a:lnTo>
                      <a:pt x="4125" y="3246"/>
                    </a:lnTo>
                    <a:lnTo>
                      <a:pt x="4193" y="3228"/>
                    </a:lnTo>
                    <a:lnTo>
                      <a:pt x="4261" y="3210"/>
                    </a:lnTo>
                    <a:lnTo>
                      <a:pt x="4327" y="3191"/>
                    </a:lnTo>
                    <a:lnTo>
                      <a:pt x="4393" y="3170"/>
                    </a:lnTo>
                    <a:lnTo>
                      <a:pt x="4458" y="3150"/>
                    </a:lnTo>
                    <a:lnTo>
                      <a:pt x="4522" y="3128"/>
                    </a:lnTo>
                    <a:lnTo>
                      <a:pt x="4585" y="3106"/>
                    </a:lnTo>
                    <a:lnTo>
                      <a:pt x="4647" y="3083"/>
                    </a:lnTo>
                    <a:lnTo>
                      <a:pt x="4708" y="3059"/>
                    </a:lnTo>
                    <a:lnTo>
                      <a:pt x="4768" y="3033"/>
                    </a:lnTo>
                    <a:lnTo>
                      <a:pt x="4827" y="3009"/>
                    </a:lnTo>
                    <a:lnTo>
                      <a:pt x="4885" y="2982"/>
                    </a:lnTo>
                    <a:lnTo>
                      <a:pt x="4941" y="2955"/>
                    </a:lnTo>
                    <a:lnTo>
                      <a:pt x="4996" y="2927"/>
                    </a:lnTo>
                    <a:lnTo>
                      <a:pt x="5052" y="2898"/>
                    </a:lnTo>
                    <a:lnTo>
                      <a:pt x="5104" y="2869"/>
                    </a:lnTo>
                    <a:lnTo>
                      <a:pt x="5157" y="2839"/>
                    </a:lnTo>
                    <a:lnTo>
                      <a:pt x="5207" y="2809"/>
                    </a:lnTo>
                    <a:lnTo>
                      <a:pt x="5255" y="2778"/>
                    </a:lnTo>
                    <a:lnTo>
                      <a:pt x="5304" y="2746"/>
                    </a:lnTo>
                    <a:lnTo>
                      <a:pt x="5350" y="2714"/>
                    </a:lnTo>
                    <a:lnTo>
                      <a:pt x="5396" y="2680"/>
                    </a:lnTo>
                    <a:lnTo>
                      <a:pt x="5440" y="2647"/>
                    </a:lnTo>
                    <a:lnTo>
                      <a:pt x="5482" y="2613"/>
                    </a:lnTo>
                    <a:lnTo>
                      <a:pt x="5523" y="2578"/>
                    </a:lnTo>
                    <a:lnTo>
                      <a:pt x="5563" y="2543"/>
                    </a:lnTo>
                    <a:lnTo>
                      <a:pt x="5600" y="2507"/>
                    </a:lnTo>
                    <a:lnTo>
                      <a:pt x="5636" y="2470"/>
                    </a:lnTo>
                    <a:lnTo>
                      <a:pt x="5671" y="2434"/>
                    </a:lnTo>
                    <a:lnTo>
                      <a:pt x="5704" y="2397"/>
                    </a:lnTo>
                    <a:lnTo>
                      <a:pt x="5736" y="2359"/>
                    </a:lnTo>
                    <a:lnTo>
                      <a:pt x="5766" y="2320"/>
                    </a:lnTo>
                    <a:lnTo>
                      <a:pt x="5794" y="2282"/>
                    </a:lnTo>
                    <a:lnTo>
                      <a:pt x="5819" y="2242"/>
                    </a:lnTo>
                    <a:lnTo>
                      <a:pt x="5845" y="2202"/>
                    </a:lnTo>
                    <a:lnTo>
                      <a:pt x="5867" y="2163"/>
                    </a:lnTo>
                    <a:lnTo>
                      <a:pt x="5889" y="2123"/>
                    </a:lnTo>
                    <a:lnTo>
                      <a:pt x="5908" y="2082"/>
                    </a:lnTo>
                    <a:lnTo>
                      <a:pt x="5925" y="2040"/>
                    </a:lnTo>
                    <a:lnTo>
                      <a:pt x="5940" y="1999"/>
                    </a:lnTo>
                    <a:lnTo>
                      <a:pt x="5953" y="1956"/>
                    </a:lnTo>
                    <a:lnTo>
                      <a:pt x="5964" y="1914"/>
                    </a:lnTo>
                    <a:lnTo>
                      <a:pt x="5973" y="1872"/>
                    </a:lnTo>
                    <a:lnTo>
                      <a:pt x="5981" y="1828"/>
                    </a:lnTo>
                    <a:lnTo>
                      <a:pt x="5986" y="1786"/>
                    </a:lnTo>
                    <a:lnTo>
                      <a:pt x="5990" y="1742"/>
                    </a:lnTo>
                    <a:lnTo>
                      <a:pt x="5991" y="1699"/>
                    </a:lnTo>
                    <a:lnTo>
                      <a:pt x="5991" y="1699"/>
                    </a:lnTo>
                    <a:lnTo>
                      <a:pt x="5990" y="1654"/>
                    </a:lnTo>
                    <a:lnTo>
                      <a:pt x="5986" y="1610"/>
                    </a:lnTo>
                    <a:lnTo>
                      <a:pt x="5981" y="1568"/>
                    </a:lnTo>
                    <a:lnTo>
                      <a:pt x="5973" y="1524"/>
                    </a:lnTo>
                    <a:lnTo>
                      <a:pt x="5964" y="1482"/>
                    </a:lnTo>
                    <a:lnTo>
                      <a:pt x="5953" y="1440"/>
                    </a:lnTo>
                    <a:lnTo>
                      <a:pt x="5940" y="1397"/>
                    </a:lnTo>
                    <a:lnTo>
                      <a:pt x="5925" y="1356"/>
                    </a:lnTo>
                    <a:lnTo>
                      <a:pt x="5908" y="1315"/>
                    </a:lnTo>
                    <a:lnTo>
                      <a:pt x="5889" y="1274"/>
                    </a:lnTo>
                    <a:lnTo>
                      <a:pt x="5867" y="1233"/>
                    </a:lnTo>
                    <a:lnTo>
                      <a:pt x="5845" y="1193"/>
                    </a:lnTo>
                    <a:lnTo>
                      <a:pt x="5819" y="1154"/>
                    </a:lnTo>
                    <a:lnTo>
                      <a:pt x="5794" y="1114"/>
                    </a:lnTo>
                    <a:lnTo>
                      <a:pt x="5766" y="1076"/>
                    </a:lnTo>
                    <a:lnTo>
                      <a:pt x="5736" y="1037"/>
                    </a:lnTo>
                    <a:lnTo>
                      <a:pt x="5704" y="1000"/>
                    </a:lnTo>
                    <a:lnTo>
                      <a:pt x="5671" y="961"/>
                    </a:lnTo>
                    <a:lnTo>
                      <a:pt x="5636" y="926"/>
                    </a:lnTo>
                    <a:lnTo>
                      <a:pt x="5600" y="888"/>
                    </a:lnTo>
                    <a:lnTo>
                      <a:pt x="5563" y="852"/>
                    </a:lnTo>
                    <a:lnTo>
                      <a:pt x="5523" y="818"/>
                    </a:lnTo>
                    <a:lnTo>
                      <a:pt x="5482" y="783"/>
                    </a:lnTo>
                    <a:lnTo>
                      <a:pt x="5440" y="749"/>
                    </a:lnTo>
                    <a:lnTo>
                      <a:pt x="5396" y="715"/>
                    </a:lnTo>
                    <a:lnTo>
                      <a:pt x="5350" y="682"/>
                    </a:lnTo>
                    <a:lnTo>
                      <a:pt x="5304" y="650"/>
                    </a:lnTo>
                    <a:lnTo>
                      <a:pt x="5255" y="618"/>
                    </a:lnTo>
                    <a:lnTo>
                      <a:pt x="5207" y="587"/>
                    </a:lnTo>
                    <a:lnTo>
                      <a:pt x="5157" y="556"/>
                    </a:lnTo>
                    <a:lnTo>
                      <a:pt x="5104" y="527"/>
                    </a:lnTo>
                    <a:lnTo>
                      <a:pt x="5052" y="497"/>
                    </a:lnTo>
                    <a:lnTo>
                      <a:pt x="4996" y="469"/>
                    </a:lnTo>
                    <a:lnTo>
                      <a:pt x="4941" y="441"/>
                    </a:lnTo>
                    <a:lnTo>
                      <a:pt x="4885" y="414"/>
                    </a:lnTo>
                    <a:lnTo>
                      <a:pt x="4827" y="388"/>
                    </a:lnTo>
                    <a:lnTo>
                      <a:pt x="4768" y="363"/>
                    </a:lnTo>
                    <a:lnTo>
                      <a:pt x="4708" y="337"/>
                    </a:lnTo>
                    <a:lnTo>
                      <a:pt x="4647" y="314"/>
                    </a:lnTo>
                    <a:lnTo>
                      <a:pt x="4585" y="290"/>
                    </a:lnTo>
                    <a:lnTo>
                      <a:pt x="4522" y="268"/>
                    </a:lnTo>
                    <a:lnTo>
                      <a:pt x="4458" y="246"/>
                    </a:lnTo>
                    <a:lnTo>
                      <a:pt x="4393" y="226"/>
                    </a:lnTo>
                    <a:lnTo>
                      <a:pt x="4327" y="205"/>
                    </a:lnTo>
                    <a:lnTo>
                      <a:pt x="4261" y="186"/>
                    </a:lnTo>
                    <a:lnTo>
                      <a:pt x="4193" y="168"/>
                    </a:lnTo>
                    <a:lnTo>
                      <a:pt x="4125" y="150"/>
                    </a:lnTo>
                    <a:lnTo>
                      <a:pt x="4056" y="133"/>
                    </a:lnTo>
                    <a:lnTo>
                      <a:pt x="3986" y="118"/>
                    </a:lnTo>
                    <a:lnTo>
                      <a:pt x="3916" y="104"/>
                    </a:lnTo>
                    <a:lnTo>
                      <a:pt x="3844" y="90"/>
                    </a:lnTo>
                    <a:lnTo>
                      <a:pt x="3772" y="77"/>
                    </a:lnTo>
                    <a:lnTo>
                      <a:pt x="3700" y="65"/>
                    </a:lnTo>
                    <a:lnTo>
                      <a:pt x="3627" y="54"/>
                    </a:lnTo>
                    <a:lnTo>
                      <a:pt x="3553" y="44"/>
                    </a:lnTo>
                    <a:lnTo>
                      <a:pt x="3480" y="35"/>
                    </a:lnTo>
                    <a:lnTo>
                      <a:pt x="3404" y="27"/>
                    </a:lnTo>
                    <a:lnTo>
                      <a:pt x="3330" y="20"/>
                    </a:lnTo>
                    <a:lnTo>
                      <a:pt x="3254" y="14"/>
                    </a:lnTo>
                    <a:lnTo>
                      <a:pt x="3179" y="9"/>
                    </a:lnTo>
                    <a:lnTo>
                      <a:pt x="3102" y="5"/>
                    </a:lnTo>
                    <a:lnTo>
                      <a:pt x="3025" y="3"/>
                    </a:lnTo>
                    <a:lnTo>
                      <a:pt x="2948" y="1"/>
                    </a:lnTo>
                    <a:lnTo>
                      <a:pt x="2870" y="0"/>
                    </a:lnTo>
                    <a:lnTo>
                      <a:pt x="2870" y="0"/>
                    </a:lnTo>
                    <a:lnTo>
                      <a:pt x="2716" y="1"/>
                    </a:lnTo>
                    <a:lnTo>
                      <a:pt x="2566" y="5"/>
                    </a:lnTo>
                    <a:lnTo>
                      <a:pt x="2417" y="12"/>
                    </a:lnTo>
                    <a:lnTo>
                      <a:pt x="2272" y="20"/>
                    </a:lnTo>
                    <a:lnTo>
                      <a:pt x="2130" y="32"/>
                    </a:lnTo>
                    <a:lnTo>
                      <a:pt x="1990" y="45"/>
                    </a:lnTo>
                    <a:lnTo>
                      <a:pt x="1856" y="62"/>
                    </a:lnTo>
                    <a:lnTo>
                      <a:pt x="1724" y="79"/>
                    </a:lnTo>
                    <a:lnTo>
                      <a:pt x="1596" y="99"/>
                    </a:lnTo>
                    <a:lnTo>
                      <a:pt x="1471" y="120"/>
                    </a:lnTo>
                    <a:lnTo>
                      <a:pt x="1351" y="145"/>
                    </a:lnTo>
                    <a:lnTo>
                      <a:pt x="1235" y="170"/>
                    </a:lnTo>
                    <a:lnTo>
                      <a:pt x="1123" y="199"/>
                    </a:lnTo>
                    <a:lnTo>
                      <a:pt x="1015" y="228"/>
                    </a:lnTo>
                    <a:lnTo>
                      <a:pt x="912" y="260"/>
                    </a:lnTo>
                    <a:lnTo>
                      <a:pt x="862" y="276"/>
                    </a:lnTo>
                    <a:lnTo>
                      <a:pt x="815" y="292"/>
                    </a:lnTo>
                    <a:lnTo>
                      <a:pt x="768" y="310"/>
                    </a:lnTo>
                    <a:lnTo>
                      <a:pt x="721" y="328"/>
                    </a:lnTo>
                    <a:lnTo>
                      <a:pt x="677" y="345"/>
                    </a:lnTo>
                    <a:lnTo>
                      <a:pt x="633" y="364"/>
                    </a:lnTo>
                    <a:lnTo>
                      <a:pt x="591" y="382"/>
                    </a:lnTo>
                    <a:lnTo>
                      <a:pt x="550" y="401"/>
                    </a:lnTo>
                    <a:lnTo>
                      <a:pt x="510" y="420"/>
                    </a:lnTo>
                    <a:lnTo>
                      <a:pt x="471" y="441"/>
                    </a:lnTo>
                    <a:lnTo>
                      <a:pt x="434" y="460"/>
                    </a:lnTo>
                    <a:lnTo>
                      <a:pt x="398" y="481"/>
                    </a:lnTo>
                    <a:lnTo>
                      <a:pt x="365" y="502"/>
                    </a:lnTo>
                    <a:lnTo>
                      <a:pt x="332" y="523"/>
                    </a:lnTo>
                    <a:lnTo>
                      <a:pt x="301" y="545"/>
                    </a:lnTo>
                    <a:lnTo>
                      <a:pt x="270" y="567"/>
                    </a:lnTo>
                    <a:lnTo>
                      <a:pt x="242" y="588"/>
                    </a:lnTo>
                    <a:lnTo>
                      <a:pt x="215" y="610"/>
                    </a:lnTo>
                    <a:lnTo>
                      <a:pt x="189" y="633"/>
                    </a:lnTo>
                    <a:lnTo>
                      <a:pt x="166" y="655"/>
                    </a:lnTo>
                    <a:lnTo>
                      <a:pt x="143" y="678"/>
                    </a:lnTo>
                    <a:lnTo>
                      <a:pt x="123" y="702"/>
                    </a:lnTo>
                    <a:lnTo>
                      <a:pt x="104" y="726"/>
                    </a:lnTo>
                    <a:lnTo>
                      <a:pt x="86" y="750"/>
                    </a:lnTo>
                    <a:lnTo>
                      <a:pt x="69" y="773"/>
                    </a:lnTo>
                    <a:lnTo>
                      <a:pt x="55" y="797"/>
                    </a:lnTo>
                    <a:lnTo>
                      <a:pt x="42" y="822"/>
                    </a:lnTo>
                    <a:lnTo>
                      <a:pt x="30" y="847"/>
                    </a:lnTo>
                    <a:lnTo>
                      <a:pt x="21" y="872"/>
                    </a:lnTo>
                    <a:lnTo>
                      <a:pt x="14" y="897"/>
                    </a:lnTo>
                    <a:lnTo>
                      <a:pt x="7" y="922"/>
                    </a:lnTo>
                    <a:lnTo>
                      <a:pt x="2" y="947"/>
                    </a:lnTo>
                    <a:lnTo>
                      <a:pt x="0" y="973"/>
                    </a:lnTo>
                    <a:lnTo>
                      <a:pt x="0" y="999"/>
                    </a:lnTo>
                    <a:lnTo>
                      <a:pt x="0" y="999"/>
                    </a:lnTo>
                    <a:lnTo>
                      <a:pt x="0" y="1024"/>
                    </a:lnTo>
                    <a:lnTo>
                      <a:pt x="2" y="1050"/>
                    </a:lnTo>
                    <a:lnTo>
                      <a:pt x="7" y="1076"/>
                    </a:lnTo>
                    <a:lnTo>
                      <a:pt x="14" y="1101"/>
                    </a:lnTo>
                    <a:lnTo>
                      <a:pt x="21" y="1127"/>
                    </a:lnTo>
                    <a:lnTo>
                      <a:pt x="30" y="1151"/>
                    </a:lnTo>
                    <a:lnTo>
                      <a:pt x="42" y="1176"/>
                    </a:lnTo>
                    <a:lnTo>
                      <a:pt x="55" y="1200"/>
                    </a:lnTo>
                    <a:lnTo>
                      <a:pt x="69" y="1224"/>
                    </a:lnTo>
                    <a:lnTo>
                      <a:pt x="86" y="1249"/>
                    </a:lnTo>
                    <a:lnTo>
                      <a:pt x="104" y="1273"/>
                    </a:lnTo>
                    <a:lnTo>
                      <a:pt x="123" y="1296"/>
                    </a:lnTo>
                    <a:lnTo>
                      <a:pt x="143" y="1319"/>
                    </a:lnTo>
                    <a:lnTo>
                      <a:pt x="166" y="1342"/>
                    </a:lnTo>
                    <a:lnTo>
                      <a:pt x="189" y="1365"/>
                    </a:lnTo>
                    <a:lnTo>
                      <a:pt x="215" y="1388"/>
                    </a:lnTo>
                    <a:lnTo>
                      <a:pt x="242" y="1410"/>
                    </a:lnTo>
                    <a:lnTo>
                      <a:pt x="270" y="1432"/>
                    </a:lnTo>
                    <a:lnTo>
                      <a:pt x="301" y="1454"/>
                    </a:lnTo>
                    <a:lnTo>
                      <a:pt x="332" y="1475"/>
                    </a:lnTo>
                    <a:lnTo>
                      <a:pt x="365" y="1496"/>
                    </a:lnTo>
                    <a:lnTo>
                      <a:pt x="398" y="1517"/>
                    </a:lnTo>
                    <a:lnTo>
                      <a:pt x="434" y="1537"/>
                    </a:lnTo>
                    <a:lnTo>
                      <a:pt x="471" y="1558"/>
                    </a:lnTo>
                    <a:lnTo>
                      <a:pt x="510" y="1577"/>
                    </a:lnTo>
                    <a:lnTo>
                      <a:pt x="550" y="1596"/>
                    </a:lnTo>
                    <a:lnTo>
                      <a:pt x="591" y="1615"/>
                    </a:lnTo>
                    <a:lnTo>
                      <a:pt x="633" y="1634"/>
                    </a:lnTo>
                    <a:lnTo>
                      <a:pt x="677" y="1652"/>
                    </a:lnTo>
                    <a:lnTo>
                      <a:pt x="721" y="1670"/>
                    </a:lnTo>
                    <a:lnTo>
                      <a:pt x="768" y="1688"/>
                    </a:lnTo>
                    <a:lnTo>
                      <a:pt x="815" y="1705"/>
                    </a:lnTo>
                    <a:lnTo>
                      <a:pt x="862" y="1722"/>
                    </a:lnTo>
                    <a:lnTo>
                      <a:pt x="912" y="1738"/>
                    </a:lnTo>
                    <a:lnTo>
                      <a:pt x="1015" y="1769"/>
                    </a:lnTo>
                    <a:lnTo>
                      <a:pt x="1123" y="1800"/>
                    </a:lnTo>
                    <a:lnTo>
                      <a:pt x="1235" y="1827"/>
                    </a:lnTo>
                    <a:lnTo>
                      <a:pt x="1351" y="1854"/>
                    </a:lnTo>
                    <a:lnTo>
                      <a:pt x="1471" y="1877"/>
                    </a:lnTo>
                    <a:lnTo>
                      <a:pt x="1596" y="1899"/>
                    </a:lnTo>
                    <a:lnTo>
                      <a:pt x="1724" y="1919"/>
                    </a:lnTo>
                    <a:lnTo>
                      <a:pt x="1856" y="1937"/>
                    </a:lnTo>
                    <a:lnTo>
                      <a:pt x="1990" y="1952"/>
                    </a:lnTo>
                    <a:lnTo>
                      <a:pt x="2130" y="1966"/>
                    </a:lnTo>
                    <a:lnTo>
                      <a:pt x="2272" y="1977"/>
                    </a:lnTo>
                    <a:lnTo>
                      <a:pt x="2417" y="1986"/>
                    </a:lnTo>
                    <a:lnTo>
                      <a:pt x="2566" y="1992"/>
                    </a:lnTo>
                    <a:lnTo>
                      <a:pt x="2716" y="1996"/>
                    </a:lnTo>
                    <a:lnTo>
                      <a:pt x="2870" y="1997"/>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478093" rtl="0" eaLnBrk="1" latinLnBrk="0" hangingPunct="1">
                  <a:defRPr sz="1883" kern="1200">
                    <a:solidFill>
                      <a:schemeClr val="tx1"/>
                    </a:solidFill>
                    <a:latin typeface="+mn-lt"/>
                    <a:ea typeface="+mn-ea"/>
                    <a:cs typeface="+mn-cs"/>
                  </a:defRPr>
                </a:lvl1pPr>
                <a:lvl2pPr marL="478093" algn="l" defTabSz="478093" rtl="0" eaLnBrk="1" latinLnBrk="0" hangingPunct="1">
                  <a:defRPr sz="1883" kern="1200">
                    <a:solidFill>
                      <a:schemeClr val="tx1"/>
                    </a:solidFill>
                    <a:latin typeface="+mn-lt"/>
                    <a:ea typeface="+mn-ea"/>
                    <a:cs typeface="+mn-cs"/>
                  </a:defRPr>
                </a:lvl2pPr>
                <a:lvl3pPr marL="956184" algn="l" defTabSz="478093" rtl="0" eaLnBrk="1" latinLnBrk="0" hangingPunct="1">
                  <a:defRPr sz="1883" kern="1200">
                    <a:solidFill>
                      <a:schemeClr val="tx1"/>
                    </a:solidFill>
                    <a:latin typeface="+mn-lt"/>
                    <a:ea typeface="+mn-ea"/>
                    <a:cs typeface="+mn-cs"/>
                  </a:defRPr>
                </a:lvl3pPr>
                <a:lvl4pPr marL="1434277" algn="l" defTabSz="478093" rtl="0" eaLnBrk="1" latinLnBrk="0" hangingPunct="1">
                  <a:defRPr sz="1883" kern="1200">
                    <a:solidFill>
                      <a:schemeClr val="tx1"/>
                    </a:solidFill>
                    <a:latin typeface="+mn-lt"/>
                    <a:ea typeface="+mn-ea"/>
                    <a:cs typeface="+mn-cs"/>
                  </a:defRPr>
                </a:lvl4pPr>
                <a:lvl5pPr marL="1912370" algn="l" defTabSz="478093" rtl="0" eaLnBrk="1" latinLnBrk="0" hangingPunct="1">
                  <a:defRPr sz="1883" kern="1200">
                    <a:solidFill>
                      <a:schemeClr val="tx1"/>
                    </a:solidFill>
                    <a:latin typeface="+mn-lt"/>
                    <a:ea typeface="+mn-ea"/>
                    <a:cs typeface="+mn-cs"/>
                  </a:defRPr>
                </a:lvl5pPr>
                <a:lvl6pPr marL="2390462" algn="l" defTabSz="478093" rtl="0" eaLnBrk="1" latinLnBrk="0" hangingPunct="1">
                  <a:defRPr sz="1883" kern="1200">
                    <a:solidFill>
                      <a:schemeClr val="tx1"/>
                    </a:solidFill>
                    <a:latin typeface="+mn-lt"/>
                    <a:ea typeface="+mn-ea"/>
                    <a:cs typeface="+mn-cs"/>
                  </a:defRPr>
                </a:lvl6pPr>
                <a:lvl7pPr marL="2868554" algn="l" defTabSz="478093" rtl="0" eaLnBrk="1" latinLnBrk="0" hangingPunct="1">
                  <a:defRPr sz="1883" kern="1200">
                    <a:solidFill>
                      <a:schemeClr val="tx1"/>
                    </a:solidFill>
                    <a:latin typeface="+mn-lt"/>
                    <a:ea typeface="+mn-ea"/>
                    <a:cs typeface="+mn-cs"/>
                  </a:defRPr>
                </a:lvl7pPr>
                <a:lvl8pPr marL="3346646" algn="l" defTabSz="478093" rtl="0" eaLnBrk="1" latinLnBrk="0" hangingPunct="1">
                  <a:defRPr sz="1883" kern="1200">
                    <a:solidFill>
                      <a:schemeClr val="tx1"/>
                    </a:solidFill>
                    <a:latin typeface="+mn-lt"/>
                    <a:ea typeface="+mn-ea"/>
                    <a:cs typeface="+mn-cs"/>
                  </a:defRPr>
                </a:lvl8pPr>
                <a:lvl9pPr marL="3824739" algn="l" defTabSz="478093" rtl="0" eaLnBrk="1" latinLnBrk="0" hangingPunct="1">
                  <a:defRPr sz="1883" kern="1200">
                    <a:solidFill>
                      <a:schemeClr val="tx1"/>
                    </a:solidFill>
                    <a:latin typeface="+mn-lt"/>
                    <a:ea typeface="+mn-ea"/>
                    <a:cs typeface="+mn-cs"/>
                  </a:defRPr>
                </a:lvl9pPr>
              </a:lstStyle>
              <a:p>
                <a:endParaRPr lang="ja-JP" altLang="en-US"/>
              </a:p>
            </p:txBody>
          </p:sp>
          <p:sp>
            <p:nvSpPr>
              <p:cNvPr id="46" name="Freeform 42">
                <a:extLst>
                  <a:ext uri="{FF2B5EF4-FFF2-40B4-BE49-F238E27FC236}">
                    <a16:creationId xmlns:a16="http://schemas.microsoft.com/office/drawing/2014/main" id="{45F316AD-4A7B-5BB1-2E3D-E2FA4C91BC4D}"/>
                  </a:ext>
                </a:extLst>
              </p:cNvPr>
              <p:cNvSpPr>
                <a:spLocks/>
              </p:cNvSpPr>
              <p:nvPr/>
            </p:nvSpPr>
            <p:spPr bwMode="auto">
              <a:xfrm>
                <a:off x="3131984" y="5303797"/>
                <a:ext cx="270003" cy="90001"/>
              </a:xfrm>
              <a:custGeom>
                <a:avLst/>
                <a:gdLst>
                  <a:gd name="T0" fmla="*/ 3025 w 5991"/>
                  <a:gd name="T1" fmla="*/ 3393 h 3396"/>
                  <a:gd name="T2" fmla="*/ 3330 w 5991"/>
                  <a:gd name="T3" fmla="*/ 3377 h 3396"/>
                  <a:gd name="T4" fmla="*/ 3627 w 5991"/>
                  <a:gd name="T5" fmla="*/ 3342 h 3396"/>
                  <a:gd name="T6" fmla="*/ 3916 w 5991"/>
                  <a:gd name="T7" fmla="*/ 3293 h 3396"/>
                  <a:gd name="T8" fmla="*/ 4193 w 5991"/>
                  <a:gd name="T9" fmla="*/ 3228 h 3396"/>
                  <a:gd name="T10" fmla="*/ 4458 w 5991"/>
                  <a:gd name="T11" fmla="*/ 3150 h 3396"/>
                  <a:gd name="T12" fmla="*/ 4708 w 5991"/>
                  <a:gd name="T13" fmla="*/ 3059 h 3396"/>
                  <a:gd name="T14" fmla="*/ 4941 w 5991"/>
                  <a:gd name="T15" fmla="*/ 2955 h 3396"/>
                  <a:gd name="T16" fmla="*/ 5157 w 5991"/>
                  <a:gd name="T17" fmla="*/ 2839 h 3396"/>
                  <a:gd name="T18" fmla="*/ 5350 w 5991"/>
                  <a:gd name="T19" fmla="*/ 2714 h 3396"/>
                  <a:gd name="T20" fmla="*/ 5523 w 5991"/>
                  <a:gd name="T21" fmla="*/ 2578 h 3396"/>
                  <a:gd name="T22" fmla="*/ 5671 w 5991"/>
                  <a:gd name="T23" fmla="*/ 2434 h 3396"/>
                  <a:gd name="T24" fmla="*/ 5794 w 5991"/>
                  <a:gd name="T25" fmla="*/ 2282 h 3396"/>
                  <a:gd name="T26" fmla="*/ 5889 w 5991"/>
                  <a:gd name="T27" fmla="*/ 2123 h 3396"/>
                  <a:gd name="T28" fmla="*/ 5953 w 5991"/>
                  <a:gd name="T29" fmla="*/ 1956 h 3396"/>
                  <a:gd name="T30" fmla="*/ 5986 w 5991"/>
                  <a:gd name="T31" fmla="*/ 1786 h 3396"/>
                  <a:gd name="T32" fmla="*/ 5990 w 5991"/>
                  <a:gd name="T33" fmla="*/ 1654 h 3396"/>
                  <a:gd name="T34" fmla="*/ 5964 w 5991"/>
                  <a:gd name="T35" fmla="*/ 1482 h 3396"/>
                  <a:gd name="T36" fmla="*/ 5908 w 5991"/>
                  <a:gd name="T37" fmla="*/ 1315 h 3396"/>
                  <a:gd name="T38" fmla="*/ 5819 w 5991"/>
                  <a:gd name="T39" fmla="*/ 1154 h 3396"/>
                  <a:gd name="T40" fmla="*/ 5704 w 5991"/>
                  <a:gd name="T41" fmla="*/ 1000 h 3396"/>
                  <a:gd name="T42" fmla="*/ 5563 w 5991"/>
                  <a:gd name="T43" fmla="*/ 852 h 3396"/>
                  <a:gd name="T44" fmla="*/ 5396 w 5991"/>
                  <a:gd name="T45" fmla="*/ 715 h 3396"/>
                  <a:gd name="T46" fmla="*/ 5207 w 5991"/>
                  <a:gd name="T47" fmla="*/ 587 h 3396"/>
                  <a:gd name="T48" fmla="*/ 4996 w 5991"/>
                  <a:gd name="T49" fmla="*/ 469 h 3396"/>
                  <a:gd name="T50" fmla="*/ 4768 w 5991"/>
                  <a:gd name="T51" fmla="*/ 363 h 3396"/>
                  <a:gd name="T52" fmla="*/ 4522 w 5991"/>
                  <a:gd name="T53" fmla="*/ 268 h 3396"/>
                  <a:gd name="T54" fmla="*/ 4261 w 5991"/>
                  <a:gd name="T55" fmla="*/ 186 h 3396"/>
                  <a:gd name="T56" fmla="*/ 3986 w 5991"/>
                  <a:gd name="T57" fmla="*/ 118 h 3396"/>
                  <a:gd name="T58" fmla="*/ 3700 w 5991"/>
                  <a:gd name="T59" fmla="*/ 65 h 3396"/>
                  <a:gd name="T60" fmla="*/ 3404 w 5991"/>
                  <a:gd name="T61" fmla="*/ 27 h 3396"/>
                  <a:gd name="T62" fmla="*/ 3102 w 5991"/>
                  <a:gd name="T63" fmla="*/ 5 h 3396"/>
                  <a:gd name="T64" fmla="*/ 2870 w 5991"/>
                  <a:gd name="T65" fmla="*/ 0 h 3396"/>
                  <a:gd name="T66" fmla="*/ 2272 w 5991"/>
                  <a:gd name="T67" fmla="*/ 20 h 3396"/>
                  <a:gd name="T68" fmla="*/ 1724 w 5991"/>
                  <a:gd name="T69" fmla="*/ 79 h 3396"/>
                  <a:gd name="T70" fmla="*/ 1235 w 5991"/>
                  <a:gd name="T71" fmla="*/ 170 h 3396"/>
                  <a:gd name="T72" fmla="*/ 862 w 5991"/>
                  <a:gd name="T73" fmla="*/ 276 h 3396"/>
                  <a:gd name="T74" fmla="*/ 677 w 5991"/>
                  <a:gd name="T75" fmla="*/ 345 h 3396"/>
                  <a:gd name="T76" fmla="*/ 510 w 5991"/>
                  <a:gd name="T77" fmla="*/ 420 h 3396"/>
                  <a:gd name="T78" fmla="*/ 365 w 5991"/>
                  <a:gd name="T79" fmla="*/ 502 h 3396"/>
                  <a:gd name="T80" fmla="*/ 242 w 5991"/>
                  <a:gd name="T81" fmla="*/ 588 h 3396"/>
                  <a:gd name="T82" fmla="*/ 143 w 5991"/>
                  <a:gd name="T83" fmla="*/ 678 h 3396"/>
                  <a:gd name="T84" fmla="*/ 69 w 5991"/>
                  <a:gd name="T85" fmla="*/ 773 h 3396"/>
                  <a:gd name="T86" fmla="*/ 21 w 5991"/>
                  <a:gd name="T87" fmla="*/ 872 h 3396"/>
                  <a:gd name="T88" fmla="*/ 0 w 5991"/>
                  <a:gd name="T89" fmla="*/ 973 h 3396"/>
                  <a:gd name="T90" fmla="*/ 2 w 5991"/>
                  <a:gd name="T91" fmla="*/ 1050 h 3396"/>
                  <a:gd name="T92" fmla="*/ 30 w 5991"/>
                  <a:gd name="T93" fmla="*/ 1151 h 3396"/>
                  <a:gd name="T94" fmla="*/ 86 w 5991"/>
                  <a:gd name="T95" fmla="*/ 1249 h 3396"/>
                  <a:gd name="T96" fmla="*/ 166 w 5991"/>
                  <a:gd name="T97" fmla="*/ 1342 h 3396"/>
                  <a:gd name="T98" fmla="*/ 270 w 5991"/>
                  <a:gd name="T99" fmla="*/ 1432 h 3396"/>
                  <a:gd name="T100" fmla="*/ 398 w 5991"/>
                  <a:gd name="T101" fmla="*/ 1517 h 3396"/>
                  <a:gd name="T102" fmla="*/ 550 w 5991"/>
                  <a:gd name="T103" fmla="*/ 1596 h 3396"/>
                  <a:gd name="T104" fmla="*/ 721 w 5991"/>
                  <a:gd name="T105" fmla="*/ 1670 h 3396"/>
                  <a:gd name="T106" fmla="*/ 912 w 5991"/>
                  <a:gd name="T107" fmla="*/ 1738 h 3396"/>
                  <a:gd name="T108" fmla="*/ 1351 w 5991"/>
                  <a:gd name="T109" fmla="*/ 1854 h 3396"/>
                  <a:gd name="T110" fmla="*/ 1856 w 5991"/>
                  <a:gd name="T111" fmla="*/ 1937 h 3396"/>
                  <a:gd name="T112" fmla="*/ 2417 w 5991"/>
                  <a:gd name="T113" fmla="*/ 1986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991" h="3396">
                    <a:moveTo>
                      <a:pt x="2870" y="3396"/>
                    </a:moveTo>
                    <a:lnTo>
                      <a:pt x="2870" y="3396"/>
                    </a:lnTo>
                    <a:lnTo>
                      <a:pt x="2948" y="3395"/>
                    </a:lnTo>
                    <a:lnTo>
                      <a:pt x="3025" y="3393"/>
                    </a:lnTo>
                    <a:lnTo>
                      <a:pt x="3102" y="3391"/>
                    </a:lnTo>
                    <a:lnTo>
                      <a:pt x="3179" y="3387"/>
                    </a:lnTo>
                    <a:lnTo>
                      <a:pt x="3254" y="3382"/>
                    </a:lnTo>
                    <a:lnTo>
                      <a:pt x="3330" y="3377"/>
                    </a:lnTo>
                    <a:lnTo>
                      <a:pt x="3404" y="3369"/>
                    </a:lnTo>
                    <a:lnTo>
                      <a:pt x="3480" y="3361"/>
                    </a:lnTo>
                    <a:lnTo>
                      <a:pt x="3553" y="3352"/>
                    </a:lnTo>
                    <a:lnTo>
                      <a:pt x="3627" y="3342"/>
                    </a:lnTo>
                    <a:lnTo>
                      <a:pt x="3700" y="3332"/>
                    </a:lnTo>
                    <a:lnTo>
                      <a:pt x="3772" y="3319"/>
                    </a:lnTo>
                    <a:lnTo>
                      <a:pt x="3844" y="3306"/>
                    </a:lnTo>
                    <a:lnTo>
                      <a:pt x="3916" y="3293"/>
                    </a:lnTo>
                    <a:lnTo>
                      <a:pt x="3986" y="3278"/>
                    </a:lnTo>
                    <a:lnTo>
                      <a:pt x="4056" y="3262"/>
                    </a:lnTo>
                    <a:lnTo>
                      <a:pt x="4125" y="3246"/>
                    </a:lnTo>
                    <a:lnTo>
                      <a:pt x="4193" y="3228"/>
                    </a:lnTo>
                    <a:lnTo>
                      <a:pt x="4261" y="3210"/>
                    </a:lnTo>
                    <a:lnTo>
                      <a:pt x="4327" y="3191"/>
                    </a:lnTo>
                    <a:lnTo>
                      <a:pt x="4393" y="3170"/>
                    </a:lnTo>
                    <a:lnTo>
                      <a:pt x="4458" y="3150"/>
                    </a:lnTo>
                    <a:lnTo>
                      <a:pt x="4522" y="3128"/>
                    </a:lnTo>
                    <a:lnTo>
                      <a:pt x="4585" y="3106"/>
                    </a:lnTo>
                    <a:lnTo>
                      <a:pt x="4647" y="3083"/>
                    </a:lnTo>
                    <a:lnTo>
                      <a:pt x="4708" y="3059"/>
                    </a:lnTo>
                    <a:lnTo>
                      <a:pt x="4768" y="3033"/>
                    </a:lnTo>
                    <a:lnTo>
                      <a:pt x="4827" y="3009"/>
                    </a:lnTo>
                    <a:lnTo>
                      <a:pt x="4885" y="2982"/>
                    </a:lnTo>
                    <a:lnTo>
                      <a:pt x="4941" y="2955"/>
                    </a:lnTo>
                    <a:lnTo>
                      <a:pt x="4996" y="2927"/>
                    </a:lnTo>
                    <a:lnTo>
                      <a:pt x="5052" y="2898"/>
                    </a:lnTo>
                    <a:lnTo>
                      <a:pt x="5104" y="2869"/>
                    </a:lnTo>
                    <a:lnTo>
                      <a:pt x="5157" y="2839"/>
                    </a:lnTo>
                    <a:lnTo>
                      <a:pt x="5207" y="2809"/>
                    </a:lnTo>
                    <a:lnTo>
                      <a:pt x="5255" y="2778"/>
                    </a:lnTo>
                    <a:lnTo>
                      <a:pt x="5304" y="2746"/>
                    </a:lnTo>
                    <a:lnTo>
                      <a:pt x="5350" y="2714"/>
                    </a:lnTo>
                    <a:lnTo>
                      <a:pt x="5396" y="2680"/>
                    </a:lnTo>
                    <a:lnTo>
                      <a:pt x="5440" y="2647"/>
                    </a:lnTo>
                    <a:lnTo>
                      <a:pt x="5482" y="2613"/>
                    </a:lnTo>
                    <a:lnTo>
                      <a:pt x="5523" y="2578"/>
                    </a:lnTo>
                    <a:lnTo>
                      <a:pt x="5563" y="2543"/>
                    </a:lnTo>
                    <a:lnTo>
                      <a:pt x="5600" y="2507"/>
                    </a:lnTo>
                    <a:lnTo>
                      <a:pt x="5636" y="2470"/>
                    </a:lnTo>
                    <a:lnTo>
                      <a:pt x="5671" y="2434"/>
                    </a:lnTo>
                    <a:lnTo>
                      <a:pt x="5704" y="2397"/>
                    </a:lnTo>
                    <a:lnTo>
                      <a:pt x="5736" y="2359"/>
                    </a:lnTo>
                    <a:lnTo>
                      <a:pt x="5766" y="2320"/>
                    </a:lnTo>
                    <a:lnTo>
                      <a:pt x="5794" y="2282"/>
                    </a:lnTo>
                    <a:lnTo>
                      <a:pt x="5819" y="2242"/>
                    </a:lnTo>
                    <a:lnTo>
                      <a:pt x="5845" y="2202"/>
                    </a:lnTo>
                    <a:lnTo>
                      <a:pt x="5867" y="2163"/>
                    </a:lnTo>
                    <a:lnTo>
                      <a:pt x="5889" y="2123"/>
                    </a:lnTo>
                    <a:lnTo>
                      <a:pt x="5908" y="2082"/>
                    </a:lnTo>
                    <a:lnTo>
                      <a:pt x="5925" y="2040"/>
                    </a:lnTo>
                    <a:lnTo>
                      <a:pt x="5940" y="1999"/>
                    </a:lnTo>
                    <a:lnTo>
                      <a:pt x="5953" y="1956"/>
                    </a:lnTo>
                    <a:lnTo>
                      <a:pt x="5964" y="1914"/>
                    </a:lnTo>
                    <a:lnTo>
                      <a:pt x="5973" y="1872"/>
                    </a:lnTo>
                    <a:lnTo>
                      <a:pt x="5981" y="1828"/>
                    </a:lnTo>
                    <a:lnTo>
                      <a:pt x="5986" y="1786"/>
                    </a:lnTo>
                    <a:lnTo>
                      <a:pt x="5990" y="1742"/>
                    </a:lnTo>
                    <a:lnTo>
                      <a:pt x="5991" y="1699"/>
                    </a:lnTo>
                    <a:lnTo>
                      <a:pt x="5991" y="1699"/>
                    </a:lnTo>
                    <a:lnTo>
                      <a:pt x="5990" y="1654"/>
                    </a:lnTo>
                    <a:lnTo>
                      <a:pt x="5986" y="1610"/>
                    </a:lnTo>
                    <a:lnTo>
                      <a:pt x="5981" y="1568"/>
                    </a:lnTo>
                    <a:lnTo>
                      <a:pt x="5973" y="1524"/>
                    </a:lnTo>
                    <a:lnTo>
                      <a:pt x="5964" y="1482"/>
                    </a:lnTo>
                    <a:lnTo>
                      <a:pt x="5953" y="1440"/>
                    </a:lnTo>
                    <a:lnTo>
                      <a:pt x="5940" y="1397"/>
                    </a:lnTo>
                    <a:lnTo>
                      <a:pt x="5925" y="1356"/>
                    </a:lnTo>
                    <a:lnTo>
                      <a:pt x="5908" y="1315"/>
                    </a:lnTo>
                    <a:lnTo>
                      <a:pt x="5889" y="1274"/>
                    </a:lnTo>
                    <a:lnTo>
                      <a:pt x="5867" y="1233"/>
                    </a:lnTo>
                    <a:lnTo>
                      <a:pt x="5845" y="1193"/>
                    </a:lnTo>
                    <a:lnTo>
                      <a:pt x="5819" y="1154"/>
                    </a:lnTo>
                    <a:lnTo>
                      <a:pt x="5794" y="1114"/>
                    </a:lnTo>
                    <a:lnTo>
                      <a:pt x="5766" y="1076"/>
                    </a:lnTo>
                    <a:lnTo>
                      <a:pt x="5736" y="1037"/>
                    </a:lnTo>
                    <a:lnTo>
                      <a:pt x="5704" y="1000"/>
                    </a:lnTo>
                    <a:lnTo>
                      <a:pt x="5671" y="961"/>
                    </a:lnTo>
                    <a:lnTo>
                      <a:pt x="5636" y="926"/>
                    </a:lnTo>
                    <a:lnTo>
                      <a:pt x="5600" y="888"/>
                    </a:lnTo>
                    <a:lnTo>
                      <a:pt x="5563" y="852"/>
                    </a:lnTo>
                    <a:lnTo>
                      <a:pt x="5523" y="818"/>
                    </a:lnTo>
                    <a:lnTo>
                      <a:pt x="5482" y="783"/>
                    </a:lnTo>
                    <a:lnTo>
                      <a:pt x="5440" y="749"/>
                    </a:lnTo>
                    <a:lnTo>
                      <a:pt x="5396" y="715"/>
                    </a:lnTo>
                    <a:lnTo>
                      <a:pt x="5350" y="682"/>
                    </a:lnTo>
                    <a:lnTo>
                      <a:pt x="5304" y="650"/>
                    </a:lnTo>
                    <a:lnTo>
                      <a:pt x="5255" y="618"/>
                    </a:lnTo>
                    <a:lnTo>
                      <a:pt x="5207" y="587"/>
                    </a:lnTo>
                    <a:lnTo>
                      <a:pt x="5157" y="556"/>
                    </a:lnTo>
                    <a:lnTo>
                      <a:pt x="5104" y="527"/>
                    </a:lnTo>
                    <a:lnTo>
                      <a:pt x="5052" y="497"/>
                    </a:lnTo>
                    <a:lnTo>
                      <a:pt x="4996" y="469"/>
                    </a:lnTo>
                    <a:lnTo>
                      <a:pt x="4941" y="441"/>
                    </a:lnTo>
                    <a:lnTo>
                      <a:pt x="4885" y="414"/>
                    </a:lnTo>
                    <a:lnTo>
                      <a:pt x="4827" y="388"/>
                    </a:lnTo>
                    <a:lnTo>
                      <a:pt x="4768" y="363"/>
                    </a:lnTo>
                    <a:lnTo>
                      <a:pt x="4708" y="337"/>
                    </a:lnTo>
                    <a:lnTo>
                      <a:pt x="4647" y="314"/>
                    </a:lnTo>
                    <a:lnTo>
                      <a:pt x="4585" y="290"/>
                    </a:lnTo>
                    <a:lnTo>
                      <a:pt x="4522" y="268"/>
                    </a:lnTo>
                    <a:lnTo>
                      <a:pt x="4458" y="246"/>
                    </a:lnTo>
                    <a:lnTo>
                      <a:pt x="4393" y="226"/>
                    </a:lnTo>
                    <a:lnTo>
                      <a:pt x="4327" y="205"/>
                    </a:lnTo>
                    <a:lnTo>
                      <a:pt x="4261" y="186"/>
                    </a:lnTo>
                    <a:lnTo>
                      <a:pt x="4193" y="168"/>
                    </a:lnTo>
                    <a:lnTo>
                      <a:pt x="4125" y="150"/>
                    </a:lnTo>
                    <a:lnTo>
                      <a:pt x="4056" y="133"/>
                    </a:lnTo>
                    <a:lnTo>
                      <a:pt x="3986" y="118"/>
                    </a:lnTo>
                    <a:lnTo>
                      <a:pt x="3916" y="104"/>
                    </a:lnTo>
                    <a:lnTo>
                      <a:pt x="3844" y="90"/>
                    </a:lnTo>
                    <a:lnTo>
                      <a:pt x="3772" y="77"/>
                    </a:lnTo>
                    <a:lnTo>
                      <a:pt x="3700" y="65"/>
                    </a:lnTo>
                    <a:lnTo>
                      <a:pt x="3627" y="54"/>
                    </a:lnTo>
                    <a:lnTo>
                      <a:pt x="3553" y="44"/>
                    </a:lnTo>
                    <a:lnTo>
                      <a:pt x="3480" y="35"/>
                    </a:lnTo>
                    <a:lnTo>
                      <a:pt x="3404" y="27"/>
                    </a:lnTo>
                    <a:lnTo>
                      <a:pt x="3330" y="20"/>
                    </a:lnTo>
                    <a:lnTo>
                      <a:pt x="3254" y="14"/>
                    </a:lnTo>
                    <a:lnTo>
                      <a:pt x="3179" y="9"/>
                    </a:lnTo>
                    <a:lnTo>
                      <a:pt x="3102" y="5"/>
                    </a:lnTo>
                    <a:lnTo>
                      <a:pt x="3025" y="3"/>
                    </a:lnTo>
                    <a:lnTo>
                      <a:pt x="2948" y="1"/>
                    </a:lnTo>
                    <a:lnTo>
                      <a:pt x="2870" y="0"/>
                    </a:lnTo>
                    <a:lnTo>
                      <a:pt x="2870" y="0"/>
                    </a:lnTo>
                    <a:lnTo>
                      <a:pt x="2716" y="1"/>
                    </a:lnTo>
                    <a:lnTo>
                      <a:pt x="2566" y="5"/>
                    </a:lnTo>
                    <a:lnTo>
                      <a:pt x="2417" y="12"/>
                    </a:lnTo>
                    <a:lnTo>
                      <a:pt x="2272" y="20"/>
                    </a:lnTo>
                    <a:lnTo>
                      <a:pt x="2130" y="32"/>
                    </a:lnTo>
                    <a:lnTo>
                      <a:pt x="1990" y="45"/>
                    </a:lnTo>
                    <a:lnTo>
                      <a:pt x="1856" y="62"/>
                    </a:lnTo>
                    <a:lnTo>
                      <a:pt x="1724" y="79"/>
                    </a:lnTo>
                    <a:lnTo>
                      <a:pt x="1596" y="99"/>
                    </a:lnTo>
                    <a:lnTo>
                      <a:pt x="1471" y="120"/>
                    </a:lnTo>
                    <a:lnTo>
                      <a:pt x="1351" y="145"/>
                    </a:lnTo>
                    <a:lnTo>
                      <a:pt x="1235" y="170"/>
                    </a:lnTo>
                    <a:lnTo>
                      <a:pt x="1123" y="199"/>
                    </a:lnTo>
                    <a:lnTo>
                      <a:pt x="1015" y="228"/>
                    </a:lnTo>
                    <a:lnTo>
                      <a:pt x="912" y="260"/>
                    </a:lnTo>
                    <a:lnTo>
                      <a:pt x="862" y="276"/>
                    </a:lnTo>
                    <a:lnTo>
                      <a:pt x="815" y="292"/>
                    </a:lnTo>
                    <a:lnTo>
                      <a:pt x="768" y="310"/>
                    </a:lnTo>
                    <a:lnTo>
                      <a:pt x="721" y="328"/>
                    </a:lnTo>
                    <a:lnTo>
                      <a:pt x="677" y="345"/>
                    </a:lnTo>
                    <a:lnTo>
                      <a:pt x="633" y="364"/>
                    </a:lnTo>
                    <a:lnTo>
                      <a:pt x="591" y="382"/>
                    </a:lnTo>
                    <a:lnTo>
                      <a:pt x="550" y="401"/>
                    </a:lnTo>
                    <a:lnTo>
                      <a:pt x="510" y="420"/>
                    </a:lnTo>
                    <a:lnTo>
                      <a:pt x="471" y="441"/>
                    </a:lnTo>
                    <a:lnTo>
                      <a:pt x="434" y="460"/>
                    </a:lnTo>
                    <a:lnTo>
                      <a:pt x="398" y="481"/>
                    </a:lnTo>
                    <a:lnTo>
                      <a:pt x="365" y="502"/>
                    </a:lnTo>
                    <a:lnTo>
                      <a:pt x="332" y="523"/>
                    </a:lnTo>
                    <a:lnTo>
                      <a:pt x="301" y="545"/>
                    </a:lnTo>
                    <a:lnTo>
                      <a:pt x="270" y="567"/>
                    </a:lnTo>
                    <a:lnTo>
                      <a:pt x="242" y="588"/>
                    </a:lnTo>
                    <a:lnTo>
                      <a:pt x="215" y="610"/>
                    </a:lnTo>
                    <a:lnTo>
                      <a:pt x="189" y="633"/>
                    </a:lnTo>
                    <a:lnTo>
                      <a:pt x="166" y="655"/>
                    </a:lnTo>
                    <a:lnTo>
                      <a:pt x="143" y="678"/>
                    </a:lnTo>
                    <a:lnTo>
                      <a:pt x="123" y="702"/>
                    </a:lnTo>
                    <a:lnTo>
                      <a:pt x="104" y="726"/>
                    </a:lnTo>
                    <a:lnTo>
                      <a:pt x="86" y="750"/>
                    </a:lnTo>
                    <a:lnTo>
                      <a:pt x="69" y="773"/>
                    </a:lnTo>
                    <a:lnTo>
                      <a:pt x="55" y="797"/>
                    </a:lnTo>
                    <a:lnTo>
                      <a:pt x="42" y="822"/>
                    </a:lnTo>
                    <a:lnTo>
                      <a:pt x="30" y="847"/>
                    </a:lnTo>
                    <a:lnTo>
                      <a:pt x="21" y="872"/>
                    </a:lnTo>
                    <a:lnTo>
                      <a:pt x="14" y="897"/>
                    </a:lnTo>
                    <a:lnTo>
                      <a:pt x="7" y="922"/>
                    </a:lnTo>
                    <a:lnTo>
                      <a:pt x="2" y="947"/>
                    </a:lnTo>
                    <a:lnTo>
                      <a:pt x="0" y="973"/>
                    </a:lnTo>
                    <a:lnTo>
                      <a:pt x="0" y="999"/>
                    </a:lnTo>
                    <a:lnTo>
                      <a:pt x="0" y="999"/>
                    </a:lnTo>
                    <a:lnTo>
                      <a:pt x="0" y="1024"/>
                    </a:lnTo>
                    <a:lnTo>
                      <a:pt x="2" y="1050"/>
                    </a:lnTo>
                    <a:lnTo>
                      <a:pt x="7" y="1076"/>
                    </a:lnTo>
                    <a:lnTo>
                      <a:pt x="14" y="1101"/>
                    </a:lnTo>
                    <a:lnTo>
                      <a:pt x="21" y="1127"/>
                    </a:lnTo>
                    <a:lnTo>
                      <a:pt x="30" y="1151"/>
                    </a:lnTo>
                    <a:lnTo>
                      <a:pt x="42" y="1176"/>
                    </a:lnTo>
                    <a:lnTo>
                      <a:pt x="55" y="1200"/>
                    </a:lnTo>
                    <a:lnTo>
                      <a:pt x="69" y="1224"/>
                    </a:lnTo>
                    <a:lnTo>
                      <a:pt x="86" y="1249"/>
                    </a:lnTo>
                    <a:lnTo>
                      <a:pt x="104" y="1273"/>
                    </a:lnTo>
                    <a:lnTo>
                      <a:pt x="123" y="1296"/>
                    </a:lnTo>
                    <a:lnTo>
                      <a:pt x="143" y="1319"/>
                    </a:lnTo>
                    <a:lnTo>
                      <a:pt x="166" y="1342"/>
                    </a:lnTo>
                    <a:lnTo>
                      <a:pt x="189" y="1365"/>
                    </a:lnTo>
                    <a:lnTo>
                      <a:pt x="215" y="1388"/>
                    </a:lnTo>
                    <a:lnTo>
                      <a:pt x="242" y="1410"/>
                    </a:lnTo>
                    <a:lnTo>
                      <a:pt x="270" y="1432"/>
                    </a:lnTo>
                    <a:lnTo>
                      <a:pt x="301" y="1454"/>
                    </a:lnTo>
                    <a:lnTo>
                      <a:pt x="332" y="1475"/>
                    </a:lnTo>
                    <a:lnTo>
                      <a:pt x="365" y="1496"/>
                    </a:lnTo>
                    <a:lnTo>
                      <a:pt x="398" y="1517"/>
                    </a:lnTo>
                    <a:lnTo>
                      <a:pt x="434" y="1537"/>
                    </a:lnTo>
                    <a:lnTo>
                      <a:pt x="471" y="1558"/>
                    </a:lnTo>
                    <a:lnTo>
                      <a:pt x="510" y="1577"/>
                    </a:lnTo>
                    <a:lnTo>
                      <a:pt x="550" y="1596"/>
                    </a:lnTo>
                    <a:lnTo>
                      <a:pt x="591" y="1615"/>
                    </a:lnTo>
                    <a:lnTo>
                      <a:pt x="633" y="1634"/>
                    </a:lnTo>
                    <a:lnTo>
                      <a:pt x="677" y="1652"/>
                    </a:lnTo>
                    <a:lnTo>
                      <a:pt x="721" y="1670"/>
                    </a:lnTo>
                    <a:lnTo>
                      <a:pt x="768" y="1688"/>
                    </a:lnTo>
                    <a:lnTo>
                      <a:pt x="815" y="1705"/>
                    </a:lnTo>
                    <a:lnTo>
                      <a:pt x="862" y="1722"/>
                    </a:lnTo>
                    <a:lnTo>
                      <a:pt x="912" y="1738"/>
                    </a:lnTo>
                    <a:lnTo>
                      <a:pt x="1015" y="1769"/>
                    </a:lnTo>
                    <a:lnTo>
                      <a:pt x="1123" y="1800"/>
                    </a:lnTo>
                    <a:lnTo>
                      <a:pt x="1235" y="1827"/>
                    </a:lnTo>
                    <a:lnTo>
                      <a:pt x="1351" y="1854"/>
                    </a:lnTo>
                    <a:lnTo>
                      <a:pt x="1471" y="1877"/>
                    </a:lnTo>
                    <a:lnTo>
                      <a:pt x="1596" y="1899"/>
                    </a:lnTo>
                    <a:lnTo>
                      <a:pt x="1724" y="1919"/>
                    </a:lnTo>
                    <a:lnTo>
                      <a:pt x="1856" y="1937"/>
                    </a:lnTo>
                    <a:lnTo>
                      <a:pt x="1990" y="1952"/>
                    </a:lnTo>
                    <a:lnTo>
                      <a:pt x="2130" y="1966"/>
                    </a:lnTo>
                    <a:lnTo>
                      <a:pt x="2272" y="1977"/>
                    </a:lnTo>
                    <a:lnTo>
                      <a:pt x="2417" y="1986"/>
                    </a:lnTo>
                    <a:lnTo>
                      <a:pt x="2566" y="1992"/>
                    </a:lnTo>
                    <a:lnTo>
                      <a:pt x="2716" y="1996"/>
                    </a:lnTo>
                    <a:lnTo>
                      <a:pt x="2870" y="1997"/>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478093" rtl="0" eaLnBrk="1" latinLnBrk="0" hangingPunct="1">
                  <a:defRPr sz="1883" kern="1200">
                    <a:solidFill>
                      <a:schemeClr val="tx1"/>
                    </a:solidFill>
                    <a:latin typeface="+mn-lt"/>
                    <a:ea typeface="+mn-ea"/>
                    <a:cs typeface="+mn-cs"/>
                  </a:defRPr>
                </a:lvl1pPr>
                <a:lvl2pPr marL="478093" algn="l" defTabSz="478093" rtl="0" eaLnBrk="1" latinLnBrk="0" hangingPunct="1">
                  <a:defRPr sz="1883" kern="1200">
                    <a:solidFill>
                      <a:schemeClr val="tx1"/>
                    </a:solidFill>
                    <a:latin typeface="+mn-lt"/>
                    <a:ea typeface="+mn-ea"/>
                    <a:cs typeface="+mn-cs"/>
                  </a:defRPr>
                </a:lvl2pPr>
                <a:lvl3pPr marL="956184" algn="l" defTabSz="478093" rtl="0" eaLnBrk="1" latinLnBrk="0" hangingPunct="1">
                  <a:defRPr sz="1883" kern="1200">
                    <a:solidFill>
                      <a:schemeClr val="tx1"/>
                    </a:solidFill>
                    <a:latin typeface="+mn-lt"/>
                    <a:ea typeface="+mn-ea"/>
                    <a:cs typeface="+mn-cs"/>
                  </a:defRPr>
                </a:lvl3pPr>
                <a:lvl4pPr marL="1434277" algn="l" defTabSz="478093" rtl="0" eaLnBrk="1" latinLnBrk="0" hangingPunct="1">
                  <a:defRPr sz="1883" kern="1200">
                    <a:solidFill>
                      <a:schemeClr val="tx1"/>
                    </a:solidFill>
                    <a:latin typeface="+mn-lt"/>
                    <a:ea typeface="+mn-ea"/>
                    <a:cs typeface="+mn-cs"/>
                  </a:defRPr>
                </a:lvl4pPr>
                <a:lvl5pPr marL="1912370" algn="l" defTabSz="478093" rtl="0" eaLnBrk="1" latinLnBrk="0" hangingPunct="1">
                  <a:defRPr sz="1883" kern="1200">
                    <a:solidFill>
                      <a:schemeClr val="tx1"/>
                    </a:solidFill>
                    <a:latin typeface="+mn-lt"/>
                    <a:ea typeface="+mn-ea"/>
                    <a:cs typeface="+mn-cs"/>
                  </a:defRPr>
                </a:lvl5pPr>
                <a:lvl6pPr marL="2390462" algn="l" defTabSz="478093" rtl="0" eaLnBrk="1" latinLnBrk="0" hangingPunct="1">
                  <a:defRPr sz="1883" kern="1200">
                    <a:solidFill>
                      <a:schemeClr val="tx1"/>
                    </a:solidFill>
                    <a:latin typeface="+mn-lt"/>
                    <a:ea typeface="+mn-ea"/>
                    <a:cs typeface="+mn-cs"/>
                  </a:defRPr>
                </a:lvl6pPr>
                <a:lvl7pPr marL="2868554" algn="l" defTabSz="478093" rtl="0" eaLnBrk="1" latinLnBrk="0" hangingPunct="1">
                  <a:defRPr sz="1883" kern="1200">
                    <a:solidFill>
                      <a:schemeClr val="tx1"/>
                    </a:solidFill>
                    <a:latin typeface="+mn-lt"/>
                    <a:ea typeface="+mn-ea"/>
                    <a:cs typeface="+mn-cs"/>
                  </a:defRPr>
                </a:lvl7pPr>
                <a:lvl8pPr marL="3346646" algn="l" defTabSz="478093" rtl="0" eaLnBrk="1" latinLnBrk="0" hangingPunct="1">
                  <a:defRPr sz="1883" kern="1200">
                    <a:solidFill>
                      <a:schemeClr val="tx1"/>
                    </a:solidFill>
                    <a:latin typeface="+mn-lt"/>
                    <a:ea typeface="+mn-ea"/>
                    <a:cs typeface="+mn-cs"/>
                  </a:defRPr>
                </a:lvl8pPr>
                <a:lvl9pPr marL="3824739" algn="l" defTabSz="478093" rtl="0" eaLnBrk="1" latinLnBrk="0" hangingPunct="1">
                  <a:defRPr sz="1883" kern="1200">
                    <a:solidFill>
                      <a:schemeClr val="tx1"/>
                    </a:solidFill>
                    <a:latin typeface="+mn-lt"/>
                    <a:ea typeface="+mn-ea"/>
                    <a:cs typeface="+mn-cs"/>
                  </a:defRPr>
                </a:lvl9pPr>
              </a:lstStyle>
              <a:p>
                <a:endParaRPr lang="ja-JP" altLang="en-US"/>
              </a:p>
            </p:txBody>
          </p:sp>
          <p:sp>
            <p:nvSpPr>
              <p:cNvPr id="47" name="Freeform 42">
                <a:extLst>
                  <a:ext uri="{FF2B5EF4-FFF2-40B4-BE49-F238E27FC236}">
                    <a16:creationId xmlns:a16="http://schemas.microsoft.com/office/drawing/2014/main" id="{D182CF62-B608-15CC-6D7B-31420AF9EC4C}"/>
                  </a:ext>
                </a:extLst>
              </p:cNvPr>
              <p:cNvSpPr>
                <a:spLocks/>
              </p:cNvSpPr>
              <p:nvPr/>
            </p:nvSpPr>
            <p:spPr bwMode="auto">
              <a:xfrm flipV="1">
                <a:off x="3131984" y="5191944"/>
                <a:ext cx="270003" cy="90001"/>
              </a:xfrm>
              <a:custGeom>
                <a:avLst/>
                <a:gdLst>
                  <a:gd name="T0" fmla="*/ 3025 w 5991"/>
                  <a:gd name="T1" fmla="*/ 3393 h 3396"/>
                  <a:gd name="T2" fmla="*/ 3330 w 5991"/>
                  <a:gd name="T3" fmla="*/ 3377 h 3396"/>
                  <a:gd name="T4" fmla="*/ 3627 w 5991"/>
                  <a:gd name="T5" fmla="*/ 3342 h 3396"/>
                  <a:gd name="T6" fmla="*/ 3916 w 5991"/>
                  <a:gd name="T7" fmla="*/ 3293 h 3396"/>
                  <a:gd name="T8" fmla="*/ 4193 w 5991"/>
                  <a:gd name="T9" fmla="*/ 3228 h 3396"/>
                  <a:gd name="T10" fmla="*/ 4458 w 5991"/>
                  <a:gd name="T11" fmla="*/ 3150 h 3396"/>
                  <a:gd name="T12" fmla="*/ 4708 w 5991"/>
                  <a:gd name="T13" fmla="*/ 3059 h 3396"/>
                  <a:gd name="T14" fmla="*/ 4941 w 5991"/>
                  <a:gd name="T15" fmla="*/ 2955 h 3396"/>
                  <a:gd name="T16" fmla="*/ 5157 w 5991"/>
                  <a:gd name="T17" fmla="*/ 2839 h 3396"/>
                  <a:gd name="T18" fmla="*/ 5350 w 5991"/>
                  <a:gd name="T19" fmla="*/ 2714 h 3396"/>
                  <a:gd name="T20" fmla="*/ 5523 w 5991"/>
                  <a:gd name="T21" fmla="*/ 2578 h 3396"/>
                  <a:gd name="T22" fmla="*/ 5671 w 5991"/>
                  <a:gd name="T23" fmla="*/ 2434 h 3396"/>
                  <a:gd name="T24" fmla="*/ 5794 w 5991"/>
                  <a:gd name="T25" fmla="*/ 2282 h 3396"/>
                  <a:gd name="T26" fmla="*/ 5889 w 5991"/>
                  <a:gd name="T27" fmla="*/ 2123 h 3396"/>
                  <a:gd name="T28" fmla="*/ 5953 w 5991"/>
                  <a:gd name="T29" fmla="*/ 1956 h 3396"/>
                  <a:gd name="T30" fmla="*/ 5986 w 5991"/>
                  <a:gd name="T31" fmla="*/ 1786 h 3396"/>
                  <a:gd name="T32" fmla="*/ 5990 w 5991"/>
                  <a:gd name="T33" fmla="*/ 1654 h 3396"/>
                  <a:gd name="T34" fmla="*/ 5964 w 5991"/>
                  <a:gd name="T35" fmla="*/ 1482 h 3396"/>
                  <a:gd name="T36" fmla="*/ 5908 w 5991"/>
                  <a:gd name="T37" fmla="*/ 1315 h 3396"/>
                  <a:gd name="T38" fmla="*/ 5819 w 5991"/>
                  <a:gd name="T39" fmla="*/ 1154 h 3396"/>
                  <a:gd name="T40" fmla="*/ 5704 w 5991"/>
                  <a:gd name="T41" fmla="*/ 1000 h 3396"/>
                  <a:gd name="T42" fmla="*/ 5563 w 5991"/>
                  <a:gd name="T43" fmla="*/ 852 h 3396"/>
                  <a:gd name="T44" fmla="*/ 5396 w 5991"/>
                  <a:gd name="T45" fmla="*/ 715 h 3396"/>
                  <a:gd name="T46" fmla="*/ 5207 w 5991"/>
                  <a:gd name="T47" fmla="*/ 587 h 3396"/>
                  <a:gd name="T48" fmla="*/ 4996 w 5991"/>
                  <a:gd name="T49" fmla="*/ 469 h 3396"/>
                  <a:gd name="T50" fmla="*/ 4768 w 5991"/>
                  <a:gd name="T51" fmla="*/ 363 h 3396"/>
                  <a:gd name="T52" fmla="*/ 4522 w 5991"/>
                  <a:gd name="T53" fmla="*/ 268 h 3396"/>
                  <a:gd name="T54" fmla="*/ 4261 w 5991"/>
                  <a:gd name="T55" fmla="*/ 186 h 3396"/>
                  <a:gd name="T56" fmla="*/ 3986 w 5991"/>
                  <a:gd name="T57" fmla="*/ 118 h 3396"/>
                  <a:gd name="T58" fmla="*/ 3700 w 5991"/>
                  <a:gd name="T59" fmla="*/ 65 h 3396"/>
                  <a:gd name="T60" fmla="*/ 3404 w 5991"/>
                  <a:gd name="T61" fmla="*/ 27 h 3396"/>
                  <a:gd name="T62" fmla="*/ 3102 w 5991"/>
                  <a:gd name="T63" fmla="*/ 5 h 3396"/>
                  <a:gd name="T64" fmla="*/ 2870 w 5991"/>
                  <a:gd name="T65" fmla="*/ 0 h 3396"/>
                  <a:gd name="T66" fmla="*/ 2272 w 5991"/>
                  <a:gd name="T67" fmla="*/ 20 h 3396"/>
                  <a:gd name="T68" fmla="*/ 1724 w 5991"/>
                  <a:gd name="T69" fmla="*/ 79 h 3396"/>
                  <a:gd name="T70" fmla="*/ 1235 w 5991"/>
                  <a:gd name="T71" fmla="*/ 170 h 3396"/>
                  <a:gd name="T72" fmla="*/ 862 w 5991"/>
                  <a:gd name="T73" fmla="*/ 276 h 3396"/>
                  <a:gd name="T74" fmla="*/ 677 w 5991"/>
                  <a:gd name="T75" fmla="*/ 345 h 3396"/>
                  <a:gd name="T76" fmla="*/ 510 w 5991"/>
                  <a:gd name="T77" fmla="*/ 420 h 3396"/>
                  <a:gd name="T78" fmla="*/ 365 w 5991"/>
                  <a:gd name="T79" fmla="*/ 502 h 3396"/>
                  <a:gd name="T80" fmla="*/ 242 w 5991"/>
                  <a:gd name="T81" fmla="*/ 588 h 3396"/>
                  <a:gd name="T82" fmla="*/ 143 w 5991"/>
                  <a:gd name="T83" fmla="*/ 678 h 3396"/>
                  <a:gd name="T84" fmla="*/ 69 w 5991"/>
                  <a:gd name="T85" fmla="*/ 773 h 3396"/>
                  <a:gd name="T86" fmla="*/ 21 w 5991"/>
                  <a:gd name="T87" fmla="*/ 872 h 3396"/>
                  <a:gd name="T88" fmla="*/ 0 w 5991"/>
                  <a:gd name="T89" fmla="*/ 973 h 3396"/>
                  <a:gd name="T90" fmla="*/ 2 w 5991"/>
                  <a:gd name="T91" fmla="*/ 1050 h 3396"/>
                  <a:gd name="T92" fmla="*/ 30 w 5991"/>
                  <a:gd name="T93" fmla="*/ 1151 h 3396"/>
                  <a:gd name="T94" fmla="*/ 86 w 5991"/>
                  <a:gd name="T95" fmla="*/ 1249 h 3396"/>
                  <a:gd name="T96" fmla="*/ 166 w 5991"/>
                  <a:gd name="T97" fmla="*/ 1342 h 3396"/>
                  <a:gd name="T98" fmla="*/ 270 w 5991"/>
                  <a:gd name="T99" fmla="*/ 1432 h 3396"/>
                  <a:gd name="T100" fmla="*/ 398 w 5991"/>
                  <a:gd name="T101" fmla="*/ 1517 h 3396"/>
                  <a:gd name="T102" fmla="*/ 550 w 5991"/>
                  <a:gd name="T103" fmla="*/ 1596 h 3396"/>
                  <a:gd name="T104" fmla="*/ 721 w 5991"/>
                  <a:gd name="T105" fmla="*/ 1670 h 3396"/>
                  <a:gd name="T106" fmla="*/ 912 w 5991"/>
                  <a:gd name="T107" fmla="*/ 1738 h 3396"/>
                  <a:gd name="T108" fmla="*/ 1351 w 5991"/>
                  <a:gd name="T109" fmla="*/ 1854 h 3396"/>
                  <a:gd name="T110" fmla="*/ 1856 w 5991"/>
                  <a:gd name="T111" fmla="*/ 1937 h 3396"/>
                  <a:gd name="T112" fmla="*/ 2417 w 5991"/>
                  <a:gd name="T113" fmla="*/ 1986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991" h="3396">
                    <a:moveTo>
                      <a:pt x="2870" y="3396"/>
                    </a:moveTo>
                    <a:lnTo>
                      <a:pt x="2870" y="3396"/>
                    </a:lnTo>
                    <a:lnTo>
                      <a:pt x="2948" y="3395"/>
                    </a:lnTo>
                    <a:lnTo>
                      <a:pt x="3025" y="3393"/>
                    </a:lnTo>
                    <a:lnTo>
                      <a:pt x="3102" y="3391"/>
                    </a:lnTo>
                    <a:lnTo>
                      <a:pt x="3179" y="3387"/>
                    </a:lnTo>
                    <a:lnTo>
                      <a:pt x="3254" y="3382"/>
                    </a:lnTo>
                    <a:lnTo>
                      <a:pt x="3330" y="3377"/>
                    </a:lnTo>
                    <a:lnTo>
                      <a:pt x="3404" y="3369"/>
                    </a:lnTo>
                    <a:lnTo>
                      <a:pt x="3480" y="3361"/>
                    </a:lnTo>
                    <a:lnTo>
                      <a:pt x="3553" y="3352"/>
                    </a:lnTo>
                    <a:lnTo>
                      <a:pt x="3627" y="3342"/>
                    </a:lnTo>
                    <a:lnTo>
                      <a:pt x="3700" y="3332"/>
                    </a:lnTo>
                    <a:lnTo>
                      <a:pt x="3772" y="3319"/>
                    </a:lnTo>
                    <a:lnTo>
                      <a:pt x="3844" y="3306"/>
                    </a:lnTo>
                    <a:lnTo>
                      <a:pt x="3916" y="3293"/>
                    </a:lnTo>
                    <a:lnTo>
                      <a:pt x="3986" y="3278"/>
                    </a:lnTo>
                    <a:lnTo>
                      <a:pt x="4056" y="3262"/>
                    </a:lnTo>
                    <a:lnTo>
                      <a:pt x="4125" y="3246"/>
                    </a:lnTo>
                    <a:lnTo>
                      <a:pt x="4193" y="3228"/>
                    </a:lnTo>
                    <a:lnTo>
                      <a:pt x="4261" y="3210"/>
                    </a:lnTo>
                    <a:lnTo>
                      <a:pt x="4327" y="3191"/>
                    </a:lnTo>
                    <a:lnTo>
                      <a:pt x="4393" y="3170"/>
                    </a:lnTo>
                    <a:lnTo>
                      <a:pt x="4458" y="3150"/>
                    </a:lnTo>
                    <a:lnTo>
                      <a:pt x="4522" y="3128"/>
                    </a:lnTo>
                    <a:lnTo>
                      <a:pt x="4585" y="3106"/>
                    </a:lnTo>
                    <a:lnTo>
                      <a:pt x="4647" y="3083"/>
                    </a:lnTo>
                    <a:lnTo>
                      <a:pt x="4708" y="3059"/>
                    </a:lnTo>
                    <a:lnTo>
                      <a:pt x="4768" y="3033"/>
                    </a:lnTo>
                    <a:lnTo>
                      <a:pt x="4827" y="3009"/>
                    </a:lnTo>
                    <a:lnTo>
                      <a:pt x="4885" y="2982"/>
                    </a:lnTo>
                    <a:lnTo>
                      <a:pt x="4941" y="2955"/>
                    </a:lnTo>
                    <a:lnTo>
                      <a:pt x="4996" y="2927"/>
                    </a:lnTo>
                    <a:lnTo>
                      <a:pt x="5052" y="2898"/>
                    </a:lnTo>
                    <a:lnTo>
                      <a:pt x="5104" y="2869"/>
                    </a:lnTo>
                    <a:lnTo>
                      <a:pt x="5157" y="2839"/>
                    </a:lnTo>
                    <a:lnTo>
                      <a:pt x="5207" y="2809"/>
                    </a:lnTo>
                    <a:lnTo>
                      <a:pt x="5255" y="2778"/>
                    </a:lnTo>
                    <a:lnTo>
                      <a:pt x="5304" y="2746"/>
                    </a:lnTo>
                    <a:lnTo>
                      <a:pt x="5350" y="2714"/>
                    </a:lnTo>
                    <a:lnTo>
                      <a:pt x="5396" y="2680"/>
                    </a:lnTo>
                    <a:lnTo>
                      <a:pt x="5440" y="2647"/>
                    </a:lnTo>
                    <a:lnTo>
                      <a:pt x="5482" y="2613"/>
                    </a:lnTo>
                    <a:lnTo>
                      <a:pt x="5523" y="2578"/>
                    </a:lnTo>
                    <a:lnTo>
                      <a:pt x="5563" y="2543"/>
                    </a:lnTo>
                    <a:lnTo>
                      <a:pt x="5600" y="2507"/>
                    </a:lnTo>
                    <a:lnTo>
                      <a:pt x="5636" y="2470"/>
                    </a:lnTo>
                    <a:lnTo>
                      <a:pt x="5671" y="2434"/>
                    </a:lnTo>
                    <a:lnTo>
                      <a:pt x="5704" y="2397"/>
                    </a:lnTo>
                    <a:lnTo>
                      <a:pt x="5736" y="2359"/>
                    </a:lnTo>
                    <a:lnTo>
                      <a:pt x="5766" y="2320"/>
                    </a:lnTo>
                    <a:lnTo>
                      <a:pt x="5794" y="2282"/>
                    </a:lnTo>
                    <a:lnTo>
                      <a:pt x="5819" y="2242"/>
                    </a:lnTo>
                    <a:lnTo>
                      <a:pt x="5845" y="2202"/>
                    </a:lnTo>
                    <a:lnTo>
                      <a:pt x="5867" y="2163"/>
                    </a:lnTo>
                    <a:lnTo>
                      <a:pt x="5889" y="2123"/>
                    </a:lnTo>
                    <a:lnTo>
                      <a:pt x="5908" y="2082"/>
                    </a:lnTo>
                    <a:lnTo>
                      <a:pt x="5925" y="2040"/>
                    </a:lnTo>
                    <a:lnTo>
                      <a:pt x="5940" y="1999"/>
                    </a:lnTo>
                    <a:lnTo>
                      <a:pt x="5953" y="1956"/>
                    </a:lnTo>
                    <a:lnTo>
                      <a:pt x="5964" y="1914"/>
                    </a:lnTo>
                    <a:lnTo>
                      <a:pt x="5973" y="1872"/>
                    </a:lnTo>
                    <a:lnTo>
                      <a:pt x="5981" y="1828"/>
                    </a:lnTo>
                    <a:lnTo>
                      <a:pt x="5986" y="1786"/>
                    </a:lnTo>
                    <a:lnTo>
                      <a:pt x="5990" y="1742"/>
                    </a:lnTo>
                    <a:lnTo>
                      <a:pt x="5991" y="1699"/>
                    </a:lnTo>
                    <a:lnTo>
                      <a:pt x="5991" y="1699"/>
                    </a:lnTo>
                    <a:lnTo>
                      <a:pt x="5990" y="1654"/>
                    </a:lnTo>
                    <a:lnTo>
                      <a:pt x="5986" y="1610"/>
                    </a:lnTo>
                    <a:lnTo>
                      <a:pt x="5981" y="1568"/>
                    </a:lnTo>
                    <a:lnTo>
                      <a:pt x="5973" y="1524"/>
                    </a:lnTo>
                    <a:lnTo>
                      <a:pt x="5964" y="1482"/>
                    </a:lnTo>
                    <a:lnTo>
                      <a:pt x="5953" y="1440"/>
                    </a:lnTo>
                    <a:lnTo>
                      <a:pt x="5940" y="1397"/>
                    </a:lnTo>
                    <a:lnTo>
                      <a:pt x="5925" y="1356"/>
                    </a:lnTo>
                    <a:lnTo>
                      <a:pt x="5908" y="1315"/>
                    </a:lnTo>
                    <a:lnTo>
                      <a:pt x="5889" y="1274"/>
                    </a:lnTo>
                    <a:lnTo>
                      <a:pt x="5867" y="1233"/>
                    </a:lnTo>
                    <a:lnTo>
                      <a:pt x="5845" y="1193"/>
                    </a:lnTo>
                    <a:lnTo>
                      <a:pt x="5819" y="1154"/>
                    </a:lnTo>
                    <a:lnTo>
                      <a:pt x="5794" y="1114"/>
                    </a:lnTo>
                    <a:lnTo>
                      <a:pt x="5766" y="1076"/>
                    </a:lnTo>
                    <a:lnTo>
                      <a:pt x="5736" y="1037"/>
                    </a:lnTo>
                    <a:lnTo>
                      <a:pt x="5704" y="1000"/>
                    </a:lnTo>
                    <a:lnTo>
                      <a:pt x="5671" y="961"/>
                    </a:lnTo>
                    <a:lnTo>
                      <a:pt x="5636" y="926"/>
                    </a:lnTo>
                    <a:lnTo>
                      <a:pt x="5600" y="888"/>
                    </a:lnTo>
                    <a:lnTo>
                      <a:pt x="5563" y="852"/>
                    </a:lnTo>
                    <a:lnTo>
                      <a:pt x="5523" y="818"/>
                    </a:lnTo>
                    <a:lnTo>
                      <a:pt x="5482" y="783"/>
                    </a:lnTo>
                    <a:lnTo>
                      <a:pt x="5440" y="749"/>
                    </a:lnTo>
                    <a:lnTo>
                      <a:pt x="5396" y="715"/>
                    </a:lnTo>
                    <a:lnTo>
                      <a:pt x="5350" y="682"/>
                    </a:lnTo>
                    <a:lnTo>
                      <a:pt x="5304" y="650"/>
                    </a:lnTo>
                    <a:lnTo>
                      <a:pt x="5255" y="618"/>
                    </a:lnTo>
                    <a:lnTo>
                      <a:pt x="5207" y="587"/>
                    </a:lnTo>
                    <a:lnTo>
                      <a:pt x="5157" y="556"/>
                    </a:lnTo>
                    <a:lnTo>
                      <a:pt x="5104" y="527"/>
                    </a:lnTo>
                    <a:lnTo>
                      <a:pt x="5052" y="497"/>
                    </a:lnTo>
                    <a:lnTo>
                      <a:pt x="4996" y="469"/>
                    </a:lnTo>
                    <a:lnTo>
                      <a:pt x="4941" y="441"/>
                    </a:lnTo>
                    <a:lnTo>
                      <a:pt x="4885" y="414"/>
                    </a:lnTo>
                    <a:lnTo>
                      <a:pt x="4827" y="388"/>
                    </a:lnTo>
                    <a:lnTo>
                      <a:pt x="4768" y="363"/>
                    </a:lnTo>
                    <a:lnTo>
                      <a:pt x="4708" y="337"/>
                    </a:lnTo>
                    <a:lnTo>
                      <a:pt x="4647" y="314"/>
                    </a:lnTo>
                    <a:lnTo>
                      <a:pt x="4585" y="290"/>
                    </a:lnTo>
                    <a:lnTo>
                      <a:pt x="4522" y="268"/>
                    </a:lnTo>
                    <a:lnTo>
                      <a:pt x="4458" y="246"/>
                    </a:lnTo>
                    <a:lnTo>
                      <a:pt x="4393" y="226"/>
                    </a:lnTo>
                    <a:lnTo>
                      <a:pt x="4327" y="205"/>
                    </a:lnTo>
                    <a:lnTo>
                      <a:pt x="4261" y="186"/>
                    </a:lnTo>
                    <a:lnTo>
                      <a:pt x="4193" y="168"/>
                    </a:lnTo>
                    <a:lnTo>
                      <a:pt x="4125" y="150"/>
                    </a:lnTo>
                    <a:lnTo>
                      <a:pt x="4056" y="133"/>
                    </a:lnTo>
                    <a:lnTo>
                      <a:pt x="3986" y="118"/>
                    </a:lnTo>
                    <a:lnTo>
                      <a:pt x="3916" y="104"/>
                    </a:lnTo>
                    <a:lnTo>
                      <a:pt x="3844" y="90"/>
                    </a:lnTo>
                    <a:lnTo>
                      <a:pt x="3772" y="77"/>
                    </a:lnTo>
                    <a:lnTo>
                      <a:pt x="3700" y="65"/>
                    </a:lnTo>
                    <a:lnTo>
                      <a:pt x="3627" y="54"/>
                    </a:lnTo>
                    <a:lnTo>
                      <a:pt x="3553" y="44"/>
                    </a:lnTo>
                    <a:lnTo>
                      <a:pt x="3480" y="35"/>
                    </a:lnTo>
                    <a:lnTo>
                      <a:pt x="3404" y="27"/>
                    </a:lnTo>
                    <a:lnTo>
                      <a:pt x="3330" y="20"/>
                    </a:lnTo>
                    <a:lnTo>
                      <a:pt x="3254" y="14"/>
                    </a:lnTo>
                    <a:lnTo>
                      <a:pt x="3179" y="9"/>
                    </a:lnTo>
                    <a:lnTo>
                      <a:pt x="3102" y="5"/>
                    </a:lnTo>
                    <a:lnTo>
                      <a:pt x="3025" y="3"/>
                    </a:lnTo>
                    <a:lnTo>
                      <a:pt x="2948" y="1"/>
                    </a:lnTo>
                    <a:lnTo>
                      <a:pt x="2870" y="0"/>
                    </a:lnTo>
                    <a:lnTo>
                      <a:pt x="2870" y="0"/>
                    </a:lnTo>
                    <a:lnTo>
                      <a:pt x="2716" y="1"/>
                    </a:lnTo>
                    <a:lnTo>
                      <a:pt x="2566" y="5"/>
                    </a:lnTo>
                    <a:lnTo>
                      <a:pt x="2417" y="12"/>
                    </a:lnTo>
                    <a:lnTo>
                      <a:pt x="2272" y="20"/>
                    </a:lnTo>
                    <a:lnTo>
                      <a:pt x="2130" y="32"/>
                    </a:lnTo>
                    <a:lnTo>
                      <a:pt x="1990" y="45"/>
                    </a:lnTo>
                    <a:lnTo>
                      <a:pt x="1856" y="62"/>
                    </a:lnTo>
                    <a:lnTo>
                      <a:pt x="1724" y="79"/>
                    </a:lnTo>
                    <a:lnTo>
                      <a:pt x="1596" y="99"/>
                    </a:lnTo>
                    <a:lnTo>
                      <a:pt x="1471" y="120"/>
                    </a:lnTo>
                    <a:lnTo>
                      <a:pt x="1351" y="145"/>
                    </a:lnTo>
                    <a:lnTo>
                      <a:pt x="1235" y="170"/>
                    </a:lnTo>
                    <a:lnTo>
                      <a:pt x="1123" y="199"/>
                    </a:lnTo>
                    <a:lnTo>
                      <a:pt x="1015" y="228"/>
                    </a:lnTo>
                    <a:lnTo>
                      <a:pt x="912" y="260"/>
                    </a:lnTo>
                    <a:lnTo>
                      <a:pt x="862" y="276"/>
                    </a:lnTo>
                    <a:lnTo>
                      <a:pt x="815" y="292"/>
                    </a:lnTo>
                    <a:lnTo>
                      <a:pt x="768" y="310"/>
                    </a:lnTo>
                    <a:lnTo>
                      <a:pt x="721" y="328"/>
                    </a:lnTo>
                    <a:lnTo>
                      <a:pt x="677" y="345"/>
                    </a:lnTo>
                    <a:lnTo>
                      <a:pt x="633" y="364"/>
                    </a:lnTo>
                    <a:lnTo>
                      <a:pt x="591" y="382"/>
                    </a:lnTo>
                    <a:lnTo>
                      <a:pt x="550" y="401"/>
                    </a:lnTo>
                    <a:lnTo>
                      <a:pt x="510" y="420"/>
                    </a:lnTo>
                    <a:lnTo>
                      <a:pt x="471" y="441"/>
                    </a:lnTo>
                    <a:lnTo>
                      <a:pt x="434" y="460"/>
                    </a:lnTo>
                    <a:lnTo>
                      <a:pt x="398" y="481"/>
                    </a:lnTo>
                    <a:lnTo>
                      <a:pt x="365" y="502"/>
                    </a:lnTo>
                    <a:lnTo>
                      <a:pt x="332" y="523"/>
                    </a:lnTo>
                    <a:lnTo>
                      <a:pt x="301" y="545"/>
                    </a:lnTo>
                    <a:lnTo>
                      <a:pt x="270" y="567"/>
                    </a:lnTo>
                    <a:lnTo>
                      <a:pt x="242" y="588"/>
                    </a:lnTo>
                    <a:lnTo>
                      <a:pt x="215" y="610"/>
                    </a:lnTo>
                    <a:lnTo>
                      <a:pt x="189" y="633"/>
                    </a:lnTo>
                    <a:lnTo>
                      <a:pt x="166" y="655"/>
                    </a:lnTo>
                    <a:lnTo>
                      <a:pt x="143" y="678"/>
                    </a:lnTo>
                    <a:lnTo>
                      <a:pt x="123" y="702"/>
                    </a:lnTo>
                    <a:lnTo>
                      <a:pt x="104" y="726"/>
                    </a:lnTo>
                    <a:lnTo>
                      <a:pt x="86" y="750"/>
                    </a:lnTo>
                    <a:lnTo>
                      <a:pt x="69" y="773"/>
                    </a:lnTo>
                    <a:lnTo>
                      <a:pt x="55" y="797"/>
                    </a:lnTo>
                    <a:lnTo>
                      <a:pt x="42" y="822"/>
                    </a:lnTo>
                    <a:lnTo>
                      <a:pt x="30" y="847"/>
                    </a:lnTo>
                    <a:lnTo>
                      <a:pt x="21" y="872"/>
                    </a:lnTo>
                    <a:lnTo>
                      <a:pt x="14" y="897"/>
                    </a:lnTo>
                    <a:lnTo>
                      <a:pt x="7" y="922"/>
                    </a:lnTo>
                    <a:lnTo>
                      <a:pt x="2" y="947"/>
                    </a:lnTo>
                    <a:lnTo>
                      <a:pt x="0" y="973"/>
                    </a:lnTo>
                    <a:lnTo>
                      <a:pt x="0" y="999"/>
                    </a:lnTo>
                    <a:lnTo>
                      <a:pt x="0" y="999"/>
                    </a:lnTo>
                    <a:lnTo>
                      <a:pt x="0" y="1024"/>
                    </a:lnTo>
                    <a:lnTo>
                      <a:pt x="2" y="1050"/>
                    </a:lnTo>
                    <a:lnTo>
                      <a:pt x="7" y="1076"/>
                    </a:lnTo>
                    <a:lnTo>
                      <a:pt x="14" y="1101"/>
                    </a:lnTo>
                    <a:lnTo>
                      <a:pt x="21" y="1127"/>
                    </a:lnTo>
                    <a:lnTo>
                      <a:pt x="30" y="1151"/>
                    </a:lnTo>
                    <a:lnTo>
                      <a:pt x="42" y="1176"/>
                    </a:lnTo>
                    <a:lnTo>
                      <a:pt x="55" y="1200"/>
                    </a:lnTo>
                    <a:lnTo>
                      <a:pt x="69" y="1224"/>
                    </a:lnTo>
                    <a:lnTo>
                      <a:pt x="86" y="1249"/>
                    </a:lnTo>
                    <a:lnTo>
                      <a:pt x="104" y="1273"/>
                    </a:lnTo>
                    <a:lnTo>
                      <a:pt x="123" y="1296"/>
                    </a:lnTo>
                    <a:lnTo>
                      <a:pt x="143" y="1319"/>
                    </a:lnTo>
                    <a:lnTo>
                      <a:pt x="166" y="1342"/>
                    </a:lnTo>
                    <a:lnTo>
                      <a:pt x="189" y="1365"/>
                    </a:lnTo>
                    <a:lnTo>
                      <a:pt x="215" y="1388"/>
                    </a:lnTo>
                    <a:lnTo>
                      <a:pt x="242" y="1410"/>
                    </a:lnTo>
                    <a:lnTo>
                      <a:pt x="270" y="1432"/>
                    </a:lnTo>
                    <a:lnTo>
                      <a:pt x="301" y="1454"/>
                    </a:lnTo>
                    <a:lnTo>
                      <a:pt x="332" y="1475"/>
                    </a:lnTo>
                    <a:lnTo>
                      <a:pt x="365" y="1496"/>
                    </a:lnTo>
                    <a:lnTo>
                      <a:pt x="398" y="1517"/>
                    </a:lnTo>
                    <a:lnTo>
                      <a:pt x="434" y="1537"/>
                    </a:lnTo>
                    <a:lnTo>
                      <a:pt x="471" y="1558"/>
                    </a:lnTo>
                    <a:lnTo>
                      <a:pt x="510" y="1577"/>
                    </a:lnTo>
                    <a:lnTo>
                      <a:pt x="550" y="1596"/>
                    </a:lnTo>
                    <a:lnTo>
                      <a:pt x="591" y="1615"/>
                    </a:lnTo>
                    <a:lnTo>
                      <a:pt x="633" y="1634"/>
                    </a:lnTo>
                    <a:lnTo>
                      <a:pt x="677" y="1652"/>
                    </a:lnTo>
                    <a:lnTo>
                      <a:pt x="721" y="1670"/>
                    </a:lnTo>
                    <a:lnTo>
                      <a:pt x="768" y="1688"/>
                    </a:lnTo>
                    <a:lnTo>
                      <a:pt x="815" y="1705"/>
                    </a:lnTo>
                    <a:lnTo>
                      <a:pt x="862" y="1722"/>
                    </a:lnTo>
                    <a:lnTo>
                      <a:pt x="912" y="1738"/>
                    </a:lnTo>
                    <a:lnTo>
                      <a:pt x="1015" y="1769"/>
                    </a:lnTo>
                    <a:lnTo>
                      <a:pt x="1123" y="1800"/>
                    </a:lnTo>
                    <a:lnTo>
                      <a:pt x="1235" y="1827"/>
                    </a:lnTo>
                    <a:lnTo>
                      <a:pt x="1351" y="1854"/>
                    </a:lnTo>
                    <a:lnTo>
                      <a:pt x="1471" y="1877"/>
                    </a:lnTo>
                    <a:lnTo>
                      <a:pt x="1596" y="1899"/>
                    </a:lnTo>
                    <a:lnTo>
                      <a:pt x="1724" y="1919"/>
                    </a:lnTo>
                    <a:lnTo>
                      <a:pt x="1856" y="1937"/>
                    </a:lnTo>
                    <a:lnTo>
                      <a:pt x="1990" y="1952"/>
                    </a:lnTo>
                    <a:lnTo>
                      <a:pt x="2130" y="1966"/>
                    </a:lnTo>
                    <a:lnTo>
                      <a:pt x="2272" y="1977"/>
                    </a:lnTo>
                    <a:lnTo>
                      <a:pt x="2417" y="1986"/>
                    </a:lnTo>
                    <a:lnTo>
                      <a:pt x="2566" y="1992"/>
                    </a:lnTo>
                    <a:lnTo>
                      <a:pt x="2716" y="1996"/>
                    </a:lnTo>
                    <a:lnTo>
                      <a:pt x="2870" y="1997"/>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478093" rtl="0" eaLnBrk="1" latinLnBrk="0" hangingPunct="1">
                  <a:defRPr sz="1883" kern="1200">
                    <a:solidFill>
                      <a:schemeClr val="tx1"/>
                    </a:solidFill>
                    <a:latin typeface="+mn-lt"/>
                    <a:ea typeface="+mn-ea"/>
                    <a:cs typeface="+mn-cs"/>
                  </a:defRPr>
                </a:lvl1pPr>
                <a:lvl2pPr marL="478093" algn="l" defTabSz="478093" rtl="0" eaLnBrk="1" latinLnBrk="0" hangingPunct="1">
                  <a:defRPr sz="1883" kern="1200">
                    <a:solidFill>
                      <a:schemeClr val="tx1"/>
                    </a:solidFill>
                    <a:latin typeface="+mn-lt"/>
                    <a:ea typeface="+mn-ea"/>
                    <a:cs typeface="+mn-cs"/>
                  </a:defRPr>
                </a:lvl2pPr>
                <a:lvl3pPr marL="956184" algn="l" defTabSz="478093" rtl="0" eaLnBrk="1" latinLnBrk="0" hangingPunct="1">
                  <a:defRPr sz="1883" kern="1200">
                    <a:solidFill>
                      <a:schemeClr val="tx1"/>
                    </a:solidFill>
                    <a:latin typeface="+mn-lt"/>
                    <a:ea typeface="+mn-ea"/>
                    <a:cs typeface="+mn-cs"/>
                  </a:defRPr>
                </a:lvl3pPr>
                <a:lvl4pPr marL="1434277" algn="l" defTabSz="478093" rtl="0" eaLnBrk="1" latinLnBrk="0" hangingPunct="1">
                  <a:defRPr sz="1883" kern="1200">
                    <a:solidFill>
                      <a:schemeClr val="tx1"/>
                    </a:solidFill>
                    <a:latin typeface="+mn-lt"/>
                    <a:ea typeface="+mn-ea"/>
                    <a:cs typeface="+mn-cs"/>
                  </a:defRPr>
                </a:lvl4pPr>
                <a:lvl5pPr marL="1912370" algn="l" defTabSz="478093" rtl="0" eaLnBrk="1" latinLnBrk="0" hangingPunct="1">
                  <a:defRPr sz="1883" kern="1200">
                    <a:solidFill>
                      <a:schemeClr val="tx1"/>
                    </a:solidFill>
                    <a:latin typeface="+mn-lt"/>
                    <a:ea typeface="+mn-ea"/>
                    <a:cs typeface="+mn-cs"/>
                  </a:defRPr>
                </a:lvl5pPr>
                <a:lvl6pPr marL="2390462" algn="l" defTabSz="478093" rtl="0" eaLnBrk="1" latinLnBrk="0" hangingPunct="1">
                  <a:defRPr sz="1883" kern="1200">
                    <a:solidFill>
                      <a:schemeClr val="tx1"/>
                    </a:solidFill>
                    <a:latin typeface="+mn-lt"/>
                    <a:ea typeface="+mn-ea"/>
                    <a:cs typeface="+mn-cs"/>
                  </a:defRPr>
                </a:lvl6pPr>
                <a:lvl7pPr marL="2868554" algn="l" defTabSz="478093" rtl="0" eaLnBrk="1" latinLnBrk="0" hangingPunct="1">
                  <a:defRPr sz="1883" kern="1200">
                    <a:solidFill>
                      <a:schemeClr val="tx1"/>
                    </a:solidFill>
                    <a:latin typeface="+mn-lt"/>
                    <a:ea typeface="+mn-ea"/>
                    <a:cs typeface="+mn-cs"/>
                  </a:defRPr>
                </a:lvl7pPr>
                <a:lvl8pPr marL="3346646" algn="l" defTabSz="478093" rtl="0" eaLnBrk="1" latinLnBrk="0" hangingPunct="1">
                  <a:defRPr sz="1883" kern="1200">
                    <a:solidFill>
                      <a:schemeClr val="tx1"/>
                    </a:solidFill>
                    <a:latin typeface="+mn-lt"/>
                    <a:ea typeface="+mn-ea"/>
                    <a:cs typeface="+mn-cs"/>
                  </a:defRPr>
                </a:lvl8pPr>
                <a:lvl9pPr marL="3824739" algn="l" defTabSz="478093" rtl="0" eaLnBrk="1" latinLnBrk="0" hangingPunct="1">
                  <a:defRPr sz="1883" kern="1200">
                    <a:solidFill>
                      <a:schemeClr val="tx1"/>
                    </a:solidFill>
                    <a:latin typeface="+mn-lt"/>
                    <a:ea typeface="+mn-ea"/>
                    <a:cs typeface="+mn-cs"/>
                  </a:defRPr>
                </a:lvl9pPr>
              </a:lstStyle>
              <a:p>
                <a:endParaRPr lang="ja-JP" altLang="en-US"/>
              </a:p>
            </p:txBody>
          </p:sp>
        </p:grpSp>
        <p:cxnSp>
          <p:nvCxnSpPr>
            <p:cNvPr id="42" name="直線コネクタ 41">
              <a:extLst>
                <a:ext uri="{FF2B5EF4-FFF2-40B4-BE49-F238E27FC236}">
                  <a16:creationId xmlns:a16="http://schemas.microsoft.com/office/drawing/2014/main" id="{FD7EBF8B-5EF3-F172-D179-27E6355509AD}"/>
                </a:ext>
              </a:extLst>
            </p:cNvPr>
            <p:cNvCxnSpPr>
              <a:cxnSpLocks/>
            </p:cNvCxnSpPr>
            <p:nvPr/>
          </p:nvCxnSpPr>
          <p:spPr>
            <a:xfrm>
              <a:off x="3221985" y="5049018"/>
              <a:ext cx="0" cy="90001"/>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43" name="直線コネクタ 42">
              <a:extLst>
                <a:ext uri="{FF2B5EF4-FFF2-40B4-BE49-F238E27FC236}">
                  <a16:creationId xmlns:a16="http://schemas.microsoft.com/office/drawing/2014/main" id="{9F6024F1-4D05-1891-FC8A-B7EA3FFB9269}"/>
                </a:ext>
              </a:extLst>
            </p:cNvPr>
            <p:cNvCxnSpPr>
              <a:cxnSpLocks/>
            </p:cNvCxnSpPr>
            <p:nvPr/>
          </p:nvCxnSpPr>
          <p:spPr>
            <a:xfrm>
              <a:off x="3221985" y="5392898"/>
              <a:ext cx="0" cy="93176"/>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grpSp>
      <p:sp>
        <p:nvSpPr>
          <p:cNvPr id="49" name="正方形/長方形 48">
            <a:extLst>
              <a:ext uri="{FF2B5EF4-FFF2-40B4-BE49-F238E27FC236}">
                <a16:creationId xmlns:a16="http://schemas.microsoft.com/office/drawing/2014/main" id="{89C9F02A-C8EF-A1A2-C04C-913028BD21F7}"/>
              </a:ext>
            </a:extLst>
          </p:cNvPr>
          <p:cNvSpPr/>
          <p:nvPr/>
        </p:nvSpPr>
        <p:spPr bwMode="auto">
          <a:xfrm rot="5400000" flipH="1">
            <a:off x="5330989" y="2663990"/>
            <a:ext cx="90001" cy="180001"/>
          </a:xfrm>
          <a:prstGeom prst="rect">
            <a:avLst/>
          </a:prstGeom>
          <a:solidFill>
            <a:schemeClr val="accent6"/>
          </a:solidFill>
          <a:ln>
            <a:solidFill>
              <a:schemeClr val="accent6"/>
            </a:solidFill>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cxnSp>
        <p:nvCxnSpPr>
          <p:cNvPr id="50" name="直線コネクタ 49">
            <a:extLst>
              <a:ext uri="{FF2B5EF4-FFF2-40B4-BE49-F238E27FC236}">
                <a16:creationId xmlns:a16="http://schemas.microsoft.com/office/drawing/2014/main" id="{6FBD7FF1-D8BA-F6EB-C6B9-B1BD608D4793}"/>
              </a:ext>
            </a:extLst>
          </p:cNvPr>
          <p:cNvCxnSpPr>
            <a:cxnSpLocks/>
          </p:cNvCxnSpPr>
          <p:nvPr/>
        </p:nvCxnSpPr>
        <p:spPr bwMode="auto">
          <a:xfrm flipH="1">
            <a:off x="5465993" y="2528989"/>
            <a:ext cx="3" cy="180000"/>
          </a:xfrm>
          <a:prstGeom prst="line">
            <a:avLst/>
          </a:prstGeom>
          <a:noFill/>
          <a:ln w="19050" cap="rnd" cmpd="sng" algn="ctr">
            <a:solidFill>
              <a:schemeClr val="accent6"/>
            </a:solidFill>
            <a:prstDash val="sysDot"/>
            <a:round/>
            <a:headEnd type="none" w="med" len="med"/>
            <a:tailEnd type="none" w="med" len="med"/>
          </a:ln>
          <a:effectLst/>
        </p:spPr>
      </p:cxnSp>
      <p:cxnSp>
        <p:nvCxnSpPr>
          <p:cNvPr id="51" name="直線コネクタ 50">
            <a:extLst>
              <a:ext uri="{FF2B5EF4-FFF2-40B4-BE49-F238E27FC236}">
                <a16:creationId xmlns:a16="http://schemas.microsoft.com/office/drawing/2014/main" id="{A6CD5A5A-F97F-6352-0D29-7D71D2D4BBA4}"/>
              </a:ext>
            </a:extLst>
          </p:cNvPr>
          <p:cNvCxnSpPr>
            <a:cxnSpLocks/>
          </p:cNvCxnSpPr>
          <p:nvPr/>
        </p:nvCxnSpPr>
        <p:spPr bwMode="auto">
          <a:xfrm flipH="1">
            <a:off x="5285992" y="2528989"/>
            <a:ext cx="5" cy="180000"/>
          </a:xfrm>
          <a:prstGeom prst="line">
            <a:avLst/>
          </a:prstGeom>
          <a:noFill/>
          <a:ln w="19050" cap="rnd" cmpd="sng" algn="ctr">
            <a:solidFill>
              <a:schemeClr val="accent6"/>
            </a:solidFill>
            <a:prstDash val="sysDot"/>
            <a:round/>
            <a:headEnd type="none" w="med" len="med"/>
            <a:tailEnd type="none" w="med" len="med"/>
          </a:ln>
          <a:effectLst/>
        </p:spPr>
      </p:cxnSp>
      <p:sp>
        <p:nvSpPr>
          <p:cNvPr id="53" name="Rectangle 93">
            <a:extLst>
              <a:ext uri="{FF2B5EF4-FFF2-40B4-BE49-F238E27FC236}">
                <a16:creationId xmlns:a16="http://schemas.microsoft.com/office/drawing/2014/main" id="{A1D33B49-0E0A-5405-D883-E378553FCF9A}"/>
              </a:ext>
            </a:extLst>
          </p:cNvPr>
          <p:cNvSpPr>
            <a:spLocks noChangeArrowheads="1"/>
          </p:cNvSpPr>
          <p:nvPr/>
        </p:nvSpPr>
        <p:spPr bwMode="auto">
          <a:xfrm>
            <a:off x="5195989" y="998973"/>
            <a:ext cx="361079" cy="360004"/>
          </a:xfrm>
          <a:prstGeom prst="rect">
            <a:avLst/>
          </a:prstGeom>
          <a:noFill/>
          <a:ln w="12700" algn="ctr">
            <a:noFill/>
            <a:miter lim="800000"/>
            <a:headEnd/>
            <a:tailEnd/>
          </a:ln>
          <a:effectLst/>
        </p:spPr>
        <p:txBody>
          <a:bodyPr wrap="none" lIns="90000" tIns="46800" rIns="90000" bIns="46800" anchor="ctr"/>
          <a:lstStyle/>
          <a:p>
            <a:r>
              <a:rPr lang="en-US" altLang="ja-JP" dirty="0"/>
              <a:t>G</a:t>
            </a:r>
          </a:p>
        </p:txBody>
      </p:sp>
      <p:sp>
        <p:nvSpPr>
          <p:cNvPr id="54" name="Rectangle 93">
            <a:extLst>
              <a:ext uri="{FF2B5EF4-FFF2-40B4-BE49-F238E27FC236}">
                <a16:creationId xmlns:a16="http://schemas.microsoft.com/office/drawing/2014/main" id="{0C82557C-7F05-18D3-6483-D6947F3A2B23}"/>
              </a:ext>
            </a:extLst>
          </p:cNvPr>
          <p:cNvSpPr>
            <a:spLocks noChangeArrowheads="1"/>
          </p:cNvSpPr>
          <p:nvPr/>
        </p:nvSpPr>
        <p:spPr bwMode="auto">
          <a:xfrm>
            <a:off x="4835986" y="1808982"/>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S</a:t>
            </a:r>
          </a:p>
        </p:txBody>
      </p:sp>
      <p:sp>
        <p:nvSpPr>
          <p:cNvPr id="55" name="Rectangle 93">
            <a:extLst>
              <a:ext uri="{FF2B5EF4-FFF2-40B4-BE49-F238E27FC236}">
                <a16:creationId xmlns:a16="http://schemas.microsoft.com/office/drawing/2014/main" id="{97A6E237-906F-47C5-EEB7-3E7E0782AE01}"/>
              </a:ext>
            </a:extLst>
          </p:cNvPr>
          <p:cNvSpPr>
            <a:spLocks noChangeArrowheads="1"/>
          </p:cNvSpPr>
          <p:nvPr/>
        </p:nvSpPr>
        <p:spPr bwMode="auto">
          <a:xfrm>
            <a:off x="5555994" y="1808982"/>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D</a:t>
            </a:r>
          </a:p>
        </p:txBody>
      </p:sp>
      <p:cxnSp>
        <p:nvCxnSpPr>
          <p:cNvPr id="56" name="直線コネクタ 55">
            <a:extLst>
              <a:ext uri="{FF2B5EF4-FFF2-40B4-BE49-F238E27FC236}">
                <a16:creationId xmlns:a16="http://schemas.microsoft.com/office/drawing/2014/main" id="{23E0CC98-122A-A055-3218-0415458954E0}"/>
              </a:ext>
            </a:extLst>
          </p:cNvPr>
          <p:cNvCxnSpPr>
            <a:cxnSpLocks/>
          </p:cNvCxnSpPr>
          <p:nvPr/>
        </p:nvCxnSpPr>
        <p:spPr bwMode="auto">
          <a:xfrm>
            <a:off x="3395970" y="1538979"/>
            <a:ext cx="1710019" cy="0"/>
          </a:xfrm>
          <a:prstGeom prst="line">
            <a:avLst/>
          </a:prstGeom>
          <a:noFill/>
          <a:ln w="19050" cap="flat" cmpd="sng" algn="ctr">
            <a:solidFill>
              <a:schemeClr val="tx1"/>
            </a:solidFill>
            <a:prstDash val="solid"/>
            <a:round/>
            <a:headEnd type="none" w="med" len="med"/>
            <a:tailEnd type="none" w="med" len="med"/>
          </a:ln>
          <a:effectLst/>
        </p:spPr>
      </p:cxnSp>
      <p:cxnSp>
        <p:nvCxnSpPr>
          <p:cNvPr id="57" name="直線コネクタ 56">
            <a:extLst>
              <a:ext uri="{FF2B5EF4-FFF2-40B4-BE49-F238E27FC236}">
                <a16:creationId xmlns:a16="http://schemas.microsoft.com/office/drawing/2014/main" id="{982814F1-9D3A-BAA5-7F3B-CD32D28714E6}"/>
              </a:ext>
            </a:extLst>
          </p:cNvPr>
          <p:cNvCxnSpPr>
            <a:cxnSpLocks/>
          </p:cNvCxnSpPr>
          <p:nvPr/>
        </p:nvCxnSpPr>
        <p:spPr bwMode="auto">
          <a:xfrm>
            <a:off x="3575972" y="1718981"/>
            <a:ext cx="1530017" cy="0"/>
          </a:xfrm>
          <a:prstGeom prst="line">
            <a:avLst/>
          </a:prstGeom>
          <a:noFill/>
          <a:ln w="19050" cap="flat" cmpd="sng" algn="ctr">
            <a:solidFill>
              <a:schemeClr val="tx1"/>
            </a:solidFill>
            <a:prstDash val="solid"/>
            <a:round/>
            <a:headEnd type="none" w="med" len="med"/>
            <a:tailEnd type="none" w="med" len="med"/>
          </a:ln>
          <a:effectLst/>
        </p:spPr>
      </p:cxnSp>
      <p:cxnSp>
        <p:nvCxnSpPr>
          <p:cNvPr id="59" name="直線コネクタ 58">
            <a:extLst>
              <a:ext uri="{FF2B5EF4-FFF2-40B4-BE49-F238E27FC236}">
                <a16:creationId xmlns:a16="http://schemas.microsoft.com/office/drawing/2014/main" id="{425431E0-1C84-EE3C-BE1B-06C01DB66602}"/>
              </a:ext>
            </a:extLst>
          </p:cNvPr>
          <p:cNvCxnSpPr>
            <a:cxnSpLocks/>
          </p:cNvCxnSpPr>
          <p:nvPr/>
        </p:nvCxnSpPr>
        <p:spPr bwMode="auto">
          <a:xfrm flipV="1">
            <a:off x="5105989" y="1718981"/>
            <a:ext cx="0" cy="90001"/>
          </a:xfrm>
          <a:prstGeom prst="line">
            <a:avLst/>
          </a:prstGeom>
          <a:noFill/>
          <a:ln w="19050" cap="rnd" cmpd="sng" algn="ctr">
            <a:solidFill>
              <a:schemeClr val="accent6"/>
            </a:solidFill>
            <a:prstDash val="solid"/>
            <a:round/>
            <a:headEnd type="none" w="med" len="med"/>
            <a:tailEnd type="none" w="med" len="med"/>
          </a:ln>
          <a:effectLst/>
        </p:spPr>
      </p:cxnSp>
      <p:cxnSp>
        <p:nvCxnSpPr>
          <p:cNvPr id="68" name="直線コネクタ 67">
            <a:extLst>
              <a:ext uri="{FF2B5EF4-FFF2-40B4-BE49-F238E27FC236}">
                <a16:creationId xmlns:a16="http://schemas.microsoft.com/office/drawing/2014/main" id="{A7D99AB1-3420-212E-A301-70EB9BBDA895}"/>
              </a:ext>
            </a:extLst>
          </p:cNvPr>
          <p:cNvCxnSpPr>
            <a:cxnSpLocks/>
          </p:cNvCxnSpPr>
          <p:nvPr/>
        </p:nvCxnSpPr>
        <p:spPr bwMode="auto">
          <a:xfrm>
            <a:off x="5105991" y="4689014"/>
            <a:ext cx="0" cy="90001"/>
          </a:xfrm>
          <a:prstGeom prst="line">
            <a:avLst/>
          </a:prstGeom>
          <a:noFill/>
          <a:ln w="19050" cap="rnd" cmpd="sng" algn="ctr">
            <a:solidFill>
              <a:schemeClr val="accent5"/>
            </a:solidFill>
            <a:prstDash val="solid"/>
            <a:round/>
            <a:headEnd type="none" w="med" len="med"/>
            <a:tailEnd type="none" w="med" len="med"/>
          </a:ln>
          <a:effectLst/>
        </p:spPr>
      </p:cxnSp>
      <p:sp>
        <p:nvSpPr>
          <p:cNvPr id="71" name="正方形/長方形 70">
            <a:extLst>
              <a:ext uri="{FF2B5EF4-FFF2-40B4-BE49-F238E27FC236}">
                <a16:creationId xmlns:a16="http://schemas.microsoft.com/office/drawing/2014/main" id="{204CC98B-1457-ED2D-74B1-E4FF5A8A7ED0}"/>
              </a:ext>
            </a:extLst>
          </p:cNvPr>
          <p:cNvSpPr/>
          <p:nvPr/>
        </p:nvSpPr>
        <p:spPr bwMode="auto">
          <a:xfrm>
            <a:off x="3575972" y="4509012"/>
            <a:ext cx="1530017" cy="180002"/>
          </a:xfrm>
          <a:prstGeom prst="rect">
            <a:avLst/>
          </a:prstGeom>
          <a:solidFill>
            <a:schemeClr val="accent5">
              <a:lumMod val="20000"/>
              <a:lumOff val="80000"/>
            </a:schemeClr>
          </a:solid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cxnSp>
        <p:nvCxnSpPr>
          <p:cNvPr id="72" name="直線コネクタ 71">
            <a:extLst>
              <a:ext uri="{FF2B5EF4-FFF2-40B4-BE49-F238E27FC236}">
                <a16:creationId xmlns:a16="http://schemas.microsoft.com/office/drawing/2014/main" id="{2E68B43D-79DB-CEE5-868A-F9BF7D942A69}"/>
              </a:ext>
            </a:extLst>
          </p:cNvPr>
          <p:cNvCxnSpPr>
            <a:cxnSpLocks/>
          </p:cNvCxnSpPr>
          <p:nvPr/>
        </p:nvCxnSpPr>
        <p:spPr bwMode="auto">
          <a:xfrm>
            <a:off x="3575972" y="4509012"/>
            <a:ext cx="1530017" cy="0"/>
          </a:xfrm>
          <a:prstGeom prst="line">
            <a:avLst/>
          </a:prstGeom>
          <a:noFill/>
          <a:ln w="19050" cap="flat" cmpd="sng" algn="ctr">
            <a:solidFill>
              <a:schemeClr val="tx1"/>
            </a:solidFill>
            <a:prstDash val="solid"/>
            <a:round/>
            <a:headEnd type="none" w="med" len="med"/>
            <a:tailEnd type="none" w="med" len="med"/>
          </a:ln>
          <a:effectLst/>
        </p:spPr>
      </p:cxnSp>
      <p:cxnSp>
        <p:nvCxnSpPr>
          <p:cNvPr id="73" name="直線コネクタ 72">
            <a:extLst>
              <a:ext uri="{FF2B5EF4-FFF2-40B4-BE49-F238E27FC236}">
                <a16:creationId xmlns:a16="http://schemas.microsoft.com/office/drawing/2014/main" id="{3D69834B-9540-EA02-A7C6-D9FB23052322}"/>
              </a:ext>
            </a:extLst>
          </p:cNvPr>
          <p:cNvCxnSpPr>
            <a:cxnSpLocks/>
          </p:cNvCxnSpPr>
          <p:nvPr/>
        </p:nvCxnSpPr>
        <p:spPr bwMode="auto">
          <a:xfrm>
            <a:off x="3395970" y="4689014"/>
            <a:ext cx="1710019" cy="0"/>
          </a:xfrm>
          <a:prstGeom prst="line">
            <a:avLst/>
          </a:prstGeom>
          <a:noFill/>
          <a:ln w="19050" cap="flat" cmpd="sng" algn="ctr">
            <a:solidFill>
              <a:schemeClr val="tx1"/>
            </a:solidFill>
            <a:prstDash val="solid"/>
            <a:round/>
            <a:headEnd type="none" w="med" len="med"/>
            <a:tailEnd type="none" w="med" len="med"/>
          </a:ln>
          <a:effectLst/>
        </p:spPr>
      </p:cxnSp>
      <p:cxnSp>
        <p:nvCxnSpPr>
          <p:cNvPr id="75" name="直線コネクタ 74">
            <a:extLst>
              <a:ext uri="{FF2B5EF4-FFF2-40B4-BE49-F238E27FC236}">
                <a16:creationId xmlns:a16="http://schemas.microsoft.com/office/drawing/2014/main" id="{E680117D-D4BB-51E2-3844-3CCEFAD160B8}"/>
              </a:ext>
            </a:extLst>
          </p:cNvPr>
          <p:cNvCxnSpPr>
            <a:cxnSpLocks/>
          </p:cNvCxnSpPr>
          <p:nvPr/>
        </p:nvCxnSpPr>
        <p:spPr bwMode="auto">
          <a:xfrm>
            <a:off x="9246035" y="3519001"/>
            <a:ext cx="1530017" cy="0"/>
          </a:xfrm>
          <a:prstGeom prst="line">
            <a:avLst/>
          </a:prstGeom>
          <a:noFill/>
          <a:ln w="19050" cap="flat" cmpd="sng" algn="ctr">
            <a:solidFill>
              <a:schemeClr val="tx1"/>
            </a:solidFill>
            <a:prstDash val="solid"/>
            <a:round/>
            <a:headEnd type="none" w="med" len="med"/>
            <a:tailEnd type="none" w="med" len="med"/>
          </a:ln>
          <a:effectLst/>
        </p:spPr>
      </p:cxnSp>
      <p:cxnSp>
        <p:nvCxnSpPr>
          <p:cNvPr id="76" name="直線コネクタ 75">
            <a:extLst>
              <a:ext uri="{FF2B5EF4-FFF2-40B4-BE49-F238E27FC236}">
                <a16:creationId xmlns:a16="http://schemas.microsoft.com/office/drawing/2014/main" id="{AC0C644D-75DB-9E92-EF30-641AADFFD27B}"/>
              </a:ext>
            </a:extLst>
          </p:cNvPr>
          <p:cNvCxnSpPr>
            <a:cxnSpLocks/>
          </p:cNvCxnSpPr>
          <p:nvPr/>
        </p:nvCxnSpPr>
        <p:spPr bwMode="auto">
          <a:xfrm>
            <a:off x="9246035" y="3699003"/>
            <a:ext cx="1530017" cy="0"/>
          </a:xfrm>
          <a:prstGeom prst="line">
            <a:avLst/>
          </a:prstGeom>
          <a:noFill/>
          <a:ln w="19050" cap="flat" cmpd="sng" algn="ctr">
            <a:solidFill>
              <a:schemeClr val="tx1"/>
            </a:solidFill>
            <a:prstDash val="solid"/>
            <a:round/>
            <a:headEnd type="none" w="med" len="med"/>
            <a:tailEnd type="none" w="med" len="med"/>
          </a:ln>
          <a:effectLst/>
        </p:spPr>
      </p:cxnSp>
      <p:cxnSp>
        <p:nvCxnSpPr>
          <p:cNvPr id="78" name="直線コネクタ 77">
            <a:extLst>
              <a:ext uri="{FF2B5EF4-FFF2-40B4-BE49-F238E27FC236}">
                <a16:creationId xmlns:a16="http://schemas.microsoft.com/office/drawing/2014/main" id="{1101B623-6579-0836-B0B1-4AD579CDD22A}"/>
              </a:ext>
            </a:extLst>
          </p:cNvPr>
          <p:cNvCxnSpPr>
            <a:cxnSpLocks/>
          </p:cNvCxnSpPr>
          <p:nvPr/>
        </p:nvCxnSpPr>
        <p:spPr bwMode="auto">
          <a:xfrm>
            <a:off x="9066033" y="2348988"/>
            <a:ext cx="0" cy="1170013"/>
          </a:xfrm>
          <a:prstGeom prst="line">
            <a:avLst/>
          </a:prstGeom>
          <a:noFill/>
          <a:ln w="19050" cap="flat" cmpd="sng" algn="ctr">
            <a:solidFill>
              <a:schemeClr val="tx1"/>
            </a:solidFill>
            <a:prstDash val="solid"/>
            <a:round/>
            <a:headEnd type="none" w="med" len="med"/>
            <a:tailEnd type="none" w="med" len="med"/>
          </a:ln>
          <a:effectLst/>
        </p:spPr>
      </p:cxnSp>
      <p:cxnSp>
        <p:nvCxnSpPr>
          <p:cNvPr id="81" name="直線コネクタ 80">
            <a:extLst>
              <a:ext uri="{FF2B5EF4-FFF2-40B4-BE49-F238E27FC236}">
                <a16:creationId xmlns:a16="http://schemas.microsoft.com/office/drawing/2014/main" id="{26210A10-53C7-DB4C-689D-6137EE5510D5}"/>
              </a:ext>
            </a:extLst>
          </p:cNvPr>
          <p:cNvCxnSpPr>
            <a:cxnSpLocks/>
          </p:cNvCxnSpPr>
          <p:nvPr/>
        </p:nvCxnSpPr>
        <p:spPr bwMode="auto">
          <a:xfrm>
            <a:off x="9246572" y="3699003"/>
            <a:ext cx="0" cy="1620376"/>
          </a:xfrm>
          <a:prstGeom prst="line">
            <a:avLst/>
          </a:prstGeom>
          <a:noFill/>
          <a:ln w="19050" cap="flat" cmpd="sng" algn="ctr">
            <a:solidFill>
              <a:schemeClr val="tx1"/>
            </a:solidFill>
            <a:prstDash val="solid"/>
            <a:round/>
            <a:headEnd type="none" w="med" len="med"/>
            <a:tailEnd type="none" w="med" len="med"/>
          </a:ln>
          <a:effectLst/>
        </p:spPr>
      </p:cxnSp>
      <p:cxnSp>
        <p:nvCxnSpPr>
          <p:cNvPr id="83" name="直線コネクタ 82">
            <a:extLst>
              <a:ext uri="{FF2B5EF4-FFF2-40B4-BE49-F238E27FC236}">
                <a16:creationId xmlns:a16="http://schemas.microsoft.com/office/drawing/2014/main" id="{7C470485-C42B-82D1-1AA7-5940BF978DED}"/>
              </a:ext>
            </a:extLst>
          </p:cNvPr>
          <p:cNvCxnSpPr>
            <a:cxnSpLocks/>
          </p:cNvCxnSpPr>
          <p:nvPr/>
        </p:nvCxnSpPr>
        <p:spPr bwMode="auto">
          <a:xfrm>
            <a:off x="3575972" y="1718981"/>
            <a:ext cx="537" cy="2790389"/>
          </a:xfrm>
          <a:prstGeom prst="line">
            <a:avLst/>
          </a:prstGeom>
          <a:noFill/>
          <a:ln w="19050" cap="flat" cmpd="sng" algn="ctr">
            <a:solidFill>
              <a:schemeClr val="tx1"/>
            </a:solidFill>
            <a:prstDash val="solid"/>
            <a:round/>
            <a:headEnd type="none" w="med" len="med"/>
            <a:tailEnd type="none" w="med" len="med"/>
          </a:ln>
          <a:effectLst/>
        </p:spPr>
      </p:cxnSp>
      <p:cxnSp>
        <p:nvCxnSpPr>
          <p:cNvPr id="84" name="直線コネクタ 83">
            <a:extLst>
              <a:ext uri="{FF2B5EF4-FFF2-40B4-BE49-F238E27FC236}">
                <a16:creationId xmlns:a16="http://schemas.microsoft.com/office/drawing/2014/main" id="{CED6976B-13B1-066E-DF3A-20029DA5BA13}"/>
              </a:ext>
            </a:extLst>
          </p:cNvPr>
          <p:cNvCxnSpPr>
            <a:cxnSpLocks/>
          </p:cNvCxnSpPr>
          <p:nvPr/>
        </p:nvCxnSpPr>
        <p:spPr bwMode="auto">
          <a:xfrm>
            <a:off x="3395970" y="1538979"/>
            <a:ext cx="0" cy="1620018"/>
          </a:xfrm>
          <a:prstGeom prst="line">
            <a:avLst/>
          </a:prstGeom>
          <a:noFill/>
          <a:ln w="19050" cap="flat" cmpd="sng" algn="ctr">
            <a:solidFill>
              <a:schemeClr val="tx1"/>
            </a:solidFill>
            <a:prstDash val="solid"/>
            <a:round/>
            <a:headEnd type="none" w="med" len="med"/>
            <a:tailEnd type="none" w="med" len="med"/>
          </a:ln>
          <a:effectLst/>
        </p:spPr>
      </p:cxnSp>
      <p:cxnSp>
        <p:nvCxnSpPr>
          <p:cNvPr id="89" name="直線コネクタ 88">
            <a:extLst>
              <a:ext uri="{FF2B5EF4-FFF2-40B4-BE49-F238E27FC236}">
                <a16:creationId xmlns:a16="http://schemas.microsoft.com/office/drawing/2014/main" id="{2DD57243-B35A-393A-64A4-63154A115AED}"/>
              </a:ext>
            </a:extLst>
          </p:cNvPr>
          <p:cNvCxnSpPr>
            <a:cxnSpLocks/>
          </p:cNvCxnSpPr>
          <p:nvPr/>
        </p:nvCxnSpPr>
        <p:spPr bwMode="auto">
          <a:xfrm>
            <a:off x="3395970" y="3338999"/>
            <a:ext cx="0" cy="1350015"/>
          </a:xfrm>
          <a:prstGeom prst="line">
            <a:avLst/>
          </a:prstGeom>
          <a:noFill/>
          <a:ln w="19050" cap="flat" cmpd="sng" algn="ctr">
            <a:solidFill>
              <a:schemeClr val="tx1"/>
            </a:solidFill>
            <a:prstDash val="solid"/>
            <a:round/>
            <a:headEnd type="none" w="med" len="med"/>
            <a:tailEnd type="none" w="med" len="med"/>
          </a:ln>
          <a:effectLst/>
        </p:spPr>
      </p:cxnSp>
      <p:sp>
        <p:nvSpPr>
          <p:cNvPr id="94" name="正方形/長方形 93">
            <a:extLst>
              <a:ext uri="{FF2B5EF4-FFF2-40B4-BE49-F238E27FC236}">
                <a16:creationId xmlns:a16="http://schemas.microsoft.com/office/drawing/2014/main" id="{7DF2351E-1754-2E16-0918-D906EE7FA2EA}"/>
              </a:ext>
            </a:extLst>
          </p:cNvPr>
          <p:cNvSpPr/>
          <p:nvPr/>
        </p:nvSpPr>
        <p:spPr bwMode="auto">
          <a:xfrm>
            <a:off x="1865953" y="3158997"/>
            <a:ext cx="1530017" cy="180002"/>
          </a:xfrm>
          <a:prstGeom prst="rect">
            <a:avLst/>
          </a:prstGeom>
          <a:solidFill>
            <a:schemeClr val="accent5">
              <a:lumMod val="20000"/>
              <a:lumOff val="80000"/>
            </a:schemeClr>
          </a:solid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cxnSp>
        <p:nvCxnSpPr>
          <p:cNvPr id="95" name="直線コネクタ 94">
            <a:extLst>
              <a:ext uri="{FF2B5EF4-FFF2-40B4-BE49-F238E27FC236}">
                <a16:creationId xmlns:a16="http://schemas.microsoft.com/office/drawing/2014/main" id="{7F8EC8BC-79F8-EA8A-3C14-0011C6427DC2}"/>
              </a:ext>
            </a:extLst>
          </p:cNvPr>
          <p:cNvCxnSpPr>
            <a:cxnSpLocks/>
          </p:cNvCxnSpPr>
          <p:nvPr/>
        </p:nvCxnSpPr>
        <p:spPr bwMode="auto">
          <a:xfrm>
            <a:off x="1865953" y="3158997"/>
            <a:ext cx="1530017" cy="0"/>
          </a:xfrm>
          <a:prstGeom prst="line">
            <a:avLst/>
          </a:prstGeom>
          <a:noFill/>
          <a:ln w="19050" cap="flat" cmpd="sng" algn="ctr">
            <a:solidFill>
              <a:schemeClr val="tx1"/>
            </a:solidFill>
            <a:prstDash val="solid"/>
            <a:round/>
            <a:headEnd type="none" w="med" len="med"/>
            <a:tailEnd type="none" w="med" len="med"/>
          </a:ln>
          <a:effectLst/>
        </p:spPr>
      </p:cxnSp>
      <p:cxnSp>
        <p:nvCxnSpPr>
          <p:cNvPr id="96" name="直線コネクタ 95">
            <a:extLst>
              <a:ext uri="{FF2B5EF4-FFF2-40B4-BE49-F238E27FC236}">
                <a16:creationId xmlns:a16="http://schemas.microsoft.com/office/drawing/2014/main" id="{95ECA90E-09F7-B274-1519-52292E9C54E9}"/>
              </a:ext>
            </a:extLst>
          </p:cNvPr>
          <p:cNvCxnSpPr>
            <a:cxnSpLocks/>
          </p:cNvCxnSpPr>
          <p:nvPr/>
        </p:nvCxnSpPr>
        <p:spPr bwMode="auto">
          <a:xfrm>
            <a:off x="1865953" y="3338999"/>
            <a:ext cx="1530017" cy="0"/>
          </a:xfrm>
          <a:prstGeom prst="line">
            <a:avLst/>
          </a:prstGeom>
          <a:noFill/>
          <a:ln w="19050" cap="flat" cmpd="sng" algn="ctr">
            <a:solidFill>
              <a:schemeClr val="tx1"/>
            </a:solidFill>
            <a:prstDash val="solid"/>
            <a:round/>
            <a:headEnd type="none" w="med" len="med"/>
            <a:tailEnd type="none" w="med" len="med"/>
          </a:ln>
          <a:effectLst/>
        </p:spPr>
      </p:cxnSp>
      <p:cxnSp>
        <p:nvCxnSpPr>
          <p:cNvPr id="105" name="直線コネクタ 104">
            <a:extLst>
              <a:ext uri="{FF2B5EF4-FFF2-40B4-BE49-F238E27FC236}">
                <a16:creationId xmlns:a16="http://schemas.microsoft.com/office/drawing/2014/main" id="{30A39633-03E6-5E7F-9007-43C46784B409}"/>
              </a:ext>
            </a:extLst>
          </p:cNvPr>
          <p:cNvCxnSpPr>
            <a:cxnSpLocks/>
          </p:cNvCxnSpPr>
          <p:nvPr/>
        </p:nvCxnSpPr>
        <p:spPr bwMode="auto">
          <a:xfrm>
            <a:off x="9246035" y="2168986"/>
            <a:ext cx="0" cy="1350015"/>
          </a:xfrm>
          <a:prstGeom prst="line">
            <a:avLst/>
          </a:prstGeom>
          <a:noFill/>
          <a:ln w="19050" cap="flat" cmpd="sng" algn="ctr">
            <a:solidFill>
              <a:schemeClr val="tx1"/>
            </a:solidFill>
            <a:prstDash val="solid"/>
            <a:round/>
            <a:headEnd type="none" w="med" len="med"/>
            <a:tailEnd type="none" w="med" len="med"/>
          </a:ln>
          <a:effectLst/>
        </p:spPr>
      </p:cxnSp>
      <p:cxnSp>
        <p:nvCxnSpPr>
          <p:cNvPr id="115" name="直線矢印コネクタ 114">
            <a:extLst>
              <a:ext uri="{FF2B5EF4-FFF2-40B4-BE49-F238E27FC236}">
                <a16:creationId xmlns:a16="http://schemas.microsoft.com/office/drawing/2014/main" id="{1B54ABA9-06F8-2239-CAC1-4C7506F101A1}"/>
              </a:ext>
            </a:extLst>
          </p:cNvPr>
          <p:cNvCxnSpPr>
            <a:cxnSpLocks/>
          </p:cNvCxnSpPr>
          <p:nvPr/>
        </p:nvCxnSpPr>
        <p:spPr bwMode="auto">
          <a:xfrm flipH="1">
            <a:off x="4655984" y="5229020"/>
            <a:ext cx="2070023" cy="0"/>
          </a:xfrm>
          <a:prstGeom prst="straightConnector1">
            <a:avLst/>
          </a:prstGeom>
          <a:noFill/>
          <a:ln w="9525" cap="flat" cmpd="sng" algn="ctr">
            <a:solidFill>
              <a:schemeClr val="tx1"/>
            </a:solidFill>
            <a:prstDash val="solid"/>
            <a:round/>
            <a:headEnd type="none" w="med" len="med"/>
            <a:tailEnd type="triangle"/>
          </a:ln>
          <a:effectLst/>
        </p:spPr>
      </p:cxnSp>
      <p:sp>
        <p:nvSpPr>
          <p:cNvPr id="129" name="Rectangle 93">
            <a:extLst>
              <a:ext uri="{FF2B5EF4-FFF2-40B4-BE49-F238E27FC236}">
                <a16:creationId xmlns:a16="http://schemas.microsoft.com/office/drawing/2014/main" id="{AAC2B2B0-A35B-EC6E-C09F-3AF024D2C5AE}"/>
              </a:ext>
            </a:extLst>
          </p:cNvPr>
          <p:cNvSpPr>
            <a:spLocks noChangeArrowheads="1"/>
          </p:cNvSpPr>
          <p:nvPr/>
        </p:nvSpPr>
        <p:spPr bwMode="auto">
          <a:xfrm>
            <a:off x="4835986" y="4779015"/>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S</a:t>
            </a:r>
          </a:p>
        </p:txBody>
      </p:sp>
      <p:sp>
        <p:nvSpPr>
          <p:cNvPr id="130" name="正方形/長方形 129">
            <a:extLst>
              <a:ext uri="{FF2B5EF4-FFF2-40B4-BE49-F238E27FC236}">
                <a16:creationId xmlns:a16="http://schemas.microsoft.com/office/drawing/2014/main" id="{15A3387C-E38C-1590-ABCC-6E1E9F555173}"/>
              </a:ext>
            </a:extLst>
          </p:cNvPr>
          <p:cNvSpPr/>
          <p:nvPr/>
        </p:nvSpPr>
        <p:spPr bwMode="auto">
          <a:xfrm>
            <a:off x="4385981" y="2168986"/>
            <a:ext cx="720008" cy="720007"/>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r>
              <a:rPr lang="ja-JP" altLang="en-US" sz="1600" dirty="0">
                <a:solidFill>
                  <a:schemeClr val="tx1">
                    <a:lumMod val="75000"/>
                    <a:lumOff val="25000"/>
                  </a:schemeClr>
                </a:solidFill>
              </a:rPr>
              <a:t>給水口</a:t>
            </a:r>
          </a:p>
        </p:txBody>
      </p:sp>
      <p:sp>
        <p:nvSpPr>
          <p:cNvPr id="131" name="正方形/長方形 130">
            <a:extLst>
              <a:ext uri="{FF2B5EF4-FFF2-40B4-BE49-F238E27FC236}">
                <a16:creationId xmlns:a16="http://schemas.microsoft.com/office/drawing/2014/main" id="{5BC8114E-7CC1-1E31-27E5-F349BF74BB70}"/>
              </a:ext>
            </a:extLst>
          </p:cNvPr>
          <p:cNvSpPr/>
          <p:nvPr/>
        </p:nvSpPr>
        <p:spPr bwMode="auto">
          <a:xfrm>
            <a:off x="4385981" y="5139019"/>
            <a:ext cx="720008" cy="720007"/>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r>
              <a:rPr lang="ja-JP" altLang="en-US" sz="1600" dirty="0">
                <a:solidFill>
                  <a:schemeClr val="tx1">
                    <a:lumMod val="75000"/>
                    <a:lumOff val="25000"/>
                  </a:schemeClr>
                </a:solidFill>
              </a:rPr>
              <a:t>排水口</a:t>
            </a:r>
          </a:p>
        </p:txBody>
      </p:sp>
      <p:sp>
        <p:nvSpPr>
          <p:cNvPr id="132" name="正方形/長方形 131">
            <a:extLst>
              <a:ext uri="{FF2B5EF4-FFF2-40B4-BE49-F238E27FC236}">
                <a16:creationId xmlns:a16="http://schemas.microsoft.com/office/drawing/2014/main" id="{6CD406D2-14D5-AFD4-A2F2-41A61388AE9A}"/>
              </a:ext>
            </a:extLst>
          </p:cNvPr>
          <p:cNvSpPr/>
          <p:nvPr/>
        </p:nvSpPr>
        <p:spPr bwMode="auto">
          <a:xfrm>
            <a:off x="1775952" y="2618991"/>
            <a:ext cx="720008" cy="720007"/>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r>
              <a:rPr lang="ja-JP" altLang="en-US" sz="1600" dirty="0">
                <a:solidFill>
                  <a:schemeClr val="tx1">
                    <a:lumMod val="75000"/>
                    <a:lumOff val="25000"/>
                  </a:schemeClr>
                </a:solidFill>
              </a:rPr>
              <a:t>入力 </a:t>
            </a:r>
            <a:r>
              <a:rPr lang="en-US" altLang="ja-JP" sz="1600" dirty="0">
                <a:solidFill>
                  <a:schemeClr val="tx1">
                    <a:lumMod val="75000"/>
                    <a:lumOff val="25000"/>
                  </a:schemeClr>
                </a:solidFill>
              </a:rPr>
              <a:t>A=1</a:t>
            </a:r>
            <a:endParaRPr lang="ja-JP" altLang="en-US" sz="1600" dirty="0">
              <a:solidFill>
                <a:schemeClr val="tx1">
                  <a:lumMod val="75000"/>
                  <a:lumOff val="25000"/>
                </a:schemeClr>
              </a:solidFill>
            </a:endParaRPr>
          </a:p>
        </p:txBody>
      </p:sp>
      <p:sp>
        <p:nvSpPr>
          <p:cNvPr id="133" name="正方形/長方形 132">
            <a:extLst>
              <a:ext uri="{FF2B5EF4-FFF2-40B4-BE49-F238E27FC236}">
                <a16:creationId xmlns:a16="http://schemas.microsoft.com/office/drawing/2014/main" id="{83BEF989-32BA-0D17-0218-8AD8D1D2FF0C}"/>
              </a:ext>
            </a:extLst>
          </p:cNvPr>
          <p:cNvSpPr/>
          <p:nvPr/>
        </p:nvSpPr>
        <p:spPr bwMode="auto">
          <a:xfrm>
            <a:off x="10236046" y="2978995"/>
            <a:ext cx="720008" cy="720007"/>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r>
              <a:rPr lang="ja-JP" altLang="en-US" sz="1600" dirty="0">
                <a:solidFill>
                  <a:schemeClr val="tx1">
                    <a:lumMod val="75000"/>
                    <a:lumOff val="25000"/>
                  </a:schemeClr>
                </a:solidFill>
              </a:rPr>
              <a:t>出力</a:t>
            </a:r>
            <a:r>
              <a:rPr lang="en-US" altLang="ja-JP" sz="1600" dirty="0">
                <a:solidFill>
                  <a:schemeClr val="tx1">
                    <a:lumMod val="75000"/>
                    <a:lumOff val="25000"/>
                  </a:schemeClr>
                </a:solidFill>
              </a:rPr>
              <a:t>=0</a:t>
            </a:r>
            <a:endParaRPr lang="ja-JP" altLang="en-US" sz="1600" dirty="0">
              <a:solidFill>
                <a:schemeClr val="tx1">
                  <a:lumMod val="75000"/>
                  <a:lumOff val="25000"/>
                </a:schemeClr>
              </a:solidFill>
            </a:endParaRPr>
          </a:p>
        </p:txBody>
      </p:sp>
      <p:sp>
        <p:nvSpPr>
          <p:cNvPr id="48" name="正方形/長方形 47">
            <a:extLst>
              <a:ext uri="{FF2B5EF4-FFF2-40B4-BE49-F238E27FC236}">
                <a16:creationId xmlns:a16="http://schemas.microsoft.com/office/drawing/2014/main" id="{69EC90FC-D907-C1D2-462C-A076E5D1D5C6}"/>
              </a:ext>
            </a:extLst>
          </p:cNvPr>
          <p:cNvSpPr/>
          <p:nvPr/>
        </p:nvSpPr>
        <p:spPr bwMode="auto">
          <a:xfrm>
            <a:off x="7716020" y="1448978"/>
            <a:ext cx="540006" cy="360005"/>
          </a:xfrm>
          <a:prstGeom prst="rect">
            <a:avLst/>
          </a:prstGeom>
          <a:solidFill>
            <a:schemeClr val="accent5">
              <a:lumMod val="20000"/>
              <a:lumOff val="80000"/>
            </a:schemeClr>
          </a:solid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cxnSp>
        <p:nvCxnSpPr>
          <p:cNvPr id="58" name="直線コネクタ 57">
            <a:extLst>
              <a:ext uri="{FF2B5EF4-FFF2-40B4-BE49-F238E27FC236}">
                <a16:creationId xmlns:a16="http://schemas.microsoft.com/office/drawing/2014/main" id="{7BEA5911-C5DE-CA07-16D7-2B4CF5ECA9CF}"/>
              </a:ext>
            </a:extLst>
          </p:cNvPr>
          <p:cNvCxnSpPr>
            <a:cxnSpLocks/>
          </p:cNvCxnSpPr>
          <p:nvPr/>
        </p:nvCxnSpPr>
        <p:spPr bwMode="auto">
          <a:xfrm>
            <a:off x="7716020" y="1808983"/>
            <a:ext cx="540006" cy="0"/>
          </a:xfrm>
          <a:prstGeom prst="line">
            <a:avLst/>
          </a:prstGeom>
          <a:noFill/>
          <a:ln w="19050" cap="rnd" cmpd="sng" algn="ctr">
            <a:solidFill>
              <a:schemeClr val="accent6"/>
            </a:solidFill>
            <a:prstDash val="solid"/>
            <a:round/>
            <a:headEnd type="none" w="med" len="med"/>
            <a:tailEnd type="none" w="med" len="med"/>
          </a:ln>
          <a:effectLst/>
        </p:spPr>
      </p:cxnSp>
      <p:cxnSp>
        <p:nvCxnSpPr>
          <p:cNvPr id="60" name="直線コネクタ 59">
            <a:extLst>
              <a:ext uri="{FF2B5EF4-FFF2-40B4-BE49-F238E27FC236}">
                <a16:creationId xmlns:a16="http://schemas.microsoft.com/office/drawing/2014/main" id="{90B1C0F6-FEDA-0C03-1A52-D0F71662CD43}"/>
              </a:ext>
            </a:extLst>
          </p:cNvPr>
          <p:cNvCxnSpPr>
            <a:cxnSpLocks/>
          </p:cNvCxnSpPr>
          <p:nvPr/>
        </p:nvCxnSpPr>
        <p:spPr bwMode="auto">
          <a:xfrm>
            <a:off x="7716020" y="1358977"/>
            <a:ext cx="0" cy="180002"/>
          </a:xfrm>
          <a:prstGeom prst="line">
            <a:avLst/>
          </a:prstGeom>
          <a:noFill/>
          <a:ln w="19050" cap="rnd" cmpd="sng" algn="ctr">
            <a:solidFill>
              <a:schemeClr val="accent6"/>
            </a:solidFill>
            <a:prstDash val="solid"/>
            <a:round/>
            <a:headEnd type="none" w="med" len="med"/>
            <a:tailEnd type="none" w="med" len="med"/>
          </a:ln>
          <a:effectLst/>
        </p:spPr>
      </p:cxnSp>
      <p:cxnSp>
        <p:nvCxnSpPr>
          <p:cNvPr id="62" name="直線コネクタ 61">
            <a:extLst>
              <a:ext uri="{FF2B5EF4-FFF2-40B4-BE49-F238E27FC236}">
                <a16:creationId xmlns:a16="http://schemas.microsoft.com/office/drawing/2014/main" id="{CFF9E9D8-6421-9510-F733-DAF32B0FD68D}"/>
              </a:ext>
            </a:extLst>
          </p:cNvPr>
          <p:cNvCxnSpPr>
            <a:cxnSpLocks/>
          </p:cNvCxnSpPr>
          <p:nvPr/>
        </p:nvCxnSpPr>
        <p:spPr bwMode="auto">
          <a:xfrm>
            <a:off x="8256026" y="1358977"/>
            <a:ext cx="0" cy="450041"/>
          </a:xfrm>
          <a:prstGeom prst="line">
            <a:avLst/>
          </a:prstGeom>
          <a:noFill/>
          <a:ln w="19050" cap="rnd" cmpd="sng" algn="ctr">
            <a:solidFill>
              <a:schemeClr val="accent6"/>
            </a:solidFill>
            <a:prstDash val="solid"/>
            <a:round/>
            <a:headEnd type="none" w="med" len="med"/>
            <a:tailEnd type="none" w="med" len="med"/>
          </a:ln>
          <a:effectLst/>
        </p:spPr>
      </p:cxnSp>
      <p:cxnSp>
        <p:nvCxnSpPr>
          <p:cNvPr id="63" name="直線コネクタ 62">
            <a:extLst>
              <a:ext uri="{FF2B5EF4-FFF2-40B4-BE49-F238E27FC236}">
                <a16:creationId xmlns:a16="http://schemas.microsoft.com/office/drawing/2014/main" id="{A328D87A-C4D6-F01A-DC9F-33833344F486}"/>
              </a:ext>
            </a:extLst>
          </p:cNvPr>
          <p:cNvCxnSpPr>
            <a:cxnSpLocks/>
          </p:cNvCxnSpPr>
          <p:nvPr/>
        </p:nvCxnSpPr>
        <p:spPr bwMode="auto">
          <a:xfrm flipV="1">
            <a:off x="7986021" y="1808983"/>
            <a:ext cx="0" cy="180002"/>
          </a:xfrm>
          <a:prstGeom prst="line">
            <a:avLst/>
          </a:prstGeom>
          <a:noFill/>
          <a:ln w="19050" cap="flat" cmpd="sng" algn="ctr">
            <a:solidFill>
              <a:schemeClr val="accent6"/>
            </a:solidFill>
            <a:prstDash val="solid"/>
            <a:round/>
            <a:headEnd type="none" w="med" len="med"/>
            <a:tailEnd type="none" w="med" len="med"/>
          </a:ln>
          <a:effectLst/>
        </p:spPr>
      </p:cxnSp>
      <p:sp>
        <p:nvSpPr>
          <p:cNvPr id="64" name="正方形/長方形 63">
            <a:extLst>
              <a:ext uri="{FF2B5EF4-FFF2-40B4-BE49-F238E27FC236}">
                <a16:creationId xmlns:a16="http://schemas.microsoft.com/office/drawing/2014/main" id="{C28A7CA2-AC66-DF77-050C-6AADF8FD4AA5}"/>
              </a:ext>
            </a:extLst>
          </p:cNvPr>
          <p:cNvSpPr/>
          <p:nvPr/>
        </p:nvSpPr>
        <p:spPr bwMode="auto">
          <a:xfrm rot="5400000">
            <a:off x="7491015" y="1943984"/>
            <a:ext cx="180002" cy="630007"/>
          </a:xfrm>
          <a:prstGeom prst="rect">
            <a:avLst/>
          </a:prstGeom>
          <a:solidFill>
            <a:schemeClr val="accent5">
              <a:lumMod val="20000"/>
              <a:lumOff val="80000"/>
            </a:schemeClr>
          </a:solid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cxnSp>
        <p:nvCxnSpPr>
          <p:cNvPr id="65" name="直線コネクタ 64">
            <a:extLst>
              <a:ext uri="{FF2B5EF4-FFF2-40B4-BE49-F238E27FC236}">
                <a16:creationId xmlns:a16="http://schemas.microsoft.com/office/drawing/2014/main" id="{E90EDEE2-1B48-D6B8-FAEE-722C241DE8DD}"/>
              </a:ext>
            </a:extLst>
          </p:cNvPr>
          <p:cNvCxnSpPr>
            <a:cxnSpLocks/>
          </p:cNvCxnSpPr>
          <p:nvPr/>
        </p:nvCxnSpPr>
        <p:spPr bwMode="auto">
          <a:xfrm>
            <a:off x="8076024" y="2168988"/>
            <a:ext cx="1170011" cy="0"/>
          </a:xfrm>
          <a:prstGeom prst="line">
            <a:avLst/>
          </a:prstGeom>
          <a:noFill/>
          <a:ln w="19050" cap="flat" cmpd="sng" algn="ctr">
            <a:solidFill>
              <a:schemeClr val="tx1"/>
            </a:solidFill>
            <a:prstDash val="solid"/>
            <a:round/>
            <a:headEnd type="none" w="med" len="med"/>
            <a:tailEnd type="none" w="med" len="med"/>
          </a:ln>
          <a:effectLst/>
        </p:spPr>
      </p:cxnSp>
      <p:cxnSp>
        <p:nvCxnSpPr>
          <p:cNvPr id="66" name="直線コネクタ 65">
            <a:extLst>
              <a:ext uri="{FF2B5EF4-FFF2-40B4-BE49-F238E27FC236}">
                <a16:creationId xmlns:a16="http://schemas.microsoft.com/office/drawing/2014/main" id="{CE2486AA-FDE9-B962-8BDC-6BC4128238D8}"/>
              </a:ext>
            </a:extLst>
          </p:cNvPr>
          <p:cNvCxnSpPr>
            <a:cxnSpLocks/>
          </p:cNvCxnSpPr>
          <p:nvPr/>
        </p:nvCxnSpPr>
        <p:spPr bwMode="auto">
          <a:xfrm>
            <a:off x="7266013" y="2348988"/>
            <a:ext cx="1800020" cy="0"/>
          </a:xfrm>
          <a:prstGeom prst="line">
            <a:avLst/>
          </a:prstGeom>
          <a:noFill/>
          <a:ln w="19050" cap="flat" cmpd="sng" algn="ctr">
            <a:solidFill>
              <a:schemeClr val="tx1"/>
            </a:solidFill>
            <a:prstDash val="solid"/>
            <a:round/>
            <a:headEnd type="none" w="med" len="med"/>
            <a:tailEnd type="none" w="med" len="med"/>
          </a:ln>
          <a:effectLst/>
        </p:spPr>
      </p:cxnSp>
      <p:cxnSp>
        <p:nvCxnSpPr>
          <p:cNvPr id="67" name="直線コネクタ 66">
            <a:extLst>
              <a:ext uri="{FF2B5EF4-FFF2-40B4-BE49-F238E27FC236}">
                <a16:creationId xmlns:a16="http://schemas.microsoft.com/office/drawing/2014/main" id="{54036579-24DA-7082-B822-F29844412562}"/>
              </a:ext>
            </a:extLst>
          </p:cNvPr>
          <p:cNvCxnSpPr>
            <a:cxnSpLocks/>
          </p:cNvCxnSpPr>
          <p:nvPr/>
        </p:nvCxnSpPr>
        <p:spPr bwMode="auto">
          <a:xfrm>
            <a:off x="7266013" y="2168986"/>
            <a:ext cx="630007" cy="0"/>
          </a:xfrm>
          <a:prstGeom prst="line">
            <a:avLst/>
          </a:prstGeom>
          <a:noFill/>
          <a:ln w="19050" cap="flat" cmpd="sng" algn="ctr">
            <a:solidFill>
              <a:schemeClr val="tx1"/>
            </a:solidFill>
            <a:prstDash val="solid"/>
            <a:round/>
            <a:headEnd type="none" w="med" len="med"/>
            <a:tailEnd type="none" w="med" len="med"/>
          </a:ln>
          <a:effectLst/>
        </p:spPr>
      </p:cxnSp>
      <p:sp>
        <p:nvSpPr>
          <p:cNvPr id="69" name="正方形/長方形 68">
            <a:extLst>
              <a:ext uri="{FF2B5EF4-FFF2-40B4-BE49-F238E27FC236}">
                <a16:creationId xmlns:a16="http://schemas.microsoft.com/office/drawing/2014/main" id="{96A18304-7DAE-DA6D-E8DE-DECEFE895351}"/>
              </a:ext>
            </a:extLst>
          </p:cNvPr>
          <p:cNvSpPr/>
          <p:nvPr/>
        </p:nvSpPr>
        <p:spPr bwMode="auto">
          <a:xfrm rot="5400000">
            <a:off x="7716018" y="2168987"/>
            <a:ext cx="540006" cy="180001"/>
          </a:xfrm>
          <a:prstGeom prst="rect">
            <a:avLst/>
          </a:prstGeom>
          <a:solidFill>
            <a:schemeClr val="accent6"/>
          </a:solidFill>
          <a:ln>
            <a:solidFill>
              <a:schemeClr val="accent6"/>
            </a:solidFill>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grpSp>
        <p:nvGrpSpPr>
          <p:cNvPr id="70" name="グループ化 69">
            <a:extLst>
              <a:ext uri="{FF2B5EF4-FFF2-40B4-BE49-F238E27FC236}">
                <a16:creationId xmlns:a16="http://schemas.microsoft.com/office/drawing/2014/main" id="{DDF1C8F8-89A6-81F9-58F1-9F1AA27B18B9}"/>
              </a:ext>
            </a:extLst>
          </p:cNvPr>
          <p:cNvGrpSpPr/>
          <p:nvPr/>
        </p:nvGrpSpPr>
        <p:grpSpPr>
          <a:xfrm>
            <a:off x="7896020" y="2798992"/>
            <a:ext cx="180003" cy="360004"/>
            <a:chOff x="3131985" y="5049018"/>
            <a:chExt cx="180002" cy="437056"/>
          </a:xfrm>
        </p:grpSpPr>
        <p:grpSp>
          <p:nvGrpSpPr>
            <p:cNvPr id="74" name="グループ化 73">
              <a:extLst>
                <a:ext uri="{FF2B5EF4-FFF2-40B4-BE49-F238E27FC236}">
                  <a16:creationId xmlns:a16="http://schemas.microsoft.com/office/drawing/2014/main" id="{FC27BF53-15D3-23BE-F78F-394295CB3D11}"/>
                </a:ext>
              </a:extLst>
            </p:cNvPr>
            <p:cNvGrpSpPr/>
            <p:nvPr/>
          </p:nvGrpSpPr>
          <p:grpSpPr>
            <a:xfrm>
              <a:off x="3131985" y="5139021"/>
              <a:ext cx="180002" cy="254126"/>
              <a:chOff x="3131984" y="5191944"/>
              <a:chExt cx="270003" cy="201854"/>
            </a:xfrm>
          </p:grpSpPr>
          <p:sp>
            <p:nvSpPr>
              <p:cNvPr id="80" name="Freeform 42">
                <a:extLst>
                  <a:ext uri="{FF2B5EF4-FFF2-40B4-BE49-F238E27FC236}">
                    <a16:creationId xmlns:a16="http://schemas.microsoft.com/office/drawing/2014/main" id="{0C134794-4E8E-5541-F923-9E67F8A19471}"/>
                  </a:ext>
                </a:extLst>
              </p:cNvPr>
              <p:cNvSpPr>
                <a:spLocks/>
              </p:cNvSpPr>
              <p:nvPr/>
            </p:nvSpPr>
            <p:spPr bwMode="auto">
              <a:xfrm>
                <a:off x="3131984" y="5229020"/>
                <a:ext cx="270003" cy="90001"/>
              </a:xfrm>
              <a:custGeom>
                <a:avLst/>
                <a:gdLst>
                  <a:gd name="T0" fmla="*/ 3025 w 5991"/>
                  <a:gd name="T1" fmla="*/ 3393 h 3396"/>
                  <a:gd name="T2" fmla="*/ 3330 w 5991"/>
                  <a:gd name="T3" fmla="*/ 3377 h 3396"/>
                  <a:gd name="T4" fmla="*/ 3627 w 5991"/>
                  <a:gd name="T5" fmla="*/ 3342 h 3396"/>
                  <a:gd name="T6" fmla="*/ 3916 w 5991"/>
                  <a:gd name="T7" fmla="*/ 3293 h 3396"/>
                  <a:gd name="T8" fmla="*/ 4193 w 5991"/>
                  <a:gd name="T9" fmla="*/ 3228 h 3396"/>
                  <a:gd name="T10" fmla="*/ 4458 w 5991"/>
                  <a:gd name="T11" fmla="*/ 3150 h 3396"/>
                  <a:gd name="T12" fmla="*/ 4708 w 5991"/>
                  <a:gd name="T13" fmla="*/ 3059 h 3396"/>
                  <a:gd name="T14" fmla="*/ 4941 w 5991"/>
                  <a:gd name="T15" fmla="*/ 2955 h 3396"/>
                  <a:gd name="T16" fmla="*/ 5157 w 5991"/>
                  <a:gd name="T17" fmla="*/ 2839 h 3396"/>
                  <a:gd name="T18" fmla="*/ 5350 w 5991"/>
                  <a:gd name="T19" fmla="*/ 2714 h 3396"/>
                  <a:gd name="T20" fmla="*/ 5523 w 5991"/>
                  <a:gd name="T21" fmla="*/ 2578 h 3396"/>
                  <a:gd name="T22" fmla="*/ 5671 w 5991"/>
                  <a:gd name="T23" fmla="*/ 2434 h 3396"/>
                  <a:gd name="T24" fmla="*/ 5794 w 5991"/>
                  <a:gd name="T25" fmla="*/ 2282 h 3396"/>
                  <a:gd name="T26" fmla="*/ 5889 w 5991"/>
                  <a:gd name="T27" fmla="*/ 2123 h 3396"/>
                  <a:gd name="T28" fmla="*/ 5953 w 5991"/>
                  <a:gd name="T29" fmla="*/ 1956 h 3396"/>
                  <a:gd name="T30" fmla="*/ 5986 w 5991"/>
                  <a:gd name="T31" fmla="*/ 1786 h 3396"/>
                  <a:gd name="T32" fmla="*/ 5990 w 5991"/>
                  <a:gd name="T33" fmla="*/ 1654 h 3396"/>
                  <a:gd name="T34" fmla="*/ 5964 w 5991"/>
                  <a:gd name="T35" fmla="*/ 1482 h 3396"/>
                  <a:gd name="T36" fmla="*/ 5908 w 5991"/>
                  <a:gd name="T37" fmla="*/ 1315 h 3396"/>
                  <a:gd name="T38" fmla="*/ 5819 w 5991"/>
                  <a:gd name="T39" fmla="*/ 1154 h 3396"/>
                  <a:gd name="T40" fmla="*/ 5704 w 5991"/>
                  <a:gd name="T41" fmla="*/ 1000 h 3396"/>
                  <a:gd name="T42" fmla="*/ 5563 w 5991"/>
                  <a:gd name="T43" fmla="*/ 852 h 3396"/>
                  <a:gd name="T44" fmla="*/ 5396 w 5991"/>
                  <a:gd name="T45" fmla="*/ 715 h 3396"/>
                  <a:gd name="T46" fmla="*/ 5207 w 5991"/>
                  <a:gd name="T47" fmla="*/ 587 h 3396"/>
                  <a:gd name="T48" fmla="*/ 4996 w 5991"/>
                  <a:gd name="T49" fmla="*/ 469 h 3396"/>
                  <a:gd name="T50" fmla="*/ 4768 w 5991"/>
                  <a:gd name="T51" fmla="*/ 363 h 3396"/>
                  <a:gd name="T52" fmla="*/ 4522 w 5991"/>
                  <a:gd name="T53" fmla="*/ 268 h 3396"/>
                  <a:gd name="T54" fmla="*/ 4261 w 5991"/>
                  <a:gd name="T55" fmla="*/ 186 h 3396"/>
                  <a:gd name="T56" fmla="*/ 3986 w 5991"/>
                  <a:gd name="T57" fmla="*/ 118 h 3396"/>
                  <a:gd name="T58" fmla="*/ 3700 w 5991"/>
                  <a:gd name="T59" fmla="*/ 65 h 3396"/>
                  <a:gd name="T60" fmla="*/ 3404 w 5991"/>
                  <a:gd name="T61" fmla="*/ 27 h 3396"/>
                  <a:gd name="T62" fmla="*/ 3102 w 5991"/>
                  <a:gd name="T63" fmla="*/ 5 h 3396"/>
                  <a:gd name="T64" fmla="*/ 2870 w 5991"/>
                  <a:gd name="T65" fmla="*/ 0 h 3396"/>
                  <a:gd name="T66" fmla="*/ 2272 w 5991"/>
                  <a:gd name="T67" fmla="*/ 20 h 3396"/>
                  <a:gd name="T68" fmla="*/ 1724 w 5991"/>
                  <a:gd name="T69" fmla="*/ 79 h 3396"/>
                  <a:gd name="T70" fmla="*/ 1235 w 5991"/>
                  <a:gd name="T71" fmla="*/ 170 h 3396"/>
                  <a:gd name="T72" fmla="*/ 862 w 5991"/>
                  <a:gd name="T73" fmla="*/ 276 h 3396"/>
                  <a:gd name="T74" fmla="*/ 677 w 5991"/>
                  <a:gd name="T75" fmla="*/ 345 h 3396"/>
                  <a:gd name="T76" fmla="*/ 510 w 5991"/>
                  <a:gd name="T77" fmla="*/ 420 h 3396"/>
                  <a:gd name="T78" fmla="*/ 365 w 5991"/>
                  <a:gd name="T79" fmla="*/ 502 h 3396"/>
                  <a:gd name="T80" fmla="*/ 242 w 5991"/>
                  <a:gd name="T81" fmla="*/ 588 h 3396"/>
                  <a:gd name="T82" fmla="*/ 143 w 5991"/>
                  <a:gd name="T83" fmla="*/ 678 h 3396"/>
                  <a:gd name="T84" fmla="*/ 69 w 5991"/>
                  <a:gd name="T85" fmla="*/ 773 h 3396"/>
                  <a:gd name="T86" fmla="*/ 21 w 5991"/>
                  <a:gd name="T87" fmla="*/ 872 h 3396"/>
                  <a:gd name="T88" fmla="*/ 0 w 5991"/>
                  <a:gd name="T89" fmla="*/ 973 h 3396"/>
                  <a:gd name="T90" fmla="*/ 2 w 5991"/>
                  <a:gd name="T91" fmla="*/ 1050 h 3396"/>
                  <a:gd name="T92" fmla="*/ 30 w 5991"/>
                  <a:gd name="T93" fmla="*/ 1151 h 3396"/>
                  <a:gd name="T94" fmla="*/ 86 w 5991"/>
                  <a:gd name="T95" fmla="*/ 1249 h 3396"/>
                  <a:gd name="T96" fmla="*/ 166 w 5991"/>
                  <a:gd name="T97" fmla="*/ 1342 h 3396"/>
                  <a:gd name="T98" fmla="*/ 270 w 5991"/>
                  <a:gd name="T99" fmla="*/ 1432 h 3396"/>
                  <a:gd name="T100" fmla="*/ 398 w 5991"/>
                  <a:gd name="T101" fmla="*/ 1517 h 3396"/>
                  <a:gd name="T102" fmla="*/ 550 w 5991"/>
                  <a:gd name="T103" fmla="*/ 1596 h 3396"/>
                  <a:gd name="T104" fmla="*/ 721 w 5991"/>
                  <a:gd name="T105" fmla="*/ 1670 h 3396"/>
                  <a:gd name="T106" fmla="*/ 912 w 5991"/>
                  <a:gd name="T107" fmla="*/ 1738 h 3396"/>
                  <a:gd name="T108" fmla="*/ 1351 w 5991"/>
                  <a:gd name="T109" fmla="*/ 1854 h 3396"/>
                  <a:gd name="T110" fmla="*/ 1856 w 5991"/>
                  <a:gd name="T111" fmla="*/ 1937 h 3396"/>
                  <a:gd name="T112" fmla="*/ 2417 w 5991"/>
                  <a:gd name="T113" fmla="*/ 1986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991" h="3396">
                    <a:moveTo>
                      <a:pt x="2870" y="3396"/>
                    </a:moveTo>
                    <a:lnTo>
                      <a:pt x="2870" y="3396"/>
                    </a:lnTo>
                    <a:lnTo>
                      <a:pt x="2948" y="3395"/>
                    </a:lnTo>
                    <a:lnTo>
                      <a:pt x="3025" y="3393"/>
                    </a:lnTo>
                    <a:lnTo>
                      <a:pt x="3102" y="3391"/>
                    </a:lnTo>
                    <a:lnTo>
                      <a:pt x="3179" y="3387"/>
                    </a:lnTo>
                    <a:lnTo>
                      <a:pt x="3254" y="3382"/>
                    </a:lnTo>
                    <a:lnTo>
                      <a:pt x="3330" y="3377"/>
                    </a:lnTo>
                    <a:lnTo>
                      <a:pt x="3404" y="3369"/>
                    </a:lnTo>
                    <a:lnTo>
                      <a:pt x="3480" y="3361"/>
                    </a:lnTo>
                    <a:lnTo>
                      <a:pt x="3553" y="3352"/>
                    </a:lnTo>
                    <a:lnTo>
                      <a:pt x="3627" y="3342"/>
                    </a:lnTo>
                    <a:lnTo>
                      <a:pt x="3700" y="3332"/>
                    </a:lnTo>
                    <a:lnTo>
                      <a:pt x="3772" y="3319"/>
                    </a:lnTo>
                    <a:lnTo>
                      <a:pt x="3844" y="3306"/>
                    </a:lnTo>
                    <a:lnTo>
                      <a:pt x="3916" y="3293"/>
                    </a:lnTo>
                    <a:lnTo>
                      <a:pt x="3986" y="3278"/>
                    </a:lnTo>
                    <a:lnTo>
                      <a:pt x="4056" y="3262"/>
                    </a:lnTo>
                    <a:lnTo>
                      <a:pt x="4125" y="3246"/>
                    </a:lnTo>
                    <a:lnTo>
                      <a:pt x="4193" y="3228"/>
                    </a:lnTo>
                    <a:lnTo>
                      <a:pt x="4261" y="3210"/>
                    </a:lnTo>
                    <a:lnTo>
                      <a:pt x="4327" y="3191"/>
                    </a:lnTo>
                    <a:lnTo>
                      <a:pt x="4393" y="3170"/>
                    </a:lnTo>
                    <a:lnTo>
                      <a:pt x="4458" y="3150"/>
                    </a:lnTo>
                    <a:lnTo>
                      <a:pt x="4522" y="3128"/>
                    </a:lnTo>
                    <a:lnTo>
                      <a:pt x="4585" y="3106"/>
                    </a:lnTo>
                    <a:lnTo>
                      <a:pt x="4647" y="3083"/>
                    </a:lnTo>
                    <a:lnTo>
                      <a:pt x="4708" y="3059"/>
                    </a:lnTo>
                    <a:lnTo>
                      <a:pt x="4768" y="3033"/>
                    </a:lnTo>
                    <a:lnTo>
                      <a:pt x="4827" y="3009"/>
                    </a:lnTo>
                    <a:lnTo>
                      <a:pt x="4885" y="2982"/>
                    </a:lnTo>
                    <a:lnTo>
                      <a:pt x="4941" y="2955"/>
                    </a:lnTo>
                    <a:lnTo>
                      <a:pt x="4996" y="2927"/>
                    </a:lnTo>
                    <a:lnTo>
                      <a:pt x="5052" y="2898"/>
                    </a:lnTo>
                    <a:lnTo>
                      <a:pt x="5104" y="2869"/>
                    </a:lnTo>
                    <a:lnTo>
                      <a:pt x="5157" y="2839"/>
                    </a:lnTo>
                    <a:lnTo>
                      <a:pt x="5207" y="2809"/>
                    </a:lnTo>
                    <a:lnTo>
                      <a:pt x="5255" y="2778"/>
                    </a:lnTo>
                    <a:lnTo>
                      <a:pt x="5304" y="2746"/>
                    </a:lnTo>
                    <a:lnTo>
                      <a:pt x="5350" y="2714"/>
                    </a:lnTo>
                    <a:lnTo>
                      <a:pt x="5396" y="2680"/>
                    </a:lnTo>
                    <a:lnTo>
                      <a:pt x="5440" y="2647"/>
                    </a:lnTo>
                    <a:lnTo>
                      <a:pt x="5482" y="2613"/>
                    </a:lnTo>
                    <a:lnTo>
                      <a:pt x="5523" y="2578"/>
                    </a:lnTo>
                    <a:lnTo>
                      <a:pt x="5563" y="2543"/>
                    </a:lnTo>
                    <a:lnTo>
                      <a:pt x="5600" y="2507"/>
                    </a:lnTo>
                    <a:lnTo>
                      <a:pt x="5636" y="2470"/>
                    </a:lnTo>
                    <a:lnTo>
                      <a:pt x="5671" y="2434"/>
                    </a:lnTo>
                    <a:lnTo>
                      <a:pt x="5704" y="2397"/>
                    </a:lnTo>
                    <a:lnTo>
                      <a:pt x="5736" y="2359"/>
                    </a:lnTo>
                    <a:lnTo>
                      <a:pt x="5766" y="2320"/>
                    </a:lnTo>
                    <a:lnTo>
                      <a:pt x="5794" y="2282"/>
                    </a:lnTo>
                    <a:lnTo>
                      <a:pt x="5819" y="2242"/>
                    </a:lnTo>
                    <a:lnTo>
                      <a:pt x="5845" y="2202"/>
                    </a:lnTo>
                    <a:lnTo>
                      <a:pt x="5867" y="2163"/>
                    </a:lnTo>
                    <a:lnTo>
                      <a:pt x="5889" y="2123"/>
                    </a:lnTo>
                    <a:lnTo>
                      <a:pt x="5908" y="2082"/>
                    </a:lnTo>
                    <a:lnTo>
                      <a:pt x="5925" y="2040"/>
                    </a:lnTo>
                    <a:lnTo>
                      <a:pt x="5940" y="1999"/>
                    </a:lnTo>
                    <a:lnTo>
                      <a:pt x="5953" y="1956"/>
                    </a:lnTo>
                    <a:lnTo>
                      <a:pt x="5964" y="1914"/>
                    </a:lnTo>
                    <a:lnTo>
                      <a:pt x="5973" y="1872"/>
                    </a:lnTo>
                    <a:lnTo>
                      <a:pt x="5981" y="1828"/>
                    </a:lnTo>
                    <a:lnTo>
                      <a:pt x="5986" y="1786"/>
                    </a:lnTo>
                    <a:lnTo>
                      <a:pt x="5990" y="1742"/>
                    </a:lnTo>
                    <a:lnTo>
                      <a:pt x="5991" y="1699"/>
                    </a:lnTo>
                    <a:lnTo>
                      <a:pt x="5991" y="1699"/>
                    </a:lnTo>
                    <a:lnTo>
                      <a:pt x="5990" y="1654"/>
                    </a:lnTo>
                    <a:lnTo>
                      <a:pt x="5986" y="1610"/>
                    </a:lnTo>
                    <a:lnTo>
                      <a:pt x="5981" y="1568"/>
                    </a:lnTo>
                    <a:lnTo>
                      <a:pt x="5973" y="1524"/>
                    </a:lnTo>
                    <a:lnTo>
                      <a:pt x="5964" y="1482"/>
                    </a:lnTo>
                    <a:lnTo>
                      <a:pt x="5953" y="1440"/>
                    </a:lnTo>
                    <a:lnTo>
                      <a:pt x="5940" y="1397"/>
                    </a:lnTo>
                    <a:lnTo>
                      <a:pt x="5925" y="1356"/>
                    </a:lnTo>
                    <a:lnTo>
                      <a:pt x="5908" y="1315"/>
                    </a:lnTo>
                    <a:lnTo>
                      <a:pt x="5889" y="1274"/>
                    </a:lnTo>
                    <a:lnTo>
                      <a:pt x="5867" y="1233"/>
                    </a:lnTo>
                    <a:lnTo>
                      <a:pt x="5845" y="1193"/>
                    </a:lnTo>
                    <a:lnTo>
                      <a:pt x="5819" y="1154"/>
                    </a:lnTo>
                    <a:lnTo>
                      <a:pt x="5794" y="1114"/>
                    </a:lnTo>
                    <a:lnTo>
                      <a:pt x="5766" y="1076"/>
                    </a:lnTo>
                    <a:lnTo>
                      <a:pt x="5736" y="1037"/>
                    </a:lnTo>
                    <a:lnTo>
                      <a:pt x="5704" y="1000"/>
                    </a:lnTo>
                    <a:lnTo>
                      <a:pt x="5671" y="961"/>
                    </a:lnTo>
                    <a:lnTo>
                      <a:pt x="5636" y="926"/>
                    </a:lnTo>
                    <a:lnTo>
                      <a:pt x="5600" y="888"/>
                    </a:lnTo>
                    <a:lnTo>
                      <a:pt x="5563" y="852"/>
                    </a:lnTo>
                    <a:lnTo>
                      <a:pt x="5523" y="818"/>
                    </a:lnTo>
                    <a:lnTo>
                      <a:pt x="5482" y="783"/>
                    </a:lnTo>
                    <a:lnTo>
                      <a:pt x="5440" y="749"/>
                    </a:lnTo>
                    <a:lnTo>
                      <a:pt x="5396" y="715"/>
                    </a:lnTo>
                    <a:lnTo>
                      <a:pt x="5350" y="682"/>
                    </a:lnTo>
                    <a:lnTo>
                      <a:pt x="5304" y="650"/>
                    </a:lnTo>
                    <a:lnTo>
                      <a:pt x="5255" y="618"/>
                    </a:lnTo>
                    <a:lnTo>
                      <a:pt x="5207" y="587"/>
                    </a:lnTo>
                    <a:lnTo>
                      <a:pt x="5157" y="556"/>
                    </a:lnTo>
                    <a:lnTo>
                      <a:pt x="5104" y="527"/>
                    </a:lnTo>
                    <a:lnTo>
                      <a:pt x="5052" y="497"/>
                    </a:lnTo>
                    <a:lnTo>
                      <a:pt x="4996" y="469"/>
                    </a:lnTo>
                    <a:lnTo>
                      <a:pt x="4941" y="441"/>
                    </a:lnTo>
                    <a:lnTo>
                      <a:pt x="4885" y="414"/>
                    </a:lnTo>
                    <a:lnTo>
                      <a:pt x="4827" y="388"/>
                    </a:lnTo>
                    <a:lnTo>
                      <a:pt x="4768" y="363"/>
                    </a:lnTo>
                    <a:lnTo>
                      <a:pt x="4708" y="337"/>
                    </a:lnTo>
                    <a:lnTo>
                      <a:pt x="4647" y="314"/>
                    </a:lnTo>
                    <a:lnTo>
                      <a:pt x="4585" y="290"/>
                    </a:lnTo>
                    <a:lnTo>
                      <a:pt x="4522" y="268"/>
                    </a:lnTo>
                    <a:lnTo>
                      <a:pt x="4458" y="246"/>
                    </a:lnTo>
                    <a:lnTo>
                      <a:pt x="4393" y="226"/>
                    </a:lnTo>
                    <a:lnTo>
                      <a:pt x="4327" y="205"/>
                    </a:lnTo>
                    <a:lnTo>
                      <a:pt x="4261" y="186"/>
                    </a:lnTo>
                    <a:lnTo>
                      <a:pt x="4193" y="168"/>
                    </a:lnTo>
                    <a:lnTo>
                      <a:pt x="4125" y="150"/>
                    </a:lnTo>
                    <a:lnTo>
                      <a:pt x="4056" y="133"/>
                    </a:lnTo>
                    <a:lnTo>
                      <a:pt x="3986" y="118"/>
                    </a:lnTo>
                    <a:lnTo>
                      <a:pt x="3916" y="104"/>
                    </a:lnTo>
                    <a:lnTo>
                      <a:pt x="3844" y="90"/>
                    </a:lnTo>
                    <a:lnTo>
                      <a:pt x="3772" y="77"/>
                    </a:lnTo>
                    <a:lnTo>
                      <a:pt x="3700" y="65"/>
                    </a:lnTo>
                    <a:lnTo>
                      <a:pt x="3627" y="54"/>
                    </a:lnTo>
                    <a:lnTo>
                      <a:pt x="3553" y="44"/>
                    </a:lnTo>
                    <a:lnTo>
                      <a:pt x="3480" y="35"/>
                    </a:lnTo>
                    <a:lnTo>
                      <a:pt x="3404" y="27"/>
                    </a:lnTo>
                    <a:lnTo>
                      <a:pt x="3330" y="20"/>
                    </a:lnTo>
                    <a:lnTo>
                      <a:pt x="3254" y="14"/>
                    </a:lnTo>
                    <a:lnTo>
                      <a:pt x="3179" y="9"/>
                    </a:lnTo>
                    <a:lnTo>
                      <a:pt x="3102" y="5"/>
                    </a:lnTo>
                    <a:lnTo>
                      <a:pt x="3025" y="3"/>
                    </a:lnTo>
                    <a:lnTo>
                      <a:pt x="2948" y="1"/>
                    </a:lnTo>
                    <a:lnTo>
                      <a:pt x="2870" y="0"/>
                    </a:lnTo>
                    <a:lnTo>
                      <a:pt x="2870" y="0"/>
                    </a:lnTo>
                    <a:lnTo>
                      <a:pt x="2716" y="1"/>
                    </a:lnTo>
                    <a:lnTo>
                      <a:pt x="2566" y="5"/>
                    </a:lnTo>
                    <a:lnTo>
                      <a:pt x="2417" y="12"/>
                    </a:lnTo>
                    <a:lnTo>
                      <a:pt x="2272" y="20"/>
                    </a:lnTo>
                    <a:lnTo>
                      <a:pt x="2130" y="32"/>
                    </a:lnTo>
                    <a:lnTo>
                      <a:pt x="1990" y="45"/>
                    </a:lnTo>
                    <a:lnTo>
                      <a:pt x="1856" y="62"/>
                    </a:lnTo>
                    <a:lnTo>
                      <a:pt x="1724" y="79"/>
                    </a:lnTo>
                    <a:lnTo>
                      <a:pt x="1596" y="99"/>
                    </a:lnTo>
                    <a:lnTo>
                      <a:pt x="1471" y="120"/>
                    </a:lnTo>
                    <a:lnTo>
                      <a:pt x="1351" y="145"/>
                    </a:lnTo>
                    <a:lnTo>
                      <a:pt x="1235" y="170"/>
                    </a:lnTo>
                    <a:lnTo>
                      <a:pt x="1123" y="199"/>
                    </a:lnTo>
                    <a:lnTo>
                      <a:pt x="1015" y="228"/>
                    </a:lnTo>
                    <a:lnTo>
                      <a:pt x="912" y="260"/>
                    </a:lnTo>
                    <a:lnTo>
                      <a:pt x="862" y="276"/>
                    </a:lnTo>
                    <a:lnTo>
                      <a:pt x="815" y="292"/>
                    </a:lnTo>
                    <a:lnTo>
                      <a:pt x="768" y="310"/>
                    </a:lnTo>
                    <a:lnTo>
                      <a:pt x="721" y="328"/>
                    </a:lnTo>
                    <a:lnTo>
                      <a:pt x="677" y="345"/>
                    </a:lnTo>
                    <a:lnTo>
                      <a:pt x="633" y="364"/>
                    </a:lnTo>
                    <a:lnTo>
                      <a:pt x="591" y="382"/>
                    </a:lnTo>
                    <a:lnTo>
                      <a:pt x="550" y="401"/>
                    </a:lnTo>
                    <a:lnTo>
                      <a:pt x="510" y="420"/>
                    </a:lnTo>
                    <a:lnTo>
                      <a:pt x="471" y="441"/>
                    </a:lnTo>
                    <a:lnTo>
                      <a:pt x="434" y="460"/>
                    </a:lnTo>
                    <a:lnTo>
                      <a:pt x="398" y="481"/>
                    </a:lnTo>
                    <a:lnTo>
                      <a:pt x="365" y="502"/>
                    </a:lnTo>
                    <a:lnTo>
                      <a:pt x="332" y="523"/>
                    </a:lnTo>
                    <a:lnTo>
                      <a:pt x="301" y="545"/>
                    </a:lnTo>
                    <a:lnTo>
                      <a:pt x="270" y="567"/>
                    </a:lnTo>
                    <a:lnTo>
                      <a:pt x="242" y="588"/>
                    </a:lnTo>
                    <a:lnTo>
                      <a:pt x="215" y="610"/>
                    </a:lnTo>
                    <a:lnTo>
                      <a:pt x="189" y="633"/>
                    </a:lnTo>
                    <a:lnTo>
                      <a:pt x="166" y="655"/>
                    </a:lnTo>
                    <a:lnTo>
                      <a:pt x="143" y="678"/>
                    </a:lnTo>
                    <a:lnTo>
                      <a:pt x="123" y="702"/>
                    </a:lnTo>
                    <a:lnTo>
                      <a:pt x="104" y="726"/>
                    </a:lnTo>
                    <a:lnTo>
                      <a:pt x="86" y="750"/>
                    </a:lnTo>
                    <a:lnTo>
                      <a:pt x="69" y="773"/>
                    </a:lnTo>
                    <a:lnTo>
                      <a:pt x="55" y="797"/>
                    </a:lnTo>
                    <a:lnTo>
                      <a:pt x="42" y="822"/>
                    </a:lnTo>
                    <a:lnTo>
                      <a:pt x="30" y="847"/>
                    </a:lnTo>
                    <a:lnTo>
                      <a:pt x="21" y="872"/>
                    </a:lnTo>
                    <a:lnTo>
                      <a:pt x="14" y="897"/>
                    </a:lnTo>
                    <a:lnTo>
                      <a:pt x="7" y="922"/>
                    </a:lnTo>
                    <a:lnTo>
                      <a:pt x="2" y="947"/>
                    </a:lnTo>
                    <a:lnTo>
                      <a:pt x="0" y="973"/>
                    </a:lnTo>
                    <a:lnTo>
                      <a:pt x="0" y="999"/>
                    </a:lnTo>
                    <a:lnTo>
                      <a:pt x="0" y="999"/>
                    </a:lnTo>
                    <a:lnTo>
                      <a:pt x="0" y="1024"/>
                    </a:lnTo>
                    <a:lnTo>
                      <a:pt x="2" y="1050"/>
                    </a:lnTo>
                    <a:lnTo>
                      <a:pt x="7" y="1076"/>
                    </a:lnTo>
                    <a:lnTo>
                      <a:pt x="14" y="1101"/>
                    </a:lnTo>
                    <a:lnTo>
                      <a:pt x="21" y="1127"/>
                    </a:lnTo>
                    <a:lnTo>
                      <a:pt x="30" y="1151"/>
                    </a:lnTo>
                    <a:lnTo>
                      <a:pt x="42" y="1176"/>
                    </a:lnTo>
                    <a:lnTo>
                      <a:pt x="55" y="1200"/>
                    </a:lnTo>
                    <a:lnTo>
                      <a:pt x="69" y="1224"/>
                    </a:lnTo>
                    <a:lnTo>
                      <a:pt x="86" y="1249"/>
                    </a:lnTo>
                    <a:lnTo>
                      <a:pt x="104" y="1273"/>
                    </a:lnTo>
                    <a:lnTo>
                      <a:pt x="123" y="1296"/>
                    </a:lnTo>
                    <a:lnTo>
                      <a:pt x="143" y="1319"/>
                    </a:lnTo>
                    <a:lnTo>
                      <a:pt x="166" y="1342"/>
                    </a:lnTo>
                    <a:lnTo>
                      <a:pt x="189" y="1365"/>
                    </a:lnTo>
                    <a:lnTo>
                      <a:pt x="215" y="1388"/>
                    </a:lnTo>
                    <a:lnTo>
                      <a:pt x="242" y="1410"/>
                    </a:lnTo>
                    <a:lnTo>
                      <a:pt x="270" y="1432"/>
                    </a:lnTo>
                    <a:lnTo>
                      <a:pt x="301" y="1454"/>
                    </a:lnTo>
                    <a:lnTo>
                      <a:pt x="332" y="1475"/>
                    </a:lnTo>
                    <a:lnTo>
                      <a:pt x="365" y="1496"/>
                    </a:lnTo>
                    <a:lnTo>
                      <a:pt x="398" y="1517"/>
                    </a:lnTo>
                    <a:lnTo>
                      <a:pt x="434" y="1537"/>
                    </a:lnTo>
                    <a:lnTo>
                      <a:pt x="471" y="1558"/>
                    </a:lnTo>
                    <a:lnTo>
                      <a:pt x="510" y="1577"/>
                    </a:lnTo>
                    <a:lnTo>
                      <a:pt x="550" y="1596"/>
                    </a:lnTo>
                    <a:lnTo>
                      <a:pt x="591" y="1615"/>
                    </a:lnTo>
                    <a:lnTo>
                      <a:pt x="633" y="1634"/>
                    </a:lnTo>
                    <a:lnTo>
                      <a:pt x="677" y="1652"/>
                    </a:lnTo>
                    <a:lnTo>
                      <a:pt x="721" y="1670"/>
                    </a:lnTo>
                    <a:lnTo>
                      <a:pt x="768" y="1688"/>
                    </a:lnTo>
                    <a:lnTo>
                      <a:pt x="815" y="1705"/>
                    </a:lnTo>
                    <a:lnTo>
                      <a:pt x="862" y="1722"/>
                    </a:lnTo>
                    <a:lnTo>
                      <a:pt x="912" y="1738"/>
                    </a:lnTo>
                    <a:lnTo>
                      <a:pt x="1015" y="1769"/>
                    </a:lnTo>
                    <a:lnTo>
                      <a:pt x="1123" y="1800"/>
                    </a:lnTo>
                    <a:lnTo>
                      <a:pt x="1235" y="1827"/>
                    </a:lnTo>
                    <a:lnTo>
                      <a:pt x="1351" y="1854"/>
                    </a:lnTo>
                    <a:lnTo>
                      <a:pt x="1471" y="1877"/>
                    </a:lnTo>
                    <a:lnTo>
                      <a:pt x="1596" y="1899"/>
                    </a:lnTo>
                    <a:lnTo>
                      <a:pt x="1724" y="1919"/>
                    </a:lnTo>
                    <a:lnTo>
                      <a:pt x="1856" y="1937"/>
                    </a:lnTo>
                    <a:lnTo>
                      <a:pt x="1990" y="1952"/>
                    </a:lnTo>
                    <a:lnTo>
                      <a:pt x="2130" y="1966"/>
                    </a:lnTo>
                    <a:lnTo>
                      <a:pt x="2272" y="1977"/>
                    </a:lnTo>
                    <a:lnTo>
                      <a:pt x="2417" y="1986"/>
                    </a:lnTo>
                    <a:lnTo>
                      <a:pt x="2566" y="1992"/>
                    </a:lnTo>
                    <a:lnTo>
                      <a:pt x="2716" y="1996"/>
                    </a:lnTo>
                    <a:lnTo>
                      <a:pt x="2870" y="1997"/>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478093" rtl="0" eaLnBrk="1" latinLnBrk="0" hangingPunct="1">
                  <a:defRPr sz="1883" kern="1200">
                    <a:solidFill>
                      <a:schemeClr val="tx1"/>
                    </a:solidFill>
                    <a:latin typeface="+mn-lt"/>
                    <a:ea typeface="+mn-ea"/>
                    <a:cs typeface="+mn-cs"/>
                  </a:defRPr>
                </a:lvl1pPr>
                <a:lvl2pPr marL="478093" algn="l" defTabSz="478093" rtl="0" eaLnBrk="1" latinLnBrk="0" hangingPunct="1">
                  <a:defRPr sz="1883" kern="1200">
                    <a:solidFill>
                      <a:schemeClr val="tx1"/>
                    </a:solidFill>
                    <a:latin typeface="+mn-lt"/>
                    <a:ea typeface="+mn-ea"/>
                    <a:cs typeface="+mn-cs"/>
                  </a:defRPr>
                </a:lvl2pPr>
                <a:lvl3pPr marL="956184" algn="l" defTabSz="478093" rtl="0" eaLnBrk="1" latinLnBrk="0" hangingPunct="1">
                  <a:defRPr sz="1883" kern="1200">
                    <a:solidFill>
                      <a:schemeClr val="tx1"/>
                    </a:solidFill>
                    <a:latin typeface="+mn-lt"/>
                    <a:ea typeface="+mn-ea"/>
                    <a:cs typeface="+mn-cs"/>
                  </a:defRPr>
                </a:lvl3pPr>
                <a:lvl4pPr marL="1434277" algn="l" defTabSz="478093" rtl="0" eaLnBrk="1" latinLnBrk="0" hangingPunct="1">
                  <a:defRPr sz="1883" kern="1200">
                    <a:solidFill>
                      <a:schemeClr val="tx1"/>
                    </a:solidFill>
                    <a:latin typeface="+mn-lt"/>
                    <a:ea typeface="+mn-ea"/>
                    <a:cs typeface="+mn-cs"/>
                  </a:defRPr>
                </a:lvl4pPr>
                <a:lvl5pPr marL="1912370" algn="l" defTabSz="478093" rtl="0" eaLnBrk="1" latinLnBrk="0" hangingPunct="1">
                  <a:defRPr sz="1883" kern="1200">
                    <a:solidFill>
                      <a:schemeClr val="tx1"/>
                    </a:solidFill>
                    <a:latin typeface="+mn-lt"/>
                    <a:ea typeface="+mn-ea"/>
                    <a:cs typeface="+mn-cs"/>
                  </a:defRPr>
                </a:lvl5pPr>
                <a:lvl6pPr marL="2390462" algn="l" defTabSz="478093" rtl="0" eaLnBrk="1" latinLnBrk="0" hangingPunct="1">
                  <a:defRPr sz="1883" kern="1200">
                    <a:solidFill>
                      <a:schemeClr val="tx1"/>
                    </a:solidFill>
                    <a:latin typeface="+mn-lt"/>
                    <a:ea typeface="+mn-ea"/>
                    <a:cs typeface="+mn-cs"/>
                  </a:defRPr>
                </a:lvl6pPr>
                <a:lvl7pPr marL="2868554" algn="l" defTabSz="478093" rtl="0" eaLnBrk="1" latinLnBrk="0" hangingPunct="1">
                  <a:defRPr sz="1883" kern="1200">
                    <a:solidFill>
                      <a:schemeClr val="tx1"/>
                    </a:solidFill>
                    <a:latin typeface="+mn-lt"/>
                    <a:ea typeface="+mn-ea"/>
                    <a:cs typeface="+mn-cs"/>
                  </a:defRPr>
                </a:lvl7pPr>
                <a:lvl8pPr marL="3346646" algn="l" defTabSz="478093" rtl="0" eaLnBrk="1" latinLnBrk="0" hangingPunct="1">
                  <a:defRPr sz="1883" kern="1200">
                    <a:solidFill>
                      <a:schemeClr val="tx1"/>
                    </a:solidFill>
                    <a:latin typeface="+mn-lt"/>
                    <a:ea typeface="+mn-ea"/>
                    <a:cs typeface="+mn-cs"/>
                  </a:defRPr>
                </a:lvl8pPr>
                <a:lvl9pPr marL="3824739" algn="l" defTabSz="478093" rtl="0" eaLnBrk="1" latinLnBrk="0" hangingPunct="1">
                  <a:defRPr sz="1883" kern="1200">
                    <a:solidFill>
                      <a:schemeClr val="tx1"/>
                    </a:solidFill>
                    <a:latin typeface="+mn-lt"/>
                    <a:ea typeface="+mn-ea"/>
                    <a:cs typeface="+mn-cs"/>
                  </a:defRPr>
                </a:lvl9pPr>
              </a:lstStyle>
              <a:p>
                <a:endParaRPr lang="ja-JP" altLang="en-US"/>
              </a:p>
            </p:txBody>
          </p:sp>
          <p:sp>
            <p:nvSpPr>
              <p:cNvPr id="82" name="Freeform 42">
                <a:extLst>
                  <a:ext uri="{FF2B5EF4-FFF2-40B4-BE49-F238E27FC236}">
                    <a16:creationId xmlns:a16="http://schemas.microsoft.com/office/drawing/2014/main" id="{1AEE4DC2-B663-08C6-A2BF-0D5BBD82CA75}"/>
                  </a:ext>
                </a:extLst>
              </p:cNvPr>
              <p:cNvSpPr>
                <a:spLocks/>
              </p:cNvSpPr>
              <p:nvPr/>
            </p:nvSpPr>
            <p:spPr bwMode="auto">
              <a:xfrm>
                <a:off x="3131984" y="5267334"/>
                <a:ext cx="270003" cy="90001"/>
              </a:xfrm>
              <a:custGeom>
                <a:avLst/>
                <a:gdLst>
                  <a:gd name="T0" fmla="*/ 3025 w 5991"/>
                  <a:gd name="T1" fmla="*/ 3393 h 3396"/>
                  <a:gd name="T2" fmla="*/ 3330 w 5991"/>
                  <a:gd name="T3" fmla="*/ 3377 h 3396"/>
                  <a:gd name="T4" fmla="*/ 3627 w 5991"/>
                  <a:gd name="T5" fmla="*/ 3342 h 3396"/>
                  <a:gd name="T6" fmla="*/ 3916 w 5991"/>
                  <a:gd name="T7" fmla="*/ 3293 h 3396"/>
                  <a:gd name="T8" fmla="*/ 4193 w 5991"/>
                  <a:gd name="T9" fmla="*/ 3228 h 3396"/>
                  <a:gd name="T10" fmla="*/ 4458 w 5991"/>
                  <a:gd name="T11" fmla="*/ 3150 h 3396"/>
                  <a:gd name="T12" fmla="*/ 4708 w 5991"/>
                  <a:gd name="T13" fmla="*/ 3059 h 3396"/>
                  <a:gd name="T14" fmla="*/ 4941 w 5991"/>
                  <a:gd name="T15" fmla="*/ 2955 h 3396"/>
                  <a:gd name="T16" fmla="*/ 5157 w 5991"/>
                  <a:gd name="T17" fmla="*/ 2839 h 3396"/>
                  <a:gd name="T18" fmla="*/ 5350 w 5991"/>
                  <a:gd name="T19" fmla="*/ 2714 h 3396"/>
                  <a:gd name="T20" fmla="*/ 5523 w 5991"/>
                  <a:gd name="T21" fmla="*/ 2578 h 3396"/>
                  <a:gd name="T22" fmla="*/ 5671 w 5991"/>
                  <a:gd name="T23" fmla="*/ 2434 h 3396"/>
                  <a:gd name="T24" fmla="*/ 5794 w 5991"/>
                  <a:gd name="T25" fmla="*/ 2282 h 3396"/>
                  <a:gd name="T26" fmla="*/ 5889 w 5991"/>
                  <a:gd name="T27" fmla="*/ 2123 h 3396"/>
                  <a:gd name="T28" fmla="*/ 5953 w 5991"/>
                  <a:gd name="T29" fmla="*/ 1956 h 3396"/>
                  <a:gd name="T30" fmla="*/ 5986 w 5991"/>
                  <a:gd name="T31" fmla="*/ 1786 h 3396"/>
                  <a:gd name="T32" fmla="*/ 5990 w 5991"/>
                  <a:gd name="T33" fmla="*/ 1654 h 3396"/>
                  <a:gd name="T34" fmla="*/ 5964 w 5991"/>
                  <a:gd name="T35" fmla="*/ 1482 h 3396"/>
                  <a:gd name="T36" fmla="*/ 5908 w 5991"/>
                  <a:gd name="T37" fmla="*/ 1315 h 3396"/>
                  <a:gd name="T38" fmla="*/ 5819 w 5991"/>
                  <a:gd name="T39" fmla="*/ 1154 h 3396"/>
                  <a:gd name="T40" fmla="*/ 5704 w 5991"/>
                  <a:gd name="T41" fmla="*/ 1000 h 3396"/>
                  <a:gd name="T42" fmla="*/ 5563 w 5991"/>
                  <a:gd name="T43" fmla="*/ 852 h 3396"/>
                  <a:gd name="T44" fmla="*/ 5396 w 5991"/>
                  <a:gd name="T45" fmla="*/ 715 h 3396"/>
                  <a:gd name="T46" fmla="*/ 5207 w 5991"/>
                  <a:gd name="T47" fmla="*/ 587 h 3396"/>
                  <a:gd name="T48" fmla="*/ 4996 w 5991"/>
                  <a:gd name="T49" fmla="*/ 469 h 3396"/>
                  <a:gd name="T50" fmla="*/ 4768 w 5991"/>
                  <a:gd name="T51" fmla="*/ 363 h 3396"/>
                  <a:gd name="T52" fmla="*/ 4522 w 5991"/>
                  <a:gd name="T53" fmla="*/ 268 h 3396"/>
                  <a:gd name="T54" fmla="*/ 4261 w 5991"/>
                  <a:gd name="T55" fmla="*/ 186 h 3396"/>
                  <a:gd name="T56" fmla="*/ 3986 w 5991"/>
                  <a:gd name="T57" fmla="*/ 118 h 3396"/>
                  <a:gd name="T58" fmla="*/ 3700 w 5991"/>
                  <a:gd name="T59" fmla="*/ 65 h 3396"/>
                  <a:gd name="T60" fmla="*/ 3404 w 5991"/>
                  <a:gd name="T61" fmla="*/ 27 h 3396"/>
                  <a:gd name="T62" fmla="*/ 3102 w 5991"/>
                  <a:gd name="T63" fmla="*/ 5 h 3396"/>
                  <a:gd name="T64" fmla="*/ 2870 w 5991"/>
                  <a:gd name="T65" fmla="*/ 0 h 3396"/>
                  <a:gd name="T66" fmla="*/ 2272 w 5991"/>
                  <a:gd name="T67" fmla="*/ 20 h 3396"/>
                  <a:gd name="T68" fmla="*/ 1724 w 5991"/>
                  <a:gd name="T69" fmla="*/ 79 h 3396"/>
                  <a:gd name="T70" fmla="*/ 1235 w 5991"/>
                  <a:gd name="T71" fmla="*/ 170 h 3396"/>
                  <a:gd name="T72" fmla="*/ 862 w 5991"/>
                  <a:gd name="T73" fmla="*/ 276 h 3396"/>
                  <a:gd name="T74" fmla="*/ 677 w 5991"/>
                  <a:gd name="T75" fmla="*/ 345 h 3396"/>
                  <a:gd name="T76" fmla="*/ 510 w 5991"/>
                  <a:gd name="T77" fmla="*/ 420 h 3396"/>
                  <a:gd name="T78" fmla="*/ 365 w 5991"/>
                  <a:gd name="T79" fmla="*/ 502 h 3396"/>
                  <a:gd name="T80" fmla="*/ 242 w 5991"/>
                  <a:gd name="T81" fmla="*/ 588 h 3396"/>
                  <a:gd name="T82" fmla="*/ 143 w 5991"/>
                  <a:gd name="T83" fmla="*/ 678 h 3396"/>
                  <a:gd name="T84" fmla="*/ 69 w 5991"/>
                  <a:gd name="T85" fmla="*/ 773 h 3396"/>
                  <a:gd name="T86" fmla="*/ 21 w 5991"/>
                  <a:gd name="T87" fmla="*/ 872 h 3396"/>
                  <a:gd name="T88" fmla="*/ 0 w 5991"/>
                  <a:gd name="T89" fmla="*/ 973 h 3396"/>
                  <a:gd name="T90" fmla="*/ 2 w 5991"/>
                  <a:gd name="T91" fmla="*/ 1050 h 3396"/>
                  <a:gd name="T92" fmla="*/ 30 w 5991"/>
                  <a:gd name="T93" fmla="*/ 1151 h 3396"/>
                  <a:gd name="T94" fmla="*/ 86 w 5991"/>
                  <a:gd name="T95" fmla="*/ 1249 h 3396"/>
                  <a:gd name="T96" fmla="*/ 166 w 5991"/>
                  <a:gd name="T97" fmla="*/ 1342 h 3396"/>
                  <a:gd name="T98" fmla="*/ 270 w 5991"/>
                  <a:gd name="T99" fmla="*/ 1432 h 3396"/>
                  <a:gd name="T100" fmla="*/ 398 w 5991"/>
                  <a:gd name="T101" fmla="*/ 1517 h 3396"/>
                  <a:gd name="T102" fmla="*/ 550 w 5991"/>
                  <a:gd name="T103" fmla="*/ 1596 h 3396"/>
                  <a:gd name="T104" fmla="*/ 721 w 5991"/>
                  <a:gd name="T105" fmla="*/ 1670 h 3396"/>
                  <a:gd name="T106" fmla="*/ 912 w 5991"/>
                  <a:gd name="T107" fmla="*/ 1738 h 3396"/>
                  <a:gd name="T108" fmla="*/ 1351 w 5991"/>
                  <a:gd name="T109" fmla="*/ 1854 h 3396"/>
                  <a:gd name="T110" fmla="*/ 1856 w 5991"/>
                  <a:gd name="T111" fmla="*/ 1937 h 3396"/>
                  <a:gd name="T112" fmla="*/ 2417 w 5991"/>
                  <a:gd name="T113" fmla="*/ 1986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991" h="3396">
                    <a:moveTo>
                      <a:pt x="2870" y="3396"/>
                    </a:moveTo>
                    <a:lnTo>
                      <a:pt x="2870" y="3396"/>
                    </a:lnTo>
                    <a:lnTo>
                      <a:pt x="2948" y="3395"/>
                    </a:lnTo>
                    <a:lnTo>
                      <a:pt x="3025" y="3393"/>
                    </a:lnTo>
                    <a:lnTo>
                      <a:pt x="3102" y="3391"/>
                    </a:lnTo>
                    <a:lnTo>
                      <a:pt x="3179" y="3387"/>
                    </a:lnTo>
                    <a:lnTo>
                      <a:pt x="3254" y="3382"/>
                    </a:lnTo>
                    <a:lnTo>
                      <a:pt x="3330" y="3377"/>
                    </a:lnTo>
                    <a:lnTo>
                      <a:pt x="3404" y="3369"/>
                    </a:lnTo>
                    <a:lnTo>
                      <a:pt x="3480" y="3361"/>
                    </a:lnTo>
                    <a:lnTo>
                      <a:pt x="3553" y="3352"/>
                    </a:lnTo>
                    <a:lnTo>
                      <a:pt x="3627" y="3342"/>
                    </a:lnTo>
                    <a:lnTo>
                      <a:pt x="3700" y="3332"/>
                    </a:lnTo>
                    <a:lnTo>
                      <a:pt x="3772" y="3319"/>
                    </a:lnTo>
                    <a:lnTo>
                      <a:pt x="3844" y="3306"/>
                    </a:lnTo>
                    <a:lnTo>
                      <a:pt x="3916" y="3293"/>
                    </a:lnTo>
                    <a:lnTo>
                      <a:pt x="3986" y="3278"/>
                    </a:lnTo>
                    <a:lnTo>
                      <a:pt x="4056" y="3262"/>
                    </a:lnTo>
                    <a:lnTo>
                      <a:pt x="4125" y="3246"/>
                    </a:lnTo>
                    <a:lnTo>
                      <a:pt x="4193" y="3228"/>
                    </a:lnTo>
                    <a:lnTo>
                      <a:pt x="4261" y="3210"/>
                    </a:lnTo>
                    <a:lnTo>
                      <a:pt x="4327" y="3191"/>
                    </a:lnTo>
                    <a:lnTo>
                      <a:pt x="4393" y="3170"/>
                    </a:lnTo>
                    <a:lnTo>
                      <a:pt x="4458" y="3150"/>
                    </a:lnTo>
                    <a:lnTo>
                      <a:pt x="4522" y="3128"/>
                    </a:lnTo>
                    <a:lnTo>
                      <a:pt x="4585" y="3106"/>
                    </a:lnTo>
                    <a:lnTo>
                      <a:pt x="4647" y="3083"/>
                    </a:lnTo>
                    <a:lnTo>
                      <a:pt x="4708" y="3059"/>
                    </a:lnTo>
                    <a:lnTo>
                      <a:pt x="4768" y="3033"/>
                    </a:lnTo>
                    <a:lnTo>
                      <a:pt x="4827" y="3009"/>
                    </a:lnTo>
                    <a:lnTo>
                      <a:pt x="4885" y="2982"/>
                    </a:lnTo>
                    <a:lnTo>
                      <a:pt x="4941" y="2955"/>
                    </a:lnTo>
                    <a:lnTo>
                      <a:pt x="4996" y="2927"/>
                    </a:lnTo>
                    <a:lnTo>
                      <a:pt x="5052" y="2898"/>
                    </a:lnTo>
                    <a:lnTo>
                      <a:pt x="5104" y="2869"/>
                    </a:lnTo>
                    <a:lnTo>
                      <a:pt x="5157" y="2839"/>
                    </a:lnTo>
                    <a:lnTo>
                      <a:pt x="5207" y="2809"/>
                    </a:lnTo>
                    <a:lnTo>
                      <a:pt x="5255" y="2778"/>
                    </a:lnTo>
                    <a:lnTo>
                      <a:pt x="5304" y="2746"/>
                    </a:lnTo>
                    <a:lnTo>
                      <a:pt x="5350" y="2714"/>
                    </a:lnTo>
                    <a:lnTo>
                      <a:pt x="5396" y="2680"/>
                    </a:lnTo>
                    <a:lnTo>
                      <a:pt x="5440" y="2647"/>
                    </a:lnTo>
                    <a:lnTo>
                      <a:pt x="5482" y="2613"/>
                    </a:lnTo>
                    <a:lnTo>
                      <a:pt x="5523" y="2578"/>
                    </a:lnTo>
                    <a:lnTo>
                      <a:pt x="5563" y="2543"/>
                    </a:lnTo>
                    <a:lnTo>
                      <a:pt x="5600" y="2507"/>
                    </a:lnTo>
                    <a:lnTo>
                      <a:pt x="5636" y="2470"/>
                    </a:lnTo>
                    <a:lnTo>
                      <a:pt x="5671" y="2434"/>
                    </a:lnTo>
                    <a:lnTo>
                      <a:pt x="5704" y="2397"/>
                    </a:lnTo>
                    <a:lnTo>
                      <a:pt x="5736" y="2359"/>
                    </a:lnTo>
                    <a:lnTo>
                      <a:pt x="5766" y="2320"/>
                    </a:lnTo>
                    <a:lnTo>
                      <a:pt x="5794" y="2282"/>
                    </a:lnTo>
                    <a:lnTo>
                      <a:pt x="5819" y="2242"/>
                    </a:lnTo>
                    <a:lnTo>
                      <a:pt x="5845" y="2202"/>
                    </a:lnTo>
                    <a:lnTo>
                      <a:pt x="5867" y="2163"/>
                    </a:lnTo>
                    <a:lnTo>
                      <a:pt x="5889" y="2123"/>
                    </a:lnTo>
                    <a:lnTo>
                      <a:pt x="5908" y="2082"/>
                    </a:lnTo>
                    <a:lnTo>
                      <a:pt x="5925" y="2040"/>
                    </a:lnTo>
                    <a:lnTo>
                      <a:pt x="5940" y="1999"/>
                    </a:lnTo>
                    <a:lnTo>
                      <a:pt x="5953" y="1956"/>
                    </a:lnTo>
                    <a:lnTo>
                      <a:pt x="5964" y="1914"/>
                    </a:lnTo>
                    <a:lnTo>
                      <a:pt x="5973" y="1872"/>
                    </a:lnTo>
                    <a:lnTo>
                      <a:pt x="5981" y="1828"/>
                    </a:lnTo>
                    <a:lnTo>
                      <a:pt x="5986" y="1786"/>
                    </a:lnTo>
                    <a:lnTo>
                      <a:pt x="5990" y="1742"/>
                    </a:lnTo>
                    <a:lnTo>
                      <a:pt x="5991" y="1699"/>
                    </a:lnTo>
                    <a:lnTo>
                      <a:pt x="5991" y="1699"/>
                    </a:lnTo>
                    <a:lnTo>
                      <a:pt x="5990" y="1654"/>
                    </a:lnTo>
                    <a:lnTo>
                      <a:pt x="5986" y="1610"/>
                    </a:lnTo>
                    <a:lnTo>
                      <a:pt x="5981" y="1568"/>
                    </a:lnTo>
                    <a:lnTo>
                      <a:pt x="5973" y="1524"/>
                    </a:lnTo>
                    <a:lnTo>
                      <a:pt x="5964" y="1482"/>
                    </a:lnTo>
                    <a:lnTo>
                      <a:pt x="5953" y="1440"/>
                    </a:lnTo>
                    <a:lnTo>
                      <a:pt x="5940" y="1397"/>
                    </a:lnTo>
                    <a:lnTo>
                      <a:pt x="5925" y="1356"/>
                    </a:lnTo>
                    <a:lnTo>
                      <a:pt x="5908" y="1315"/>
                    </a:lnTo>
                    <a:lnTo>
                      <a:pt x="5889" y="1274"/>
                    </a:lnTo>
                    <a:lnTo>
                      <a:pt x="5867" y="1233"/>
                    </a:lnTo>
                    <a:lnTo>
                      <a:pt x="5845" y="1193"/>
                    </a:lnTo>
                    <a:lnTo>
                      <a:pt x="5819" y="1154"/>
                    </a:lnTo>
                    <a:lnTo>
                      <a:pt x="5794" y="1114"/>
                    </a:lnTo>
                    <a:lnTo>
                      <a:pt x="5766" y="1076"/>
                    </a:lnTo>
                    <a:lnTo>
                      <a:pt x="5736" y="1037"/>
                    </a:lnTo>
                    <a:lnTo>
                      <a:pt x="5704" y="1000"/>
                    </a:lnTo>
                    <a:lnTo>
                      <a:pt x="5671" y="961"/>
                    </a:lnTo>
                    <a:lnTo>
                      <a:pt x="5636" y="926"/>
                    </a:lnTo>
                    <a:lnTo>
                      <a:pt x="5600" y="888"/>
                    </a:lnTo>
                    <a:lnTo>
                      <a:pt x="5563" y="852"/>
                    </a:lnTo>
                    <a:lnTo>
                      <a:pt x="5523" y="818"/>
                    </a:lnTo>
                    <a:lnTo>
                      <a:pt x="5482" y="783"/>
                    </a:lnTo>
                    <a:lnTo>
                      <a:pt x="5440" y="749"/>
                    </a:lnTo>
                    <a:lnTo>
                      <a:pt x="5396" y="715"/>
                    </a:lnTo>
                    <a:lnTo>
                      <a:pt x="5350" y="682"/>
                    </a:lnTo>
                    <a:lnTo>
                      <a:pt x="5304" y="650"/>
                    </a:lnTo>
                    <a:lnTo>
                      <a:pt x="5255" y="618"/>
                    </a:lnTo>
                    <a:lnTo>
                      <a:pt x="5207" y="587"/>
                    </a:lnTo>
                    <a:lnTo>
                      <a:pt x="5157" y="556"/>
                    </a:lnTo>
                    <a:lnTo>
                      <a:pt x="5104" y="527"/>
                    </a:lnTo>
                    <a:lnTo>
                      <a:pt x="5052" y="497"/>
                    </a:lnTo>
                    <a:lnTo>
                      <a:pt x="4996" y="469"/>
                    </a:lnTo>
                    <a:lnTo>
                      <a:pt x="4941" y="441"/>
                    </a:lnTo>
                    <a:lnTo>
                      <a:pt x="4885" y="414"/>
                    </a:lnTo>
                    <a:lnTo>
                      <a:pt x="4827" y="388"/>
                    </a:lnTo>
                    <a:lnTo>
                      <a:pt x="4768" y="363"/>
                    </a:lnTo>
                    <a:lnTo>
                      <a:pt x="4708" y="337"/>
                    </a:lnTo>
                    <a:lnTo>
                      <a:pt x="4647" y="314"/>
                    </a:lnTo>
                    <a:lnTo>
                      <a:pt x="4585" y="290"/>
                    </a:lnTo>
                    <a:lnTo>
                      <a:pt x="4522" y="268"/>
                    </a:lnTo>
                    <a:lnTo>
                      <a:pt x="4458" y="246"/>
                    </a:lnTo>
                    <a:lnTo>
                      <a:pt x="4393" y="226"/>
                    </a:lnTo>
                    <a:lnTo>
                      <a:pt x="4327" y="205"/>
                    </a:lnTo>
                    <a:lnTo>
                      <a:pt x="4261" y="186"/>
                    </a:lnTo>
                    <a:lnTo>
                      <a:pt x="4193" y="168"/>
                    </a:lnTo>
                    <a:lnTo>
                      <a:pt x="4125" y="150"/>
                    </a:lnTo>
                    <a:lnTo>
                      <a:pt x="4056" y="133"/>
                    </a:lnTo>
                    <a:lnTo>
                      <a:pt x="3986" y="118"/>
                    </a:lnTo>
                    <a:lnTo>
                      <a:pt x="3916" y="104"/>
                    </a:lnTo>
                    <a:lnTo>
                      <a:pt x="3844" y="90"/>
                    </a:lnTo>
                    <a:lnTo>
                      <a:pt x="3772" y="77"/>
                    </a:lnTo>
                    <a:lnTo>
                      <a:pt x="3700" y="65"/>
                    </a:lnTo>
                    <a:lnTo>
                      <a:pt x="3627" y="54"/>
                    </a:lnTo>
                    <a:lnTo>
                      <a:pt x="3553" y="44"/>
                    </a:lnTo>
                    <a:lnTo>
                      <a:pt x="3480" y="35"/>
                    </a:lnTo>
                    <a:lnTo>
                      <a:pt x="3404" y="27"/>
                    </a:lnTo>
                    <a:lnTo>
                      <a:pt x="3330" y="20"/>
                    </a:lnTo>
                    <a:lnTo>
                      <a:pt x="3254" y="14"/>
                    </a:lnTo>
                    <a:lnTo>
                      <a:pt x="3179" y="9"/>
                    </a:lnTo>
                    <a:lnTo>
                      <a:pt x="3102" y="5"/>
                    </a:lnTo>
                    <a:lnTo>
                      <a:pt x="3025" y="3"/>
                    </a:lnTo>
                    <a:lnTo>
                      <a:pt x="2948" y="1"/>
                    </a:lnTo>
                    <a:lnTo>
                      <a:pt x="2870" y="0"/>
                    </a:lnTo>
                    <a:lnTo>
                      <a:pt x="2870" y="0"/>
                    </a:lnTo>
                    <a:lnTo>
                      <a:pt x="2716" y="1"/>
                    </a:lnTo>
                    <a:lnTo>
                      <a:pt x="2566" y="5"/>
                    </a:lnTo>
                    <a:lnTo>
                      <a:pt x="2417" y="12"/>
                    </a:lnTo>
                    <a:lnTo>
                      <a:pt x="2272" y="20"/>
                    </a:lnTo>
                    <a:lnTo>
                      <a:pt x="2130" y="32"/>
                    </a:lnTo>
                    <a:lnTo>
                      <a:pt x="1990" y="45"/>
                    </a:lnTo>
                    <a:lnTo>
                      <a:pt x="1856" y="62"/>
                    </a:lnTo>
                    <a:lnTo>
                      <a:pt x="1724" y="79"/>
                    </a:lnTo>
                    <a:lnTo>
                      <a:pt x="1596" y="99"/>
                    </a:lnTo>
                    <a:lnTo>
                      <a:pt x="1471" y="120"/>
                    </a:lnTo>
                    <a:lnTo>
                      <a:pt x="1351" y="145"/>
                    </a:lnTo>
                    <a:lnTo>
                      <a:pt x="1235" y="170"/>
                    </a:lnTo>
                    <a:lnTo>
                      <a:pt x="1123" y="199"/>
                    </a:lnTo>
                    <a:lnTo>
                      <a:pt x="1015" y="228"/>
                    </a:lnTo>
                    <a:lnTo>
                      <a:pt x="912" y="260"/>
                    </a:lnTo>
                    <a:lnTo>
                      <a:pt x="862" y="276"/>
                    </a:lnTo>
                    <a:lnTo>
                      <a:pt x="815" y="292"/>
                    </a:lnTo>
                    <a:lnTo>
                      <a:pt x="768" y="310"/>
                    </a:lnTo>
                    <a:lnTo>
                      <a:pt x="721" y="328"/>
                    </a:lnTo>
                    <a:lnTo>
                      <a:pt x="677" y="345"/>
                    </a:lnTo>
                    <a:lnTo>
                      <a:pt x="633" y="364"/>
                    </a:lnTo>
                    <a:lnTo>
                      <a:pt x="591" y="382"/>
                    </a:lnTo>
                    <a:lnTo>
                      <a:pt x="550" y="401"/>
                    </a:lnTo>
                    <a:lnTo>
                      <a:pt x="510" y="420"/>
                    </a:lnTo>
                    <a:lnTo>
                      <a:pt x="471" y="441"/>
                    </a:lnTo>
                    <a:lnTo>
                      <a:pt x="434" y="460"/>
                    </a:lnTo>
                    <a:lnTo>
                      <a:pt x="398" y="481"/>
                    </a:lnTo>
                    <a:lnTo>
                      <a:pt x="365" y="502"/>
                    </a:lnTo>
                    <a:lnTo>
                      <a:pt x="332" y="523"/>
                    </a:lnTo>
                    <a:lnTo>
                      <a:pt x="301" y="545"/>
                    </a:lnTo>
                    <a:lnTo>
                      <a:pt x="270" y="567"/>
                    </a:lnTo>
                    <a:lnTo>
                      <a:pt x="242" y="588"/>
                    </a:lnTo>
                    <a:lnTo>
                      <a:pt x="215" y="610"/>
                    </a:lnTo>
                    <a:lnTo>
                      <a:pt x="189" y="633"/>
                    </a:lnTo>
                    <a:lnTo>
                      <a:pt x="166" y="655"/>
                    </a:lnTo>
                    <a:lnTo>
                      <a:pt x="143" y="678"/>
                    </a:lnTo>
                    <a:lnTo>
                      <a:pt x="123" y="702"/>
                    </a:lnTo>
                    <a:lnTo>
                      <a:pt x="104" y="726"/>
                    </a:lnTo>
                    <a:lnTo>
                      <a:pt x="86" y="750"/>
                    </a:lnTo>
                    <a:lnTo>
                      <a:pt x="69" y="773"/>
                    </a:lnTo>
                    <a:lnTo>
                      <a:pt x="55" y="797"/>
                    </a:lnTo>
                    <a:lnTo>
                      <a:pt x="42" y="822"/>
                    </a:lnTo>
                    <a:lnTo>
                      <a:pt x="30" y="847"/>
                    </a:lnTo>
                    <a:lnTo>
                      <a:pt x="21" y="872"/>
                    </a:lnTo>
                    <a:lnTo>
                      <a:pt x="14" y="897"/>
                    </a:lnTo>
                    <a:lnTo>
                      <a:pt x="7" y="922"/>
                    </a:lnTo>
                    <a:lnTo>
                      <a:pt x="2" y="947"/>
                    </a:lnTo>
                    <a:lnTo>
                      <a:pt x="0" y="973"/>
                    </a:lnTo>
                    <a:lnTo>
                      <a:pt x="0" y="999"/>
                    </a:lnTo>
                    <a:lnTo>
                      <a:pt x="0" y="999"/>
                    </a:lnTo>
                    <a:lnTo>
                      <a:pt x="0" y="1024"/>
                    </a:lnTo>
                    <a:lnTo>
                      <a:pt x="2" y="1050"/>
                    </a:lnTo>
                    <a:lnTo>
                      <a:pt x="7" y="1076"/>
                    </a:lnTo>
                    <a:lnTo>
                      <a:pt x="14" y="1101"/>
                    </a:lnTo>
                    <a:lnTo>
                      <a:pt x="21" y="1127"/>
                    </a:lnTo>
                    <a:lnTo>
                      <a:pt x="30" y="1151"/>
                    </a:lnTo>
                    <a:lnTo>
                      <a:pt x="42" y="1176"/>
                    </a:lnTo>
                    <a:lnTo>
                      <a:pt x="55" y="1200"/>
                    </a:lnTo>
                    <a:lnTo>
                      <a:pt x="69" y="1224"/>
                    </a:lnTo>
                    <a:lnTo>
                      <a:pt x="86" y="1249"/>
                    </a:lnTo>
                    <a:lnTo>
                      <a:pt x="104" y="1273"/>
                    </a:lnTo>
                    <a:lnTo>
                      <a:pt x="123" y="1296"/>
                    </a:lnTo>
                    <a:lnTo>
                      <a:pt x="143" y="1319"/>
                    </a:lnTo>
                    <a:lnTo>
                      <a:pt x="166" y="1342"/>
                    </a:lnTo>
                    <a:lnTo>
                      <a:pt x="189" y="1365"/>
                    </a:lnTo>
                    <a:lnTo>
                      <a:pt x="215" y="1388"/>
                    </a:lnTo>
                    <a:lnTo>
                      <a:pt x="242" y="1410"/>
                    </a:lnTo>
                    <a:lnTo>
                      <a:pt x="270" y="1432"/>
                    </a:lnTo>
                    <a:lnTo>
                      <a:pt x="301" y="1454"/>
                    </a:lnTo>
                    <a:lnTo>
                      <a:pt x="332" y="1475"/>
                    </a:lnTo>
                    <a:lnTo>
                      <a:pt x="365" y="1496"/>
                    </a:lnTo>
                    <a:lnTo>
                      <a:pt x="398" y="1517"/>
                    </a:lnTo>
                    <a:lnTo>
                      <a:pt x="434" y="1537"/>
                    </a:lnTo>
                    <a:lnTo>
                      <a:pt x="471" y="1558"/>
                    </a:lnTo>
                    <a:lnTo>
                      <a:pt x="510" y="1577"/>
                    </a:lnTo>
                    <a:lnTo>
                      <a:pt x="550" y="1596"/>
                    </a:lnTo>
                    <a:lnTo>
                      <a:pt x="591" y="1615"/>
                    </a:lnTo>
                    <a:lnTo>
                      <a:pt x="633" y="1634"/>
                    </a:lnTo>
                    <a:lnTo>
                      <a:pt x="677" y="1652"/>
                    </a:lnTo>
                    <a:lnTo>
                      <a:pt x="721" y="1670"/>
                    </a:lnTo>
                    <a:lnTo>
                      <a:pt x="768" y="1688"/>
                    </a:lnTo>
                    <a:lnTo>
                      <a:pt x="815" y="1705"/>
                    </a:lnTo>
                    <a:lnTo>
                      <a:pt x="862" y="1722"/>
                    </a:lnTo>
                    <a:lnTo>
                      <a:pt x="912" y="1738"/>
                    </a:lnTo>
                    <a:lnTo>
                      <a:pt x="1015" y="1769"/>
                    </a:lnTo>
                    <a:lnTo>
                      <a:pt x="1123" y="1800"/>
                    </a:lnTo>
                    <a:lnTo>
                      <a:pt x="1235" y="1827"/>
                    </a:lnTo>
                    <a:lnTo>
                      <a:pt x="1351" y="1854"/>
                    </a:lnTo>
                    <a:lnTo>
                      <a:pt x="1471" y="1877"/>
                    </a:lnTo>
                    <a:lnTo>
                      <a:pt x="1596" y="1899"/>
                    </a:lnTo>
                    <a:lnTo>
                      <a:pt x="1724" y="1919"/>
                    </a:lnTo>
                    <a:lnTo>
                      <a:pt x="1856" y="1937"/>
                    </a:lnTo>
                    <a:lnTo>
                      <a:pt x="1990" y="1952"/>
                    </a:lnTo>
                    <a:lnTo>
                      <a:pt x="2130" y="1966"/>
                    </a:lnTo>
                    <a:lnTo>
                      <a:pt x="2272" y="1977"/>
                    </a:lnTo>
                    <a:lnTo>
                      <a:pt x="2417" y="1986"/>
                    </a:lnTo>
                    <a:lnTo>
                      <a:pt x="2566" y="1992"/>
                    </a:lnTo>
                    <a:lnTo>
                      <a:pt x="2716" y="1996"/>
                    </a:lnTo>
                    <a:lnTo>
                      <a:pt x="2870" y="1997"/>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478093" rtl="0" eaLnBrk="1" latinLnBrk="0" hangingPunct="1">
                  <a:defRPr sz="1883" kern="1200">
                    <a:solidFill>
                      <a:schemeClr val="tx1"/>
                    </a:solidFill>
                    <a:latin typeface="+mn-lt"/>
                    <a:ea typeface="+mn-ea"/>
                    <a:cs typeface="+mn-cs"/>
                  </a:defRPr>
                </a:lvl1pPr>
                <a:lvl2pPr marL="478093" algn="l" defTabSz="478093" rtl="0" eaLnBrk="1" latinLnBrk="0" hangingPunct="1">
                  <a:defRPr sz="1883" kern="1200">
                    <a:solidFill>
                      <a:schemeClr val="tx1"/>
                    </a:solidFill>
                    <a:latin typeface="+mn-lt"/>
                    <a:ea typeface="+mn-ea"/>
                    <a:cs typeface="+mn-cs"/>
                  </a:defRPr>
                </a:lvl2pPr>
                <a:lvl3pPr marL="956184" algn="l" defTabSz="478093" rtl="0" eaLnBrk="1" latinLnBrk="0" hangingPunct="1">
                  <a:defRPr sz="1883" kern="1200">
                    <a:solidFill>
                      <a:schemeClr val="tx1"/>
                    </a:solidFill>
                    <a:latin typeface="+mn-lt"/>
                    <a:ea typeface="+mn-ea"/>
                    <a:cs typeface="+mn-cs"/>
                  </a:defRPr>
                </a:lvl3pPr>
                <a:lvl4pPr marL="1434277" algn="l" defTabSz="478093" rtl="0" eaLnBrk="1" latinLnBrk="0" hangingPunct="1">
                  <a:defRPr sz="1883" kern="1200">
                    <a:solidFill>
                      <a:schemeClr val="tx1"/>
                    </a:solidFill>
                    <a:latin typeface="+mn-lt"/>
                    <a:ea typeface="+mn-ea"/>
                    <a:cs typeface="+mn-cs"/>
                  </a:defRPr>
                </a:lvl4pPr>
                <a:lvl5pPr marL="1912370" algn="l" defTabSz="478093" rtl="0" eaLnBrk="1" latinLnBrk="0" hangingPunct="1">
                  <a:defRPr sz="1883" kern="1200">
                    <a:solidFill>
                      <a:schemeClr val="tx1"/>
                    </a:solidFill>
                    <a:latin typeface="+mn-lt"/>
                    <a:ea typeface="+mn-ea"/>
                    <a:cs typeface="+mn-cs"/>
                  </a:defRPr>
                </a:lvl5pPr>
                <a:lvl6pPr marL="2390462" algn="l" defTabSz="478093" rtl="0" eaLnBrk="1" latinLnBrk="0" hangingPunct="1">
                  <a:defRPr sz="1883" kern="1200">
                    <a:solidFill>
                      <a:schemeClr val="tx1"/>
                    </a:solidFill>
                    <a:latin typeface="+mn-lt"/>
                    <a:ea typeface="+mn-ea"/>
                    <a:cs typeface="+mn-cs"/>
                  </a:defRPr>
                </a:lvl6pPr>
                <a:lvl7pPr marL="2868554" algn="l" defTabSz="478093" rtl="0" eaLnBrk="1" latinLnBrk="0" hangingPunct="1">
                  <a:defRPr sz="1883" kern="1200">
                    <a:solidFill>
                      <a:schemeClr val="tx1"/>
                    </a:solidFill>
                    <a:latin typeface="+mn-lt"/>
                    <a:ea typeface="+mn-ea"/>
                    <a:cs typeface="+mn-cs"/>
                  </a:defRPr>
                </a:lvl7pPr>
                <a:lvl8pPr marL="3346646" algn="l" defTabSz="478093" rtl="0" eaLnBrk="1" latinLnBrk="0" hangingPunct="1">
                  <a:defRPr sz="1883" kern="1200">
                    <a:solidFill>
                      <a:schemeClr val="tx1"/>
                    </a:solidFill>
                    <a:latin typeface="+mn-lt"/>
                    <a:ea typeface="+mn-ea"/>
                    <a:cs typeface="+mn-cs"/>
                  </a:defRPr>
                </a:lvl8pPr>
                <a:lvl9pPr marL="3824739" algn="l" defTabSz="478093" rtl="0" eaLnBrk="1" latinLnBrk="0" hangingPunct="1">
                  <a:defRPr sz="1883" kern="1200">
                    <a:solidFill>
                      <a:schemeClr val="tx1"/>
                    </a:solidFill>
                    <a:latin typeface="+mn-lt"/>
                    <a:ea typeface="+mn-ea"/>
                    <a:cs typeface="+mn-cs"/>
                  </a:defRPr>
                </a:lvl9pPr>
              </a:lstStyle>
              <a:p>
                <a:endParaRPr lang="ja-JP" altLang="en-US"/>
              </a:p>
            </p:txBody>
          </p:sp>
          <p:sp>
            <p:nvSpPr>
              <p:cNvPr id="85" name="Freeform 42">
                <a:extLst>
                  <a:ext uri="{FF2B5EF4-FFF2-40B4-BE49-F238E27FC236}">
                    <a16:creationId xmlns:a16="http://schemas.microsoft.com/office/drawing/2014/main" id="{894CF513-173E-05F0-2D40-E7CD19D19C04}"/>
                  </a:ext>
                </a:extLst>
              </p:cNvPr>
              <p:cNvSpPr>
                <a:spLocks/>
              </p:cNvSpPr>
              <p:nvPr/>
            </p:nvSpPr>
            <p:spPr bwMode="auto">
              <a:xfrm>
                <a:off x="3131984" y="5303797"/>
                <a:ext cx="270003" cy="90001"/>
              </a:xfrm>
              <a:custGeom>
                <a:avLst/>
                <a:gdLst>
                  <a:gd name="T0" fmla="*/ 3025 w 5991"/>
                  <a:gd name="T1" fmla="*/ 3393 h 3396"/>
                  <a:gd name="T2" fmla="*/ 3330 w 5991"/>
                  <a:gd name="T3" fmla="*/ 3377 h 3396"/>
                  <a:gd name="T4" fmla="*/ 3627 w 5991"/>
                  <a:gd name="T5" fmla="*/ 3342 h 3396"/>
                  <a:gd name="T6" fmla="*/ 3916 w 5991"/>
                  <a:gd name="T7" fmla="*/ 3293 h 3396"/>
                  <a:gd name="T8" fmla="*/ 4193 w 5991"/>
                  <a:gd name="T9" fmla="*/ 3228 h 3396"/>
                  <a:gd name="T10" fmla="*/ 4458 w 5991"/>
                  <a:gd name="T11" fmla="*/ 3150 h 3396"/>
                  <a:gd name="T12" fmla="*/ 4708 w 5991"/>
                  <a:gd name="T13" fmla="*/ 3059 h 3396"/>
                  <a:gd name="T14" fmla="*/ 4941 w 5991"/>
                  <a:gd name="T15" fmla="*/ 2955 h 3396"/>
                  <a:gd name="T16" fmla="*/ 5157 w 5991"/>
                  <a:gd name="T17" fmla="*/ 2839 h 3396"/>
                  <a:gd name="T18" fmla="*/ 5350 w 5991"/>
                  <a:gd name="T19" fmla="*/ 2714 h 3396"/>
                  <a:gd name="T20" fmla="*/ 5523 w 5991"/>
                  <a:gd name="T21" fmla="*/ 2578 h 3396"/>
                  <a:gd name="T22" fmla="*/ 5671 w 5991"/>
                  <a:gd name="T23" fmla="*/ 2434 h 3396"/>
                  <a:gd name="T24" fmla="*/ 5794 w 5991"/>
                  <a:gd name="T25" fmla="*/ 2282 h 3396"/>
                  <a:gd name="T26" fmla="*/ 5889 w 5991"/>
                  <a:gd name="T27" fmla="*/ 2123 h 3396"/>
                  <a:gd name="T28" fmla="*/ 5953 w 5991"/>
                  <a:gd name="T29" fmla="*/ 1956 h 3396"/>
                  <a:gd name="T30" fmla="*/ 5986 w 5991"/>
                  <a:gd name="T31" fmla="*/ 1786 h 3396"/>
                  <a:gd name="T32" fmla="*/ 5990 w 5991"/>
                  <a:gd name="T33" fmla="*/ 1654 h 3396"/>
                  <a:gd name="T34" fmla="*/ 5964 w 5991"/>
                  <a:gd name="T35" fmla="*/ 1482 h 3396"/>
                  <a:gd name="T36" fmla="*/ 5908 w 5991"/>
                  <a:gd name="T37" fmla="*/ 1315 h 3396"/>
                  <a:gd name="T38" fmla="*/ 5819 w 5991"/>
                  <a:gd name="T39" fmla="*/ 1154 h 3396"/>
                  <a:gd name="T40" fmla="*/ 5704 w 5991"/>
                  <a:gd name="T41" fmla="*/ 1000 h 3396"/>
                  <a:gd name="T42" fmla="*/ 5563 w 5991"/>
                  <a:gd name="T43" fmla="*/ 852 h 3396"/>
                  <a:gd name="T44" fmla="*/ 5396 w 5991"/>
                  <a:gd name="T45" fmla="*/ 715 h 3396"/>
                  <a:gd name="T46" fmla="*/ 5207 w 5991"/>
                  <a:gd name="T47" fmla="*/ 587 h 3396"/>
                  <a:gd name="T48" fmla="*/ 4996 w 5991"/>
                  <a:gd name="T49" fmla="*/ 469 h 3396"/>
                  <a:gd name="T50" fmla="*/ 4768 w 5991"/>
                  <a:gd name="T51" fmla="*/ 363 h 3396"/>
                  <a:gd name="T52" fmla="*/ 4522 w 5991"/>
                  <a:gd name="T53" fmla="*/ 268 h 3396"/>
                  <a:gd name="T54" fmla="*/ 4261 w 5991"/>
                  <a:gd name="T55" fmla="*/ 186 h 3396"/>
                  <a:gd name="T56" fmla="*/ 3986 w 5991"/>
                  <a:gd name="T57" fmla="*/ 118 h 3396"/>
                  <a:gd name="T58" fmla="*/ 3700 w 5991"/>
                  <a:gd name="T59" fmla="*/ 65 h 3396"/>
                  <a:gd name="T60" fmla="*/ 3404 w 5991"/>
                  <a:gd name="T61" fmla="*/ 27 h 3396"/>
                  <a:gd name="T62" fmla="*/ 3102 w 5991"/>
                  <a:gd name="T63" fmla="*/ 5 h 3396"/>
                  <a:gd name="T64" fmla="*/ 2870 w 5991"/>
                  <a:gd name="T65" fmla="*/ 0 h 3396"/>
                  <a:gd name="T66" fmla="*/ 2272 w 5991"/>
                  <a:gd name="T67" fmla="*/ 20 h 3396"/>
                  <a:gd name="T68" fmla="*/ 1724 w 5991"/>
                  <a:gd name="T69" fmla="*/ 79 h 3396"/>
                  <a:gd name="T70" fmla="*/ 1235 w 5991"/>
                  <a:gd name="T71" fmla="*/ 170 h 3396"/>
                  <a:gd name="T72" fmla="*/ 862 w 5991"/>
                  <a:gd name="T73" fmla="*/ 276 h 3396"/>
                  <a:gd name="T74" fmla="*/ 677 w 5991"/>
                  <a:gd name="T75" fmla="*/ 345 h 3396"/>
                  <a:gd name="T76" fmla="*/ 510 w 5991"/>
                  <a:gd name="T77" fmla="*/ 420 h 3396"/>
                  <a:gd name="T78" fmla="*/ 365 w 5991"/>
                  <a:gd name="T79" fmla="*/ 502 h 3396"/>
                  <a:gd name="T80" fmla="*/ 242 w 5991"/>
                  <a:gd name="T81" fmla="*/ 588 h 3396"/>
                  <a:gd name="T82" fmla="*/ 143 w 5991"/>
                  <a:gd name="T83" fmla="*/ 678 h 3396"/>
                  <a:gd name="T84" fmla="*/ 69 w 5991"/>
                  <a:gd name="T85" fmla="*/ 773 h 3396"/>
                  <a:gd name="T86" fmla="*/ 21 w 5991"/>
                  <a:gd name="T87" fmla="*/ 872 h 3396"/>
                  <a:gd name="T88" fmla="*/ 0 w 5991"/>
                  <a:gd name="T89" fmla="*/ 973 h 3396"/>
                  <a:gd name="T90" fmla="*/ 2 w 5991"/>
                  <a:gd name="T91" fmla="*/ 1050 h 3396"/>
                  <a:gd name="T92" fmla="*/ 30 w 5991"/>
                  <a:gd name="T93" fmla="*/ 1151 h 3396"/>
                  <a:gd name="T94" fmla="*/ 86 w 5991"/>
                  <a:gd name="T95" fmla="*/ 1249 h 3396"/>
                  <a:gd name="T96" fmla="*/ 166 w 5991"/>
                  <a:gd name="T97" fmla="*/ 1342 h 3396"/>
                  <a:gd name="T98" fmla="*/ 270 w 5991"/>
                  <a:gd name="T99" fmla="*/ 1432 h 3396"/>
                  <a:gd name="T100" fmla="*/ 398 w 5991"/>
                  <a:gd name="T101" fmla="*/ 1517 h 3396"/>
                  <a:gd name="T102" fmla="*/ 550 w 5991"/>
                  <a:gd name="T103" fmla="*/ 1596 h 3396"/>
                  <a:gd name="T104" fmla="*/ 721 w 5991"/>
                  <a:gd name="T105" fmla="*/ 1670 h 3396"/>
                  <a:gd name="T106" fmla="*/ 912 w 5991"/>
                  <a:gd name="T107" fmla="*/ 1738 h 3396"/>
                  <a:gd name="T108" fmla="*/ 1351 w 5991"/>
                  <a:gd name="T109" fmla="*/ 1854 h 3396"/>
                  <a:gd name="T110" fmla="*/ 1856 w 5991"/>
                  <a:gd name="T111" fmla="*/ 1937 h 3396"/>
                  <a:gd name="T112" fmla="*/ 2417 w 5991"/>
                  <a:gd name="T113" fmla="*/ 1986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991" h="3396">
                    <a:moveTo>
                      <a:pt x="2870" y="3396"/>
                    </a:moveTo>
                    <a:lnTo>
                      <a:pt x="2870" y="3396"/>
                    </a:lnTo>
                    <a:lnTo>
                      <a:pt x="2948" y="3395"/>
                    </a:lnTo>
                    <a:lnTo>
                      <a:pt x="3025" y="3393"/>
                    </a:lnTo>
                    <a:lnTo>
                      <a:pt x="3102" y="3391"/>
                    </a:lnTo>
                    <a:lnTo>
                      <a:pt x="3179" y="3387"/>
                    </a:lnTo>
                    <a:lnTo>
                      <a:pt x="3254" y="3382"/>
                    </a:lnTo>
                    <a:lnTo>
                      <a:pt x="3330" y="3377"/>
                    </a:lnTo>
                    <a:lnTo>
                      <a:pt x="3404" y="3369"/>
                    </a:lnTo>
                    <a:lnTo>
                      <a:pt x="3480" y="3361"/>
                    </a:lnTo>
                    <a:lnTo>
                      <a:pt x="3553" y="3352"/>
                    </a:lnTo>
                    <a:lnTo>
                      <a:pt x="3627" y="3342"/>
                    </a:lnTo>
                    <a:lnTo>
                      <a:pt x="3700" y="3332"/>
                    </a:lnTo>
                    <a:lnTo>
                      <a:pt x="3772" y="3319"/>
                    </a:lnTo>
                    <a:lnTo>
                      <a:pt x="3844" y="3306"/>
                    </a:lnTo>
                    <a:lnTo>
                      <a:pt x="3916" y="3293"/>
                    </a:lnTo>
                    <a:lnTo>
                      <a:pt x="3986" y="3278"/>
                    </a:lnTo>
                    <a:lnTo>
                      <a:pt x="4056" y="3262"/>
                    </a:lnTo>
                    <a:lnTo>
                      <a:pt x="4125" y="3246"/>
                    </a:lnTo>
                    <a:lnTo>
                      <a:pt x="4193" y="3228"/>
                    </a:lnTo>
                    <a:lnTo>
                      <a:pt x="4261" y="3210"/>
                    </a:lnTo>
                    <a:lnTo>
                      <a:pt x="4327" y="3191"/>
                    </a:lnTo>
                    <a:lnTo>
                      <a:pt x="4393" y="3170"/>
                    </a:lnTo>
                    <a:lnTo>
                      <a:pt x="4458" y="3150"/>
                    </a:lnTo>
                    <a:lnTo>
                      <a:pt x="4522" y="3128"/>
                    </a:lnTo>
                    <a:lnTo>
                      <a:pt x="4585" y="3106"/>
                    </a:lnTo>
                    <a:lnTo>
                      <a:pt x="4647" y="3083"/>
                    </a:lnTo>
                    <a:lnTo>
                      <a:pt x="4708" y="3059"/>
                    </a:lnTo>
                    <a:lnTo>
                      <a:pt x="4768" y="3033"/>
                    </a:lnTo>
                    <a:lnTo>
                      <a:pt x="4827" y="3009"/>
                    </a:lnTo>
                    <a:lnTo>
                      <a:pt x="4885" y="2982"/>
                    </a:lnTo>
                    <a:lnTo>
                      <a:pt x="4941" y="2955"/>
                    </a:lnTo>
                    <a:lnTo>
                      <a:pt x="4996" y="2927"/>
                    </a:lnTo>
                    <a:lnTo>
                      <a:pt x="5052" y="2898"/>
                    </a:lnTo>
                    <a:lnTo>
                      <a:pt x="5104" y="2869"/>
                    </a:lnTo>
                    <a:lnTo>
                      <a:pt x="5157" y="2839"/>
                    </a:lnTo>
                    <a:lnTo>
                      <a:pt x="5207" y="2809"/>
                    </a:lnTo>
                    <a:lnTo>
                      <a:pt x="5255" y="2778"/>
                    </a:lnTo>
                    <a:lnTo>
                      <a:pt x="5304" y="2746"/>
                    </a:lnTo>
                    <a:lnTo>
                      <a:pt x="5350" y="2714"/>
                    </a:lnTo>
                    <a:lnTo>
                      <a:pt x="5396" y="2680"/>
                    </a:lnTo>
                    <a:lnTo>
                      <a:pt x="5440" y="2647"/>
                    </a:lnTo>
                    <a:lnTo>
                      <a:pt x="5482" y="2613"/>
                    </a:lnTo>
                    <a:lnTo>
                      <a:pt x="5523" y="2578"/>
                    </a:lnTo>
                    <a:lnTo>
                      <a:pt x="5563" y="2543"/>
                    </a:lnTo>
                    <a:lnTo>
                      <a:pt x="5600" y="2507"/>
                    </a:lnTo>
                    <a:lnTo>
                      <a:pt x="5636" y="2470"/>
                    </a:lnTo>
                    <a:lnTo>
                      <a:pt x="5671" y="2434"/>
                    </a:lnTo>
                    <a:lnTo>
                      <a:pt x="5704" y="2397"/>
                    </a:lnTo>
                    <a:lnTo>
                      <a:pt x="5736" y="2359"/>
                    </a:lnTo>
                    <a:lnTo>
                      <a:pt x="5766" y="2320"/>
                    </a:lnTo>
                    <a:lnTo>
                      <a:pt x="5794" y="2282"/>
                    </a:lnTo>
                    <a:lnTo>
                      <a:pt x="5819" y="2242"/>
                    </a:lnTo>
                    <a:lnTo>
                      <a:pt x="5845" y="2202"/>
                    </a:lnTo>
                    <a:lnTo>
                      <a:pt x="5867" y="2163"/>
                    </a:lnTo>
                    <a:lnTo>
                      <a:pt x="5889" y="2123"/>
                    </a:lnTo>
                    <a:lnTo>
                      <a:pt x="5908" y="2082"/>
                    </a:lnTo>
                    <a:lnTo>
                      <a:pt x="5925" y="2040"/>
                    </a:lnTo>
                    <a:lnTo>
                      <a:pt x="5940" y="1999"/>
                    </a:lnTo>
                    <a:lnTo>
                      <a:pt x="5953" y="1956"/>
                    </a:lnTo>
                    <a:lnTo>
                      <a:pt x="5964" y="1914"/>
                    </a:lnTo>
                    <a:lnTo>
                      <a:pt x="5973" y="1872"/>
                    </a:lnTo>
                    <a:lnTo>
                      <a:pt x="5981" y="1828"/>
                    </a:lnTo>
                    <a:lnTo>
                      <a:pt x="5986" y="1786"/>
                    </a:lnTo>
                    <a:lnTo>
                      <a:pt x="5990" y="1742"/>
                    </a:lnTo>
                    <a:lnTo>
                      <a:pt x="5991" y="1699"/>
                    </a:lnTo>
                    <a:lnTo>
                      <a:pt x="5991" y="1699"/>
                    </a:lnTo>
                    <a:lnTo>
                      <a:pt x="5990" y="1654"/>
                    </a:lnTo>
                    <a:lnTo>
                      <a:pt x="5986" y="1610"/>
                    </a:lnTo>
                    <a:lnTo>
                      <a:pt x="5981" y="1568"/>
                    </a:lnTo>
                    <a:lnTo>
                      <a:pt x="5973" y="1524"/>
                    </a:lnTo>
                    <a:lnTo>
                      <a:pt x="5964" y="1482"/>
                    </a:lnTo>
                    <a:lnTo>
                      <a:pt x="5953" y="1440"/>
                    </a:lnTo>
                    <a:lnTo>
                      <a:pt x="5940" y="1397"/>
                    </a:lnTo>
                    <a:lnTo>
                      <a:pt x="5925" y="1356"/>
                    </a:lnTo>
                    <a:lnTo>
                      <a:pt x="5908" y="1315"/>
                    </a:lnTo>
                    <a:lnTo>
                      <a:pt x="5889" y="1274"/>
                    </a:lnTo>
                    <a:lnTo>
                      <a:pt x="5867" y="1233"/>
                    </a:lnTo>
                    <a:lnTo>
                      <a:pt x="5845" y="1193"/>
                    </a:lnTo>
                    <a:lnTo>
                      <a:pt x="5819" y="1154"/>
                    </a:lnTo>
                    <a:lnTo>
                      <a:pt x="5794" y="1114"/>
                    </a:lnTo>
                    <a:lnTo>
                      <a:pt x="5766" y="1076"/>
                    </a:lnTo>
                    <a:lnTo>
                      <a:pt x="5736" y="1037"/>
                    </a:lnTo>
                    <a:lnTo>
                      <a:pt x="5704" y="1000"/>
                    </a:lnTo>
                    <a:lnTo>
                      <a:pt x="5671" y="961"/>
                    </a:lnTo>
                    <a:lnTo>
                      <a:pt x="5636" y="926"/>
                    </a:lnTo>
                    <a:lnTo>
                      <a:pt x="5600" y="888"/>
                    </a:lnTo>
                    <a:lnTo>
                      <a:pt x="5563" y="852"/>
                    </a:lnTo>
                    <a:lnTo>
                      <a:pt x="5523" y="818"/>
                    </a:lnTo>
                    <a:lnTo>
                      <a:pt x="5482" y="783"/>
                    </a:lnTo>
                    <a:lnTo>
                      <a:pt x="5440" y="749"/>
                    </a:lnTo>
                    <a:lnTo>
                      <a:pt x="5396" y="715"/>
                    </a:lnTo>
                    <a:lnTo>
                      <a:pt x="5350" y="682"/>
                    </a:lnTo>
                    <a:lnTo>
                      <a:pt x="5304" y="650"/>
                    </a:lnTo>
                    <a:lnTo>
                      <a:pt x="5255" y="618"/>
                    </a:lnTo>
                    <a:lnTo>
                      <a:pt x="5207" y="587"/>
                    </a:lnTo>
                    <a:lnTo>
                      <a:pt x="5157" y="556"/>
                    </a:lnTo>
                    <a:lnTo>
                      <a:pt x="5104" y="527"/>
                    </a:lnTo>
                    <a:lnTo>
                      <a:pt x="5052" y="497"/>
                    </a:lnTo>
                    <a:lnTo>
                      <a:pt x="4996" y="469"/>
                    </a:lnTo>
                    <a:lnTo>
                      <a:pt x="4941" y="441"/>
                    </a:lnTo>
                    <a:lnTo>
                      <a:pt x="4885" y="414"/>
                    </a:lnTo>
                    <a:lnTo>
                      <a:pt x="4827" y="388"/>
                    </a:lnTo>
                    <a:lnTo>
                      <a:pt x="4768" y="363"/>
                    </a:lnTo>
                    <a:lnTo>
                      <a:pt x="4708" y="337"/>
                    </a:lnTo>
                    <a:lnTo>
                      <a:pt x="4647" y="314"/>
                    </a:lnTo>
                    <a:lnTo>
                      <a:pt x="4585" y="290"/>
                    </a:lnTo>
                    <a:lnTo>
                      <a:pt x="4522" y="268"/>
                    </a:lnTo>
                    <a:lnTo>
                      <a:pt x="4458" y="246"/>
                    </a:lnTo>
                    <a:lnTo>
                      <a:pt x="4393" y="226"/>
                    </a:lnTo>
                    <a:lnTo>
                      <a:pt x="4327" y="205"/>
                    </a:lnTo>
                    <a:lnTo>
                      <a:pt x="4261" y="186"/>
                    </a:lnTo>
                    <a:lnTo>
                      <a:pt x="4193" y="168"/>
                    </a:lnTo>
                    <a:lnTo>
                      <a:pt x="4125" y="150"/>
                    </a:lnTo>
                    <a:lnTo>
                      <a:pt x="4056" y="133"/>
                    </a:lnTo>
                    <a:lnTo>
                      <a:pt x="3986" y="118"/>
                    </a:lnTo>
                    <a:lnTo>
                      <a:pt x="3916" y="104"/>
                    </a:lnTo>
                    <a:lnTo>
                      <a:pt x="3844" y="90"/>
                    </a:lnTo>
                    <a:lnTo>
                      <a:pt x="3772" y="77"/>
                    </a:lnTo>
                    <a:lnTo>
                      <a:pt x="3700" y="65"/>
                    </a:lnTo>
                    <a:lnTo>
                      <a:pt x="3627" y="54"/>
                    </a:lnTo>
                    <a:lnTo>
                      <a:pt x="3553" y="44"/>
                    </a:lnTo>
                    <a:lnTo>
                      <a:pt x="3480" y="35"/>
                    </a:lnTo>
                    <a:lnTo>
                      <a:pt x="3404" y="27"/>
                    </a:lnTo>
                    <a:lnTo>
                      <a:pt x="3330" y="20"/>
                    </a:lnTo>
                    <a:lnTo>
                      <a:pt x="3254" y="14"/>
                    </a:lnTo>
                    <a:lnTo>
                      <a:pt x="3179" y="9"/>
                    </a:lnTo>
                    <a:lnTo>
                      <a:pt x="3102" y="5"/>
                    </a:lnTo>
                    <a:lnTo>
                      <a:pt x="3025" y="3"/>
                    </a:lnTo>
                    <a:lnTo>
                      <a:pt x="2948" y="1"/>
                    </a:lnTo>
                    <a:lnTo>
                      <a:pt x="2870" y="0"/>
                    </a:lnTo>
                    <a:lnTo>
                      <a:pt x="2870" y="0"/>
                    </a:lnTo>
                    <a:lnTo>
                      <a:pt x="2716" y="1"/>
                    </a:lnTo>
                    <a:lnTo>
                      <a:pt x="2566" y="5"/>
                    </a:lnTo>
                    <a:lnTo>
                      <a:pt x="2417" y="12"/>
                    </a:lnTo>
                    <a:lnTo>
                      <a:pt x="2272" y="20"/>
                    </a:lnTo>
                    <a:lnTo>
                      <a:pt x="2130" y="32"/>
                    </a:lnTo>
                    <a:lnTo>
                      <a:pt x="1990" y="45"/>
                    </a:lnTo>
                    <a:lnTo>
                      <a:pt x="1856" y="62"/>
                    </a:lnTo>
                    <a:lnTo>
                      <a:pt x="1724" y="79"/>
                    </a:lnTo>
                    <a:lnTo>
                      <a:pt x="1596" y="99"/>
                    </a:lnTo>
                    <a:lnTo>
                      <a:pt x="1471" y="120"/>
                    </a:lnTo>
                    <a:lnTo>
                      <a:pt x="1351" y="145"/>
                    </a:lnTo>
                    <a:lnTo>
                      <a:pt x="1235" y="170"/>
                    </a:lnTo>
                    <a:lnTo>
                      <a:pt x="1123" y="199"/>
                    </a:lnTo>
                    <a:lnTo>
                      <a:pt x="1015" y="228"/>
                    </a:lnTo>
                    <a:lnTo>
                      <a:pt x="912" y="260"/>
                    </a:lnTo>
                    <a:lnTo>
                      <a:pt x="862" y="276"/>
                    </a:lnTo>
                    <a:lnTo>
                      <a:pt x="815" y="292"/>
                    </a:lnTo>
                    <a:lnTo>
                      <a:pt x="768" y="310"/>
                    </a:lnTo>
                    <a:lnTo>
                      <a:pt x="721" y="328"/>
                    </a:lnTo>
                    <a:lnTo>
                      <a:pt x="677" y="345"/>
                    </a:lnTo>
                    <a:lnTo>
                      <a:pt x="633" y="364"/>
                    </a:lnTo>
                    <a:lnTo>
                      <a:pt x="591" y="382"/>
                    </a:lnTo>
                    <a:lnTo>
                      <a:pt x="550" y="401"/>
                    </a:lnTo>
                    <a:lnTo>
                      <a:pt x="510" y="420"/>
                    </a:lnTo>
                    <a:lnTo>
                      <a:pt x="471" y="441"/>
                    </a:lnTo>
                    <a:lnTo>
                      <a:pt x="434" y="460"/>
                    </a:lnTo>
                    <a:lnTo>
                      <a:pt x="398" y="481"/>
                    </a:lnTo>
                    <a:lnTo>
                      <a:pt x="365" y="502"/>
                    </a:lnTo>
                    <a:lnTo>
                      <a:pt x="332" y="523"/>
                    </a:lnTo>
                    <a:lnTo>
                      <a:pt x="301" y="545"/>
                    </a:lnTo>
                    <a:lnTo>
                      <a:pt x="270" y="567"/>
                    </a:lnTo>
                    <a:lnTo>
                      <a:pt x="242" y="588"/>
                    </a:lnTo>
                    <a:lnTo>
                      <a:pt x="215" y="610"/>
                    </a:lnTo>
                    <a:lnTo>
                      <a:pt x="189" y="633"/>
                    </a:lnTo>
                    <a:lnTo>
                      <a:pt x="166" y="655"/>
                    </a:lnTo>
                    <a:lnTo>
                      <a:pt x="143" y="678"/>
                    </a:lnTo>
                    <a:lnTo>
                      <a:pt x="123" y="702"/>
                    </a:lnTo>
                    <a:lnTo>
                      <a:pt x="104" y="726"/>
                    </a:lnTo>
                    <a:lnTo>
                      <a:pt x="86" y="750"/>
                    </a:lnTo>
                    <a:lnTo>
                      <a:pt x="69" y="773"/>
                    </a:lnTo>
                    <a:lnTo>
                      <a:pt x="55" y="797"/>
                    </a:lnTo>
                    <a:lnTo>
                      <a:pt x="42" y="822"/>
                    </a:lnTo>
                    <a:lnTo>
                      <a:pt x="30" y="847"/>
                    </a:lnTo>
                    <a:lnTo>
                      <a:pt x="21" y="872"/>
                    </a:lnTo>
                    <a:lnTo>
                      <a:pt x="14" y="897"/>
                    </a:lnTo>
                    <a:lnTo>
                      <a:pt x="7" y="922"/>
                    </a:lnTo>
                    <a:lnTo>
                      <a:pt x="2" y="947"/>
                    </a:lnTo>
                    <a:lnTo>
                      <a:pt x="0" y="973"/>
                    </a:lnTo>
                    <a:lnTo>
                      <a:pt x="0" y="999"/>
                    </a:lnTo>
                    <a:lnTo>
                      <a:pt x="0" y="999"/>
                    </a:lnTo>
                    <a:lnTo>
                      <a:pt x="0" y="1024"/>
                    </a:lnTo>
                    <a:lnTo>
                      <a:pt x="2" y="1050"/>
                    </a:lnTo>
                    <a:lnTo>
                      <a:pt x="7" y="1076"/>
                    </a:lnTo>
                    <a:lnTo>
                      <a:pt x="14" y="1101"/>
                    </a:lnTo>
                    <a:lnTo>
                      <a:pt x="21" y="1127"/>
                    </a:lnTo>
                    <a:lnTo>
                      <a:pt x="30" y="1151"/>
                    </a:lnTo>
                    <a:lnTo>
                      <a:pt x="42" y="1176"/>
                    </a:lnTo>
                    <a:lnTo>
                      <a:pt x="55" y="1200"/>
                    </a:lnTo>
                    <a:lnTo>
                      <a:pt x="69" y="1224"/>
                    </a:lnTo>
                    <a:lnTo>
                      <a:pt x="86" y="1249"/>
                    </a:lnTo>
                    <a:lnTo>
                      <a:pt x="104" y="1273"/>
                    </a:lnTo>
                    <a:lnTo>
                      <a:pt x="123" y="1296"/>
                    </a:lnTo>
                    <a:lnTo>
                      <a:pt x="143" y="1319"/>
                    </a:lnTo>
                    <a:lnTo>
                      <a:pt x="166" y="1342"/>
                    </a:lnTo>
                    <a:lnTo>
                      <a:pt x="189" y="1365"/>
                    </a:lnTo>
                    <a:lnTo>
                      <a:pt x="215" y="1388"/>
                    </a:lnTo>
                    <a:lnTo>
                      <a:pt x="242" y="1410"/>
                    </a:lnTo>
                    <a:lnTo>
                      <a:pt x="270" y="1432"/>
                    </a:lnTo>
                    <a:lnTo>
                      <a:pt x="301" y="1454"/>
                    </a:lnTo>
                    <a:lnTo>
                      <a:pt x="332" y="1475"/>
                    </a:lnTo>
                    <a:lnTo>
                      <a:pt x="365" y="1496"/>
                    </a:lnTo>
                    <a:lnTo>
                      <a:pt x="398" y="1517"/>
                    </a:lnTo>
                    <a:lnTo>
                      <a:pt x="434" y="1537"/>
                    </a:lnTo>
                    <a:lnTo>
                      <a:pt x="471" y="1558"/>
                    </a:lnTo>
                    <a:lnTo>
                      <a:pt x="510" y="1577"/>
                    </a:lnTo>
                    <a:lnTo>
                      <a:pt x="550" y="1596"/>
                    </a:lnTo>
                    <a:lnTo>
                      <a:pt x="591" y="1615"/>
                    </a:lnTo>
                    <a:lnTo>
                      <a:pt x="633" y="1634"/>
                    </a:lnTo>
                    <a:lnTo>
                      <a:pt x="677" y="1652"/>
                    </a:lnTo>
                    <a:lnTo>
                      <a:pt x="721" y="1670"/>
                    </a:lnTo>
                    <a:lnTo>
                      <a:pt x="768" y="1688"/>
                    </a:lnTo>
                    <a:lnTo>
                      <a:pt x="815" y="1705"/>
                    </a:lnTo>
                    <a:lnTo>
                      <a:pt x="862" y="1722"/>
                    </a:lnTo>
                    <a:lnTo>
                      <a:pt x="912" y="1738"/>
                    </a:lnTo>
                    <a:lnTo>
                      <a:pt x="1015" y="1769"/>
                    </a:lnTo>
                    <a:lnTo>
                      <a:pt x="1123" y="1800"/>
                    </a:lnTo>
                    <a:lnTo>
                      <a:pt x="1235" y="1827"/>
                    </a:lnTo>
                    <a:lnTo>
                      <a:pt x="1351" y="1854"/>
                    </a:lnTo>
                    <a:lnTo>
                      <a:pt x="1471" y="1877"/>
                    </a:lnTo>
                    <a:lnTo>
                      <a:pt x="1596" y="1899"/>
                    </a:lnTo>
                    <a:lnTo>
                      <a:pt x="1724" y="1919"/>
                    </a:lnTo>
                    <a:lnTo>
                      <a:pt x="1856" y="1937"/>
                    </a:lnTo>
                    <a:lnTo>
                      <a:pt x="1990" y="1952"/>
                    </a:lnTo>
                    <a:lnTo>
                      <a:pt x="2130" y="1966"/>
                    </a:lnTo>
                    <a:lnTo>
                      <a:pt x="2272" y="1977"/>
                    </a:lnTo>
                    <a:lnTo>
                      <a:pt x="2417" y="1986"/>
                    </a:lnTo>
                    <a:lnTo>
                      <a:pt x="2566" y="1992"/>
                    </a:lnTo>
                    <a:lnTo>
                      <a:pt x="2716" y="1996"/>
                    </a:lnTo>
                    <a:lnTo>
                      <a:pt x="2870" y="1997"/>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478093" rtl="0" eaLnBrk="1" latinLnBrk="0" hangingPunct="1">
                  <a:defRPr sz="1883" kern="1200">
                    <a:solidFill>
                      <a:schemeClr val="tx1"/>
                    </a:solidFill>
                    <a:latin typeface="+mn-lt"/>
                    <a:ea typeface="+mn-ea"/>
                    <a:cs typeface="+mn-cs"/>
                  </a:defRPr>
                </a:lvl1pPr>
                <a:lvl2pPr marL="478093" algn="l" defTabSz="478093" rtl="0" eaLnBrk="1" latinLnBrk="0" hangingPunct="1">
                  <a:defRPr sz="1883" kern="1200">
                    <a:solidFill>
                      <a:schemeClr val="tx1"/>
                    </a:solidFill>
                    <a:latin typeface="+mn-lt"/>
                    <a:ea typeface="+mn-ea"/>
                    <a:cs typeface="+mn-cs"/>
                  </a:defRPr>
                </a:lvl2pPr>
                <a:lvl3pPr marL="956184" algn="l" defTabSz="478093" rtl="0" eaLnBrk="1" latinLnBrk="0" hangingPunct="1">
                  <a:defRPr sz="1883" kern="1200">
                    <a:solidFill>
                      <a:schemeClr val="tx1"/>
                    </a:solidFill>
                    <a:latin typeface="+mn-lt"/>
                    <a:ea typeface="+mn-ea"/>
                    <a:cs typeface="+mn-cs"/>
                  </a:defRPr>
                </a:lvl3pPr>
                <a:lvl4pPr marL="1434277" algn="l" defTabSz="478093" rtl="0" eaLnBrk="1" latinLnBrk="0" hangingPunct="1">
                  <a:defRPr sz="1883" kern="1200">
                    <a:solidFill>
                      <a:schemeClr val="tx1"/>
                    </a:solidFill>
                    <a:latin typeface="+mn-lt"/>
                    <a:ea typeface="+mn-ea"/>
                    <a:cs typeface="+mn-cs"/>
                  </a:defRPr>
                </a:lvl4pPr>
                <a:lvl5pPr marL="1912370" algn="l" defTabSz="478093" rtl="0" eaLnBrk="1" latinLnBrk="0" hangingPunct="1">
                  <a:defRPr sz="1883" kern="1200">
                    <a:solidFill>
                      <a:schemeClr val="tx1"/>
                    </a:solidFill>
                    <a:latin typeface="+mn-lt"/>
                    <a:ea typeface="+mn-ea"/>
                    <a:cs typeface="+mn-cs"/>
                  </a:defRPr>
                </a:lvl5pPr>
                <a:lvl6pPr marL="2390462" algn="l" defTabSz="478093" rtl="0" eaLnBrk="1" latinLnBrk="0" hangingPunct="1">
                  <a:defRPr sz="1883" kern="1200">
                    <a:solidFill>
                      <a:schemeClr val="tx1"/>
                    </a:solidFill>
                    <a:latin typeface="+mn-lt"/>
                    <a:ea typeface="+mn-ea"/>
                    <a:cs typeface="+mn-cs"/>
                  </a:defRPr>
                </a:lvl6pPr>
                <a:lvl7pPr marL="2868554" algn="l" defTabSz="478093" rtl="0" eaLnBrk="1" latinLnBrk="0" hangingPunct="1">
                  <a:defRPr sz="1883" kern="1200">
                    <a:solidFill>
                      <a:schemeClr val="tx1"/>
                    </a:solidFill>
                    <a:latin typeface="+mn-lt"/>
                    <a:ea typeface="+mn-ea"/>
                    <a:cs typeface="+mn-cs"/>
                  </a:defRPr>
                </a:lvl7pPr>
                <a:lvl8pPr marL="3346646" algn="l" defTabSz="478093" rtl="0" eaLnBrk="1" latinLnBrk="0" hangingPunct="1">
                  <a:defRPr sz="1883" kern="1200">
                    <a:solidFill>
                      <a:schemeClr val="tx1"/>
                    </a:solidFill>
                    <a:latin typeface="+mn-lt"/>
                    <a:ea typeface="+mn-ea"/>
                    <a:cs typeface="+mn-cs"/>
                  </a:defRPr>
                </a:lvl8pPr>
                <a:lvl9pPr marL="3824739" algn="l" defTabSz="478093" rtl="0" eaLnBrk="1" latinLnBrk="0" hangingPunct="1">
                  <a:defRPr sz="1883" kern="1200">
                    <a:solidFill>
                      <a:schemeClr val="tx1"/>
                    </a:solidFill>
                    <a:latin typeface="+mn-lt"/>
                    <a:ea typeface="+mn-ea"/>
                    <a:cs typeface="+mn-cs"/>
                  </a:defRPr>
                </a:lvl9pPr>
              </a:lstStyle>
              <a:p>
                <a:endParaRPr lang="ja-JP" altLang="en-US"/>
              </a:p>
            </p:txBody>
          </p:sp>
          <p:sp>
            <p:nvSpPr>
              <p:cNvPr id="86" name="Freeform 42">
                <a:extLst>
                  <a:ext uri="{FF2B5EF4-FFF2-40B4-BE49-F238E27FC236}">
                    <a16:creationId xmlns:a16="http://schemas.microsoft.com/office/drawing/2014/main" id="{D50ACB10-6F33-CE4F-6BE2-545D54FB7819}"/>
                  </a:ext>
                </a:extLst>
              </p:cNvPr>
              <p:cNvSpPr>
                <a:spLocks/>
              </p:cNvSpPr>
              <p:nvPr/>
            </p:nvSpPr>
            <p:spPr bwMode="auto">
              <a:xfrm flipV="1">
                <a:off x="3131984" y="5191944"/>
                <a:ext cx="270003" cy="90001"/>
              </a:xfrm>
              <a:custGeom>
                <a:avLst/>
                <a:gdLst>
                  <a:gd name="T0" fmla="*/ 3025 w 5991"/>
                  <a:gd name="T1" fmla="*/ 3393 h 3396"/>
                  <a:gd name="T2" fmla="*/ 3330 w 5991"/>
                  <a:gd name="T3" fmla="*/ 3377 h 3396"/>
                  <a:gd name="T4" fmla="*/ 3627 w 5991"/>
                  <a:gd name="T5" fmla="*/ 3342 h 3396"/>
                  <a:gd name="T6" fmla="*/ 3916 w 5991"/>
                  <a:gd name="T7" fmla="*/ 3293 h 3396"/>
                  <a:gd name="T8" fmla="*/ 4193 w 5991"/>
                  <a:gd name="T9" fmla="*/ 3228 h 3396"/>
                  <a:gd name="T10" fmla="*/ 4458 w 5991"/>
                  <a:gd name="T11" fmla="*/ 3150 h 3396"/>
                  <a:gd name="T12" fmla="*/ 4708 w 5991"/>
                  <a:gd name="T13" fmla="*/ 3059 h 3396"/>
                  <a:gd name="T14" fmla="*/ 4941 w 5991"/>
                  <a:gd name="T15" fmla="*/ 2955 h 3396"/>
                  <a:gd name="T16" fmla="*/ 5157 w 5991"/>
                  <a:gd name="T17" fmla="*/ 2839 h 3396"/>
                  <a:gd name="T18" fmla="*/ 5350 w 5991"/>
                  <a:gd name="T19" fmla="*/ 2714 h 3396"/>
                  <a:gd name="T20" fmla="*/ 5523 w 5991"/>
                  <a:gd name="T21" fmla="*/ 2578 h 3396"/>
                  <a:gd name="T22" fmla="*/ 5671 w 5991"/>
                  <a:gd name="T23" fmla="*/ 2434 h 3396"/>
                  <a:gd name="T24" fmla="*/ 5794 w 5991"/>
                  <a:gd name="T25" fmla="*/ 2282 h 3396"/>
                  <a:gd name="T26" fmla="*/ 5889 w 5991"/>
                  <a:gd name="T27" fmla="*/ 2123 h 3396"/>
                  <a:gd name="T28" fmla="*/ 5953 w 5991"/>
                  <a:gd name="T29" fmla="*/ 1956 h 3396"/>
                  <a:gd name="T30" fmla="*/ 5986 w 5991"/>
                  <a:gd name="T31" fmla="*/ 1786 h 3396"/>
                  <a:gd name="T32" fmla="*/ 5990 w 5991"/>
                  <a:gd name="T33" fmla="*/ 1654 h 3396"/>
                  <a:gd name="T34" fmla="*/ 5964 w 5991"/>
                  <a:gd name="T35" fmla="*/ 1482 h 3396"/>
                  <a:gd name="T36" fmla="*/ 5908 w 5991"/>
                  <a:gd name="T37" fmla="*/ 1315 h 3396"/>
                  <a:gd name="T38" fmla="*/ 5819 w 5991"/>
                  <a:gd name="T39" fmla="*/ 1154 h 3396"/>
                  <a:gd name="T40" fmla="*/ 5704 w 5991"/>
                  <a:gd name="T41" fmla="*/ 1000 h 3396"/>
                  <a:gd name="T42" fmla="*/ 5563 w 5991"/>
                  <a:gd name="T43" fmla="*/ 852 h 3396"/>
                  <a:gd name="T44" fmla="*/ 5396 w 5991"/>
                  <a:gd name="T45" fmla="*/ 715 h 3396"/>
                  <a:gd name="T46" fmla="*/ 5207 w 5991"/>
                  <a:gd name="T47" fmla="*/ 587 h 3396"/>
                  <a:gd name="T48" fmla="*/ 4996 w 5991"/>
                  <a:gd name="T49" fmla="*/ 469 h 3396"/>
                  <a:gd name="T50" fmla="*/ 4768 w 5991"/>
                  <a:gd name="T51" fmla="*/ 363 h 3396"/>
                  <a:gd name="T52" fmla="*/ 4522 w 5991"/>
                  <a:gd name="T53" fmla="*/ 268 h 3396"/>
                  <a:gd name="T54" fmla="*/ 4261 w 5991"/>
                  <a:gd name="T55" fmla="*/ 186 h 3396"/>
                  <a:gd name="T56" fmla="*/ 3986 w 5991"/>
                  <a:gd name="T57" fmla="*/ 118 h 3396"/>
                  <a:gd name="T58" fmla="*/ 3700 w 5991"/>
                  <a:gd name="T59" fmla="*/ 65 h 3396"/>
                  <a:gd name="T60" fmla="*/ 3404 w 5991"/>
                  <a:gd name="T61" fmla="*/ 27 h 3396"/>
                  <a:gd name="T62" fmla="*/ 3102 w 5991"/>
                  <a:gd name="T63" fmla="*/ 5 h 3396"/>
                  <a:gd name="T64" fmla="*/ 2870 w 5991"/>
                  <a:gd name="T65" fmla="*/ 0 h 3396"/>
                  <a:gd name="T66" fmla="*/ 2272 w 5991"/>
                  <a:gd name="T67" fmla="*/ 20 h 3396"/>
                  <a:gd name="T68" fmla="*/ 1724 w 5991"/>
                  <a:gd name="T69" fmla="*/ 79 h 3396"/>
                  <a:gd name="T70" fmla="*/ 1235 w 5991"/>
                  <a:gd name="T71" fmla="*/ 170 h 3396"/>
                  <a:gd name="T72" fmla="*/ 862 w 5991"/>
                  <a:gd name="T73" fmla="*/ 276 h 3396"/>
                  <a:gd name="T74" fmla="*/ 677 w 5991"/>
                  <a:gd name="T75" fmla="*/ 345 h 3396"/>
                  <a:gd name="T76" fmla="*/ 510 w 5991"/>
                  <a:gd name="T77" fmla="*/ 420 h 3396"/>
                  <a:gd name="T78" fmla="*/ 365 w 5991"/>
                  <a:gd name="T79" fmla="*/ 502 h 3396"/>
                  <a:gd name="T80" fmla="*/ 242 w 5991"/>
                  <a:gd name="T81" fmla="*/ 588 h 3396"/>
                  <a:gd name="T82" fmla="*/ 143 w 5991"/>
                  <a:gd name="T83" fmla="*/ 678 h 3396"/>
                  <a:gd name="T84" fmla="*/ 69 w 5991"/>
                  <a:gd name="T85" fmla="*/ 773 h 3396"/>
                  <a:gd name="T86" fmla="*/ 21 w 5991"/>
                  <a:gd name="T87" fmla="*/ 872 h 3396"/>
                  <a:gd name="T88" fmla="*/ 0 w 5991"/>
                  <a:gd name="T89" fmla="*/ 973 h 3396"/>
                  <a:gd name="T90" fmla="*/ 2 w 5991"/>
                  <a:gd name="T91" fmla="*/ 1050 h 3396"/>
                  <a:gd name="T92" fmla="*/ 30 w 5991"/>
                  <a:gd name="T93" fmla="*/ 1151 h 3396"/>
                  <a:gd name="T94" fmla="*/ 86 w 5991"/>
                  <a:gd name="T95" fmla="*/ 1249 h 3396"/>
                  <a:gd name="T96" fmla="*/ 166 w 5991"/>
                  <a:gd name="T97" fmla="*/ 1342 h 3396"/>
                  <a:gd name="T98" fmla="*/ 270 w 5991"/>
                  <a:gd name="T99" fmla="*/ 1432 h 3396"/>
                  <a:gd name="T100" fmla="*/ 398 w 5991"/>
                  <a:gd name="T101" fmla="*/ 1517 h 3396"/>
                  <a:gd name="T102" fmla="*/ 550 w 5991"/>
                  <a:gd name="T103" fmla="*/ 1596 h 3396"/>
                  <a:gd name="T104" fmla="*/ 721 w 5991"/>
                  <a:gd name="T105" fmla="*/ 1670 h 3396"/>
                  <a:gd name="T106" fmla="*/ 912 w 5991"/>
                  <a:gd name="T107" fmla="*/ 1738 h 3396"/>
                  <a:gd name="T108" fmla="*/ 1351 w 5991"/>
                  <a:gd name="T109" fmla="*/ 1854 h 3396"/>
                  <a:gd name="T110" fmla="*/ 1856 w 5991"/>
                  <a:gd name="T111" fmla="*/ 1937 h 3396"/>
                  <a:gd name="T112" fmla="*/ 2417 w 5991"/>
                  <a:gd name="T113" fmla="*/ 1986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991" h="3396">
                    <a:moveTo>
                      <a:pt x="2870" y="3396"/>
                    </a:moveTo>
                    <a:lnTo>
                      <a:pt x="2870" y="3396"/>
                    </a:lnTo>
                    <a:lnTo>
                      <a:pt x="2948" y="3395"/>
                    </a:lnTo>
                    <a:lnTo>
                      <a:pt x="3025" y="3393"/>
                    </a:lnTo>
                    <a:lnTo>
                      <a:pt x="3102" y="3391"/>
                    </a:lnTo>
                    <a:lnTo>
                      <a:pt x="3179" y="3387"/>
                    </a:lnTo>
                    <a:lnTo>
                      <a:pt x="3254" y="3382"/>
                    </a:lnTo>
                    <a:lnTo>
                      <a:pt x="3330" y="3377"/>
                    </a:lnTo>
                    <a:lnTo>
                      <a:pt x="3404" y="3369"/>
                    </a:lnTo>
                    <a:lnTo>
                      <a:pt x="3480" y="3361"/>
                    </a:lnTo>
                    <a:lnTo>
                      <a:pt x="3553" y="3352"/>
                    </a:lnTo>
                    <a:lnTo>
                      <a:pt x="3627" y="3342"/>
                    </a:lnTo>
                    <a:lnTo>
                      <a:pt x="3700" y="3332"/>
                    </a:lnTo>
                    <a:lnTo>
                      <a:pt x="3772" y="3319"/>
                    </a:lnTo>
                    <a:lnTo>
                      <a:pt x="3844" y="3306"/>
                    </a:lnTo>
                    <a:lnTo>
                      <a:pt x="3916" y="3293"/>
                    </a:lnTo>
                    <a:lnTo>
                      <a:pt x="3986" y="3278"/>
                    </a:lnTo>
                    <a:lnTo>
                      <a:pt x="4056" y="3262"/>
                    </a:lnTo>
                    <a:lnTo>
                      <a:pt x="4125" y="3246"/>
                    </a:lnTo>
                    <a:lnTo>
                      <a:pt x="4193" y="3228"/>
                    </a:lnTo>
                    <a:lnTo>
                      <a:pt x="4261" y="3210"/>
                    </a:lnTo>
                    <a:lnTo>
                      <a:pt x="4327" y="3191"/>
                    </a:lnTo>
                    <a:lnTo>
                      <a:pt x="4393" y="3170"/>
                    </a:lnTo>
                    <a:lnTo>
                      <a:pt x="4458" y="3150"/>
                    </a:lnTo>
                    <a:lnTo>
                      <a:pt x="4522" y="3128"/>
                    </a:lnTo>
                    <a:lnTo>
                      <a:pt x="4585" y="3106"/>
                    </a:lnTo>
                    <a:lnTo>
                      <a:pt x="4647" y="3083"/>
                    </a:lnTo>
                    <a:lnTo>
                      <a:pt x="4708" y="3059"/>
                    </a:lnTo>
                    <a:lnTo>
                      <a:pt x="4768" y="3033"/>
                    </a:lnTo>
                    <a:lnTo>
                      <a:pt x="4827" y="3009"/>
                    </a:lnTo>
                    <a:lnTo>
                      <a:pt x="4885" y="2982"/>
                    </a:lnTo>
                    <a:lnTo>
                      <a:pt x="4941" y="2955"/>
                    </a:lnTo>
                    <a:lnTo>
                      <a:pt x="4996" y="2927"/>
                    </a:lnTo>
                    <a:lnTo>
                      <a:pt x="5052" y="2898"/>
                    </a:lnTo>
                    <a:lnTo>
                      <a:pt x="5104" y="2869"/>
                    </a:lnTo>
                    <a:lnTo>
                      <a:pt x="5157" y="2839"/>
                    </a:lnTo>
                    <a:lnTo>
                      <a:pt x="5207" y="2809"/>
                    </a:lnTo>
                    <a:lnTo>
                      <a:pt x="5255" y="2778"/>
                    </a:lnTo>
                    <a:lnTo>
                      <a:pt x="5304" y="2746"/>
                    </a:lnTo>
                    <a:lnTo>
                      <a:pt x="5350" y="2714"/>
                    </a:lnTo>
                    <a:lnTo>
                      <a:pt x="5396" y="2680"/>
                    </a:lnTo>
                    <a:lnTo>
                      <a:pt x="5440" y="2647"/>
                    </a:lnTo>
                    <a:lnTo>
                      <a:pt x="5482" y="2613"/>
                    </a:lnTo>
                    <a:lnTo>
                      <a:pt x="5523" y="2578"/>
                    </a:lnTo>
                    <a:lnTo>
                      <a:pt x="5563" y="2543"/>
                    </a:lnTo>
                    <a:lnTo>
                      <a:pt x="5600" y="2507"/>
                    </a:lnTo>
                    <a:lnTo>
                      <a:pt x="5636" y="2470"/>
                    </a:lnTo>
                    <a:lnTo>
                      <a:pt x="5671" y="2434"/>
                    </a:lnTo>
                    <a:lnTo>
                      <a:pt x="5704" y="2397"/>
                    </a:lnTo>
                    <a:lnTo>
                      <a:pt x="5736" y="2359"/>
                    </a:lnTo>
                    <a:lnTo>
                      <a:pt x="5766" y="2320"/>
                    </a:lnTo>
                    <a:lnTo>
                      <a:pt x="5794" y="2282"/>
                    </a:lnTo>
                    <a:lnTo>
                      <a:pt x="5819" y="2242"/>
                    </a:lnTo>
                    <a:lnTo>
                      <a:pt x="5845" y="2202"/>
                    </a:lnTo>
                    <a:lnTo>
                      <a:pt x="5867" y="2163"/>
                    </a:lnTo>
                    <a:lnTo>
                      <a:pt x="5889" y="2123"/>
                    </a:lnTo>
                    <a:lnTo>
                      <a:pt x="5908" y="2082"/>
                    </a:lnTo>
                    <a:lnTo>
                      <a:pt x="5925" y="2040"/>
                    </a:lnTo>
                    <a:lnTo>
                      <a:pt x="5940" y="1999"/>
                    </a:lnTo>
                    <a:lnTo>
                      <a:pt x="5953" y="1956"/>
                    </a:lnTo>
                    <a:lnTo>
                      <a:pt x="5964" y="1914"/>
                    </a:lnTo>
                    <a:lnTo>
                      <a:pt x="5973" y="1872"/>
                    </a:lnTo>
                    <a:lnTo>
                      <a:pt x="5981" y="1828"/>
                    </a:lnTo>
                    <a:lnTo>
                      <a:pt x="5986" y="1786"/>
                    </a:lnTo>
                    <a:lnTo>
                      <a:pt x="5990" y="1742"/>
                    </a:lnTo>
                    <a:lnTo>
                      <a:pt x="5991" y="1699"/>
                    </a:lnTo>
                    <a:lnTo>
                      <a:pt x="5991" y="1699"/>
                    </a:lnTo>
                    <a:lnTo>
                      <a:pt x="5990" y="1654"/>
                    </a:lnTo>
                    <a:lnTo>
                      <a:pt x="5986" y="1610"/>
                    </a:lnTo>
                    <a:lnTo>
                      <a:pt x="5981" y="1568"/>
                    </a:lnTo>
                    <a:lnTo>
                      <a:pt x="5973" y="1524"/>
                    </a:lnTo>
                    <a:lnTo>
                      <a:pt x="5964" y="1482"/>
                    </a:lnTo>
                    <a:lnTo>
                      <a:pt x="5953" y="1440"/>
                    </a:lnTo>
                    <a:lnTo>
                      <a:pt x="5940" y="1397"/>
                    </a:lnTo>
                    <a:lnTo>
                      <a:pt x="5925" y="1356"/>
                    </a:lnTo>
                    <a:lnTo>
                      <a:pt x="5908" y="1315"/>
                    </a:lnTo>
                    <a:lnTo>
                      <a:pt x="5889" y="1274"/>
                    </a:lnTo>
                    <a:lnTo>
                      <a:pt x="5867" y="1233"/>
                    </a:lnTo>
                    <a:lnTo>
                      <a:pt x="5845" y="1193"/>
                    </a:lnTo>
                    <a:lnTo>
                      <a:pt x="5819" y="1154"/>
                    </a:lnTo>
                    <a:lnTo>
                      <a:pt x="5794" y="1114"/>
                    </a:lnTo>
                    <a:lnTo>
                      <a:pt x="5766" y="1076"/>
                    </a:lnTo>
                    <a:lnTo>
                      <a:pt x="5736" y="1037"/>
                    </a:lnTo>
                    <a:lnTo>
                      <a:pt x="5704" y="1000"/>
                    </a:lnTo>
                    <a:lnTo>
                      <a:pt x="5671" y="961"/>
                    </a:lnTo>
                    <a:lnTo>
                      <a:pt x="5636" y="926"/>
                    </a:lnTo>
                    <a:lnTo>
                      <a:pt x="5600" y="888"/>
                    </a:lnTo>
                    <a:lnTo>
                      <a:pt x="5563" y="852"/>
                    </a:lnTo>
                    <a:lnTo>
                      <a:pt x="5523" y="818"/>
                    </a:lnTo>
                    <a:lnTo>
                      <a:pt x="5482" y="783"/>
                    </a:lnTo>
                    <a:lnTo>
                      <a:pt x="5440" y="749"/>
                    </a:lnTo>
                    <a:lnTo>
                      <a:pt x="5396" y="715"/>
                    </a:lnTo>
                    <a:lnTo>
                      <a:pt x="5350" y="682"/>
                    </a:lnTo>
                    <a:lnTo>
                      <a:pt x="5304" y="650"/>
                    </a:lnTo>
                    <a:lnTo>
                      <a:pt x="5255" y="618"/>
                    </a:lnTo>
                    <a:lnTo>
                      <a:pt x="5207" y="587"/>
                    </a:lnTo>
                    <a:lnTo>
                      <a:pt x="5157" y="556"/>
                    </a:lnTo>
                    <a:lnTo>
                      <a:pt x="5104" y="527"/>
                    </a:lnTo>
                    <a:lnTo>
                      <a:pt x="5052" y="497"/>
                    </a:lnTo>
                    <a:lnTo>
                      <a:pt x="4996" y="469"/>
                    </a:lnTo>
                    <a:lnTo>
                      <a:pt x="4941" y="441"/>
                    </a:lnTo>
                    <a:lnTo>
                      <a:pt x="4885" y="414"/>
                    </a:lnTo>
                    <a:lnTo>
                      <a:pt x="4827" y="388"/>
                    </a:lnTo>
                    <a:lnTo>
                      <a:pt x="4768" y="363"/>
                    </a:lnTo>
                    <a:lnTo>
                      <a:pt x="4708" y="337"/>
                    </a:lnTo>
                    <a:lnTo>
                      <a:pt x="4647" y="314"/>
                    </a:lnTo>
                    <a:lnTo>
                      <a:pt x="4585" y="290"/>
                    </a:lnTo>
                    <a:lnTo>
                      <a:pt x="4522" y="268"/>
                    </a:lnTo>
                    <a:lnTo>
                      <a:pt x="4458" y="246"/>
                    </a:lnTo>
                    <a:lnTo>
                      <a:pt x="4393" y="226"/>
                    </a:lnTo>
                    <a:lnTo>
                      <a:pt x="4327" y="205"/>
                    </a:lnTo>
                    <a:lnTo>
                      <a:pt x="4261" y="186"/>
                    </a:lnTo>
                    <a:lnTo>
                      <a:pt x="4193" y="168"/>
                    </a:lnTo>
                    <a:lnTo>
                      <a:pt x="4125" y="150"/>
                    </a:lnTo>
                    <a:lnTo>
                      <a:pt x="4056" y="133"/>
                    </a:lnTo>
                    <a:lnTo>
                      <a:pt x="3986" y="118"/>
                    </a:lnTo>
                    <a:lnTo>
                      <a:pt x="3916" y="104"/>
                    </a:lnTo>
                    <a:lnTo>
                      <a:pt x="3844" y="90"/>
                    </a:lnTo>
                    <a:lnTo>
                      <a:pt x="3772" y="77"/>
                    </a:lnTo>
                    <a:lnTo>
                      <a:pt x="3700" y="65"/>
                    </a:lnTo>
                    <a:lnTo>
                      <a:pt x="3627" y="54"/>
                    </a:lnTo>
                    <a:lnTo>
                      <a:pt x="3553" y="44"/>
                    </a:lnTo>
                    <a:lnTo>
                      <a:pt x="3480" y="35"/>
                    </a:lnTo>
                    <a:lnTo>
                      <a:pt x="3404" y="27"/>
                    </a:lnTo>
                    <a:lnTo>
                      <a:pt x="3330" y="20"/>
                    </a:lnTo>
                    <a:lnTo>
                      <a:pt x="3254" y="14"/>
                    </a:lnTo>
                    <a:lnTo>
                      <a:pt x="3179" y="9"/>
                    </a:lnTo>
                    <a:lnTo>
                      <a:pt x="3102" y="5"/>
                    </a:lnTo>
                    <a:lnTo>
                      <a:pt x="3025" y="3"/>
                    </a:lnTo>
                    <a:lnTo>
                      <a:pt x="2948" y="1"/>
                    </a:lnTo>
                    <a:lnTo>
                      <a:pt x="2870" y="0"/>
                    </a:lnTo>
                    <a:lnTo>
                      <a:pt x="2870" y="0"/>
                    </a:lnTo>
                    <a:lnTo>
                      <a:pt x="2716" y="1"/>
                    </a:lnTo>
                    <a:lnTo>
                      <a:pt x="2566" y="5"/>
                    </a:lnTo>
                    <a:lnTo>
                      <a:pt x="2417" y="12"/>
                    </a:lnTo>
                    <a:lnTo>
                      <a:pt x="2272" y="20"/>
                    </a:lnTo>
                    <a:lnTo>
                      <a:pt x="2130" y="32"/>
                    </a:lnTo>
                    <a:lnTo>
                      <a:pt x="1990" y="45"/>
                    </a:lnTo>
                    <a:lnTo>
                      <a:pt x="1856" y="62"/>
                    </a:lnTo>
                    <a:lnTo>
                      <a:pt x="1724" y="79"/>
                    </a:lnTo>
                    <a:lnTo>
                      <a:pt x="1596" y="99"/>
                    </a:lnTo>
                    <a:lnTo>
                      <a:pt x="1471" y="120"/>
                    </a:lnTo>
                    <a:lnTo>
                      <a:pt x="1351" y="145"/>
                    </a:lnTo>
                    <a:lnTo>
                      <a:pt x="1235" y="170"/>
                    </a:lnTo>
                    <a:lnTo>
                      <a:pt x="1123" y="199"/>
                    </a:lnTo>
                    <a:lnTo>
                      <a:pt x="1015" y="228"/>
                    </a:lnTo>
                    <a:lnTo>
                      <a:pt x="912" y="260"/>
                    </a:lnTo>
                    <a:lnTo>
                      <a:pt x="862" y="276"/>
                    </a:lnTo>
                    <a:lnTo>
                      <a:pt x="815" y="292"/>
                    </a:lnTo>
                    <a:lnTo>
                      <a:pt x="768" y="310"/>
                    </a:lnTo>
                    <a:lnTo>
                      <a:pt x="721" y="328"/>
                    </a:lnTo>
                    <a:lnTo>
                      <a:pt x="677" y="345"/>
                    </a:lnTo>
                    <a:lnTo>
                      <a:pt x="633" y="364"/>
                    </a:lnTo>
                    <a:lnTo>
                      <a:pt x="591" y="382"/>
                    </a:lnTo>
                    <a:lnTo>
                      <a:pt x="550" y="401"/>
                    </a:lnTo>
                    <a:lnTo>
                      <a:pt x="510" y="420"/>
                    </a:lnTo>
                    <a:lnTo>
                      <a:pt x="471" y="441"/>
                    </a:lnTo>
                    <a:lnTo>
                      <a:pt x="434" y="460"/>
                    </a:lnTo>
                    <a:lnTo>
                      <a:pt x="398" y="481"/>
                    </a:lnTo>
                    <a:lnTo>
                      <a:pt x="365" y="502"/>
                    </a:lnTo>
                    <a:lnTo>
                      <a:pt x="332" y="523"/>
                    </a:lnTo>
                    <a:lnTo>
                      <a:pt x="301" y="545"/>
                    </a:lnTo>
                    <a:lnTo>
                      <a:pt x="270" y="567"/>
                    </a:lnTo>
                    <a:lnTo>
                      <a:pt x="242" y="588"/>
                    </a:lnTo>
                    <a:lnTo>
                      <a:pt x="215" y="610"/>
                    </a:lnTo>
                    <a:lnTo>
                      <a:pt x="189" y="633"/>
                    </a:lnTo>
                    <a:lnTo>
                      <a:pt x="166" y="655"/>
                    </a:lnTo>
                    <a:lnTo>
                      <a:pt x="143" y="678"/>
                    </a:lnTo>
                    <a:lnTo>
                      <a:pt x="123" y="702"/>
                    </a:lnTo>
                    <a:lnTo>
                      <a:pt x="104" y="726"/>
                    </a:lnTo>
                    <a:lnTo>
                      <a:pt x="86" y="750"/>
                    </a:lnTo>
                    <a:lnTo>
                      <a:pt x="69" y="773"/>
                    </a:lnTo>
                    <a:lnTo>
                      <a:pt x="55" y="797"/>
                    </a:lnTo>
                    <a:lnTo>
                      <a:pt x="42" y="822"/>
                    </a:lnTo>
                    <a:lnTo>
                      <a:pt x="30" y="847"/>
                    </a:lnTo>
                    <a:lnTo>
                      <a:pt x="21" y="872"/>
                    </a:lnTo>
                    <a:lnTo>
                      <a:pt x="14" y="897"/>
                    </a:lnTo>
                    <a:lnTo>
                      <a:pt x="7" y="922"/>
                    </a:lnTo>
                    <a:lnTo>
                      <a:pt x="2" y="947"/>
                    </a:lnTo>
                    <a:lnTo>
                      <a:pt x="0" y="973"/>
                    </a:lnTo>
                    <a:lnTo>
                      <a:pt x="0" y="999"/>
                    </a:lnTo>
                    <a:lnTo>
                      <a:pt x="0" y="999"/>
                    </a:lnTo>
                    <a:lnTo>
                      <a:pt x="0" y="1024"/>
                    </a:lnTo>
                    <a:lnTo>
                      <a:pt x="2" y="1050"/>
                    </a:lnTo>
                    <a:lnTo>
                      <a:pt x="7" y="1076"/>
                    </a:lnTo>
                    <a:lnTo>
                      <a:pt x="14" y="1101"/>
                    </a:lnTo>
                    <a:lnTo>
                      <a:pt x="21" y="1127"/>
                    </a:lnTo>
                    <a:lnTo>
                      <a:pt x="30" y="1151"/>
                    </a:lnTo>
                    <a:lnTo>
                      <a:pt x="42" y="1176"/>
                    </a:lnTo>
                    <a:lnTo>
                      <a:pt x="55" y="1200"/>
                    </a:lnTo>
                    <a:lnTo>
                      <a:pt x="69" y="1224"/>
                    </a:lnTo>
                    <a:lnTo>
                      <a:pt x="86" y="1249"/>
                    </a:lnTo>
                    <a:lnTo>
                      <a:pt x="104" y="1273"/>
                    </a:lnTo>
                    <a:lnTo>
                      <a:pt x="123" y="1296"/>
                    </a:lnTo>
                    <a:lnTo>
                      <a:pt x="143" y="1319"/>
                    </a:lnTo>
                    <a:lnTo>
                      <a:pt x="166" y="1342"/>
                    </a:lnTo>
                    <a:lnTo>
                      <a:pt x="189" y="1365"/>
                    </a:lnTo>
                    <a:lnTo>
                      <a:pt x="215" y="1388"/>
                    </a:lnTo>
                    <a:lnTo>
                      <a:pt x="242" y="1410"/>
                    </a:lnTo>
                    <a:lnTo>
                      <a:pt x="270" y="1432"/>
                    </a:lnTo>
                    <a:lnTo>
                      <a:pt x="301" y="1454"/>
                    </a:lnTo>
                    <a:lnTo>
                      <a:pt x="332" y="1475"/>
                    </a:lnTo>
                    <a:lnTo>
                      <a:pt x="365" y="1496"/>
                    </a:lnTo>
                    <a:lnTo>
                      <a:pt x="398" y="1517"/>
                    </a:lnTo>
                    <a:lnTo>
                      <a:pt x="434" y="1537"/>
                    </a:lnTo>
                    <a:lnTo>
                      <a:pt x="471" y="1558"/>
                    </a:lnTo>
                    <a:lnTo>
                      <a:pt x="510" y="1577"/>
                    </a:lnTo>
                    <a:lnTo>
                      <a:pt x="550" y="1596"/>
                    </a:lnTo>
                    <a:lnTo>
                      <a:pt x="591" y="1615"/>
                    </a:lnTo>
                    <a:lnTo>
                      <a:pt x="633" y="1634"/>
                    </a:lnTo>
                    <a:lnTo>
                      <a:pt x="677" y="1652"/>
                    </a:lnTo>
                    <a:lnTo>
                      <a:pt x="721" y="1670"/>
                    </a:lnTo>
                    <a:lnTo>
                      <a:pt x="768" y="1688"/>
                    </a:lnTo>
                    <a:lnTo>
                      <a:pt x="815" y="1705"/>
                    </a:lnTo>
                    <a:lnTo>
                      <a:pt x="862" y="1722"/>
                    </a:lnTo>
                    <a:lnTo>
                      <a:pt x="912" y="1738"/>
                    </a:lnTo>
                    <a:lnTo>
                      <a:pt x="1015" y="1769"/>
                    </a:lnTo>
                    <a:lnTo>
                      <a:pt x="1123" y="1800"/>
                    </a:lnTo>
                    <a:lnTo>
                      <a:pt x="1235" y="1827"/>
                    </a:lnTo>
                    <a:lnTo>
                      <a:pt x="1351" y="1854"/>
                    </a:lnTo>
                    <a:lnTo>
                      <a:pt x="1471" y="1877"/>
                    </a:lnTo>
                    <a:lnTo>
                      <a:pt x="1596" y="1899"/>
                    </a:lnTo>
                    <a:lnTo>
                      <a:pt x="1724" y="1919"/>
                    </a:lnTo>
                    <a:lnTo>
                      <a:pt x="1856" y="1937"/>
                    </a:lnTo>
                    <a:lnTo>
                      <a:pt x="1990" y="1952"/>
                    </a:lnTo>
                    <a:lnTo>
                      <a:pt x="2130" y="1966"/>
                    </a:lnTo>
                    <a:lnTo>
                      <a:pt x="2272" y="1977"/>
                    </a:lnTo>
                    <a:lnTo>
                      <a:pt x="2417" y="1986"/>
                    </a:lnTo>
                    <a:lnTo>
                      <a:pt x="2566" y="1992"/>
                    </a:lnTo>
                    <a:lnTo>
                      <a:pt x="2716" y="1996"/>
                    </a:lnTo>
                    <a:lnTo>
                      <a:pt x="2870" y="1997"/>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478093" rtl="0" eaLnBrk="1" latinLnBrk="0" hangingPunct="1">
                  <a:defRPr sz="1883" kern="1200">
                    <a:solidFill>
                      <a:schemeClr val="tx1"/>
                    </a:solidFill>
                    <a:latin typeface="+mn-lt"/>
                    <a:ea typeface="+mn-ea"/>
                    <a:cs typeface="+mn-cs"/>
                  </a:defRPr>
                </a:lvl1pPr>
                <a:lvl2pPr marL="478093" algn="l" defTabSz="478093" rtl="0" eaLnBrk="1" latinLnBrk="0" hangingPunct="1">
                  <a:defRPr sz="1883" kern="1200">
                    <a:solidFill>
                      <a:schemeClr val="tx1"/>
                    </a:solidFill>
                    <a:latin typeface="+mn-lt"/>
                    <a:ea typeface="+mn-ea"/>
                    <a:cs typeface="+mn-cs"/>
                  </a:defRPr>
                </a:lvl2pPr>
                <a:lvl3pPr marL="956184" algn="l" defTabSz="478093" rtl="0" eaLnBrk="1" latinLnBrk="0" hangingPunct="1">
                  <a:defRPr sz="1883" kern="1200">
                    <a:solidFill>
                      <a:schemeClr val="tx1"/>
                    </a:solidFill>
                    <a:latin typeface="+mn-lt"/>
                    <a:ea typeface="+mn-ea"/>
                    <a:cs typeface="+mn-cs"/>
                  </a:defRPr>
                </a:lvl3pPr>
                <a:lvl4pPr marL="1434277" algn="l" defTabSz="478093" rtl="0" eaLnBrk="1" latinLnBrk="0" hangingPunct="1">
                  <a:defRPr sz="1883" kern="1200">
                    <a:solidFill>
                      <a:schemeClr val="tx1"/>
                    </a:solidFill>
                    <a:latin typeface="+mn-lt"/>
                    <a:ea typeface="+mn-ea"/>
                    <a:cs typeface="+mn-cs"/>
                  </a:defRPr>
                </a:lvl4pPr>
                <a:lvl5pPr marL="1912370" algn="l" defTabSz="478093" rtl="0" eaLnBrk="1" latinLnBrk="0" hangingPunct="1">
                  <a:defRPr sz="1883" kern="1200">
                    <a:solidFill>
                      <a:schemeClr val="tx1"/>
                    </a:solidFill>
                    <a:latin typeface="+mn-lt"/>
                    <a:ea typeface="+mn-ea"/>
                    <a:cs typeface="+mn-cs"/>
                  </a:defRPr>
                </a:lvl5pPr>
                <a:lvl6pPr marL="2390462" algn="l" defTabSz="478093" rtl="0" eaLnBrk="1" latinLnBrk="0" hangingPunct="1">
                  <a:defRPr sz="1883" kern="1200">
                    <a:solidFill>
                      <a:schemeClr val="tx1"/>
                    </a:solidFill>
                    <a:latin typeface="+mn-lt"/>
                    <a:ea typeface="+mn-ea"/>
                    <a:cs typeface="+mn-cs"/>
                  </a:defRPr>
                </a:lvl6pPr>
                <a:lvl7pPr marL="2868554" algn="l" defTabSz="478093" rtl="0" eaLnBrk="1" latinLnBrk="0" hangingPunct="1">
                  <a:defRPr sz="1883" kern="1200">
                    <a:solidFill>
                      <a:schemeClr val="tx1"/>
                    </a:solidFill>
                    <a:latin typeface="+mn-lt"/>
                    <a:ea typeface="+mn-ea"/>
                    <a:cs typeface="+mn-cs"/>
                  </a:defRPr>
                </a:lvl7pPr>
                <a:lvl8pPr marL="3346646" algn="l" defTabSz="478093" rtl="0" eaLnBrk="1" latinLnBrk="0" hangingPunct="1">
                  <a:defRPr sz="1883" kern="1200">
                    <a:solidFill>
                      <a:schemeClr val="tx1"/>
                    </a:solidFill>
                    <a:latin typeface="+mn-lt"/>
                    <a:ea typeface="+mn-ea"/>
                    <a:cs typeface="+mn-cs"/>
                  </a:defRPr>
                </a:lvl8pPr>
                <a:lvl9pPr marL="3824739" algn="l" defTabSz="478093" rtl="0" eaLnBrk="1" latinLnBrk="0" hangingPunct="1">
                  <a:defRPr sz="1883" kern="1200">
                    <a:solidFill>
                      <a:schemeClr val="tx1"/>
                    </a:solidFill>
                    <a:latin typeface="+mn-lt"/>
                    <a:ea typeface="+mn-ea"/>
                    <a:cs typeface="+mn-cs"/>
                  </a:defRPr>
                </a:lvl9pPr>
              </a:lstStyle>
              <a:p>
                <a:endParaRPr lang="ja-JP" altLang="en-US"/>
              </a:p>
            </p:txBody>
          </p:sp>
        </p:grpSp>
        <p:cxnSp>
          <p:nvCxnSpPr>
            <p:cNvPr id="77" name="直線コネクタ 76">
              <a:extLst>
                <a:ext uri="{FF2B5EF4-FFF2-40B4-BE49-F238E27FC236}">
                  <a16:creationId xmlns:a16="http://schemas.microsoft.com/office/drawing/2014/main" id="{11B6B409-06AC-595E-482D-6FE2E04E69AE}"/>
                </a:ext>
              </a:extLst>
            </p:cNvPr>
            <p:cNvCxnSpPr>
              <a:cxnSpLocks/>
            </p:cNvCxnSpPr>
            <p:nvPr/>
          </p:nvCxnSpPr>
          <p:spPr>
            <a:xfrm>
              <a:off x="3221985" y="5049018"/>
              <a:ext cx="0" cy="90001"/>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79" name="直線コネクタ 78">
              <a:extLst>
                <a:ext uri="{FF2B5EF4-FFF2-40B4-BE49-F238E27FC236}">
                  <a16:creationId xmlns:a16="http://schemas.microsoft.com/office/drawing/2014/main" id="{9CC40566-DA7B-E6CB-E0FF-F486F46B33B7}"/>
                </a:ext>
              </a:extLst>
            </p:cNvPr>
            <p:cNvCxnSpPr>
              <a:cxnSpLocks/>
            </p:cNvCxnSpPr>
            <p:nvPr/>
          </p:nvCxnSpPr>
          <p:spPr>
            <a:xfrm>
              <a:off x="3221985" y="5392898"/>
              <a:ext cx="0" cy="93176"/>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grpSp>
      <p:sp>
        <p:nvSpPr>
          <p:cNvPr id="87" name="正方形/長方形 86">
            <a:extLst>
              <a:ext uri="{FF2B5EF4-FFF2-40B4-BE49-F238E27FC236}">
                <a16:creationId xmlns:a16="http://schemas.microsoft.com/office/drawing/2014/main" id="{1C161B16-BFC4-2AD3-9E47-40A6C04C453E}"/>
              </a:ext>
            </a:extLst>
          </p:cNvPr>
          <p:cNvSpPr/>
          <p:nvPr/>
        </p:nvSpPr>
        <p:spPr bwMode="auto">
          <a:xfrm rot="5400000" flipH="1">
            <a:off x="7941018" y="2663990"/>
            <a:ext cx="90001" cy="180001"/>
          </a:xfrm>
          <a:prstGeom prst="rect">
            <a:avLst/>
          </a:prstGeom>
          <a:solidFill>
            <a:schemeClr val="accent6"/>
          </a:solidFill>
          <a:ln>
            <a:solidFill>
              <a:schemeClr val="accent6"/>
            </a:solidFill>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cxnSp>
        <p:nvCxnSpPr>
          <p:cNvPr id="88" name="直線コネクタ 87">
            <a:extLst>
              <a:ext uri="{FF2B5EF4-FFF2-40B4-BE49-F238E27FC236}">
                <a16:creationId xmlns:a16="http://schemas.microsoft.com/office/drawing/2014/main" id="{B8CCC44F-B1FE-93E3-532D-DB511023885C}"/>
              </a:ext>
            </a:extLst>
          </p:cNvPr>
          <p:cNvCxnSpPr>
            <a:cxnSpLocks/>
          </p:cNvCxnSpPr>
          <p:nvPr/>
        </p:nvCxnSpPr>
        <p:spPr bwMode="auto">
          <a:xfrm flipH="1">
            <a:off x="8076022" y="2528989"/>
            <a:ext cx="3" cy="180000"/>
          </a:xfrm>
          <a:prstGeom prst="line">
            <a:avLst/>
          </a:prstGeom>
          <a:noFill/>
          <a:ln w="19050" cap="rnd" cmpd="sng" algn="ctr">
            <a:solidFill>
              <a:schemeClr val="accent6"/>
            </a:solidFill>
            <a:prstDash val="sysDot"/>
            <a:round/>
            <a:headEnd type="none" w="med" len="med"/>
            <a:tailEnd type="none" w="med" len="med"/>
          </a:ln>
          <a:effectLst/>
        </p:spPr>
      </p:cxnSp>
      <p:cxnSp>
        <p:nvCxnSpPr>
          <p:cNvPr id="90" name="直線コネクタ 89">
            <a:extLst>
              <a:ext uri="{FF2B5EF4-FFF2-40B4-BE49-F238E27FC236}">
                <a16:creationId xmlns:a16="http://schemas.microsoft.com/office/drawing/2014/main" id="{B13D5AA0-E450-9060-F4F2-52663D9AFE3D}"/>
              </a:ext>
            </a:extLst>
          </p:cNvPr>
          <p:cNvCxnSpPr>
            <a:cxnSpLocks/>
          </p:cNvCxnSpPr>
          <p:nvPr/>
        </p:nvCxnSpPr>
        <p:spPr bwMode="auto">
          <a:xfrm flipH="1">
            <a:off x="7896021" y="2528989"/>
            <a:ext cx="5" cy="180000"/>
          </a:xfrm>
          <a:prstGeom prst="line">
            <a:avLst/>
          </a:prstGeom>
          <a:noFill/>
          <a:ln w="19050" cap="rnd" cmpd="sng" algn="ctr">
            <a:solidFill>
              <a:schemeClr val="accent6"/>
            </a:solidFill>
            <a:prstDash val="sysDot"/>
            <a:round/>
            <a:headEnd type="none" w="med" len="med"/>
            <a:tailEnd type="none" w="med" len="med"/>
          </a:ln>
          <a:effectLst/>
        </p:spPr>
      </p:cxnSp>
      <p:sp>
        <p:nvSpPr>
          <p:cNvPr id="92" name="Rectangle 93">
            <a:extLst>
              <a:ext uri="{FF2B5EF4-FFF2-40B4-BE49-F238E27FC236}">
                <a16:creationId xmlns:a16="http://schemas.microsoft.com/office/drawing/2014/main" id="{69976656-9F0B-8E09-94F5-98E92A035412}"/>
              </a:ext>
            </a:extLst>
          </p:cNvPr>
          <p:cNvSpPr>
            <a:spLocks noChangeArrowheads="1"/>
          </p:cNvSpPr>
          <p:nvPr/>
        </p:nvSpPr>
        <p:spPr bwMode="auto">
          <a:xfrm>
            <a:off x="7806018" y="998973"/>
            <a:ext cx="361079" cy="360004"/>
          </a:xfrm>
          <a:prstGeom prst="rect">
            <a:avLst/>
          </a:prstGeom>
          <a:noFill/>
          <a:ln w="12700" algn="ctr">
            <a:noFill/>
            <a:miter lim="800000"/>
            <a:headEnd/>
            <a:tailEnd/>
          </a:ln>
          <a:effectLst/>
        </p:spPr>
        <p:txBody>
          <a:bodyPr wrap="none" lIns="90000" tIns="46800" rIns="90000" bIns="46800" anchor="ctr"/>
          <a:lstStyle/>
          <a:p>
            <a:r>
              <a:rPr lang="en-US" altLang="ja-JP" dirty="0"/>
              <a:t>G</a:t>
            </a:r>
          </a:p>
        </p:txBody>
      </p:sp>
      <p:sp>
        <p:nvSpPr>
          <p:cNvPr id="93" name="Rectangle 93">
            <a:extLst>
              <a:ext uri="{FF2B5EF4-FFF2-40B4-BE49-F238E27FC236}">
                <a16:creationId xmlns:a16="http://schemas.microsoft.com/office/drawing/2014/main" id="{B8AA8397-F2E2-5655-88F1-FCFBB2F15539}"/>
              </a:ext>
            </a:extLst>
          </p:cNvPr>
          <p:cNvSpPr>
            <a:spLocks noChangeArrowheads="1"/>
          </p:cNvSpPr>
          <p:nvPr/>
        </p:nvSpPr>
        <p:spPr bwMode="auto">
          <a:xfrm>
            <a:off x="7446015" y="1808982"/>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S</a:t>
            </a:r>
          </a:p>
        </p:txBody>
      </p:sp>
      <p:sp>
        <p:nvSpPr>
          <p:cNvPr id="97" name="Rectangle 93">
            <a:extLst>
              <a:ext uri="{FF2B5EF4-FFF2-40B4-BE49-F238E27FC236}">
                <a16:creationId xmlns:a16="http://schemas.microsoft.com/office/drawing/2014/main" id="{F38A652D-30AA-718A-DF8E-CFC5C759DC7C}"/>
              </a:ext>
            </a:extLst>
          </p:cNvPr>
          <p:cNvSpPr>
            <a:spLocks noChangeArrowheads="1"/>
          </p:cNvSpPr>
          <p:nvPr/>
        </p:nvSpPr>
        <p:spPr bwMode="auto">
          <a:xfrm>
            <a:off x="8166023" y="1808982"/>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D</a:t>
            </a:r>
          </a:p>
        </p:txBody>
      </p:sp>
      <p:cxnSp>
        <p:nvCxnSpPr>
          <p:cNvPr id="98" name="直線コネクタ 97">
            <a:extLst>
              <a:ext uri="{FF2B5EF4-FFF2-40B4-BE49-F238E27FC236}">
                <a16:creationId xmlns:a16="http://schemas.microsoft.com/office/drawing/2014/main" id="{50392FCB-4CDF-DCE9-AC12-F5720F951B0E}"/>
              </a:ext>
            </a:extLst>
          </p:cNvPr>
          <p:cNvCxnSpPr>
            <a:cxnSpLocks/>
          </p:cNvCxnSpPr>
          <p:nvPr/>
        </p:nvCxnSpPr>
        <p:spPr bwMode="auto">
          <a:xfrm flipV="1">
            <a:off x="7716018" y="1718981"/>
            <a:ext cx="0" cy="90001"/>
          </a:xfrm>
          <a:prstGeom prst="line">
            <a:avLst/>
          </a:prstGeom>
          <a:noFill/>
          <a:ln w="19050" cap="rnd" cmpd="sng" algn="ctr">
            <a:solidFill>
              <a:schemeClr val="accent6"/>
            </a:solidFill>
            <a:prstDash val="solid"/>
            <a:round/>
            <a:headEnd type="none" w="med" len="med"/>
            <a:tailEnd type="none" w="med" len="med"/>
          </a:ln>
          <a:effectLst/>
        </p:spPr>
      </p:cxnSp>
      <p:cxnSp>
        <p:nvCxnSpPr>
          <p:cNvPr id="100" name="直線コネクタ 99">
            <a:extLst>
              <a:ext uri="{FF2B5EF4-FFF2-40B4-BE49-F238E27FC236}">
                <a16:creationId xmlns:a16="http://schemas.microsoft.com/office/drawing/2014/main" id="{F7799D6A-9011-BC5D-ADC5-3474221EE7A6}"/>
              </a:ext>
            </a:extLst>
          </p:cNvPr>
          <p:cNvCxnSpPr>
            <a:cxnSpLocks/>
          </p:cNvCxnSpPr>
          <p:nvPr/>
        </p:nvCxnSpPr>
        <p:spPr bwMode="auto">
          <a:xfrm>
            <a:off x="7176012" y="1538979"/>
            <a:ext cx="540006" cy="0"/>
          </a:xfrm>
          <a:prstGeom prst="line">
            <a:avLst/>
          </a:prstGeom>
          <a:noFill/>
          <a:ln w="19050" cap="flat" cmpd="sng" algn="ctr">
            <a:solidFill>
              <a:schemeClr val="tx1"/>
            </a:solidFill>
            <a:prstDash val="solid"/>
            <a:round/>
            <a:headEnd type="none" w="med" len="med"/>
            <a:tailEnd type="none" w="med" len="med"/>
          </a:ln>
          <a:effectLst/>
        </p:spPr>
      </p:cxnSp>
      <p:cxnSp>
        <p:nvCxnSpPr>
          <p:cNvPr id="101" name="直線コネクタ 100">
            <a:extLst>
              <a:ext uri="{FF2B5EF4-FFF2-40B4-BE49-F238E27FC236}">
                <a16:creationId xmlns:a16="http://schemas.microsoft.com/office/drawing/2014/main" id="{004ED6F4-61FA-770B-1AE6-E43C0E9A1D48}"/>
              </a:ext>
            </a:extLst>
          </p:cNvPr>
          <p:cNvCxnSpPr>
            <a:cxnSpLocks/>
          </p:cNvCxnSpPr>
          <p:nvPr/>
        </p:nvCxnSpPr>
        <p:spPr bwMode="auto">
          <a:xfrm>
            <a:off x="7176012" y="1718981"/>
            <a:ext cx="540006" cy="0"/>
          </a:xfrm>
          <a:prstGeom prst="line">
            <a:avLst/>
          </a:prstGeom>
          <a:noFill/>
          <a:ln w="19050" cap="flat" cmpd="sng" algn="ctr">
            <a:solidFill>
              <a:schemeClr val="tx1"/>
            </a:solidFill>
            <a:prstDash val="solid"/>
            <a:round/>
            <a:headEnd type="none" w="med" len="med"/>
            <a:tailEnd type="none" w="med" len="med"/>
          </a:ln>
          <a:effectLst/>
        </p:spPr>
      </p:cxnSp>
      <p:cxnSp>
        <p:nvCxnSpPr>
          <p:cNvPr id="104" name="直線コネクタ 103">
            <a:extLst>
              <a:ext uri="{FF2B5EF4-FFF2-40B4-BE49-F238E27FC236}">
                <a16:creationId xmlns:a16="http://schemas.microsoft.com/office/drawing/2014/main" id="{AA7D2957-E8C1-5298-0C74-6F6642CE62F4}"/>
              </a:ext>
            </a:extLst>
          </p:cNvPr>
          <p:cNvCxnSpPr>
            <a:cxnSpLocks/>
          </p:cNvCxnSpPr>
          <p:nvPr/>
        </p:nvCxnSpPr>
        <p:spPr bwMode="auto">
          <a:xfrm>
            <a:off x="6456004" y="2348988"/>
            <a:ext cx="0" cy="1350015"/>
          </a:xfrm>
          <a:prstGeom prst="line">
            <a:avLst/>
          </a:prstGeom>
          <a:noFill/>
          <a:ln w="19050" cap="flat" cmpd="sng" algn="ctr">
            <a:solidFill>
              <a:schemeClr val="tx1"/>
            </a:solidFill>
            <a:prstDash val="solid"/>
            <a:round/>
            <a:headEnd type="none" w="med" len="med"/>
            <a:tailEnd type="none" w="med" len="med"/>
          </a:ln>
          <a:effectLst/>
        </p:spPr>
      </p:cxnSp>
      <p:cxnSp>
        <p:nvCxnSpPr>
          <p:cNvPr id="107" name="直線コネクタ 106">
            <a:extLst>
              <a:ext uri="{FF2B5EF4-FFF2-40B4-BE49-F238E27FC236}">
                <a16:creationId xmlns:a16="http://schemas.microsoft.com/office/drawing/2014/main" id="{C205B05A-D845-BD58-9A35-791D66B01FE9}"/>
              </a:ext>
            </a:extLst>
          </p:cNvPr>
          <p:cNvCxnSpPr>
            <a:cxnSpLocks/>
          </p:cNvCxnSpPr>
          <p:nvPr/>
        </p:nvCxnSpPr>
        <p:spPr bwMode="auto">
          <a:xfrm>
            <a:off x="6636006" y="2168986"/>
            <a:ext cx="0" cy="1350015"/>
          </a:xfrm>
          <a:prstGeom prst="line">
            <a:avLst/>
          </a:prstGeom>
          <a:noFill/>
          <a:ln w="19050" cap="flat" cmpd="sng" algn="ctr">
            <a:solidFill>
              <a:schemeClr val="tx1"/>
            </a:solidFill>
            <a:prstDash val="solid"/>
            <a:round/>
            <a:headEnd type="none" w="med" len="med"/>
            <a:tailEnd type="none" w="med" len="med"/>
          </a:ln>
          <a:effectLst/>
        </p:spPr>
      </p:cxnSp>
      <p:cxnSp>
        <p:nvCxnSpPr>
          <p:cNvPr id="111" name="直線コネクタ 110">
            <a:extLst>
              <a:ext uri="{FF2B5EF4-FFF2-40B4-BE49-F238E27FC236}">
                <a16:creationId xmlns:a16="http://schemas.microsoft.com/office/drawing/2014/main" id="{9FD0F7DF-0095-EC79-F971-DD928D340B9E}"/>
              </a:ext>
            </a:extLst>
          </p:cNvPr>
          <p:cNvCxnSpPr>
            <a:cxnSpLocks/>
          </p:cNvCxnSpPr>
          <p:nvPr/>
        </p:nvCxnSpPr>
        <p:spPr bwMode="auto">
          <a:xfrm>
            <a:off x="6636006" y="3519001"/>
            <a:ext cx="2430027" cy="0"/>
          </a:xfrm>
          <a:prstGeom prst="line">
            <a:avLst/>
          </a:prstGeom>
          <a:noFill/>
          <a:ln w="19050" cap="flat" cmpd="sng" algn="ctr">
            <a:solidFill>
              <a:schemeClr val="tx1"/>
            </a:solidFill>
            <a:prstDash val="solid"/>
            <a:round/>
            <a:headEnd type="none" w="med" len="med"/>
            <a:tailEnd type="none" w="med" len="med"/>
          </a:ln>
          <a:effectLst/>
        </p:spPr>
      </p:cxnSp>
      <p:cxnSp>
        <p:nvCxnSpPr>
          <p:cNvPr id="117" name="直線コネクタ 116">
            <a:extLst>
              <a:ext uri="{FF2B5EF4-FFF2-40B4-BE49-F238E27FC236}">
                <a16:creationId xmlns:a16="http://schemas.microsoft.com/office/drawing/2014/main" id="{5ACC73F7-5474-71E9-FA64-6320BBC33D1A}"/>
              </a:ext>
            </a:extLst>
          </p:cNvPr>
          <p:cNvCxnSpPr>
            <a:cxnSpLocks/>
          </p:cNvCxnSpPr>
          <p:nvPr/>
        </p:nvCxnSpPr>
        <p:spPr bwMode="auto">
          <a:xfrm>
            <a:off x="6456004" y="3699003"/>
            <a:ext cx="2610029" cy="0"/>
          </a:xfrm>
          <a:prstGeom prst="line">
            <a:avLst/>
          </a:prstGeom>
          <a:noFill/>
          <a:ln w="19050" cap="flat" cmpd="sng" algn="ctr">
            <a:solidFill>
              <a:schemeClr val="tx1"/>
            </a:solidFill>
            <a:prstDash val="solid"/>
            <a:round/>
            <a:headEnd type="none" w="med" len="med"/>
            <a:tailEnd type="none" w="med" len="med"/>
          </a:ln>
          <a:effectLst/>
        </p:spPr>
      </p:cxnSp>
      <p:sp>
        <p:nvSpPr>
          <p:cNvPr id="119" name="正方形/長方形 118">
            <a:extLst>
              <a:ext uri="{FF2B5EF4-FFF2-40B4-BE49-F238E27FC236}">
                <a16:creationId xmlns:a16="http://schemas.microsoft.com/office/drawing/2014/main" id="{A38DC571-D30A-2A65-95CE-F41F1261D0A4}"/>
              </a:ext>
            </a:extLst>
          </p:cNvPr>
          <p:cNvSpPr/>
          <p:nvPr/>
        </p:nvSpPr>
        <p:spPr bwMode="auto">
          <a:xfrm>
            <a:off x="7716020" y="4419012"/>
            <a:ext cx="540006" cy="360005"/>
          </a:xfrm>
          <a:prstGeom prst="rect">
            <a:avLst/>
          </a:prstGeom>
          <a:solidFill>
            <a:schemeClr val="accent5">
              <a:lumMod val="20000"/>
              <a:lumOff val="80000"/>
            </a:schemeClr>
          </a:solid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cxnSp>
        <p:nvCxnSpPr>
          <p:cNvPr id="120" name="直線コネクタ 119">
            <a:extLst>
              <a:ext uri="{FF2B5EF4-FFF2-40B4-BE49-F238E27FC236}">
                <a16:creationId xmlns:a16="http://schemas.microsoft.com/office/drawing/2014/main" id="{DA7CD373-E15E-AC89-99EB-CC7059BB7F5C}"/>
              </a:ext>
            </a:extLst>
          </p:cNvPr>
          <p:cNvCxnSpPr>
            <a:cxnSpLocks/>
          </p:cNvCxnSpPr>
          <p:nvPr/>
        </p:nvCxnSpPr>
        <p:spPr bwMode="auto">
          <a:xfrm>
            <a:off x="7716020" y="4779017"/>
            <a:ext cx="540006" cy="0"/>
          </a:xfrm>
          <a:prstGeom prst="line">
            <a:avLst/>
          </a:prstGeom>
          <a:noFill/>
          <a:ln w="19050" cap="rnd" cmpd="sng" algn="ctr">
            <a:solidFill>
              <a:schemeClr val="accent5"/>
            </a:solidFill>
            <a:prstDash val="solid"/>
            <a:round/>
            <a:headEnd type="none" w="med" len="med"/>
            <a:tailEnd type="none" w="med" len="med"/>
          </a:ln>
          <a:effectLst/>
        </p:spPr>
      </p:cxnSp>
      <p:cxnSp>
        <p:nvCxnSpPr>
          <p:cNvPr id="121" name="直線コネクタ 120">
            <a:extLst>
              <a:ext uri="{FF2B5EF4-FFF2-40B4-BE49-F238E27FC236}">
                <a16:creationId xmlns:a16="http://schemas.microsoft.com/office/drawing/2014/main" id="{8545D9F0-CFF6-41F3-860E-94A6B4F4C21C}"/>
              </a:ext>
            </a:extLst>
          </p:cNvPr>
          <p:cNvCxnSpPr>
            <a:cxnSpLocks/>
          </p:cNvCxnSpPr>
          <p:nvPr/>
        </p:nvCxnSpPr>
        <p:spPr bwMode="auto">
          <a:xfrm>
            <a:off x="7716020" y="4329011"/>
            <a:ext cx="0" cy="180002"/>
          </a:xfrm>
          <a:prstGeom prst="line">
            <a:avLst/>
          </a:prstGeom>
          <a:noFill/>
          <a:ln w="19050" cap="rnd" cmpd="sng" algn="ctr">
            <a:solidFill>
              <a:schemeClr val="accent5"/>
            </a:solidFill>
            <a:prstDash val="solid"/>
            <a:round/>
            <a:headEnd type="none" w="med" len="med"/>
            <a:tailEnd type="none" w="med" len="med"/>
          </a:ln>
          <a:effectLst/>
        </p:spPr>
      </p:cxnSp>
      <p:cxnSp>
        <p:nvCxnSpPr>
          <p:cNvPr id="122" name="直線コネクタ 121">
            <a:extLst>
              <a:ext uri="{FF2B5EF4-FFF2-40B4-BE49-F238E27FC236}">
                <a16:creationId xmlns:a16="http://schemas.microsoft.com/office/drawing/2014/main" id="{7CE0BCEC-F483-ABD7-216C-75939F3A9A93}"/>
              </a:ext>
            </a:extLst>
          </p:cNvPr>
          <p:cNvCxnSpPr>
            <a:cxnSpLocks/>
          </p:cNvCxnSpPr>
          <p:nvPr/>
        </p:nvCxnSpPr>
        <p:spPr bwMode="auto">
          <a:xfrm>
            <a:off x="8256026" y="4329011"/>
            <a:ext cx="0" cy="450041"/>
          </a:xfrm>
          <a:prstGeom prst="line">
            <a:avLst/>
          </a:prstGeom>
          <a:noFill/>
          <a:ln w="19050" cap="rnd" cmpd="sng" algn="ctr">
            <a:solidFill>
              <a:schemeClr val="accent5"/>
            </a:solidFill>
            <a:prstDash val="solid"/>
            <a:round/>
            <a:headEnd type="none" w="med" len="med"/>
            <a:tailEnd type="none" w="med" len="med"/>
          </a:ln>
          <a:effectLst/>
        </p:spPr>
      </p:cxnSp>
      <p:cxnSp>
        <p:nvCxnSpPr>
          <p:cNvPr id="123" name="直線コネクタ 122">
            <a:extLst>
              <a:ext uri="{FF2B5EF4-FFF2-40B4-BE49-F238E27FC236}">
                <a16:creationId xmlns:a16="http://schemas.microsoft.com/office/drawing/2014/main" id="{DAECC043-D3E3-9032-1BE6-6117B34C2671}"/>
              </a:ext>
            </a:extLst>
          </p:cNvPr>
          <p:cNvCxnSpPr>
            <a:cxnSpLocks/>
          </p:cNvCxnSpPr>
          <p:nvPr/>
        </p:nvCxnSpPr>
        <p:spPr bwMode="auto">
          <a:xfrm flipV="1">
            <a:off x="7986021" y="4779017"/>
            <a:ext cx="0" cy="180002"/>
          </a:xfrm>
          <a:prstGeom prst="line">
            <a:avLst/>
          </a:prstGeom>
          <a:noFill/>
          <a:ln w="19050" cap="flat" cmpd="sng" algn="ctr">
            <a:solidFill>
              <a:schemeClr val="accent5"/>
            </a:solidFill>
            <a:prstDash val="solid"/>
            <a:round/>
            <a:headEnd type="none" w="med" len="med"/>
            <a:tailEnd type="none" w="med" len="med"/>
          </a:ln>
          <a:effectLst/>
        </p:spPr>
      </p:cxnSp>
      <p:sp>
        <p:nvSpPr>
          <p:cNvPr id="124" name="正方形/長方形 123">
            <a:extLst>
              <a:ext uri="{FF2B5EF4-FFF2-40B4-BE49-F238E27FC236}">
                <a16:creationId xmlns:a16="http://schemas.microsoft.com/office/drawing/2014/main" id="{46D2E507-9991-C5AB-66A0-CE9AA281A886}"/>
              </a:ext>
            </a:extLst>
          </p:cNvPr>
          <p:cNvSpPr/>
          <p:nvPr/>
        </p:nvSpPr>
        <p:spPr bwMode="auto">
          <a:xfrm rot="5400000">
            <a:off x="7896020" y="4959019"/>
            <a:ext cx="180002" cy="180001"/>
          </a:xfrm>
          <a:prstGeom prst="rect">
            <a:avLst/>
          </a:prstGeom>
          <a:solidFill>
            <a:schemeClr val="accent5"/>
          </a:solidFill>
          <a:ln>
            <a:solidFill>
              <a:schemeClr val="accent5"/>
            </a:solidFill>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grpSp>
        <p:nvGrpSpPr>
          <p:cNvPr id="125" name="グループ化 124">
            <a:extLst>
              <a:ext uri="{FF2B5EF4-FFF2-40B4-BE49-F238E27FC236}">
                <a16:creationId xmlns:a16="http://schemas.microsoft.com/office/drawing/2014/main" id="{D4E6030B-A3F9-36CD-AA45-70E9123B01EA}"/>
              </a:ext>
            </a:extLst>
          </p:cNvPr>
          <p:cNvGrpSpPr/>
          <p:nvPr/>
        </p:nvGrpSpPr>
        <p:grpSpPr>
          <a:xfrm>
            <a:off x="7896020" y="5769026"/>
            <a:ext cx="180003" cy="360004"/>
            <a:chOff x="3131985" y="5049018"/>
            <a:chExt cx="180002" cy="437056"/>
          </a:xfrm>
        </p:grpSpPr>
        <p:grpSp>
          <p:nvGrpSpPr>
            <p:cNvPr id="126" name="グループ化 125">
              <a:extLst>
                <a:ext uri="{FF2B5EF4-FFF2-40B4-BE49-F238E27FC236}">
                  <a16:creationId xmlns:a16="http://schemas.microsoft.com/office/drawing/2014/main" id="{2A140E3A-C670-2654-5083-C801E9AF5E36}"/>
                </a:ext>
              </a:extLst>
            </p:cNvPr>
            <p:cNvGrpSpPr/>
            <p:nvPr/>
          </p:nvGrpSpPr>
          <p:grpSpPr>
            <a:xfrm>
              <a:off x="3131985" y="5139021"/>
              <a:ext cx="180002" cy="254126"/>
              <a:chOff x="3131984" y="5191944"/>
              <a:chExt cx="270003" cy="201854"/>
            </a:xfrm>
          </p:grpSpPr>
          <p:sp>
            <p:nvSpPr>
              <p:cNvPr id="134" name="Freeform 42">
                <a:extLst>
                  <a:ext uri="{FF2B5EF4-FFF2-40B4-BE49-F238E27FC236}">
                    <a16:creationId xmlns:a16="http://schemas.microsoft.com/office/drawing/2014/main" id="{6E04DDDA-2191-E2A3-4AB6-AA3BF728C64B}"/>
                  </a:ext>
                </a:extLst>
              </p:cNvPr>
              <p:cNvSpPr>
                <a:spLocks/>
              </p:cNvSpPr>
              <p:nvPr/>
            </p:nvSpPr>
            <p:spPr bwMode="auto">
              <a:xfrm>
                <a:off x="3131984" y="5229020"/>
                <a:ext cx="270003" cy="90001"/>
              </a:xfrm>
              <a:custGeom>
                <a:avLst/>
                <a:gdLst>
                  <a:gd name="T0" fmla="*/ 3025 w 5991"/>
                  <a:gd name="T1" fmla="*/ 3393 h 3396"/>
                  <a:gd name="T2" fmla="*/ 3330 w 5991"/>
                  <a:gd name="T3" fmla="*/ 3377 h 3396"/>
                  <a:gd name="T4" fmla="*/ 3627 w 5991"/>
                  <a:gd name="T5" fmla="*/ 3342 h 3396"/>
                  <a:gd name="T6" fmla="*/ 3916 w 5991"/>
                  <a:gd name="T7" fmla="*/ 3293 h 3396"/>
                  <a:gd name="T8" fmla="*/ 4193 w 5991"/>
                  <a:gd name="T9" fmla="*/ 3228 h 3396"/>
                  <a:gd name="T10" fmla="*/ 4458 w 5991"/>
                  <a:gd name="T11" fmla="*/ 3150 h 3396"/>
                  <a:gd name="T12" fmla="*/ 4708 w 5991"/>
                  <a:gd name="T13" fmla="*/ 3059 h 3396"/>
                  <a:gd name="T14" fmla="*/ 4941 w 5991"/>
                  <a:gd name="T15" fmla="*/ 2955 h 3396"/>
                  <a:gd name="T16" fmla="*/ 5157 w 5991"/>
                  <a:gd name="T17" fmla="*/ 2839 h 3396"/>
                  <a:gd name="T18" fmla="*/ 5350 w 5991"/>
                  <a:gd name="T19" fmla="*/ 2714 h 3396"/>
                  <a:gd name="T20" fmla="*/ 5523 w 5991"/>
                  <a:gd name="T21" fmla="*/ 2578 h 3396"/>
                  <a:gd name="T22" fmla="*/ 5671 w 5991"/>
                  <a:gd name="T23" fmla="*/ 2434 h 3396"/>
                  <a:gd name="T24" fmla="*/ 5794 w 5991"/>
                  <a:gd name="T25" fmla="*/ 2282 h 3396"/>
                  <a:gd name="T26" fmla="*/ 5889 w 5991"/>
                  <a:gd name="T27" fmla="*/ 2123 h 3396"/>
                  <a:gd name="T28" fmla="*/ 5953 w 5991"/>
                  <a:gd name="T29" fmla="*/ 1956 h 3396"/>
                  <a:gd name="T30" fmla="*/ 5986 w 5991"/>
                  <a:gd name="T31" fmla="*/ 1786 h 3396"/>
                  <a:gd name="T32" fmla="*/ 5990 w 5991"/>
                  <a:gd name="T33" fmla="*/ 1654 h 3396"/>
                  <a:gd name="T34" fmla="*/ 5964 w 5991"/>
                  <a:gd name="T35" fmla="*/ 1482 h 3396"/>
                  <a:gd name="T36" fmla="*/ 5908 w 5991"/>
                  <a:gd name="T37" fmla="*/ 1315 h 3396"/>
                  <a:gd name="T38" fmla="*/ 5819 w 5991"/>
                  <a:gd name="T39" fmla="*/ 1154 h 3396"/>
                  <a:gd name="T40" fmla="*/ 5704 w 5991"/>
                  <a:gd name="T41" fmla="*/ 1000 h 3396"/>
                  <a:gd name="T42" fmla="*/ 5563 w 5991"/>
                  <a:gd name="T43" fmla="*/ 852 h 3396"/>
                  <a:gd name="T44" fmla="*/ 5396 w 5991"/>
                  <a:gd name="T45" fmla="*/ 715 h 3396"/>
                  <a:gd name="T46" fmla="*/ 5207 w 5991"/>
                  <a:gd name="T47" fmla="*/ 587 h 3396"/>
                  <a:gd name="T48" fmla="*/ 4996 w 5991"/>
                  <a:gd name="T49" fmla="*/ 469 h 3396"/>
                  <a:gd name="T50" fmla="*/ 4768 w 5991"/>
                  <a:gd name="T51" fmla="*/ 363 h 3396"/>
                  <a:gd name="T52" fmla="*/ 4522 w 5991"/>
                  <a:gd name="T53" fmla="*/ 268 h 3396"/>
                  <a:gd name="T54" fmla="*/ 4261 w 5991"/>
                  <a:gd name="T55" fmla="*/ 186 h 3396"/>
                  <a:gd name="T56" fmla="*/ 3986 w 5991"/>
                  <a:gd name="T57" fmla="*/ 118 h 3396"/>
                  <a:gd name="T58" fmla="*/ 3700 w 5991"/>
                  <a:gd name="T59" fmla="*/ 65 h 3396"/>
                  <a:gd name="T60" fmla="*/ 3404 w 5991"/>
                  <a:gd name="T61" fmla="*/ 27 h 3396"/>
                  <a:gd name="T62" fmla="*/ 3102 w 5991"/>
                  <a:gd name="T63" fmla="*/ 5 h 3396"/>
                  <a:gd name="T64" fmla="*/ 2870 w 5991"/>
                  <a:gd name="T65" fmla="*/ 0 h 3396"/>
                  <a:gd name="T66" fmla="*/ 2272 w 5991"/>
                  <a:gd name="T67" fmla="*/ 20 h 3396"/>
                  <a:gd name="T68" fmla="*/ 1724 w 5991"/>
                  <a:gd name="T69" fmla="*/ 79 h 3396"/>
                  <a:gd name="T70" fmla="*/ 1235 w 5991"/>
                  <a:gd name="T71" fmla="*/ 170 h 3396"/>
                  <a:gd name="T72" fmla="*/ 862 w 5991"/>
                  <a:gd name="T73" fmla="*/ 276 h 3396"/>
                  <a:gd name="T74" fmla="*/ 677 w 5991"/>
                  <a:gd name="T75" fmla="*/ 345 h 3396"/>
                  <a:gd name="T76" fmla="*/ 510 w 5991"/>
                  <a:gd name="T77" fmla="*/ 420 h 3396"/>
                  <a:gd name="T78" fmla="*/ 365 w 5991"/>
                  <a:gd name="T79" fmla="*/ 502 h 3396"/>
                  <a:gd name="T80" fmla="*/ 242 w 5991"/>
                  <a:gd name="T81" fmla="*/ 588 h 3396"/>
                  <a:gd name="T82" fmla="*/ 143 w 5991"/>
                  <a:gd name="T83" fmla="*/ 678 h 3396"/>
                  <a:gd name="T84" fmla="*/ 69 w 5991"/>
                  <a:gd name="T85" fmla="*/ 773 h 3396"/>
                  <a:gd name="T86" fmla="*/ 21 w 5991"/>
                  <a:gd name="T87" fmla="*/ 872 h 3396"/>
                  <a:gd name="T88" fmla="*/ 0 w 5991"/>
                  <a:gd name="T89" fmla="*/ 973 h 3396"/>
                  <a:gd name="T90" fmla="*/ 2 w 5991"/>
                  <a:gd name="T91" fmla="*/ 1050 h 3396"/>
                  <a:gd name="T92" fmla="*/ 30 w 5991"/>
                  <a:gd name="T93" fmla="*/ 1151 h 3396"/>
                  <a:gd name="T94" fmla="*/ 86 w 5991"/>
                  <a:gd name="T95" fmla="*/ 1249 h 3396"/>
                  <a:gd name="T96" fmla="*/ 166 w 5991"/>
                  <a:gd name="T97" fmla="*/ 1342 h 3396"/>
                  <a:gd name="T98" fmla="*/ 270 w 5991"/>
                  <a:gd name="T99" fmla="*/ 1432 h 3396"/>
                  <a:gd name="T100" fmla="*/ 398 w 5991"/>
                  <a:gd name="T101" fmla="*/ 1517 h 3396"/>
                  <a:gd name="T102" fmla="*/ 550 w 5991"/>
                  <a:gd name="T103" fmla="*/ 1596 h 3396"/>
                  <a:gd name="T104" fmla="*/ 721 w 5991"/>
                  <a:gd name="T105" fmla="*/ 1670 h 3396"/>
                  <a:gd name="T106" fmla="*/ 912 w 5991"/>
                  <a:gd name="T107" fmla="*/ 1738 h 3396"/>
                  <a:gd name="T108" fmla="*/ 1351 w 5991"/>
                  <a:gd name="T109" fmla="*/ 1854 h 3396"/>
                  <a:gd name="T110" fmla="*/ 1856 w 5991"/>
                  <a:gd name="T111" fmla="*/ 1937 h 3396"/>
                  <a:gd name="T112" fmla="*/ 2417 w 5991"/>
                  <a:gd name="T113" fmla="*/ 1986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991" h="3396">
                    <a:moveTo>
                      <a:pt x="2870" y="3396"/>
                    </a:moveTo>
                    <a:lnTo>
                      <a:pt x="2870" y="3396"/>
                    </a:lnTo>
                    <a:lnTo>
                      <a:pt x="2948" y="3395"/>
                    </a:lnTo>
                    <a:lnTo>
                      <a:pt x="3025" y="3393"/>
                    </a:lnTo>
                    <a:lnTo>
                      <a:pt x="3102" y="3391"/>
                    </a:lnTo>
                    <a:lnTo>
                      <a:pt x="3179" y="3387"/>
                    </a:lnTo>
                    <a:lnTo>
                      <a:pt x="3254" y="3382"/>
                    </a:lnTo>
                    <a:lnTo>
                      <a:pt x="3330" y="3377"/>
                    </a:lnTo>
                    <a:lnTo>
                      <a:pt x="3404" y="3369"/>
                    </a:lnTo>
                    <a:lnTo>
                      <a:pt x="3480" y="3361"/>
                    </a:lnTo>
                    <a:lnTo>
                      <a:pt x="3553" y="3352"/>
                    </a:lnTo>
                    <a:lnTo>
                      <a:pt x="3627" y="3342"/>
                    </a:lnTo>
                    <a:lnTo>
                      <a:pt x="3700" y="3332"/>
                    </a:lnTo>
                    <a:lnTo>
                      <a:pt x="3772" y="3319"/>
                    </a:lnTo>
                    <a:lnTo>
                      <a:pt x="3844" y="3306"/>
                    </a:lnTo>
                    <a:lnTo>
                      <a:pt x="3916" y="3293"/>
                    </a:lnTo>
                    <a:lnTo>
                      <a:pt x="3986" y="3278"/>
                    </a:lnTo>
                    <a:lnTo>
                      <a:pt x="4056" y="3262"/>
                    </a:lnTo>
                    <a:lnTo>
                      <a:pt x="4125" y="3246"/>
                    </a:lnTo>
                    <a:lnTo>
                      <a:pt x="4193" y="3228"/>
                    </a:lnTo>
                    <a:lnTo>
                      <a:pt x="4261" y="3210"/>
                    </a:lnTo>
                    <a:lnTo>
                      <a:pt x="4327" y="3191"/>
                    </a:lnTo>
                    <a:lnTo>
                      <a:pt x="4393" y="3170"/>
                    </a:lnTo>
                    <a:lnTo>
                      <a:pt x="4458" y="3150"/>
                    </a:lnTo>
                    <a:lnTo>
                      <a:pt x="4522" y="3128"/>
                    </a:lnTo>
                    <a:lnTo>
                      <a:pt x="4585" y="3106"/>
                    </a:lnTo>
                    <a:lnTo>
                      <a:pt x="4647" y="3083"/>
                    </a:lnTo>
                    <a:lnTo>
                      <a:pt x="4708" y="3059"/>
                    </a:lnTo>
                    <a:lnTo>
                      <a:pt x="4768" y="3033"/>
                    </a:lnTo>
                    <a:lnTo>
                      <a:pt x="4827" y="3009"/>
                    </a:lnTo>
                    <a:lnTo>
                      <a:pt x="4885" y="2982"/>
                    </a:lnTo>
                    <a:lnTo>
                      <a:pt x="4941" y="2955"/>
                    </a:lnTo>
                    <a:lnTo>
                      <a:pt x="4996" y="2927"/>
                    </a:lnTo>
                    <a:lnTo>
                      <a:pt x="5052" y="2898"/>
                    </a:lnTo>
                    <a:lnTo>
                      <a:pt x="5104" y="2869"/>
                    </a:lnTo>
                    <a:lnTo>
                      <a:pt x="5157" y="2839"/>
                    </a:lnTo>
                    <a:lnTo>
                      <a:pt x="5207" y="2809"/>
                    </a:lnTo>
                    <a:lnTo>
                      <a:pt x="5255" y="2778"/>
                    </a:lnTo>
                    <a:lnTo>
                      <a:pt x="5304" y="2746"/>
                    </a:lnTo>
                    <a:lnTo>
                      <a:pt x="5350" y="2714"/>
                    </a:lnTo>
                    <a:lnTo>
                      <a:pt x="5396" y="2680"/>
                    </a:lnTo>
                    <a:lnTo>
                      <a:pt x="5440" y="2647"/>
                    </a:lnTo>
                    <a:lnTo>
                      <a:pt x="5482" y="2613"/>
                    </a:lnTo>
                    <a:lnTo>
                      <a:pt x="5523" y="2578"/>
                    </a:lnTo>
                    <a:lnTo>
                      <a:pt x="5563" y="2543"/>
                    </a:lnTo>
                    <a:lnTo>
                      <a:pt x="5600" y="2507"/>
                    </a:lnTo>
                    <a:lnTo>
                      <a:pt x="5636" y="2470"/>
                    </a:lnTo>
                    <a:lnTo>
                      <a:pt x="5671" y="2434"/>
                    </a:lnTo>
                    <a:lnTo>
                      <a:pt x="5704" y="2397"/>
                    </a:lnTo>
                    <a:lnTo>
                      <a:pt x="5736" y="2359"/>
                    </a:lnTo>
                    <a:lnTo>
                      <a:pt x="5766" y="2320"/>
                    </a:lnTo>
                    <a:lnTo>
                      <a:pt x="5794" y="2282"/>
                    </a:lnTo>
                    <a:lnTo>
                      <a:pt x="5819" y="2242"/>
                    </a:lnTo>
                    <a:lnTo>
                      <a:pt x="5845" y="2202"/>
                    </a:lnTo>
                    <a:lnTo>
                      <a:pt x="5867" y="2163"/>
                    </a:lnTo>
                    <a:lnTo>
                      <a:pt x="5889" y="2123"/>
                    </a:lnTo>
                    <a:lnTo>
                      <a:pt x="5908" y="2082"/>
                    </a:lnTo>
                    <a:lnTo>
                      <a:pt x="5925" y="2040"/>
                    </a:lnTo>
                    <a:lnTo>
                      <a:pt x="5940" y="1999"/>
                    </a:lnTo>
                    <a:lnTo>
                      <a:pt x="5953" y="1956"/>
                    </a:lnTo>
                    <a:lnTo>
                      <a:pt x="5964" y="1914"/>
                    </a:lnTo>
                    <a:lnTo>
                      <a:pt x="5973" y="1872"/>
                    </a:lnTo>
                    <a:lnTo>
                      <a:pt x="5981" y="1828"/>
                    </a:lnTo>
                    <a:lnTo>
                      <a:pt x="5986" y="1786"/>
                    </a:lnTo>
                    <a:lnTo>
                      <a:pt x="5990" y="1742"/>
                    </a:lnTo>
                    <a:lnTo>
                      <a:pt x="5991" y="1699"/>
                    </a:lnTo>
                    <a:lnTo>
                      <a:pt x="5991" y="1699"/>
                    </a:lnTo>
                    <a:lnTo>
                      <a:pt x="5990" y="1654"/>
                    </a:lnTo>
                    <a:lnTo>
                      <a:pt x="5986" y="1610"/>
                    </a:lnTo>
                    <a:lnTo>
                      <a:pt x="5981" y="1568"/>
                    </a:lnTo>
                    <a:lnTo>
                      <a:pt x="5973" y="1524"/>
                    </a:lnTo>
                    <a:lnTo>
                      <a:pt x="5964" y="1482"/>
                    </a:lnTo>
                    <a:lnTo>
                      <a:pt x="5953" y="1440"/>
                    </a:lnTo>
                    <a:lnTo>
                      <a:pt x="5940" y="1397"/>
                    </a:lnTo>
                    <a:lnTo>
                      <a:pt x="5925" y="1356"/>
                    </a:lnTo>
                    <a:lnTo>
                      <a:pt x="5908" y="1315"/>
                    </a:lnTo>
                    <a:lnTo>
                      <a:pt x="5889" y="1274"/>
                    </a:lnTo>
                    <a:lnTo>
                      <a:pt x="5867" y="1233"/>
                    </a:lnTo>
                    <a:lnTo>
                      <a:pt x="5845" y="1193"/>
                    </a:lnTo>
                    <a:lnTo>
                      <a:pt x="5819" y="1154"/>
                    </a:lnTo>
                    <a:lnTo>
                      <a:pt x="5794" y="1114"/>
                    </a:lnTo>
                    <a:lnTo>
                      <a:pt x="5766" y="1076"/>
                    </a:lnTo>
                    <a:lnTo>
                      <a:pt x="5736" y="1037"/>
                    </a:lnTo>
                    <a:lnTo>
                      <a:pt x="5704" y="1000"/>
                    </a:lnTo>
                    <a:lnTo>
                      <a:pt x="5671" y="961"/>
                    </a:lnTo>
                    <a:lnTo>
                      <a:pt x="5636" y="926"/>
                    </a:lnTo>
                    <a:lnTo>
                      <a:pt x="5600" y="888"/>
                    </a:lnTo>
                    <a:lnTo>
                      <a:pt x="5563" y="852"/>
                    </a:lnTo>
                    <a:lnTo>
                      <a:pt x="5523" y="818"/>
                    </a:lnTo>
                    <a:lnTo>
                      <a:pt x="5482" y="783"/>
                    </a:lnTo>
                    <a:lnTo>
                      <a:pt x="5440" y="749"/>
                    </a:lnTo>
                    <a:lnTo>
                      <a:pt x="5396" y="715"/>
                    </a:lnTo>
                    <a:lnTo>
                      <a:pt x="5350" y="682"/>
                    </a:lnTo>
                    <a:lnTo>
                      <a:pt x="5304" y="650"/>
                    </a:lnTo>
                    <a:lnTo>
                      <a:pt x="5255" y="618"/>
                    </a:lnTo>
                    <a:lnTo>
                      <a:pt x="5207" y="587"/>
                    </a:lnTo>
                    <a:lnTo>
                      <a:pt x="5157" y="556"/>
                    </a:lnTo>
                    <a:lnTo>
                      <a:pt x="5104" y="527"/>
                    </a:lnTo>
                    <a:lnTo>
                      <a:pt x="5052" y="497"/>
                    </a:lnTo>
                    <a:lnTo>
                      <a:pt x="4996" y="469"/>
                    </a:lnTo>
                    <a:lnTo>
                      <a:pt x="4941" y="441"/>
                    </a:lnTo>
                    <a:lnTo>
                      <a:pt x="4885" y="414"/>
                    </a:lnTo>
                    <a:lnTo>
                      <a:pt x="4827" y="388"/>
                    </a:lnTo>
                    <a:lnTo>
                      <a:pt x="4768" y="363"/>
                    </a:lnTo>
                    <a:lnTo>
                      <a:pt x="4708" y="337"/>
                    </a:lnTo>
                    <a:lnTo>
                      <a:pt x="4647" y="314"/>
                    </a:lnTo>
                    <a:lnTo>
                      <a:pt x="4585" y="290"/>
                    </a:lnTo>
                    <a:lnTo>
                      <a:pt x="4522" y="268"/>
                    </a:lnTo>
                    <a:lnTo>
                      <a:pt x="4458" y="246"/>
                    </a:lnTo>
                    <a:lnTo>
                      <a:pt x="4393" y="226"/>
                    </a:lnTo>
                    <a:lnTo>
                      <a:pt x="4327" y="205"/>
                    </a:lnTo>
                    <a:lnTo>
                      <a:pt x="4261" y="186"/>
                    </a:lnTo>
                    <a:lnTo>
                      <a:pt x="4193" y="168"/>
                    </a:lnTo>
                    <a:lnTo>
                      <a:pt x="4125" y="150"/>
                    </a:lnTo>
                    <a:lnTo>
                      <a:pt x="4056" y="133"/>
                    </a:lnTo>
                    <a:lnTo>
                      <a:pt x="3986" y="118"/>
                    </a:lnTo>
                    <a:lnTo>
                      <a:pt x="3916" y="104"/>
                    </a:lnTo>
                    <a:lnTo>
                      <a:pt x="3844" y="90"/>
                    </a:lnTo>
                    <a:lnTo>
                      <a:pt x="3772" y="77"/>
                    </a:lnTo>
                    <a:lnTo>
                      <a:pt x="3700" y="65"/>
                    </a:lnTo>
                    <a:lnTo>
                      <a:pt x="3627" y="54"/>
                    </a:lnTo>
                    <a:lnTo>
                      <a:pt x="3553" y="44"/>
                    </a:lnTo>
                    <a:lnTo>
                      <a:pt x="3480" y="35"/>
                    </a:lnTo>
                    <a:lnTo>
                      <a:pt x="3404" y="27"/>
                    </a:lnTo>
                    <a:lnTo>
                      <a:pt x="3330" y="20"/>
                    </a:lnTo>
                    <a:lnTo>
                      <a:pt x="3254" y="14"/>
                    </a:lnTo>
                    <a:lnTo>
                      <a:pt x="3179" y="9"/>
                    </a:lnTo>
                    <a:lnTo>
                      <a:pt x="3102" y="5"/>
                    </a:lnTo>
                    <a:lnTo>
                      <a:pt x="3025" y="3"/>
                    </a:lnTo>
                    <a:lnTo>
                      <a:pt x="2948" y="1"/>
                    </a:lnTo>
                    <a:lnTo>
                      <a:pt x="2870" y="0"/>
                    </a:lnTo>
                    <a:lnTo>
                      <a:pt x="2870" y="0"/>
                    </a:lnTo>
                    <a:lnTo>
                      <a:pt x="2716" y="1"/>
                    </a:lnTo>
                    <a:lnTo>
                      <a:pt x="2566" y="5"/>
                    </a:lnTo>
                    <a:lnTo>
                      <a:pt x="2417" y="12"/>
                    </a:lnTo>
                    <a:lnTo>
                      <a:pt x="2272" y="20"/>
                    </a:lnTo>
                    <a:lnTo>
                      <a:pt x="2130" y="32"/>
                    </a:lnTo>
                    <a:lnTo>
                      <a:pt x="1990" y="45"/>
                    </a:lnTo>
                    <a:lnTo>
                      <a:pt x="1856" y="62"/>
                    </a:lnTo>
                    <a:lnTo>
                      <a:pt x="1724" y="79"/>
                    </a:lnTo>
                    <a:lnTo>
                      <a:pt x="1596" y="99"/>
                    </a:lnTo>
                    <a:lnTo>
                      <a:pt x="1471" y="120"/>
                    </a:lnTo>
                    <a:lnTo>
                      <a:pt x="1351" y="145"/>
                    </a:lnTo>
                    <a:lnTo>
                      <a:pt x="1235" y="170"/>
                    </a:lnTo>
                    <a:lnTo>
                      <a:pt x="1123" y="199"/>
                    </a:lnTo>
                    <a:lnTo>
                      <a:pt x="1015" y="228"/>
                    </a:lnTo>
                    <a:lnTo>
                      <a:pt x="912" y="260"/>
                    </a:lnTo>
                    <a:lnTo>
                      <a:pt x="862" y="276"/>
                    </a:lnTo>
                    <a:lnTo>
                      <a:pt x="815" y="292"/>
                    </a:lnTo>
                    <a:lnTo>
                      <a:pt x="768" y="310"/>
                    </a:lnTo>
                    <a:lnTo>
                      <a:pt x="721" y="328"/>
                    </a:lnTo>
                    <a:lnTo>
                      <a:pt x="677" y="345"/>
                    </a:lnTo>
                    <a:lnTo>
                      <a:pt x="633" y="364"/>
                    </a:lnTo>
                    <a:lnTo>
                      <a:pt x="591" y="382"/>
                    </a:lnTo>
                    <a:lnTo>
                      <a:pt x="550" y="401"/>
                    </a:lnTo>
                    <a:lnTo>
                      <a:pt x="510" y="420"/>
                    </a:lnTo>
                    <a:lnTo>
                      <a:pt x="471" y="441"/>
                    </a:lnTo>
                    <a:lnTo>
                      <a:pt x="434" y="460"/>
                    </a:lnTo>
                    <a:lnTo>
                      <a:pt x="398" y="481"/>
                    </a:lnTo>
                    <a:lnTo>
                      <a:pt x="365" y="502"/>
                    </a:lnTo>
                    <a:lnTo>
                      <a:pt x="332" y="523"/>
                    </a:lnTo>
                    <a:lnTo>
                      <a:pt x="301" y="545"/>
                    </a:lnTo>
                    <a:lnTo>
                      <a:pt x="270" y="567"/>
                    </a:lnTo>
                    <a:lnTo>
                      <a:pt x="242" y="588"/>
                    </a:lnTo>
                    <a:lnTo>
                      <a:pt x="215" y="610"/>
                    </a:lnTo>
                    <a:lnTo>
                      <a:pt x="189" y="633"/>
                    </a:lnTo>
                    <a:lnTo>
                      <a:pt x="166" y="655"/>
                    </a:lnTo>
                    <a:lnTo>
                      <a:pt x="143" y="678"/>
                    </a:lnTo>
                    <a:lnTo>
                      <a:pt x="123" y="702"/>
                    </a:lnTo>
                    <a:lnTo>
                      <a:pt x="104" y="726"/>
                    </a:lnTo>
                    <a:lnTo>
                      <a:pt x="86" y="750"/>
                    </a:lnTo>
                    <a:lnTo>
                      <a:pt x="69" y="773"/>
                    </a:lnTo>
                    <a:lnTo>
                      <a:pt x="55" y="797"/>
                    </a:lnTo>
                    <a:lnTo>
                      <a:pt x="42" y="822"/>
                    </a:lnTo>
                    <a:lnTo>
                      <a:pt x="30" y="847"/>
                    </a:lnTo>
                    <a:lnTo>
                      <a:pt x="21" y="872"/>
                    </a:lnTo>
                    <a:lnTo>
                      <a:pt x="14" y="897"/>
                    </a:lnTo>
                    <a:lnTo>
                      <a:pt x="7" y="922"/>
                    </a:lnTo>
                    <a:lnTo>
                      <a:pt x="2" y="947"/>
                    </a:lnTo>
                    <a:lnTo>
                      <a:pt x="0" y="973"/>
                    </a:lnTo>
                    <a:lnTo>
                      <a:pt x="0" y="999"/>
                    </a:lnTo>
                    <a:lnTo>
                      <a:pt x="0" y="999"/>
                    </a:lnTo>
                    <a:lnTo>
                      <a:pt x="0" y="1024"/>
                    </a:lnTo>
                    <a:lnTo>
                      <a:pt x="2" y="1050"/>
                    </a:lnTo>
                    <a:lnTo>
                      <a:pt x="7" y="1076"/>
                    </a:lnTo>
                    <a:lnTo>
                      <a:pt x="14" y="1101"/>
                    </a:lnTo>
                    <a:lnTo>
                      <a:pt x="21" y="1127"/>
                    </a:lnTo>
                    <a:lnTo>
                      <a:pt x="30" y="1151"/>
                    </a:lnTo>
                    <a:lnTo>
                      <a:pt x="42" y="1176"/>
                    </a:lnTo>
                    <a:lnTo>
                      <a:pt x="55" y="1200"/>
                    </a:lnTo>
                    <a:lnTo>
                      <a:pt x="69" y="1224"/>
                    </a:lnTo>
                    <a:lnTo>
                      <a:pt x="86" y="1249"/>
                    </a:lnTo>
                    <a:lnTo>
                      <a:pt x="104" y="1273"/>
                    </a:lnTo>
                    <a:lnTo>
                      <a:pt x="123" y="1296"/>
                    </a:lnTo>
                    <a:lnTo>
                      <a:pt x="143" y="1319"/>
                    </a:lnTo>
                    <a:lnTo>
                      <a:pt x="166" y="1342"/>
                    </a:lnTo>
                    <a:lnTo>
                      <a:pt x="189" y="1365"/>
                    </a:lnTo>
                    <a:lnTo>
                      <a:pt x="215" y="1388"/>
                    </a:lnTo>
                    <a:lnTo>
                      <a:pt x="242" y="1410"/>
                    </a:lnTo>
                    <a:lnTo>
                      <a:pt x="270" y="1432"/>
                    </a:lnTo>
                    <a:lnTo>
                      <a:pt x="301" y="1454"/>
                    </a:lnTo>
                    <a:lnTo>
                      <a:pt x="332" y="1475"/>
                    </a:lnTo>
                    <a:lnTo>
                      <a:pt x="365" y="1496"/>
                    </a:lnTo>
                    <a:lnTo>
                      <a:pt x="398" y="1517"/>
                    </a:lnTo>
                    <a:lnTo>
                      <a:pt x="434" y="1537"/>
                    </a:lnTo>
                    <a:lnTo>
                      <a:pt x="471" y="1558"/>
                    </a:lnTo>
                    <a:lnTo>
                      <a:pt x="510" y="1577"/>
                    </a:lnTo>
                    <a:lnTo>
                      <a:pt x="550" y="1596"/>
                    </a:lnTo>
                    <a:lnTo>
                      <a:pt x="591" y="1615"/>
                    </a:lnTo>
                    <a:lnTo>
                      <a:pt x="633" y="1634"/>
                    </a:lnTo>
                    <a:lnTo>
                      <a:pt x="677" y="1652"/>
                    </a:lnTo>
                    <a:lnTo>
                      <a:pt x="721" y="1670"/>
                    </a:lnTo>
                    <a:lnTo>
                      <a:pt x="768" y="1688"/>
                    </a:lnTo>
                    <a:lnTo>
                      <a:pt x="815" y="1705"/>
                    </a:lnTo>
                    <a:lnTo>
                      <a:pt x="862" y="1722"/>
                    </a:lnTo>
                    <a:lnTo>
                      <a:pt x="912" y="1738"/>
                    </a:lnTo>
                    <a:lnTo>
                      <a:pt x="1015" y="1769"/>
                    </a:lnTo>
                    <a:lnTo>
                      <a:pt x="1123" y="1800"/>
                    </a:lnTo>
                    <a:lnTo>
                      <a:pt x="1235" y="1827"/>
                    </a:lnTo>
                    <a:lnTo>
                      <a:pt x="1351" y="1854"/>
                    </a:lnTo>
                    <a:lnTo>
                      <a:pt x="1471" y="1877"/>
                    </a:lnTo>
                    <a:lnTo>
                      <a:pt x="1596" y="1899"/>
                    </a:lnTo>
                    <a:lnTo>
                      <a:pt x="1724" y="1919"/>
                    </a:lnTo>
                    <a:lnTo>
                      <a:pt x="1856" y="1937"/>
                    </a:lnTo>
                    <a:lnTo>
                      <a:pt x="1990" y="1952"/>
                    </a:lnTo>
                    <a:lnTo>
                      <a:pt x="2130" y="1966"/>
                    </a:lnTo>
                    <a:lnTo>
                      <a:pt x="2272" y="1977"/>
                    </a:lnTo>
                    <a:lnTo>
                      <a:pt x="2417" y="1986"/>
                    </a:lnTo>
                    <a:lnTo>
                      <a:pt x="2566" y="1992"/>
                    </a:lnTo>
                    <a:lnTo>
                      <a:pt x="2716" y="1996"/>
                    </a:lnTo>
                    <a:lnTo>
                      <a:pt x="2870" y="1997"/>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478093" rtl="0" eaLnBrk="1" latinLnBrk="0" hangingPunct="1">
                  <a:defRPr sz="1883" kern="1200">
                    <a:solidFill>
                      <a:schemeClr val="tx1"/>
                    </a:solidFill>
                    <a:latin typeface="+mn-lt"/>
                    <a:ea typeface="+mn-ea"/>
                    <a:cs typeface="+mn-cs"/>
                  </a:defRPr>
                </a:lvl1pPr>
                <a:lvl2pPr marL="478093" algn="l" defTabSz="478093" rtl="0" eaLnBrk="1" latinLnBrk="0" hangingPunct="1">
                  <a:defRPr sz="1883" kern="1200">
                    <a:solidFill>
                      <a:schemeClr val="tx1"/>
                    </a:solidFill>
                    <a:latin typeface="+mn-lt"/>
                    <a:ea typeface="+mn-ea"/>
                    <a:cs typeface="+mn-cs"/>
                  </a:defRPr>
                </a:lvl2pPr>
                <a:lvl3pPr marL="956184" algn="l" defTabSz="478093" rtl="0" eaLnBrk="1" latinLnBrk="0" hangingPunct="1">
                  <a:defRPr sz="1883" kern="1200">
                    <a:solidFill>
                      <a:schemeClr val="tx1"/>
                    </a:solidFill>
                    <a:latin typeface="+mn-lt"/>
                    <a:ea typeface="+mn-ea"/>
                    <a:cs typeface="+mn-cs"/>
                  </a:defRPr>
                </a:lvl3pPr>
                <a:lvl4pPr marL="1434277" algn="l" defTabSz="478093" rtl="0" eaLnBrk="1" latinLnBrk="0" hangingPunct="1">
                  <a:defRPr sz="1883" kern="1200">
                    <a:solidFill>
                      <a:schemeClr val="tx1"/>
                    </a:solidFill>
                    <a:latin typeface="+mn-lt"/>
                    <a:ea typeface="+mn-ea"/>
                    <a:cs typeface="+mn-cs"/>
                  </a:defRPr>
                </a:lvl4pPr>
                <a:lvl5pPr marL="1912370" algn="l" defTabSz="478093" rtl="0" eaLnBrk="1" latinLnBrk="0" hangingPunct="1">
                  <a:defRPr sz="1883" kern="1200">
                    <a:solidFill>
                      <a:schemeClr val="tx1"/>
                    </a:solidFill>
                    <a:latin typeface="+mn-lt"/>
                    <a:ea typeface="+mn-ea"/>
                    <a:cs typeface="+mn-cs"/>
                  </a:defRPr>
                </a:lvl5pPr>
                <a:lvl6pPr marL="2390462" algn="l" defTabSz="478093" rtl="0" eaLnBrk="1" latinLnBrk="0" hangingPunct="1">
                  <a:defRPr sz="1883" kern="1200">
                    <a:solidFill>
                      <a:schemeClr val="tx1"/>
                    </a:solidFill>
                    <a:latin typeface="+mn-lt"/>
                    <a:ea typeface="+mn-ea"/>
                    <a:cs typeface="+mn-cs"/>
                  </a:defRPr>
                </a:lvl6pPr>
                <a:lvl7pPr marL="2868554" algn="l" defTabSz="478093" rtl="0" eaLnBrk="1" latinLnBrk="0" hangingPunct="1">
                  <a:defRPr sz="1883" kern="1200">
                    <a:solidFill>
                      <a:schemeClr val="tx1"/>
                    </a:solidFill>
                    <a:latin typeface="+mn-lt"/>
                    <a:ea typeface="+mn-ea"/>
                    <a:cs typeface="+mn-cs"/>
                  </a:defRPr>
                </a:lvl7pPr>
                <a:lvl8pPr marL="3346646" algn="l" defTabSz="478093" rtl="0" eaLnBrk="1" latinLnBrk="0" hangingPunct="1">
                  <a:defRPr sz="1883" kern="1200">
                    <a:solidFill>
                      <a:schemeClr val="tx1"/>
                    </a:solidFill>
                    <a:latin typeface="+mn-lt"/>
                    <a:ea typeface="+mn-ea"/>
                    <a:cs typeface="+mn-cs"/>
                  </a:defRPr>
                </a:lvl8pPr>
                <a:lvl9pPr marL="3824739" algn="l" defTabSz="478093" rtl="0" eaLnBrk="1" latinLnBrk="0" hangingPunct="1">
                  <a:defRPr sz="1883" kern="1200">
                    <a:solidFill>
                      <a:schemeClr val="tx1"/>
                    </a:solidFill>
                    <a:latin typeface="+mn-lt"/>
                    <a:ea typeface="+mn-ea"/>
                    <a:cs typeface="+mn-cs"/>
                  </a:defRPr>
                </a:lvl9pPr>
              </a:lstStyle>
              <a:p>
                <a:endParaRPr lang="ja-JP" altLang="en-US"/>
              </a:p>
            </p:txBody>
          </p:sp>
          <p:sp>
            <p:nvSpPr>
              <p:cNvPr id="135" name="Freeform 42">
                <a:extLst>
                  <a:ext uri="{FF2B5EF4-FFF2-40B4-BE49-F238E27FC236}">
                    <a16:creationId xmlns:a16="http://schemas.microsoft.com/office/drawing/2014/main" id="{01B9294A-FA6D-6C21-113E-E92D06D29BD9}"/>
                  </a:ext>
                </a:extLst>
              </p:cNvPr>
              <p:cNvSpPr>
                <a:spLocks/>
              </p:cNvSpPr>
              <p:nvPr/>
            </p:nvSpPr>
            <p:spPr bwMode="auto">
              <a:xfrm>
                <a:off x="3131984" y="5267334"/>
                <a:ext cx="270003" cy="90001"/>
              </a:xfrm>
              <a:custGeom>
                <a:avLst/>
                <a:gdLst>
                  <a:gd name="T0" fmla="*/ 3025 w 5991"/>
                  <a:gd name="T1" fmla="*/ 3393 h 3396"/>
                  <a:gd name="T2" fmla="*/ 3330 w 5991"/>
                  <a:gd name="T3" fmla="*/ 3377 h 3396"/>
                  <a:gd name="T4" fmla="*/ 3627 w 5991"/>
                  <a:gd name="T5" fmla="*/ 3342 h 3396"/>
                  <a:gd name="T6" fmla="*/ 3916 w 5991"/>
                  <a:gd name="T7" fmla="*/ 3293 h 3396"/>
                  <a:gd name="T8" fmla="*/ 4193 w 5991"/>
                  <a:gd name="T9" fmla="*/ 3228 h 3396"/>
                  <a:gd name="T10" fmla="*/ 4458 w 5991"/>
                  <a:gd name="T11" fmla="*/ 3150 h 3396"/>
                  <a:gd name="T12" fmla="*/ 4708 w 5991"/>
                  <a:gd name="T13" fmla="*/ 3059 h 3396"/>
                  <a:gd name="T14" fmla="*/ 4941 w 5991"/>
                  <a:gd name="T15" fmla="*/ 2955 h 3396"/>
                  <a:gd name="T16" fmla="*/ 5157 w 5991"/>
                  <a:gd name="T17" fmla="*/ 2839 h 3396"/>
                  <a:gd name="T18" fmla="*/ 5350 w 5991"/>
                  <a:gd name="T19" fmla="*/ 2714 h 3396"/>
                  <a:gd name="T20" fmla="*/ 5523 w 5991"/>
                  <a:gd name="T21" fmla="*/ 2578 h 3396"/>
                  <a:gd name="T22" fmla="*/ 5671 w 5991"/>
                  <a:gd name="T23" fmla="*/ 2434 h 3396"/>
                  <a:gd name="T24" fmla="*/ 5794 w 5991"/>
                  <a:gd name="T25" fmla="*/ 2282 h 3396"/>
                  <a:gd name="T26" fmla="*/ 5889 w 5991"/>
                  <a:gd name="T27" fmla="*/ 2123 h 3396"/>
                  <a:gd name="T28" fmla="*/ 5953 w 5991"/>
                  <a:gd name="T29" fmla="*/ 1956 h 3396"/>
                  <a:gd name="T30" fmla="*/ 5986 w 5991"/>
                  <a:gd name="T31" fmla="*/ 1786 h 3396"/>
                  <a:gd name="T32" fmla="*/ 5990 w 5991"/>
                  <a:gd name="T33" fmla="*/ 1654 h 3396"/>
                  <a:gd name="T34" fmla="*/ 5964 w 5991"/>
                  <a:gd name="T35" fmla="*/ 1482 h 3396"/>
                  <a:gd name="T36" fmla="*/ 5908 w 5991"/>
                  <a:gd name="T37" fmla="*/ 1315 h 3396"/>
                  <a:gd name="T38" fmla="*/ 5819 w 5991"/>
                  <a:gd name="T39" fmla="*/ 1154 h 3396"/>
                  <a:gd name="T40" fmla="*/ 5704 w 5991"/>
                  <a:gd name="T41" fmla="*/ 1000 h 3396"/>
                  <a:gd name="T42" fmla="*/ 5563 w 5991"/>
                  <a:gd name="T43" fmla="*/ 852 h 3396"/>
                  <a:gd name="T44" fmla="*/ 5396 w 5991"/>
                  <a:gd name="T45" fmla="*/ 715 h 3396"/>
                  <a:gd name="T46" fmla="*/ 5207 w 5991"/>
                  <a:gd name="T47" fmla="*/ 587 h 3396"/>
                  <a:gd name="T48" fmla="*/ 4996 w 5991"/>
                  <a:gd name="T49" fmla="*/ 469 h 3396"/>
                  <a:gd name="T50" fmla="*/ 4768 w 5991"/>
                  <a:gd name="T51" fmla="*/ 363 h 3396"/>
                  <a:gd name="T52" fmla="*/ 4522 w 5991"/>
                  <a:gd name="T53" fmla="*/ 268 h 3396"/>
                  <a:gd name="T54" fmla="*/ 4261 w 5991"/>
                  <a:gd name="T55" fmla="*/ 186 h 3396"/>
                  <a:gd name="T56" fmla="*/ 3986 w 5991"/>
                  <a:gd name="T57" fmla="*/ 118 h 3396"/>
                  <a:gd name="T58" fmla="*/ 3700 w 5991"/>
                  <a:gd name="T59" fmla="*/ 65 h 3396"/>
                  <a:gd name="T60" fmla="*/ 3404 w 5991"/>
                  <a:gd name="T61" fmla="*/ 27 h 3396"/>
                  <a:gd name="T62" fmla="*/ 3102 w 5991"/>
                  <a:gd name="T63" fmla="*/ 5 h 3396"/>
                  <a:gd name="T64" fmla="*/ 2870 w 5991"/>
                  <a:gd name="T65" fmla="*/ 0 h 3396"/>
                  <a:gd name="T66" fmla="*/ 2272 w 5991"/>
                  <a:gd name="T67" fmla="*/ 20 h 3396"/>
                  <a:gd name="T68" fmla="*/ 1724 w 5991"/>
                  <a:gd name="T69" fmla="*/ 79 h 3396"/>
                  <a:gd name="T70" fmla="*/ 1235 w 5991"/>
                  <a:gd name="T71" fmla="*/ 170 h 3396"/>
                  <a:gd name="T72" fmla="*/ 862 w 5991"/>
                  <a:gd name="T73" fmla="*/ 276 h 3396"/>
                  <a:gd name="T74" fmla="*/ 677 w 5991"/>
                  <a:gd name="T75" fmla="*/ 345 h 3396"/>
                  <a:gd name="T76" fmla="*/ 510 w 5991"/>
                  <a:gd name="T77" fmla="*/ 420 h 3396"/>
                  <a:gd name="T78" fmla="*/ 365 w 5991"/>
                  <a:gd name="T79" fmla="*/ 502 h 3396"/>
                  <a:gd name="T80" fmla="*/ 242 w 5991"/>
                  <a:gd name="T81" fmla="*/ 588 h 3396"/>
                  <a:gd name="T82" fmla="*/ 143 w 5991"/>
                  <a:gd name="T83" fmla="*/ 678 h 3396"/>
                  <a:gd name="T84" fmla="*/ 69 w 5991"/>
                  <a:gd name="T85" fmla="*/ 773 h 3396"/>
                  <a:gd name="T86" fmla="*/ 21 w 5991"/>
                  <a:gd name="T87" fmla="*/ 872 h 3396"/>
                  <a:gd name="T88" fmla="*/ 0 w 5991"/>
                  <a:gd name="T89" fmla="*/ 973 h 3396"/>
                  <a:gd name="T90" fmla="*/ 2 w 5991"/>
                  <a:gd name="T91" fmla="*/ 1050 h 3396"/>
                  <a:gd name="T92" fmla="*/ 30 w 5991"/>
                  <a:gd name="T93" fmla="*/ 1151 h 3396"/>
                  <a:gd name="T94" fmla="*/ 86 w 5991"/>
                  <a:gd name="T95" fmla="*/ 1249 h 3396"/>
                  <a:gd name="T96" fmla="*/ 166 w 5991"/>
                  <a:gd name="T97" fmla="*/ 1342 h 3396"/>
                  <a:gd name="T98" fmla="*/ 270 w 5991"/>
                  <a:gd name="T99" fmla="*/ 1432 h 3396"/>
                  <a:gd name="T100" fmla="*/ 398 w 5991"/>
                  <a:gd name="T101" fmla="*/ 1517 h 3396"/>
                  <a:gd name="T102" fmla="*/ 550 w 5991"/>
                  <a:gd name="T103" fmla="*/ 1596 h 3396"/>
                  <a:gd name="T104" fmla="*/ 721 w 5991"/>
                  <a:gd name="T105" fmla="*/ 1670 h 3396"/>
                  <a:gd name="T106" fmla="*/ 912 w 5991"/>
                  <a:gd name="T107" fmla="*/ 1738 h 3396"/>
                  <a:gd name="T108" fmla="*/ 1351 w 5991"/>
                  <a:gd name="T109" fmla="*/ 1854 h 3396"/>
                  <a:gd name="T110" fmla="*/ 1856 w 5991"/>
                  <a:gd name="T111" fmla="*/ 1937 h 3396"/>
                  <a:gd name="T112" fmla="*/ 2417 w 5991"/>
                  <a:gd name="T113" fmla="*/ 1986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991" h="3396">
                    <a:moveTo>
                      <a:pt x="2870" y="3396"/>
                    </a:moveTo>
                    <a:lnTo>
                      <a:pt x="2870" y="3396"/>
                    </a:lnTo>
                    <a:lnTo>
                      <a:pt x="2948" y="3395"/>
                    </a:lnTo>
                    <a:lnTo>
                      <a:pt x="3025" y="3393"/>
                    </a:lnTo>
                    <a:lnTo>
                      <a:pt x="3102" y="3391"/>
                    </a:lnTo>
                    <a:lnTo>
                      <a:pt x="3179" y="3387"/>
                    </a:lnTo>
                    <a:lnTo>
                      <a:pt x="3254" y="3382"/>
                    </a:lnTo>
                    <a:lnTo>
                      <a:pt x="3330" y="3377"/>
                    </a:lnTo>
                    <a:lnTo>
                      <a:pt x="3404" y="3369"/>
                    </a:lnTo>
                    <a:lnTo>
                      <a:pt x="3480" y="3361"/>
                    </a:lnTo>
                    <a:lnTo>
                      <a:pt x="3553" y="3352"/>
                    </a:lnTo>
                    <a:lnTo>
                      <a:pt x="3627" y="3342"/>
                    </a:lnTo>
                    <a:lnTo>
                      <a:pt x="3700" y="3332"/>
                    </a:lnTo>
                    <a:lnTo>
                      <a:pt x="3772" y="3319"/>
                    </a:lnTo>
                    <a:lnTo>
                      <a:pt x="3844" y="3306"/>
                    </a:lnTo>
                    <a:lnTo>
                      <a:pt x="3916" y="3293"/>
                    </a:lnTo>
                    <a:lnTo>
                      <a:pt x="3986" y="3278"/>
                    </a:lnTo>
                    <a:lnTo>
                      <a:pt x="4056" y="3262"/>
                    </a:lnTo>
                    <a:lnTo>
                      <a:pt x="4125" y="3246"/>
                    </a:lnTo>
                    <a:lnTo>
                      <a:pt x="4193" y="3228"/>
                    </a:lnTo>
                    <a:lnTo>
                      <a:pt x="4261" y="3210"/>
                    </a:lnTo>
                    <a:lnTo>
                      <a:pt x="4327" y="3191"/>
                    </a:lnTo>
                    <a:lnTo>
                      <a:pt x="4393" y="3170"/>
                    </a:lnTo>
                    <a:lnTo>
                      <a:pt x="4458" y="3150"/>
                    </a:lnTo>
                    <a:lnTo>
                      <a:pt x="4522" y="3128"/>
                    </a:lnTo>
                    <a:lnTo>
                      <a:pt x="4585" y="3106"/>
                    </a:lnTo>
                    <a:lnTo>
                      <a:pt x="4647" y="3083"/>
                    </a:lnTo>
                    <a:lnTo>
                      <a:pt x="4708" y="3059"/>
                    </a:lnTo>
                    <a:lnTo>
                      <a:pt x="4768" y="3033"/>
                    </a:lnTo>
                    <a:lnTo>
                      <a:pt x="4827" y="3009"/>
                    </a:lnTo>
                    <a:lnTo>
                      <a:pt x="4885" y="2982"/>
                    </a:lnTo>
                    <a:lnTo>
                      <a:pt x="4941" y="2955"/>
                    </a:lnTo>
                    <a:lnTo>
                      <a:pt x="4996" y="2927"/>
                    </a:lnTo>
                    <a:lnTo>
                      <a:pt x="5052" y="2898"/>
                    </a:lnTo>
                    <a:lnTo>
                      <a:pt x="5104" y="2869"/>
                    </a:lnTo>
                    <a:lnTo>
                      <a:pt x="5157" y="2839"/>
                    </a:lnTo>
                    <a:lnTo>
                      <a:pt x="5207" y="2809"/>
                    </a:lnTo>
                    <a:lnTo>
                      <a:pt x="5255" y="2778"/>
                    </a:lnTo>
                    <a:lnTo>
                      <a:pt x="5304" y="2746"/>
                    </a:lnTo>
                    <a:lnTo>
                      <a:pt x="5350" y="2714"/>
                    </a:lnTo>
                    <a:lnTo>
                      <a:pt x="5396" y="2680"/>
                    </a:lnTo>
                    <a:lnTo>
                      <a:pt x="5440" y="2647"/>
                    </a:lnTo>
                    <a:lnTo>
                      <a:pt x="5482" y="2613"/>
                    </a:lnTo>
                    <a:lnTo>
                      <a:pt x="5523" y="2578"/>
                    </a:lnTo>
                    <a:lnTo>
                      <a:pt x="5563" y="2543"/>
                    </a:lnTo>
                    <a:lnTo>
                      <a:pt x="5600" y="2507"/>
                    </a:lnTo>
                    <a:lnTo>
                      <a:pt x="5636" y="2470"/>
                    </a:lnTo>
                    <a:lnTo>
                      <a:pt x="5671" y="2434"/>
                    </a:lnTo>
                    <a:lnTo>
                      <a:pt x="5704" y="2397"/>
                    </a:lnTo>
                    <a:lnTo>
                      <a:pt x="5736" y="2359"/>
                    </a:lnTo>
                    <a:lnTo>
                      <a:pt x="5766" y="2320"/>
                    </a:lnTo>
                    <a:lnTo>
                      <a:pt x="5794" y="2282"/>
                    </a:lnTo>
                    <a:lnTo>
                      <a:pt x="5819" y="2242"/>
                    </a:lnTo>
                    <a:lnTo>
                      <a:pt x="5845" y="2202"/>
                    </a:lnTo>
                    <a:lnTo>
                      <a:pt x="5867" y="2163"/>
                    </a:lnTo>
                    <a:lnTo>
                      <a:pt x="5889" y="2123"/>
                    </a:lnTo>
                    <a:lnTo>
                      <a:pt x="5908" y="2082"/>
                    </a:lnTo>
                    <a:lnTo>
                      <a:pt x="5925" y="2040"/>
                    </a:lnTo>
                    <a:lnTo>
                      <a:pt x="5940" y="1999"/>
                    </a:lnTo>
                    <a:lnTo>
                      <a:pt x="5953" y="1956"/>
                    </a:lnTo>
                    <a:lnTo>
                      <a:pt x="5964" y="1914"/>
                    </a:lnTo>
                    <a:lnTo>
                      <a:pt x="5973" y="1872"/>
                    </a:lnTo>
                    <a:lnTo>
                      <a:pt x="5981" y="1828"/>
                    </a:lnTo>
                    <a:lnTo>
                      <a:pt x="5986" y="1786"/>
                    </a:lnTo>
                    <a:lnTo>
                      <a:pt x="5990" y="1742"/>
                    </a:lnTo>
                    <a:lnTo>
                      <a:pt x="5991" y="1699"/>
                    </a:lnTo>
                    <a:lnTo>
                      <a:pt x="5991" y="1699"/>
                    </a:lnTo>
                    <a:lnTo>
                      <a:pt x="5990" y="1654"/>
                    </a:lnTo>
                    <a:lnTo>
                      <a:pt x="5986" y="1610"/>
                    </a:lnTo>
                    <a:lnTo>
                      <a:pt x="5981" y="1568"/>
                    </a:lnTo>
                    <a:lnTo>
                      <a:pt x="5973" y="1524"/>
                    </a:lnTo>
                    <a:lnTo>
                      <a:pt x="5964" y="1482"/>
                    </a:lnTo>
                    <a:lnTo>
                      <a:pt x="5953" y="1440"/>
                    </a:lnTo>
                    <a:lnTo>
                      <a:pt x="5940" y="1397"/>
                    </a:lnTo>
                    <a:lnTo>
                      <a:pt x="5925" y="1356"/>
                    </a:lnTo>
                    <a:lnTo>
                      <a:pt x="5908" y="1315"/>
                    </a:lnTo>
                    <a:lnTo>
                      <a:pt x="5889" y="1274"/>
                    </a:lnTo>
                    <a:lnTo>
                      <a:pt x="5867" y="1233"/>
                    </a:lnTo>
                    <a:lnTo>
                      <a:pt x="5845" y="1193"/>
                    </a:lnTo>
                    <a:lnTo>
                      <a:pt x="5819" y="1154"/>
                    </a:lnTo>
                    <a:lnTo>
                      <a:pt x="5794" y="1114"/>
                    </a:lnTo>
                    <a:lnTo>
                      <a:pt x="5766" y="1076"/>
                    </a:lnTo>
                    <a:lnTo>
                      <a:pt x="5736" y="1037"/>
                    </a:lnTo>
                    <a:lnTo>
                      <a:pt x="5704" y="1000"/>
                    </a:lnTo>
                    <a:lnTo>
                      <a:pt x="5671" y="961"/>
                    </a:lnTo>
                    <a:lnTo>
                      <a:pt x="5636" y="926"/>
                    </a:lnTo>
                    <a:lnTo>
                      <a:pt x="5600" y="888"/>
                    </a:lnTo>
                    <a:lnTo>
                      <a:pt x="5563" y="852"/>
                    </a:lnTo>
                    <a:lnTo>
                      <a:pt x="5523" y="818"/>
                    </a:lnTo>
                    <a:lnTo>
                      <a:pt x="5482" y="783"/>
                    </a:lnTo>
                    <a:lnTo>
                      <a:pt x="5440" y="749"/>
                    </a:lnTo>
                    <a:lnTo>
                      <a:pt x="5396" y="715"/>
                    </a:lnTo>
                    <a:lnTo>
                      <a:pt x="5350" y="682"/>
                    </a:lnTo>
                    <a:lnTo>
                      <a:pt x="5304" y="650"/>
                    </a:lnTo>
                    <a:lnTo>
                      <a:pt x="5255" y="618"/>
                    </a:lnTo>
                    <a:lnTo>
                      <a:pt x="5207" y="587"/>
                    </a:lnTo>
                    <a:lnTo>
                      <a:pt x="5157" y="556"/>
                    </a:lnTo>
                    <a:lnTo>
                      <a:pt x="5104" y="527"/>
                    </a:lnTo>
                    <a:lnTo>
                      <a:pt x="5052" y="497"/>
                    </a:lnTo>
                    <a:lnTo>
                      <a:pt x="4996" y="469"/>
                    </a:lnTo>
                    <a:lnTo>
                      <a:pt x="4941" y="441"/>
                    </a:lnTo>
                    <a:lnTo>
                      <a:pt x="4885" y="414"/>
                    </a:lnTo>
                    <a:lnTo>
                      <a:pt x="4827" y="388"/>
                    </a:lnTo>
                    <a:lnTo>
                      <a:pt x="4768" y="363"/>
                    </a:lnTo>
                    <a:lnTo>
                      <a:pt x="4708" y="337"/>
                    </a:lnTo>
                    <a:lnTo>
                      <a:pt x="4647" y="314"/>
                    </a:lnTo>
                    <a:lnTo>
                      <a:pt x="4585" y="290"/>
                    </a:lnTo>
                    <a:lnTo>
                      <a:pt x="4522" y="268"/>
                    </a:lnTo>
                    <a:lnTo>
                      <a:pt x="4458" y="246"/>
                    </a:lnTo>
                    <a:lnTo>
                      <a:pt x="4393" y="226"/>
                    </a:lnTo>
                    <a:lnTo>
                      <a:pt x="4327" y="205"/>
                    </a:lnTo>
                    <a:lnTo>
                      <a:pt x="4261" y="186"/>
                    </a:lnTo>
                    <a:lnTo>
                      <a:pt x="4193" y="168"/>
                    </a:lnTo>
                    <a:lnTo>
                      <a:pt x="4125" y="150"/>
                    </a:lnTo>
                    <a:lnTo>
                      <a:pt x="4056" y="133"/>
                    </a:lnTo>
                    <a:lnTo>
                      <a:pt x="3986" y="118"/>
                    </a:lnTo>
                    <a:lnTo>
                      <a:pt x="3916" y="104"/>
                    </a:lnTo>
                    <a:lnTo>
                      <a:pt x="3844" y="90"/>
                    </a:lnTo>
                    <a:lnTo>
                      <a:pt x="3772" y="77"/>
                    </a:lnTo>
                    <a:lnTo>
                      <a:pt x="3700" y="65"/>
                    </a:lnTo>
                    <a:lnTo>
                      <a:pt x="3627" y="54"/>
                    </a:lnTo>
                    <a:lnTo>
                      <a:pt x="3553" y="44"/>
                    </a:lnTo>
                    <a:lnTo>
                      <a:pt x="3480" y="35"/>
                    </a:lnTo>
                    <a:lnTo>
                      <a:pt x="3404" y="27"/>
                    </a:lnTo>
                    <a:lnTo>
                      <a:pt x="3330" y="20"/>
                    </a:lnTo>
                    <a:lnTo>
                      <a:pt x="3254" y="14"/>
                    </a:lnTo>
                    <a:lnTo>
                      <a:pt x="3179" y="9"/>
                    </a:lnTo>
                    <a:lnTo>
                      <a:pt x="3102" y="5"/>
                    </a:lnTo>
                    <a:lnTo>
                      <a:pt x="3025" y="3"/>
                    </a:lnTo>
                    <a:lnTo>
                      <a:pt x="2948" y="1"/>
                    </a:lnTo>
                    <a:lnTo>
                      <a:pt x="2870" y="0"/>
                    </a:lnTo>
                    <a:lnTo>
                      <a:pt x="2870" y="0"/>
                    </a:lnTo>
                    <a:lnTo>
                      <a:pt x="2716" y="1"/>
                    </a:lnTo>
                    <a:lnTo>
                      <a:pt x="2566" y="5"/>
                    </a:lnTo>
                    <a:lnTo>
                      <a:pt x="2417" y="12"/>
                    </a:lnTo>
                    <a:lnTo>
                      <a:pt x="2272" y="20"/>
                    </a:lnTo>
                    <a:lnTo>
                      <a:pt x="2130" y="32"/>
                    </a:lnTo>
                    <a:lnTo>
                      <a:pt x="1990" y="45"/>
                    </a:lnTo>
                    <a:lnTo>
                      <a:pt x="1856" y="62"/>
                    </a:lnTo>
                    <a:lnTo>
                      <a:pt x="1724" y="79"/>
                    </a:lnTo>
                    <a:lnTo>
                      <a:pt x="1596" y="99"/>
                    </a:lnTo>
                    <a:lnTo>
                      <a:pt x="1471" y="120"/>
                    </a:lnTo>
                    <a:lnTo>
                      <a:pt x="1351" y="145"/>
                    </a:lnTo>
                    <a:lnTo>
                      <a:pt x="1235" y="170"/>
                    </a:lnTo>
                    <a:lnTo>
                      <a:pt x="1123" y="199"/>
                    </a:lnTo>
                    <a:lnTo>
                      <a:pt x="1015" y="228"/>
                    </a:lnTo>
                    <a:lnTo>
                      <a:pt x="912" y="260"/>
                    </a:lnTo>
                    <a:lnTo>
                      <a:pt x="862" y="276"/>
                    </a:lnTo>
                    <a:lnTo>
                      <a:pt x="815" y="292"/>
                    </a:lnTo>
                    <a:lnTo>
                      <a:pt x="768" y="310"/>
                    </a:lnTo>
                    <a:lnTo>
                      <a:pt x="721" y="328"/>
                    </a:lnTo>
                    <a:lnTo>
                      <a:pt x="677" y="345"/>
                    </a:lnTo>
                    <a:lnTo>
                      <a:pt x="633" y="364"/>
                    </a:lnTo>
                    <a:lnTo>
                      <a:pt x="591" y="382"/>
                    </a:lnTo>
                    <a:lnTo>
                      <a:pt x="550" y="401"/>
                    </a:lnTo>
                    <a:lnTo>
                      <a:pt x="510" y="420"/>
                    </a:lnTo>
                    <a:lnTo>
                      <a:pt x="471" y="441"/>
                    </a:lnTo>
                    <a:lnTo>
                      <a:pt x="434" y="460"/>
                    </a:lnTo>
                    <a:lnTo>
                      <a:pt x="398" y="481"/>
                    </a:lnTo>
                    <a:lnTo>
                      <a:pt x="365" y="502"/>
                    </a:lnTo>
                    <a:lnTo>
                      <a:pt x="332" y="523"/>
                    </a:lnTo>
                    <a:lnTo>
                      <a:pt x="301" y="545"/>
                    </a:lnTo>
                    <a:lnTo>
                      <a:pt x="270" y="567"/>
                    </a:lnTo>
                    <a:lnTo>
                      <a:pt x="242" y="588"/>
                    </a:lnTo>
                    <a:lnTo>
                      <a:pt x="215" y="610"/>
                    </a:lnTo>
                    <a:lnTo>
                      <a:pt x="189" y="633"/>
                    </a:lnTo>
                    <a:lnTo>
                      <a:pt x="166" y="655"/>
                    </a:lnTo>
                    <a:lnTo>
                      <a:pt x="143" y="678"/>
                    </a:lnTo>
                    <a:lnTo>
                      <a:pt x="123" y="702"/>
                    </a:lnTo>
                    <a:lnTo>
                      <a:pt x="104" y="726"/>
                    </a:lnTo>
                    <a:lnTo>
                      <a:pt x="86" y="750"/>
                    </a:lnTo>
                    <a:lnTo>
                      <a:pt x="69" y="773"/>
                    </a:lnTo>
                    <a:lnTo>
                      <a:pt x="55" y="797"/>
                    </a:lnTo>
                    <a:lnTo>
                      <a:pt x="42" y="822"/>
                    </a:lnTo>
                    <a:lnTo>
                      <a:pt x="30" y="847"/>
                    </a:lnTo>
                    <a:lnTo>
                      <a:pt x="21" y="872"/>
                    </a:lnTo>
                    <a:lnTo>
                      <a:pt x="14" y="897"/>
                    </a:lnTo>
                    <a:lnTo>
                      <a:pt x="7" y="922"/>
                    </a:lnTo>
                    <a:lnTo>
                      <a:pt x="2" y="947"/>
                    </a:lnTo>
                    <a:lnTo>
                      <a:pt x="0" y="973"/>
                    </a:lnTo>
                    <a:lnTo>
                      <a:pt x="0" y="999"/>
                    </a:lnTo>
                    <a:lnTo>
                      <a:pt x="0" y="999"/>
                    </a:lnTo>
                    <a:lnTo>
                      <a:pt x="0" y="1024"/>
                    </a:lnTo>
                    <a:lnTo>
                      <a:pt x="2" y="1050"/>
                    </a:lnTo>
                    <a:lnTo>
                      <a:pt x="7" y="1076"/>
                    </a:lnTo>
                    <a:lnTo>
                      <a:pt x="14" y="1101"/>
                    </a:lnTo>
                    <a:lnTo>
                      <a:pt x="21" y="1127"/>
                    </a:lnTo>
                    <a:lnTo>
                      <a:pt x="30" y="1151"/>
                    </a:lnTo>
                    <a:lnTo>
                      <a:pt x="42" y="1176"/>
                    </a:lnTo>
                    <a:lnTo>
                      <a:pt x="55" y="1200"/>
                    </a:lnTo>
                    <a:lnTo>
                      <a:pt x="69" y="1224"/>
                    </a:lnTo>
                    <a:lnTo>
                      <a:pt x="86" y="1249"/>
                    </a:lnTo>
                    <a:lnTo>
                      <a:pt x="104" y="1273"/>
                    </a:lnTo>
                    <a:lnTo>
                      <a:pt x="123" y="1296"/>
                    </a:lnTo>
                    <a:lnTo>
                      <a:pt x="143" y="1319"/>
                    </a:lnTo>
                    <a:lnTo>
                      <a:pt x="166" y="1342"/>
                    </a:lnTo>
                    <a:lnTo>
                      <a:pt x="189" y="1365"/>
                    </a:lnTo>
                    <a:lnTo>
                      <a:pt x="215" y="1388"/>
                    </a:lnTo>
                    <a:lnTo>
                      <a:pt x="242" y="1410"/>
                    </a:lnTo>
                    <a:lnTo>
                      <a:pt x="270" y="1432"/>
                    </a:lnTo>
                    <a:lnTo>
                      <a:pt x="301" y="1454"/>
                    </a:lnTo>
                    <a:lnTo>
                      <a:pt x="332" y="1475"/>
                    </a:lnTo>
                    <a:lnTo>
                      <a:pt x="365" y="1496"/>
                    </a:lnTo>
                    <a:lnTo>
                      <a:pt x="398" y="1517"/>
                    </a:lnTo>
                    <a:lnTo>
                      <a:pt x="434" y="1537"/>
                    </a:lnTo>
                    <a:lnTo>
                      <a:pt x="471" y="1558"/>
                    </a:lnTo>
                    <a:lnTo>
                      <a:pt x="510" y="1577"/>
                    </a:lnTo>
                    <a:lnTo>
                      <a:pt x="550" y="1596"/>
                    </a:lnTo>
                    <a:lnTo>
                      <a:pt x="591" y="1615"/>
                    </a:lnTo>
                    <a:lnTo>
                      <a:pt x="633" y="1634"/>
                    </a:lnTo>
                    <a:lnTo>
                      <a:pt x="677" y="1652"/>
                    </a:lnTo>
                    <a:lnTo>
                      <a:pt x="721" y="1670"/>
                    </a:lnTo>
                    <a:lnTo>
                      <a:pt x="768" y="1688"/>
                    </a:lnTo>
                    <a:lnTo>
                      <a:pt x="815" y="1705"/>
                    </a:lnTo>
                    <a:lnTo>
                      <a:pt x="862" y="1722"/>
                    </a:lnTo>
                    <a:lnTo>
                      <a:pt x="912" y="1738"/>
                    </a:lnTo>
                    <a:lnTo>
                      <a:pt x="1015" y="1769"/>
                    </a:lnTo>
                    <a:lnTo>
                      <a:pt x="1123" y="1800"/>
                    </a:lnTo>
                    <a:lnTo>
                      <a:pt x="1235" y="1827"/>
                    </a:lnTo>
                    <a:lnTo>
                      <a:pt x="1351" y="1854"/>
                    </a:lnTo>
                    <a:lnTo>
                      <a:pt x="1471" y="1877"/>
                    </a:lnTo>
                    <a:lnTo>
                      <a:pt x="1596" y="1899"/>
                    </a:lnTo>
                    <a:lnTo>
                      <a:pt x="1724" y="1919"/>
                    </a:lnTo>
                    <a:lnTo>
                      <a:pt x="1856" y="1937"/>
                    </a:lnTo>
                    <a:lnTo>
                      <a:pt x="1990" y="1952"/>
                    </a:lnTo>
                    <a:lnTo>
                      <a:pt x="2130" y="1966"/>
                    </a:lnTo>
                    <a:lnTo>
                      <a:pt x="2272" y="1977"/>
                    </a:lnTo>
                    <a:lnTo>
                      <a:pt x="2417" y="1986"/>
                    </a:lnTo>
                    <a:lnTo>
                      <a:pt x="2566" y="1992"/>
                    </a:lnTo>
                    <a:lnTo>
                      <a:pt x="2716" y="1996"/>
                    </a:lnTo>
                    <a:lnTo>
                      <a:pt x="2870" y="1997"/>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478093" rtl="0" eaLnBrk="1" latinLnBrk="0" hangingPunct="1">
                  <a:defRPr sz="1883" kern="1200">
                    <a:solidFill>
                      <a:schemeClr val="tx1"/>
                    </a:solidFill>
                    <a:latin typeface="+mn-lt"/>
                    <a:ea typeface="+mn-ea"/>
                    <a:cs typeface="+mn-cs"/>
                  </a:defRPr>
                </a:lvl1pPr>
                <a:lvl2pPr marL="478093" algn="l" defTabSz="478093" rtl="0" eaLnBrk="1" latinLnBrk="0" hangingPunct="1">
                  <a:defRPr sz="1883" kern="1200">
                    <a:solidFill>
                      <a:schemeClr val="tx1"/>
                    </a:solidFill>
                    <a:latin typeface="+mn-lt"/>
                    <a:ea typeface="+mn-ea"/>
                    <a:cs typeface="+mn-cs"/>
                  </a:defRPr>
                </a:lvl2pPr>
                <a:lvl3pPr marL="956184" algn="l" defTabSz="478093" rtl="0" eaLnBrk="1" latinLnBrk="0" hangingPunct="1">
                  <a:defRPr sz="1883" kern="1200">
                    <a:solidFill>
                      <a:schemeClr val="tx1"/>
                    </a:solidFill>
                    <a:latin typeface="+mn-lt"/>
                    <a:ea typeface="+mn-ea"/>
                    <a:cs typeface="+mn-cs"/>
                  </a:defRPr>
                </a:lvl3pPr>
                <a:lvl4pPr marL="1434277" algn="l" defTabSz="478093" rtl="0" eaLnBrk="1" latinLnBrk="0" hangingPunct="1">
                  <a:defRPr sz="1883" kern="1200">
                    <a:solidFill>
                      <a:schemeClr val="tx1"/>
                    </a:solidFill>
                    <a:latin typeface="+mn-lt"/>
                    <a:ea typeface="+mn-ea"/>
                    <a:cs typeface="+mn-cs"/>
                  </a:defRPr>
                </a:lvl4pPr>
                <a:lvl5pPr marL="1912370" algn="l" defTabSz="478093" rtl="0" eaLnBrk="1" latinLnBrk="0" hangingPunct="1">
                  <a:defRPr sz="1883" kern="1200">
                    <a:solidFill>
                      <a:schemeClr val="tx1"/>
                    </a:solidFill>
                    <a:latin typeface="+mn-lt"/>
                    <a:ea typeface="+mn-ea"/>
                    <a:cs typeface="+mn-cs"/>
                  </a:defRPr>
                </a:lvl5pPr>
                <a:lvl6pPr marL="2390462" algn="l" defTabSz="478093" rtl="0" eaLnBrk="1" latinLnBrk="0" hangingPunct="1">
                  <a:defRPr sz="1883" kern="1200">
                    <a:solidFill>
                      <a:schemeClr val="tx1"/>
                    </a:solidFill>
                    <a:latin typeface="+mn-lt"/>
                    <a:ea typeface="+mn-ea"/>
                    <a:cs typeface="+mn-cs"/>
                  </a:defRPr>
                </a:lvl6pPr>
                <a:lvl7pPr marL="2868554" algn="l" defTabSz="478093" rtl="0" eaLnBrk="1" latinLnBrk="0" hangingPunct="1">
                  <a:defRPr sz="1883" kern="1200">
                    <a:solidFill>
                      <a:schemeClr val="tx1"/>
                    </a:solidFill>
                    <a:latin typeface="+mn-lt"/>
                    <a:ea typeface="+mn-ea"/>
                    <a:cs typeface="+mn-cs"/>
                  </a:defRPr>
                </a:lvl7pPr>
                <a:lvl8pPr marL="3346646" algn="l" defTabSz="478093" rtl="0" eaLnBrk="1" latinLnBrk="0" hangingPunct="1">
                  <a:defRPr sz="1883" kern="1200">
                    <a:solidFill>
                      <a:schemeClr val="tx1"/>
                    </a:solidFill>
                    <a:latin typeface="+mn-lt"/>
                    <a:ea typeface="+mn-ea"/>
                    <a:cs typeface="+mn-cs"/>
                  </a:defRPr>
                </a:lvl8pPr>
                <a:lvl9pPr marL="3824739" algn="l" defTabSz="478093" rtl="0" eaLnBrk="1" latinLnBrk="0" hangingPunct="1">
                  <a:defRPr sz="1883" kern="1200">
                    <a:solidFill>
                      <a:schemeClr val="tx1"/>
                    </a:solidFill>
                    <a:latin typeface="+mn-lt"/>
                    <a:ea typeface="+mn-ea"/>
                    <a:cs typeface="+mn-cs"/>
                  </a:defRPr>
                </a:lvl9pPr>
              </a:lstStyle>
              <a:p>
                <a:endParaRPr lang="ja-JP" altLang="en-US"/>
              </a:p>
            </p:txBody>
          </p:sp>
          <p:sp>
            <p:nvSpPr>
              <p:cNvPr id="136" name="Freeform 42">
                <a:extLst>
                  <a:ext uri="{FF2B5EF4-FFF2-40B4-BE49-F238E27FC236}">
                    <a16:creationId xmlns:a16="http://schemas.microsoft.com/office/drawing/2014/main" id="{76B89D80-993C-8E92-2679-6F02E0491D0C}"/>
                  </a:ext>
                </a:extLst>
              </p:cNvPr>
              <p:cNvSpPr>
                <a:spLocks/>
              </p:cNvSpPr>
              <p:nvPr/>
            </p:nvSpPr>
            <p:spPr bwMode="auto">
              <a:xfrm>
                <a:off x="3131984" y="5303797"/>
                <a:ext cx="270003" cy="90001"/>
              </a:xfrm>
              <a:custGeom>
                <a:avLst/>
                <a:gdLst>
                  <a:gd name="T0" fmla="*/ 3025 w 5991"/>
                  <a:gd name="T1" fmla="*/ 3393 h 3396"/>
                  <a:gd name="T2" fmla="*/ 3330 w 5991"/>
                  <a:gd name="T3" fmla="*/ 3377 h 3396"/>
                  <a:gd name="T4" fmla="*/ 3627 w 5991"/>
                  <a:gd name="T5" fmla="*/ 3342 h 3396"/>
                  <a:gd name="T6" fmla="*/ 3916 w 5991"/>
                  <a:gd name="T7" fmla="*/ 3293 h 3396"/>
                  <a:gd name="T8" fmla="*/ 4193 w 5991"/>
                  <a:gd name="T9" fmla="*/ 3228 h 3396"/>
                  <a:gd name="T10" fmla="*/ 4458 w 5991"/>
                  <a:gd name="T11" fmla="*/ 3150 h 3396"/>
                  <a:gd name="T12" fmla="*/ 4708 w 5991"/>
                  <a:gd name="T13" fmla="*/ 3059 h 3396"/>
                  <a:gd name="T14" fmla="*/ 4941 w 5991"/>
                  <a:gd name="T15" fmla="*/ 2955 h 3396"/>
                  <a:gd name="T16" fmla="*/ 5157 w 5991"/>
                  <a:gd name="T17" fmla="*/ 2839 h 3396"/>
                  <a:gd name="T18" fmla="*/ 5350 w 5991"/>
                  <a:gd name="T19" fmla="*/ 2714 h 3396"/>
                  <a:gd name="T20" fmla="*/ 5523 w 5991"/>
                  <a:gd name="T21" fmla="*/ 2578 h 3396"/>
                  <a:gd name="T22" fmla="*/ 5671 w 5991"/>
                  <a:gd name="T23" fmla="*/ 2434 h 3396"/>
                  <a:gd name="T24" fmla="*/ 5794 w 5991"/>
                  <a:gd name="T25" fmla="*/ 2282 h 3396"/>
                  <a:gd name="T26" fmla="*/ 5889 w 5991"/>
                  <a:gd name="T27" fmla="*/ 2123 h 3396"/>
                  <a:gd name="T28" fmla="*/ 5953 w 5991"/>
                  <a:gd name="T29" fmla="*/ 1956 h 3396"/>
                  <a:gd name="T30" fmla="*/ 5986 w 5991"/>
                  <a:gd name="T31" fmla="*/ 1786 h 3396"/>
                  <a:gd name="T32" fmla="*/ 5990 w 5991"/>
                  <a:gd name="T33" fmla="*/ 1654 h 3396"/>
                  <a:gd name="T34" fmla="*/ 5964 w 5991"/>
                  <a:gd name="T35" fmla="*/ 1482 h 3396"/>
                  <a:gd name="T36" fmla="*/ 5908 w 5991"/>
                  <a:gd name="T37" fmla="*/ 1315 h 3396"/>
                  <a:gd name="T38" fmla="*/ 5819 w 5991"/>
                  <a:gd name="T39" fmla="*/ 1154 h 3396"/>
                  <a:gd name="T40" fmla="*/ 5704 w 5991"/>
                  <a:gd name="T41" fmla="*/ 1000 h 3396"/>
                  <a:gd name="T42" fmla="*/ 5563 w 5991"/>
                  <a:gd name="T43" fmla="*/ 852 h 3396"/>
                  <a:gd name="T44" fmla="*/ 5396 w 5991"/>
                  <a:gd name="T45" fmla="*/ 715 h 3396"/>
                  <a:gd name="T46" fmla="*/ 5207 w 5991"/>
                  <a:gd name="T47" fmla="*/ 587 h 3396"/>
                  <a:gd name="T48" fmla="*/ 4996 w 5991"/>
                  <a:gd name="T49" fmla="*/ 469 h 3396"/>
                  <a:gd name="T50" fmla="*/ 4768 w 5991"/>
                  <a:gd name="T51" fmla="*/ 363 h 3396"/>
                  <a:gd name="T52" fmla="*/ 4522 w 5991"/>
                  <a:gd name="T53" fmla="*/ 268 h 3396"/>
                  <a:gd name="T54" fmla="*/ 4261 w 5991"/>
                  <a:gd name="T55" fmla="*/ 186 h 3396"/>
                  <a:gd name="T56" fmla="*/ 3986 w 5991"/>
                  <a:gd name="T57" fmla="*/ 118 h 3396"/>
                  <a:gd name="T58" fmla="*/ 3700 w 5991"/>
                  <a:gd name="T59" fmla="*/ 65 h 3396"/>
                  <a:gd name="T60" fmla="*/ 3404 w 5991"/>
                  <a:gd name="T61" fmla="*/ 27 h 3396"/>
                  <a:gd name="T62" fmla="*/ 3102 w 5991"/>
                  <a:gd name="T63" fmla="*/ 5 h 3396"/>
                  <a:gd name="T64" fmla="*/ 2870 w 5991"/>
                  <a:gd name="T65" fmla="*/ 0 h 3396"/>
                  <a:gd name="T66" fmla="*/ 2272 w 5991"/>
                  <a:gd name="T67" fmla="*/ 20 h 3396"/>
                  <a:gd name="T68" fmla="*/ 1724 w 5991"/>
                  <a:gd name="T69" fmla="*/ 79 h 3396"/>
                  <a:gd name="T70" fmla="*/ 1235 w 5991"/>
                  <a:gd name="T71" fmla="*/ 170 h 3396"/>
                  <a:gd name="T72" fmla="*/ 862 w 5991"/>
                  <a:gd name="T73" fmla="*/ 276 h 3396"/>
                  <a:gd name="T74" fmla="*/ 677 w 5991"/>
                  <a:gd name="T75" fmla="*/ 345 h 3396"/>
                  <a:gd name="T76" fmla="*/ 510 w 5991"/>
                  <a:gd name="T77" fmla="*/ 420 h 3396"/>
                  <a:gd name="T78" fmla="*/ 365 w 5991"/>
                  <a:gd name="T79" fmla="*/ 502 h 3396"/>
                  <a:gd name="T80" fmla="*/ 242 w 5991"/>
                  <a:gd name="T81" fmla="*/ 588 h 3396"/>
                  <a:gd name="T82" fmla="*/ 143 w 5991"/>
                  <a:gd name="T83" fmla="*/ 678 h 3396"/>
                  <a:gd name="T84" fmla="*/ 69 w 5991"/>
                  <a:gd name="T85" fmla="*/ 773 h 3396"/>
                  <a:gd name="T86" fmla="*/ 21 w 5991"/>
                  <a:gd name="T87" fmla="*/ 872 h 3396"/>
                  <a:gd name="T88" fmla="*/ 0 w 5991"/>
                  <a:gd name="T89" fmla="*/ 973 h 3396"/>
                  <a:gd name="T90" fmla="*/ 2 w 5991"/>
                  <a:gd name="T91" fmla="*/ 1050 h 3396"/>
                  <a:gd name="T92" fmla="*/ 30 w 5991"/>
                  <a:gd name="T93" fmla="*/ 1151 h 3396"/>
                  <a:gd name="T94" fmla="*/ 86 w 5991"/>
                  <a:gd name="T95" fmla="*/ 1249 h 3396"/>
                  <a:gd name="T96" fmla="*/ 166 w 5991"/>
                  <a:gd name="T97" fmla="*/ 1342 h 3396"/>
                  <a:gd name="T98" fmla="*/ 270 w 5991"/>
                  <a:gd name="T99" fmla="*/ 1432 h 3396"/>
                  <a:gd name="T100" fmla="*/ 398 w 5991"/>
                  <a:gd name="T101" fmla="*/ 1517 h 3396"/>
                  <a:gd name="T102" fmla="*/ 550 w 5991"/>
                  <a:gd name="T103" fmla="*/ 1596 h 3396"/>
                  <a:gd name="T104" fmla="*/ 721 w 5991"/>
                  <a:gd name="T105" fmla="*/ 1670 h 3396"/>
                  <a:gd name="T106" fmla="*/ 912 w 5991"/>
                  <a:gd name="T107" fmla="*/ 1738 h 3396"/>
                  <a:gd name="T108" fmla="*/ 1351 w 5991"/>
                  <a:gd name="T109" fmla="*/ 1854 h 3396"/>
                  <a:gd name="T110" fmla="*/ 1856 w 5991"/>
                  <a:gd name="T111" fmla="*/ 1937 h 3396"/>
                  <a:gd name="T112" fmla="*/ 2417 w 5991"/>
                  <a:gd name="T113" fmla="*/ 1986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991" h="3396">
                    <a:moveTo>
                      <a:pt x="2870" y="3396"/>
                    </a:moveTo>
                    <a:lnTo>
                      <a:pt x="2870" y="3396"/>
                    </a:lnTo>
                    <a:lnTo>
                      <a:pt x="2948" y="3395"/>
                    </a:lnTo>
                    <a:lnTo>
                      <a:pt x="3025" y="3393"/>
                    </a:lnTo>
                    <a:lnTo>
                      <a:pt x="3102" y="3391"/>
                    </a:lnTo>
                    <a:lnTo>
                      <a:pt x="3179" y="3387"/>
                    </a:lnTo>
                    <a:lnTo>
                      <a:pt x="3254" y="3382"/>
                    </a:lnTo>
                    <a:lnTo>
                      <a:pt x="3330" y="3377"/>
                    </a:lnTo>
                    <a:lnTo>
                      <a:pt x="3404" y="3369"/>
                    </a:lnTo>
                    <a:lnTo>
                      <a:pt x="3480" y="3361"/>
                    </a:lnTo>
                    <a:lnTo>
                      <a:pt x="3553" y="3352"/>
                    </a:lnTo>
                    <a:lnTo>
                      <a:pt x="3627" y="3342"/>
                    </a:lnTo>
                    <a:lnTo>
                      <a:pt x="3700" y="3332"/>
                    </a:lnTo>
                    <a:lnTo>
                      <a:pt x="3772" y="3319"/>
                    </a:lnTo>
                    <a:lnTo>
                      <a:pt x="3844" y="3306"/>
                    </a:lnTo>
                    <a:lnTo>
                      <a:pt x="3916" y="3293"/>
                    </a:lnTo>
                    <a:lnTo>
                      <a:pt x="3986" y="3278"/>
                    </a:lnTo>
                    <a:lnTo>
                      <a:pt x="4056" y="3262"/>
                    </a:lnTo>
                    <a:lnTo>
                      <a:pt x="4125" y="3246"/>
                    </a:lnTo>
                    <a:lnTo>
                      <a:pt x="4193" y="3228"/>
                    </a:lnTo>
                    <a:lnTo>
                      <a:pt x="4261" y="3210"/>
                    </a:lnTo>
                    <a:lnTo>
                      <a:pt x="4327" y="3191"/>
                    </a:lnTo>
                    <a:lnTo>
                      <a:pt x="4393" y="3170"/>
                    </a:lnTo>
                    <a:lnTo>
                      <a:pt x="4458" y="3150"/>
                    </a:lnTo>
                    <a:lnTo>
                      <a:pt x="4522" y="3128"/>
                    </a:lnTo>
                    <a:lnTo>
                      <a:pt x="4585" y="3106"/>
                    </a:lnTo>
                    <a:lnTo>
                      <a:pt x="4647" y="3083"/>
                    </a:lnTo>
                    <a:lnTo>
                      <a:pt x="4708" y="3059"/>
                    </a:lnTo>
                    <a:lnTo>
                      <a:pt x="4768" y="3033"/>
                    </a:lnTo>
                    <a:lnTo>
                      <a:pt x="4827" y="3009"/>
                    </a:lnTo>
                    <a:lnTo>
                      <a:pt x="4885" y="2982"/>
                    </a:lnTo>
                    <a:lnTo>
                      <a:pt x="4941" y="2955"/>
                    </a:lnTo>
                    <a:lnTo>
                      <a:pt x="4996" y="2927"/>
                    </a:lnTo>
                    <a:lnTo>
                      <a:pt x="5052" y="2898"/>
                    </a:lnTo>
                    <a:lnTo>
                      <a:pt x="5104" y="2869"/>
                    </a:lnTo>
                    <a:lnTo>
                      <a:pt x="5157" y="2839"/>
                    </a:lnTo>
                    <a:lnTo>
                      <a:pt x="5207" y="2809"/>
                    </a:lnTo>
                    <a:lnTo>
                      <a:pt x="5255" y="2778"/>
                    </a:lnTo>
                    <a:lnTo>
                      <a:pt x="5304" y="2746"/>
                    </a:lnTo>
                    <a:lnTo>
                      <a:pt x="5350" y="2714"/>
                    </a:lnTo>
                    <a:lnTo>
                      <a:pt x="5396" y="2680"/>
                    </a:lnTo>
                    <a:lnTo>
                      <a:pt x="5440" y="2647"/>
                    </a:lnTo>
                    <a:lnTo>
                      <a:pt x="5482" y="2613"/>
                    </a:lnTo>
                    <a:lnTo>
                      <a:pt x="5523" y="2578"/>
                    </a:lnTo>
                    <a:lnTo>
                      <a:pt x="5563" y="2543"/>
                    </a:lnTo>
                    <a:lnTo>
                      <a:pt x="5600" y="2507"/>
                    </a:lnTo>
                    <a:lnTo>
                      <a:pt x="5636" y="2470"/>
                    </a:lnTo>
                    <a:lnTo>
                      <a:pt x="5671" y="2434"/>
                    </a:lnTo>
                    <a:lnTo>
                      <a:pt x="5704" y="2397"/>
                    </a:lnTo>
                    <a:lnTo>
                      <a:pt x="5736" y="2359"/>
                    </a:lnTo>
                    <a:lnTo>
                      <a:pt x="5766" y="2320"/>
                    </a:lnTo>
                    <a:lnTo>
                      <a:pt x="5794" y="2282"/>
                    </a:lnTo>
                    <a:lnTo>
                      <a:pt x="5819" y="2242"/>
                    </a:lnTo>
                    <a:lnTo>
                      <a:pt x="5845" y="2202"/>
                    </a:lnTo>
                    <a:lnTo>
                      <a:pt x="5867" y="2163"/>
                    </a:lnTo>
                    <a:lnTo>
                      <a:pt x="5889" y="2123"/>
                    </a:lnTo>
                    <a:lnTo>
                      <a:pt x="5908" y="2082"/>
                    </a:lnTo>
                    <a:lnTo>
                      <a:pt x="5925" y="2040"/>
                    </a:lnTo>
                    <a:lnTo>
                      <a:pt x="5940" y="1999"/>
                    </a:lnTo>
                    <a:lnTo>
                      <a:pt x="5953" y="1956"/>
                    </a:lnTo>
                    <a:lnTo>
                      <a:pt x="5964" y="1914"/>
                    </a:lnTo>
                    <a:lnTo>
                      <a:pt x="5973" y="1872"/>
                    </a:lnTo>
                    <a:lnTo>
                      <a:pt x="5981" y="1828"/>
                    </a:lnTo>
                    <a:lnTo>
                      <a:pt x="5986" y="1786"/>
                    </a:lnTo>
                    <a:lnTo>
                      <a:pt x="5990" y="1742"/>
                    </a:lnTo>
                    <a:lnTo>
                      <a:pt x="5991" y="1699"/>
                    </a:lnTo>
                    <a:lnTo>
                      <a:pt x="5991" y="1699"/>
                    </a:lnTo>
                    <a:lnTo>
                      <a:pt x="5990" y="1654"/>
                    </a:lnTo>
                    <a:lnTo>
                      <a:pt x="5986" y="1610"/>
                    </a:lnTo>
                    <a:lnTo>
                      <a:pt x="5981" y="1568"/>
                    </a:lnTo>
                    <a:lnTo>
                      <a:pt x="5973" y="1524"/>
                    </a:lnTo>
                    <a:lnTo>
                      <a:pt x="5964" y="1482"/>
                    </a:lnTo>
                    <a:lnTo>
                      <a:pt x="5953" y="1440"/>
                    </a:lnTo>
                    <a:lnTo>
                      <a:pt x="5940" y="1397"/>
                    </a:lnTo>
                    <a:lnTo>
                      <a:pt x="5925" y="1356"/>
                    </a:lnTo>
                    <a:lnTo>
                      <a:pt x="5908" y="1315"/>
                    </a:lnTo>
                    <a:lnTo>
                      <a:pt x="5889" y="1274"/>
                    </a:lnTo>
                    <a:lnTo>
                      <a:pt x="5867" y="1233"/>
                    </a:lnTo>
                    <a:lnTo>
                      <a:pt x="5845" y="1193"/>
                    </a:lnTo>
                    <a:lnTo>
                      <a:pt x="5819" y="1154"/>
                    </a:lnTo>
                    <a:lnTo>
                      <a:pt x="5794" y="1114"/>
                    </a:lnTo>
                    <a:lnTo>
                      <a:pt x="5766" y="1076"/>
                    </a:lnTo>
                    <a:lnTo>
                      <a:pt x="5736" y="1037"/>
                    </a:lnTo>
                    <a:lnTo>
                      <a:pt x="5704" y="1000"/>
                    </a:lnTo>
                    <a:lnTo>
                      <a:pt x="5671" y="961"/>
                    </a:lnTo>
                    <a:lnTo>
                      <a:pt x="5636" y="926"/>
                    </a:lnTo>
                    <a:lnTo>
                      <a:pt x="5600" y="888"/>
                    </a:lnTo>
                    <a:lnTo>
                      <a:pt x="5563" y="852"/>
                    </a:lnTo>
                    <a:lnTo>
                      <a:pt x="5523" y="818"/>
                    </a:lnTo>
                    <a:lnTo>
                      <a:pt x="5482" y="783"/>
                    </a:lnTo>
                    <a:lnTo>
                      <a:pt x="5440" y="749"/>
                    </a:lnTo>
                    <a:lnTo>
                      <a:pt x="5396" y="715"/>
                    </a:lnTo>
                    <a:lnTo>
                      <a:pt x="5350" y="682"/>
                    </a:lnTo>
                    <a:lnTo>
                      <a:pt x="5304" y="650"/>
                    </a:lnTo>
                    <a:lnTo>
                      <a:pt x="5255" y="618"/>
                    </a:lnTo>
                    <a:lnTo>
                      <a:pt x="5207" y="587"/>
                    </a:lnTo>
                    <a:lnTo>
                      <a:pt x="5157" y="556"/>
                    </a:lnTo>
                    <a:lnTo>
                      <a:pt x="5104" y="527"/>
                    </a:lnTo>
                    <a:lnTo>
                      <a:pt x="5052" y="497"/>
                    </a:lnTo>
                    <a:lnTo>
                      <a:pt x="4996" y="469"/>
                    </a:lnTo>
                    <a:lnTo>
                      <a:pt x="4941" y="441"/>
                    </a:lnTo>
                    <a:lnTo>
                      <a:pt x="4885" y="414"/>
                    </a:lnTo>
                    <a:lnTo>
                      <a:pt x="4827" y="388"/>
                    </a:lnTo>
                    <a:lnTo>
                      <a:pt x="4768" y="363"/>
                    </a:lnTo>
                    <a:lnTo>
                      <a:pt x="4708" y="337"/>
                    </a:lnTo>
                    <a:lnTo>
                      <a:pt x="4647" y="314"/>
                    </a:lnTo>
                    <a:lnTo>
                      <a:pt x="4585" y="290"/>
                    </a:lnTo>
                    <a:lnTo>
                      <a:pt x="4522" y="268"/>
                    </a:lnTo>
                    <a:lnTo>
                      <a:pt x="4458" y="246"/>
                    </a:lnTo>
                    <a:lnTo>
                      <a:pt x="4393" y="226"/>
                    </a:lnTo>
                    <a:lnTo>
                      <a:pt x="4327" y="205"/>
                    </a:lnTo>
                    <a:lnTo>
                      <a:pt x="4261" y="186"/>
                    </a:lnTo>
                    <a:lnTo>
                      <a:pt x="4193" y="168"/>
                    </a:lnTo>
                    <a:lnTo>
                      <a:pt x="4125" y="150"/>
                    </a:lnTo>
                    <a:lnTo>
                      <a:pt x="4056" y="133"/>
                    </a:lnTo>
                    <a:lnTo>
                      <a:pt x="3986" y="118"/>
                    </a:lnTo>
                    <a:lnTo>
                      <a:pt x="3916" y="104"/>
                    </a:lnTo>
                    <a:lnTo>
                      <a:pt x="3844" y="90"/>
                    </a:lnTo>
                    <a:lnTo>
                      <a:pt x="3772" y="77"/>
                    </a:lnTo>
                    <a:lnTo>
                      <a:pt x="3700" y="65"/>
                    </a:lnTo>
                    <a:lnTo>
                      <a:pt x="3627" y="54"/>
                    </a:lnTo>
                    <a:lnTo>
                      <a:pt x="3553" y="44"/>
                    </a:lnTo>
                    <a:lnTo>
                      <a:pt x="3480" y="35"/>
                    </a:lnTo>
                    <a:lnTo>
                      <a:pt x="3404" y="27"/>
                    </a:lnTo>
                    <a:lnTo>
                      <a:pt x="3330" y="20"/>
                    </a:lnTo>
                    <a:lnTo>
                      <a:pt x="3254" y="14"/>
                    </a:lnTo>
                    <a:lnTo>
                      <a:pt x="3179" y="9"/>
                    </a:lnTo>
                    <a:lnTo>
                      <a:pt x="3102" y="5"/>
                    </a:lnTo>
                    <a:lnTo>
                      <a:pt x="3025" y="3"/>
                    </a:lnTo>
                    <a:lnTo>
                      <a:pt x="2948" y="1"/>
                    </a:lnTo>
                    <a:lnTo>
                      <a:pt x="2870" y="0"/>
                    </a:lnTo>
                    <a:lnTo>
                      <a:pt x="2870" y="0"/>
                    </a:lnTo>
                    <a:lnTo>
                      <a:pt x="2716" y="1"/>
                    </a:lnTo>
                    <a:lnTo>
                      <a:pt x="2566" y="5"/>
                    </a:lnTo>
                    <a:lnTo>
                      <a:pt x="2417" y="12"/>
                    </a:lnTo>
                    <a:lnTo>
                      <a:pt x="2272" y="20"/>
                    </a:lnTo>
                    <a:lnTo>
                      <a:pt x="2130" y="32"/>
                    </a:lnTo>
                    <a:lnTo>
                      <a:pt x="1990" y="45"/>
                    </a:lnTo>
                    <a:lnTo>
                      <a:pt x="1856" y="62"/>
                    </a:lnTo>
                    <a:lnTo>
                      <a:pt x="1724" y="79"/>
                    </a:lnTo>
                    <a:lnTo>
                      <a:pt x="1596" y="99"/>
                    </a:lnTo>
                    <a:lnTo>
                      <a:pt x="1471" y="120"/>
                    </a:lnTo>
                    <a:lnTo>
                      <a:pt x="1351" y="145"/>
                    </a:lnTo>
                    <a:lnTo>
                      <a:pt x="1235" y="170"/>
                    </a:lnTo>
                    <a:lnTo>
                      <a:pt x="1123" y="199"/>
                    </a:lnTo>
                    <a:lnTo>
                      <a:pt x="1015" y="228"/>
                    </a:lnTo>
                    <a:lnTo>
                      <a:pt x="912" y="260"/>
                    </a:lnTo>
                    <a:lnTo>
                      <a:pt x="862" y="276"/>
                    </a:lnTo>
                    <a:lnTo>
                      <a:pt x="815" y="292"/>
                    </a:lnTo>
                    <a:lnTo>
                      <a:pt x="768" y="310"/>
                    </a:lnTo>
                    <a:lnTo>
                      <a:pt x="721" y="328"/>
                    </a:lnTo>
                    <a:lnTo>
                      <a:pt x="677" y="345"/>
                    </a:lnTo>
                    <a:lnTo>
                      <a:pt x="633" y="364"/>
                    </a:lnTo>
                    <a:lnTo>
                      <a:pt x="591" y="382"/>
                    </a:lnTo>
                    <a:lnTo>
                      <a:pt x="550" y="401"/>
                    </a:lnTo>
                    <a:lnTo>
                      <a:pt x="510" y="420"/>
                    </a:lnTo>
                    <a:lnTo>
                      <a:pt x="471" y="441"/>
                    </a:lnTo>
                    <a:lnTo>
                      <a:pt x="434" y="460"/>
                    </a:lnTo>
                    <a:lnTo>
                      <a:pt x="398" y="481"/>
                    </a:lnTo>
                    <a:lnTo>
                      <a:pt x="365" y="502"/>
                    </a:lnTo>
                    <a:lnTo>
                      <a:pt x="332" y="523"/>
                    </a:lnTo>
                    <a:lnTo>
                      <a:pt x="301" y="545"/>
                    </a:lnTo>
                    <a:lnTo>
                      <a:pt x="270" y="567"/>
                    </a:lnTo>
                    <a:lnTo>
                      <a:pt x="242" y="588"/>
                    </a:lnTo>
                    <a:lnTo>
                      <a:pt x="215" y="610"/>
                    </a:lnTo>
                    <a:lnTo>
                      <a:pt x="189" y="633"/>
                    </a:lnTo>
                    <a:lnTo>
                      <a:pt x="166" y="655"/>
                    </a:lnTo>
                    <a:lnTo>
                      <a:pt x="143" y="678"/>
                    </a:lnTo>
                    <a:lnTo>
                      <a:pt x="123" y="702"/>
                    </a:lnTo>
                    <a:lnTo>
                      <a:pt x="104" y="726"/>
                    </a:lnTo>
                    <a:lnTo>
                      <a:pt x="86" y="750"/>
                    </a:lnTo>
                    <a:lnTo>
                      <a:pt x="69" y="773"/>
                    </a:lnTo>
                    <a:lnTo>
                      <a:pt x="55" y="797"/>
                    </a:lnTo>
                    <a:lnTo>
                      <a:pt x="42" y="822"/>
                    </a:lnTo>
                    <a:lnTo>
                      <a:pt x="30" y="847"/>
                    </a:lnTo>
                    <a:lnTo>
                      <a:pt x="21" y="872"/>
                    </a:lnTo>
                    <a:lnTo>
                      <a:pt x="14" y="897"/>
                    </a:lnTo>
                    <a:lnTo>
                      <a:pt x="7" y="922"/>
                    </a:lnTo>
                    <a:lnTo>
                      <a:pt x="2" y="947"/>
                    </a:lnTo>
                    <a:lnTo>
                      <a:pt x="0" y="973"/>
                    </a:lnTo>
                    <a:lnTo>
                      <a:pt x="0" y="999"/>
                    </a:lnTo>
                    <a:lnTo>
                      <a:pt x="0" y="999"/>
                    </a:lnTo>
                    <a:lnTo>
                      <a:pt x="0" y="1024"/>
                    </a:lnTo>
                    <a:lnTo>
                      <a:pt x="2" y="1050"/>
                    </a:lnTo>
                    <a:lnTo>
                      <a:pt x="7" y="1076"/>
                    </a:lnTo>
                    <a:lnTo>
                      <a:pt x="14" y="1101"/>
                    </a:lnTo>
                    <a:lnTo>
                      <a:pt x="21" y="1127"/>
                    </a:lnTo>
                    <a:lnTo>
                      <a:pt x="30" y="1151"/>
                    </a:lnTo>
                    <a:lnTo>
                      <a:pt x="42" y="1176"/>
                    </a:lnTo>
                    <a:lnTo>
                      <a:pt x="55" y="1200"/>
                    </a:lnTo>
                    <a:lnTo>
                      <a:pt x="69" y="1224"/>
                    </a:lnTo>
                    <a:lnTo>
                      <a:pt x="86" y="1249"/>
                    </a:lnTo>
                    <a:lnTo>
                      <a:pt x="104" y="1273"/>
                    </a:lnTo>
                    <a:lnTo>
                      <a:pt x="123" y="1296"/>
                    </a:lnTo>
                    <a:lnTo>
                      <a:pt x="143" y="1319"/>
                    </a:lnTo>
                    <a:lnTo>
                      <a:pt x="166" y="1342"/>
                    </a:lnTo>
                    <a:lnTo>
                      <a:pt x="189" y="1365"/>
                    </a:lnTo>
                    <a:lnTo>
                      <a:pt x="215" y="1388"/>
                    </a:lnTo>
                    <a:lnTo>
                      <a:pt x="242" y="1410"/>
                    </a:lnTo>
                    <a:lnTo>
                      <a:pt x="270" y="1432"/>
                    </a:lnTo>
                    <a:lnTo>
                      <a:pt x="301" y="1454"/>
                    </a:lnTo>
                    <a:lnTo>
                      <a:pt x="332" y="1475"/>
                    </a:lnTo>
                    <a:lnTo>
                      <a:pt x="365" y="1496"/>
                    </a:lnTo>
                    <a:lnTo>
                      <a:pt x="398" y="1517"/>
                    </a:lnTo>
                    <a:lnTo>
                      <a:pt x="434" y="1537"/>
                    </a:lnTo>
                    <a:lnTo>
                      <a:pt x="471" y="1558"/>
                    </a:lnTo>
                    <a:lnTo>
                      <a:pt x="510" y="1577"/>
                    </a:lnTo>
                    <a:lnTo>
                      <a:pt x="550" y="1596"/>
                    </a:lnTo>
                    <a:lnTo>
                      <a:pt x="591" y="1615"/>
                    </a:lnTo>
                    <a:lnTo>
                      <a:pt x="633" y="1634"/>
                    </a:lnTo>
                    <a:lnTo>
                      <a:pt x="677" y="1652"/>
                    </a:lnTo>
                    <a:lnTo>
                      <a:pt x="721" y="1670"/>
                    </a:lnTo>
                    <a:lnTo>
                      <a:pt x="768" y="1688"/>
                    </a:lnTo>
                    <a:lnTo>
                      <a:pt x="815" y="1705"/>
                    </a:lnTo>
                    <a:lnTo>
                      <a:pt x="862" y="1722"/>
                    </a:lnTo>
                    <a:lnTo>
                      <a:pt x="912" y="1738"/>
                    </a:lnTo>
                    <a:lnTo>
                      <a:pt x="1015" y="1769"/>
                    </a:lnTo>
                    <a:lnTo>
                      <a:pt x="1123" y="1800"/>
                    </a:lnTo>
                    <a:lnTo>
                      <a:pt x="1235" y="1827"/>
                    </a:lnTo>
                    <a:lnTo>
                      <a:pt x="1351" y="1854"/>
                    </a:lnTo>
                    <a:lnTo>
                      <a:pt x="1471" y="1877"/>
                    </a:lnTo>
                    <a:lnTo>
                      <a:pt x="1596" y="1899"/>
                    </a:lnTo>
                    <a:lnTo>
                      <a:pt x="1724" y="1919"/>
                    </a:lnTo>
                    <a:lnTo>
                      <a:pt x="1856" y="1937"/>
                    </a:lnTo>
                    <a:lnTo>
                      <a:pt x="1990" y="1952"/>
                    </a:lnTo>
                    <a:lnTo>
                      <a:pt x="2130" y="1966"/>
                    </a:lnTo>
                    <a:lnTo>
                      <a:pt x="2272" y="1977"/>
                    </a:lnTo>
                    <a:lnTo>
                      <a:pt x="2417" y="1986"/>
                    </a:lnTo>
                    <a:lnTo>
                      <a:pt x="2566" y="1992"/>
                    </a:lnTo>
                    <a:lnTo>
                      <a:pt x="2716" y="1996"/>
                    </a:lnTo>
                    <a:lnTo>
                      <a:pt x="2870" y="1997"/>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478093" rtl="0" eaLnBrk="1" latinLnBrk="0" hangingPunct="1">
                  <a:defRPr sz="1883" kern="1200">
                    <a:solidFill>
                      <a:schemeClr val="tx1"/>
                    </a:solidFill>
                    <a:latin typeface="+mn-lt"/>
                    <a:ea typeface="+mn-ea"/>
                    <a:cs typeface="+mn-cs"/>
                  </a:defRPr>
                </a:lvl1pPr>
                <a:lvl2pPr marL="478093" algn="l" defTabSz="478093" rtl="0" eaLnBrk="1" latinLnBrk="0" hangingPunct="1">
                  <a:defRPr sz="1883" kern="1200">
                    <a:solidFill>
                      <a:schemeClr val="tx1"/>
                    </a:solidFill>
                    <a:latin typeface="+mn-lt"/>
                    <a:ea typeface="+mn-ea"/>
                    <a:cs typeface="+mn-cs"/>
                  </a:defRPr>
                </a:lvl2pPr>
                <a:lvl3pPr marL="956184" algn="l" defTabSz="478093" rtl="0" eaLnBrk="1" latinLnBrk="0" hangingPunct="1">
                  <a:defRPr sz="1883" kern="1200">
                    <a:solidFill>
                      <a:schemeClr val="tx1"/>
                    </a:solidFill>
                    <a:latin typeface="+mn-lt"/>
                    <a:ea typeface="+mn-ea"/>
                    <a:cs typeface="+mn-cs"/>
                  </a:defRPr>
                </a:lvl3pPr>
                <a:lvl4pPr marL="1434277" algn="l" defTabSz="478093" rtl="0" eaLnBrk="1" latinLnBrk="0" hangingPunct="1">
                  <a:defRPr sz="1883" kern="1200">
                    <a:solidFill>
                      <a:schemeClr val="tx1"/>
                    </a:solidFill>
                    <a:latin typeface="+mn-lt"/>
                    <a:ea typeface="+mn-ea"/>
                    <a:cs typeface="+mn-cs"/>
                  </a:defRPr>
                </a:lvl4pPr>
                <a:lvl5pPr marL="1912370" algn="l" defTabSz="478093" rtl="0" eaLnBrk="1" latinLnBrk="0" hangingPunct="1">
                  <a:defRPr sz="1883" kern="1200">
                    <a:solidFill>
                      <a:schemeClr val="tx1"/>
                    </a:solidFill>
                    <a:latin typeface="+mn-lt"/>
                    <a:ea typeface="+mn-ea"/>
                    <a:cs typeface="+mn-cs"/>
                  </a:defRPr>
                </a:lvl5pPr>
                <a:lvl6pPr marL="2390462" algn="l" defTabSz="478093" rtl="0" eaLnBrk="1" latinLnBrk="0" hangingPunct="1">
                  <a:defRPr sz="1883" kern="1200">
                    <a:solidFill>
                      <a:schemeClr val="tx1"/>
                    </a:solidFill>
                    <a:latin typeface="+mn-lt"/>
                    <a:ea typeface="+mn-ea"/>
                    <a:cs typeface="+mn-cs"/>
                  </a:defRPr>
                </a:lvl6pPr>
                <a:lvl7pPr marL="2868554" algn="l" defTabSz="478093" rtl="0" eaLnBrk="1" latinLnBrk="0" hangingPunct="1">
                  <a:defRPr sz="1883" kern="1200">
                    <a:solidFill>
                      <a:schemeClr val="tx1"/>
                    </a:solidFill>
                    <a:latin typeface="+mn-lt"/>
                    <a:ea typeface="+mn-ea"/>
                    <a:cs typeface="+mn-cs"/>
                  </a:defRPr>
                </a:lvl7pPr>
                <a:lvl8pPr marL="3346646" algn="l" defTabSz="478093" rtl="0" eaLnBrk="1" latinLnBrk="0" hangingPunct="1">
                  <a:defRPr sz="1883" kern="1200">
                    <a:solidFill>
                      <a:schemeClr val="tx1"/>
                    </a:solidFill>
                    <a:latin typeface="+mn-lt"/>
                    <a:ea typeface="+mn-ea"/>
                    <a:cs typeface="+mn-cs"/>
                  </a:defRPr>
                </a:lvl8pPr>
                <a:lvl9pPr marL="3824739" algn="l" defTabSz="478093" rtl="0" eaLnBrk="1" latinLnBrk="0" hangingPunct="1">
                  <a:defRPr sz="1883" kern="1200">
                    <a:solidFill>
                      <a:schemeClr val="tx1"/>
                    </a:solidFill>
                    <a:latin typeface="+mn-lt"/>
                    <a:ea typeface="+mn-ea"/>
                    <a:cs typeface="+mn-cs"/>
                  </a:defRPr>
                </a:lvl9pPr>
              </a:lstStyle>
              <a:p>
                <a:endParaRPr lang="ja-JP" altLang="en-US"/>
              </a:p>
            </p:txBody>
          </p:sp>
          <p:sp>
            <p:nvSpPr>
              <p:cNvPr id="137" name="Freeform 42">
                <a:extLst>
                  <a:ext uri="{FF2B5EF4-FFF2-40B4-BE49-F238E27FC236}">
                    <a16:creationId xmlns:a16="http://schemas.microsoft.com/office/drawing/2014/main" id="{ACBA568A-7139-7974-C1D6-121FCF803990}"/>
                  </a:ext>
                </a:extLst>
              </p:cNvPr>
              <p:cNvSpPr>
                <a:spLocks/>
              </p:cNvSpPr>
              <p:nvPr/>
            </p:nvSpPr>
            <p:spPr bwMode="auto">
              <a:xfrm flipV="1">
                <a:off x="3131984" y="5191944"/>
                <a:ext cx="270003" cy="90001"/>
              </a:xfrm>
              <a:custGeom>
                <a:avLst/>
                <a:gdLst>
                  <a:gd name="T0" fmla="*/ 3025 w 5991"/>
                  <a:gd name="T1" fmla="*/ 3393 h 3396"/>
                  <a:gd name="T2" fmla="*/ 3330 w 5991"/>
                  <a:gd name="T3" fmla="*/ 3377 h 3396"/>
                  <a:gd name="T4" fmla="*/ 3627 w 5991"/>
                  <a:gd name="T5" fmla="*/ 3342 h 3396"/>
                  <a:gd name="T6" fmla="*/ 3916 w 5991"/>
                  <a:gd name="T7" fmla="*/ 3293 h 3396"/>
                  <a:gd name="T8" fmla="*/ 4193 w 5991"/>
                  <a:gd name="T9" fmla="*/ 3228 h 3396"/>
                  <a:gd name="T10" fmla="*/ 4458 w 5991"/>
                  <a:gd name="T11" fmla="*/ 3150 h 3396"/>
                  <a:gd name="T12" fmla="*/ 4708 w 5991"/>
                  <a:gd name="T13" fmla="*/ 3059 h 3396"/>
                  <a:gd name="T14" fmla="*/ 4941 w 5991"/>
                  <a:gd name="T15" fmla="*/ 2955 h 3396"/>
                  <a:gd name="T16" fmla="*/ 5157 w 5991"/>
                  <a:gd name="T17" fmla="*/ 2839 h 3396"/>
                  <a:gd name="T18" fmla="*/ 5350 w 5991"/>
                  <a:gd name="T19" fmla="*/ 2714 h 3396"/>
                  <a:gd name="T20" fmla="*/ 5523 w 5991"/>
                  <a:gd name="T21" fmla="*/ 2578 h 3396"/>
                  <a:gd name="T22" fmla="*/ 5671 w 5991"/>
                  <a:gd name="T23" fmla="*/ 2434 h 3396"/>
                  <a:gd name="T24" fmla="*/ 5794 w 5991"/>
                  <a:gd name="T25" fmla="*/ 2282 h 3396"/>
                  <a:gd name="T26" fmla="*/ 5889 w 5991"/>
                  <a:gd name="T27" fmla="*/ 2123 h 3396"/>
                  <a:gd name="T28" fmla="*/ 5953 w 5991"/>
                  <a:gd name="T29" fmla="*/ 1956 h 3396"/>
                  <a:gd name="T30" fmla="*/ 5986 w 5991"/>
                  <a:gd name="T31" fmla="*/ 1786 h 3396"/>
                  <a:gd name="T32" fmla="*/ 5990 w 5991"/>
                  <a:gd name="T33" fmla="*/ 1654 h 3396"/>
                  <a:gd name="T34" fmla="*/ 5964 w 5991"/>
                  <a:gd name="T35" fmla="*/ 1482 h 3396"/>
                  <a:gd name="T36" fmla="*/ 5908 w 5991"/>
                  <a:gd name="T37" fmla="*/ 1315 h 3396"/>
                  <a:gd name="T38" fmla="*/ 5819 w 5991"/>
                  <a:gd name="T39" fmla="*/ 1154 h 3396"/>
                  <a:gd name="T40" fmla="*/ 5704 w 5991"/>
                  <a:gd name="T41" fmla="*/ 1000 h 3396"/>
                  <a:gd name="T42" fmla="*/ 5563 w 5991"/>
                  <a:gd name="T43" fmla="*/ 852 h 3396"/>
                  <a:gd name="T44" fmla="*/ 5396 w 5991"/>
                  <a:gd name="T45" fmla="*/ 715 h 3396"/>
                  <a:gd name="T46" fmla="*/ 5207 w 5991"/>
                  <a:gd name="T47" fmla="*/ 587 h 3396"/>
                  <a:gd name="T48" fmla="*/ 4996 w 5991"/>
                  <a:gd name="T49" fmla="*/ 469 h 3396"/>
                  <a:gd name="T50" fmla="*/ 4768 w 5991"/>
                  <a:gd name="T51" fmla="*/ 363 h 3396"/>
                  <a:gd name="T52" fmla="*/ 4522 w 5991"/>
                  <a:gd name="T53" fmla="*/ 268 h 3396"/>
                  <a:gd name="T54" fmla="*/ 4261 w 5991"/>
                  <a:gd name="T55" fmla="*/ 186 h 3396"/>
                  <a:gd name="T56" fmla="*/ 3986 w 5991"/>
                  <a:gd name="T57" fmla="*/ 118 h 3396"/>
                  <a:gd name="T58" fmla="*/ 3700 w 5991"/>
                  <a:gd name="T59" fmla="*/ 65 h 3396"/>
                  <a:gd name="T60" fmla="*/ 3404 w 5991"/>
                  <a:gd name="T61" fmla="*/ 27 h 3396"/>
                  <a:gd name="T62" fmla="*/ 3102 w 5991"/>
                  <a:gd name="T63" fmla="*/ 5 h 3396"/>
                  <a:gd name="T64" fmla="*/ 2870 w 5991"/>
                  <a:gd name="T65" fmla="*/ 0 h 3396"/>
                  <a:gd name="T66" fmla="*/ 2272 w 5991"/>
                  <a:gd name="T67" fmla="*/ 20 h 3396"/>
                  <a:gd name="T68" fmla="*/ 1724 w 5991"/>
                  <a:gd name="T69" fmla="*/ 79 h 3396"/>
                  <a:gd name="T70" fmla="*/ 1235 w 5991"/>
                  <a:gd name="T71" fmla="*/ 170 h 3396"/>
                  <a:gd name="T72" fmla="*/ 862 w 5991"/>
                  <a:gd name="T73" fmla="*/ 276 h 3396"/>
                  <a:gd name="T74" fmla="*/ 677 w 5991"/>
                  <a:gd name="T75" fmla="*/ 345 h 3396"/>
                  <a:gd name="T76" fmla="*/ 510 w 5991"/>
                  <a:gd name="T77" fmla="*/ 420 h 3396"/>
                  <a:gd name="T78" fmla="*/ 365 w 5991"/>
                  <a:gd name="T79" fmla="*/ 502 h 3396"/>
                  <a:gd name="T80" fmla="*/ 242 w 5991"/>
                  <a:gd name="T81" fmla="*/ 588 h 3396"/>
                  <a:gd name="T82" fmla="*/ 143 w 5991"/>
                  <a:gd name="T83" fmla="*/ 678 h 3396"/>
                  <a:gd name="T84" fmla="*/ 69 w 5991"/>
                  <a:gd name="T85" fmla="*/ 773 h 3396"/>
                  <a:gd name="T86" fmla="*/ 21 w 5991"/>
                  <a:gd name="T87" fmla="*/ 872 h 3396"/>
                  <a:gd name="T88" fmla="*/ 0 w 5991"/>
                  <a:gd name="T89" fmla="*/ 973 h 3396"/>
                  <a:gd name="T90" fmla="*/ 2 w 5991"/>
                  <a:gd name="T91" fmla="*/ 1050 h 3396"/>
                  <a:gd name="T92" fmla="*/ 30 w 5991"/>
                  <a:gd name="T93" fmla="*/ 1151 h 3396"/>
                  <a:gd name="T94" fmla="*/ 86 w 5991"/>
                  <a:gd name="T95" fmla="*/ 1249 h 3396"/>
                  <a:gd name="T96" fmla="*/ 166 w 5991"/>
                  <a:gd name="T97" fmla="*/ 1342 h 3396"/>
                  <a:gd name="T98" fmla="*/ 270 w 5991"/>
                  <a:gd name="T99" fmla="*/ 1432 h 3396"/>
                  <a:gd name="T100" fmla="*/ 398 w 5991"/>
                  <a:gd name="T101" fmla="*/ 1517 h 3396"/>
                  <a:gd name="T102" fmla="*/ 550 w 5991"/>
                  <a:gd name="T103" fmla="*/ 1596 h 3396"/>
                  <a:gd name="T104" fmla="*/ 721 w 5991"/>
                  <a:gd name="T105" fmla="*/ 1670 h 3396"/>
                  <a:gd name="T106" fmla="*/ 912 w 5991"/>
                  <a:gd name="T107" fmla="*/ 1738 h 3396"/>
                  <a:gd name="T108" fmla="*/ 1351 w 5991"/>
                  <a:gd name="T109" fmla="*/ 1854 h 3396"/>
                  <a:gd name="T110" fmla="*/ 1856 w 5991"/>
                  <a:gd name="T111" fmla="*/ 1937 h 3396"/>
                  <a:gd name="T112" fmla="*/ 2417 w 5991"/>
                  <a:gd name="T113" fmla="*/ 1986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991" h="3396">
                    <a:moveTo>
                      <a:pt x="2870" y="3396"/>
                    </a:moveTo>
                    <a:lnTo>
                      <a:pt x="2870" y="3396"/>
                    </a:lnTo>
                    <a:lnTo>
                      <a:pt x="2948" y="3395"/>
                    </a:lnTo>
                    <a:lnTo>
                      <a:pt x="3025" y="3393"/>
                    </a:lnTo>
                    <a:lnTo>
                      <a:pt x="3102" y="3391"/>
                    </a:lnTo>
                    <a:lnTo>
                      <a:pt x="3179" y="3387"/>
                    </a:lnTo>
                    <a:lnTo>
                      <a:pt x="3254" y="3382"/>
                    </a:lnTo>
                    <a:lnTo>
                      <a:pt x="3330" y="3377"/>
                    </a:lnTo>
                    <a:lnTo>
                      <a:pt x="3404" y="3369"/>
                    </a:lnTo>
                    <a:lnTo>
                      <a:pt x="3480" y="3361"/>
                    </a:lnTo>
                    <a:lnTo>
                      <a:pt x="3553" y="3352"/>
                    </a:lnTo>
                    <a:lnTo>
                      <a:pt x="3627" y="3342"/>
                    </a:lnTo>
                    <a:lnTo>
                      <a:pt x="3700" y="3332"/>
                    </a:lnTo>
                    <a:lnTo>
                      <a:pt x="3772" y="3319"/>
                    </a:lnTo>
                    <a:lnTo>
                      <a:pt x="3844" y="3306"/>
                    </a:lnTo>
                    <a:lnTo>
                      <a:pt x="3916" y="3293"/>
                    </a:lnTo>
                    <a:lnTo>
                      <a:pt x="3986" y="3278"/>
                    </a:lnTo>
                    <a:lnTo>
                      <a:pt x="4056" y="3262"/>
                    </a:lnTo>
                    <a:lnTo>
                      <a:pt x="4125" y="3246"/>
                    </a:lnTo>
                    <a:lnTo>
                      <a:pt x="4193" y="3228"/>
                    </a:lnTo>
                    <a:lnTo>
                      <a:pt x="4261" y="3210"/>
                    </a:lnTo>
                    <a:lnTo>
                      <a:pt x="4327" y="3191"/>
                    </a:lnTo>
                    <a:lnTo>
                      <a:pt x="4393" y="3170"/>
                    </a:lnTo>
                    <a:lnTo>
                      <a:pt x="4458" y="3150"/>
                    </a:lnTo>
                    <a:lnTo>
                      <a:pt x="4522" y="3128"/>
                    </a:lnTo>
                    <a:lnTo>
                      <a:pt x="4585" y="3106"/>
                    </a:lnTo>
                    <a:lnTo>
                      <a:pt x="4647" y="3083"/>
                    </a:lnTo>
                    <a:lnTo>
                      <a:pt x="4708" y="3059"/>
                    </a:lnTo>
                    <a:lnTo>
                      <a:pt x="4768" y="3033"/>
                    </a:lnTo>
                    <a:lnTo>
                      <a:pt x="4827" y="3009"/>
                    </a:lnTo>
                    <a:lnTo>
                      <a:pt x="4885" y="2982"/>
                    </a:lnTo>
                    <a:lnTo>
                      <a:pt x="4941" y="2955"/>
                    </a:lnTo>
                    <a:lnTo>
                      <a:pt x="4996" y="2927"/>
                    </a:lnTo>
                    <a:lnTo>
                      <a:pt x="5052" y="2898"/>
                    </a:lnTo>
                    <a:lnTo>
                      <a:pt x="5104" y="2869"/>
                    </a:lnTo>
                    <a:lnTo>
                      <a:pt x="5157" y="2839"/>
                    </a:lnTo>
                    <a:lnTo>
                      <a:pt x="5207" y="2809"/>
                    </a:lnTo>
                    <a:lnTo>
                      <a:pt x="5255" y="2778"/>
                    </a:lnTo>
                    <a:lnTo>
                      <a:pt x="5304" y="2746"/>
                    </a:lnTo>
                    <a:lnTo>
                      <a:pt x="5350" y="2714"/>
                    </a:lnTo>
                    <a:lnTo>
                      <a:pt x="5396" y="2680"/>
                    </a:lnTo>
                    <a:lnTo>
                      <a:pt x="5440" y="2647"/>
                    </a:lnTo>
                    <a:lnTo>
                      <a:pt x="5482" y="2613"/>
                    </a:lnTo>
                    <a:lnTo>
                      <a:pt x="5523" y="2578"/>
                    </a:lnTo>
                    <a:lnTo>
                      <a:pt x="5563" y="2543"/>
                    </a:lnTo>
                    <a:lnTo>
                      <a:pt x="5600" y="2507"/>
                    </a:lnTo>
                    <a:lnTo>
                      <a:pt x="5636" y="2470"/>
                    </a:lnTo>
                    <a:lnTo>
                      <a:pt x="5671" y="2434"/>
                    </a:lnTo>
                    <a:lnTo>
                      <a:pt x="5704" y="2397"/>
                    </a:lnTo>
                    <a:lnTo>
                      <a:pt x="5736" y="2359"/>
                    </a:lnTo>
                    <a:lnTo>
                      <a:pt x="5766" y="2320"/>
                    </a:lnTo>
                    <a:lnTo>
                      <a:pt x="5794" y="2282"/>
                    </a:lnTo>
                    <a:lnTo>
                      <a:pt x="5819" y="2242"/>
                    </a:lnTo>
                    <a:lnTo>
                      <a:pt x="5845" y="2202"/>
                    </a:lnTo>
                    <a:lnTo>
                      <a:pt x="5867" y="2163"/>
                    </a:lnTo>
                    <a:lnTo>
                      <a:pt x="5889" y="2123"/>
                    </a:lnTo>
                    <a:lnTo>
                      <a:pt x="5908" y="2082"/>
                    </a:lnTo>
                    <a:lnTo>
                      <a:pt x="5925" y="2040"/>
                    </a:lnTo>
                    <a:lnTo>
                      <a:pt x="5940" y="1999"/>
                    </a:lnTo>
                    <a:lnTo>
                      <a:pt x="5953" y="1956"/>
                    </a:lnTo>
                    <a:lnTo>
                      <a:pt x="5964" y="1914"/>
                    </a:lnTo>
                    <a:lnTo>
                      <a:pt x="5973" y="1872"/>
                    </a:lnTo>
                    <a:lnTo>
                      <a:pt x="5981" y="1828"/>
                    </a:lnTo>
                    <a:lnTo>
                      <a:pt x="5986" y="1786"/>
                    </a:lnTo>
                    <a:lnTo>
                      <a:pt x="5990" y="1742"/>
                    </a:lnTo>
                    <a:lnTo>
                      <a:pt x="5991" y="1699"/>
                    </a:lnTo>
                    <a:lnTo>
                      <a:pt x="5991" y="1699"/>
                    </a:lnTo>
                    <a:lnTo>
                      <a:pt x="5990" y="1654"/>
                    </a:lnTo>
                    <a:lnTo>
                      <a:pt x="5986" y="1610"/>
                    </a:lnTo>
                    <a:lnTo>
                      <a:pt x="5981" y="1568"/>
                    </a:lnTo>
                    <a:lnTo>
                      <a:pt x="5973" y="1524"/>
                    </a:lnTo>
                    <a:lnTo>
                      <a:pt x="5964" y="1482"/>
                    </a:lnTo>
                    <a:lnTo>
                      <a:pt x="5953" y="1440"/>
                    </a:lnTo>
                    <a:lnTo>
                      <a:pt x="5940" y="1397"/>
                    </a:lnTo>
                    <a:lnTo>
                      <a:pt x="5925" y="1356"/>
                    </a:lnTo>
                    <a:lnTo>
                      <a:pt x="5908" y="1315"/>
                    </a:lnTo>
                    <a:lnTo>
                      <a:pt x="5889" y="1274"/>
                    </a:lnTo>
                    <a:lnTo>
                      <a:pt x="5867" y="1233"/>
                    </a:lnTo>
                    <a:lnTo>
                      <a:pt x="5845" y="1193"/>
                    </a:lnTo>
                    <a:lnTo>
                      <a:pt x="5819" y="1154"/>
                    </a:lnTo>
                    <a:lnTo>
                      <a:pt x="5794" y="1114"/>
                    </a:lnTo>
                    <a:lnTo>
                      <a:pt x="5766" y="1076"/>
                    </a:lnTo>
                    <a:lnTo>
                      <a:pt x="5736" y="1037"/>
                    </a:lnTo>
                    <a:lnTo>
                      <a:pt x="5704" y="1000"/>
                    </a:lnTo>
                    <a:lnTo>
                      <a:pt x="5671" y="961"/>
                    </a:lnTo>
                    <a:lnTo>
                      <a:pt x="5636" y="926"/>
                    </a:lnTo>
                    <a:lnTo>
                      <a:pt x="5600" y="888"/>
                    </a:lnTo>
                    <a:lnTo>
                      <a:pt x="5563" y="852"/>
                    </a:lnTo>
                    <a:lnTo>
                      <a:pt x="5523" y="818"/>
                    </a:lnTo>
                    <a:lnTo>
                      <a:pt x="5482" y="783"/>
                    </a:lnTo>
                    <a:lnTo>
                      <a:pt x="5440" y="749"/>
                    </a:lnTo>
                    <a:lnTo>
                      <a:pt x="5396" y="715"/>
                    </a:lnTo>
                    <a:lnTo>
                      <a:pt x="5350" y="682"/>
                    </a:lnTo>
                    <a:lnTo>
                      <a:pt x="5304" y="650"/>
                    </a:lnTo>
                    <a:lnTo>
                      <a:pt x="5255" y="618"/>
                    </a:lnTo>
                    <a:lnTo>
                      <a:pt x="5207" y="587"/>
                    </a:lnTo>
                    <a:lnTo>
                      <a:pt x="5157" y="556"/>
                    </a:lnTo>
                    <a:lnTo>
                      <a:pt x="5104" y="527"/>
                    </a:lnTo>
                    <a:lnTo>
                      <a:pt x="5052" y="497"/>
                    </a:lnTo>
                    <a:lnTo>
                      <a:pt x="4996" y="469"/>
                    </a:lnTo>
                    <a:lnTo>
                      <a:pt x="4941" y="441"/>
                    </a:lnTo>
                    <a:lnTo>
                      <a:pt x="4885" y="414"/>
                    </a:lnTo>
                    <a:lnTo>
                      <a:pt x="4827" y="388"/>
                    </a:lnTo>
                    <a:lnTo>
                      <a:pt x="4768" y="363"/>
                    </a:lnTo>
                    <a:lnTo>
                      <a:pt x="4708" y="337"/>
                    </a:lnTo>
                    <a:lnTo>
                      <a:pt x="4647" y="314"/>
                    </a:lnTo>
                    <a:lnTo>
                      <a:pt x="4585" y="290"/>
                    </a:lnTo>
                    <a:lnTo>
                      <a:pt x="4522" y="268"/>
                    </a:lnTo>
                    <a:lnTo>
                      <a:pt x="4458" y="246"/>
                    </a:lnTo>
                    <a:lnTo>
                      <a:pt x="4393" y="226"/>
                    </a:lnTo>
                    <a:lnTo>
                      <a:pt x="4327" y="205"/>
                    </a:lnTo>
                    <a:lnTo>
                      <a:pt x="4261" y="186"/>
                    </a:lnTo>
                    <a:lnTo>
                      <a:pt x="4193" y="168"/>
                    </a:lnTo>
                    <a:lnTo>
                      <a:pt x="4125" y="150"/>
                    </a:lnTo>
                    <a:lnTo>
                      <a:pt x="4056" y="133"/>
                    </a:lnTo>
                    <a:lnTo>
                      <a:pt x="3986" y="118"/>
                    </a:lnTo>
                    <a:lnTo>
                      <a:pt x="3916" y="104"/>
                    </a:lnTo>
                    <a:lnTo>
                      <a:pt x="3844" y="90"/>
                    </a:lnTo>
                    <a:lnTo>
                      <a:pt x="3772" y="77"/>
                    </a:lnTo>
                    <a:lnTo>
                      <a:pt x="3700" y="65"/>
                    </a:lnTo>
                    <a:lnTo>
                      <a:pt x="3627" y="54"/>
                    </a:lnTo>
                    <a:lnTo>
                      <a:pt x="3553" y="44"/>
                    </a:lnTo>
                    <a:lnTo>
                      <a:pt x="3480" y="35"/>
                    </a:lnTo>
                    <a:lnTo>
                      <a:pt x="3404" y="27"/>
                    </a:lnTo>
                    <a:lnTo>
                      <a:pt x="3330" y="20"/>
                    </a:lnTo>
                    <a:lnTo>
                      <a:pt x="3254" y="14"/>
                    </a:lnTo>
                    <a:lnTo>
                      <a:pt x="3179" y="9"/>
                    </a:lnTo>
                    <a:lnTo>
                      <a:pt x="3102" y="5"/>
                    </a:lnTo>
                    <a:lnTo>
                      <a:pt x="3025" y="3"/>
                    </a:lnTo>
                    <a:lnTo>
                      <a:pt x="2948" y="1"/>
                    </a:lnTo>
                    <a:lnTo>
                      <a:pt x="2870" y="0"/>
                    </a:lnTo>
                    <a:lnTo>
                      <a:pt x="2870" y="0"/>
                    </a:lnTo>
                    <a:lnTo>
                      <a:pt x="2716" y="1"/>
                    </a:lnTo>
                    <a:lnTo>
                      <a:pt x="2566" y="5"/>
                    </a:lnTo>
                    <a:lnTo>
                      <a:pt x="2417" y="12"/>
                    </a:lnTo>
                    <a:lnTo>
                      <a:pt x="2272" y="20"/>
                    </a:lnTo>
                    <a:lnTo>
                      <a:pt x="2130" y="32"/>
                    </a:lnTo>
                    <a:lnTo>
                      <a:pt x="1990" y="45"/>
                    </a:lnTo>
                    <a:lnTo>
                      <a:pt x="1856" y="62"/>
                    </a:lnTo>
                    <a:lnTo>
                      <a:pt x="1724" y="79"/>
                    </a:lnTo>
                    <a:lnTo>
                      <a:pt x="1596" y="99"/>
                    </a:lnTo>
                    <a:lnTo>
                      <a:pt x="1471" y="120"/>
                    </a:lnTo>
                    <a:lnTo>
                      <a:pt x="1351" y="145"/>
                    </a:lnTo>
                    <a:lnTo>
                      <a:pt x="1235" y="170"/>
                    </a:lnTo>
                    <a:lnTo>
                      <a:pt x="1123" y="199"/>
                    </a:lnTo>
                    <a:lnTo>
                      <a:pt x="1015" y="228"/>
                    </a:lnTo>
                    <a:lnTo>
                      <a:pt x="912" y="260"/>
                    </a:lnTo>
                    <a:lnTo>
                      <a:pt x="862" y="276"/>
                    </a:lnTo>
                    <a:lnTo>
                      <a:pt x="815" y="292"/>
                    </a:lnTo>
                    <a:lnTo>
                      <a:pt x="768" y="310"/>
                    </a:lnTo>
                    <a:lnTo>
                      <a:pt x="721" y="328"/>
                    </a:lnTo>
                    <a:lnTo>
                      <a:pt x="677" y="345"/>
                    </a:lnTo>
                    <a:lnTo>
                      <a:pt x="633" y="364"/>
                    </a:lnTo>
                    <a:lnTo>
                      <a:pt x="591" y="382"/>
                    </a:lnTo>
                    <a:lnTo>
                      <a:pt x="550" y="401"/>
                    </a:lnTo>
                    <a:lnTo>
                      <a:pt x="510" y="420"/>
                    </a:lnTo>
                    <a:lnTo>
                      <a:pt x="471" y="441"/>
                    </a:lnTo>
                    <a:lnTo>
                      <a:pt x="434" y="460"/>
                    </a:lnTo>
                    <a:lnTo>
                      <a:pt x="398" y="481"/>
                    </a:lnTo>
                    <a:lnTo>
                      <a:pt x="365" y="502"/>
                    </a:lnTo>
                    <a:lnTo>
                      <a:pt x="332" y="523"/>
                    </a:lnTo>
                    <a:lnTo>
                      <a:pt x="301" y="545"/>
                    </a:lnTo>
                    <a:lnTo>
                      <a:pt x="270" y="567"/>
                    </a:lnTo>
                    <a:lnTo>
                      <a:pt x="242" y="588"/>
                    </a:lnTo>
                    <a:lnTo>
                      <a:pt x="215" y="610"/>
                    </a:lnTo>
                    <a:lnTo>
                      <a:pt x="189" y="633"/>
                    </a:lnTo>
                    <a:lnTo>
                      <a:pt x="166" y="655"/>
                    </a:lnTo>
                    <a:lnTo>
                      <a:pt x="143" y="678"/>
                    </a:lnTo>
                    <a:lnTo>
                      <a:pt x="123" y="702"/>
                    </a:lnTo>
                    <a:lnTo>
                      <a:pt x="104" y="726"/>
                    </a:lnTo>
                    <a:lnTo>
                      <a:pt x="86" y="750"/>
                    </a:lnTo>
                    <a:lnTo>
                      <a:pt x="69" y="773"/>
                    </a:lnTo>
                    <a:lnTo>
                      <a:pt x="55" y="797"/>
                    </a:lnTo>
                    <a:lnTo>
                      <a:pt x="42" y="822"/>
                    </a:lnTo>
                    <a:lnTo>
                      <a:pt x="30" y="847"/>
                    </a:lnTo>
                    <a:lnTo>
                      <a:pt x="21" y="872"/>
                    </a:lnTo>
                    <a:lnTo>
                      <a:pt x="14" y="897"/>
                    </a:lnTo>
                    <a:lnTo>
                      <a:pt x="7" y="922"/>
                    </a:lnTo>
                    <a:lnTo>
                      <a:pt x="2" y="947"/>
                    </a:lnTo>
                    <a:lnTo>
                      <a:pt x="0" y="973"/>
                    </a:lnTo>
                    <a:lnTo>
                      <a:pt x="0" y="999"/>
                    </a:lnTo>
                    <a:lnTo>
                      <a:pt x="0" y="999"/>
                    </a:lnTo>
                    <a:lnTo>
                      <a:pt x="0" y="1024"/>
                    </a:lnTo>
                    <a:lnTo>
                      <a:pt x="2" y="1050"/>
                    </a:lnTo>
                    <a:lnTo>
                      <a:pt x="7" y="1076"/>
                    </a:lnTo>
                    <a:lnTo>
                      <a:pt x="14" y="1101"/>
                    </a:lnTo>
                    <a:lnTo>
                      <a:pt x="21" y="1127"/>
                    </a:lnTo>
                    <a:lnTo>
                      <a:pt x="30" y="1151"/>
                    </a:lnTo>
                    <a:lnTo>
                      <a:pt x="42" y="1176"/>
                    </a:lnTo>
                    <a:lnTo>
                      <a:pt x="55" y="1200"/>
                    </a:lnTo>
                    <a:lnTo>
                      <a:pt x="69" y="1224"/>
                    </a:lnTo>
                    <a:lnTo>
                      <a:pt x="86" y="1249"/>
                    </a:lnTo>
                    <a:lnTo>
                      <a:pt x="104" y="1273"/>
                    </a:lnTo>
                    <a:lnTo>
                      <a:pt x="123" y="1296"/>
                    </a:lnTo>
                    <a:lnTo>
                      <a:pt x="143" y="1319"/>
                    </a:lnTo>
                    <a:lnTo>
                      <a:pt x="166" y="1342"/>
                    </a:lnTo>
                    <a:lnTo>
                      <a:pt x="189" y="1365"/>
                    </a:lnTo>
                    <a:lnTo>
                      <a:pt x="215" y="1388"/>
                    </a:lnTo>
                    <a:lnTo>
                      <a:pt x="242" y="1410"/>
                    </a:lnTo>
                    <a:lnTo>
                      <a:pt x="270" y="1432"/>
                    </a:lnTo>
                    <a:lnTo>
                      <a:pt x="301" y="1454"/>
                    </a:lnTo>
                    <a:lnTo>
                      <a:pt x="332" y="1475"/>
                    </a:lnTo>
                    <a:lnTo>
                      <a:pt x="365" y="1496"/>
                    </a:lnTo>
                    <a:lnTo>
                      <a:pt x="398" y="1517"/>
                    </a:lnTo>
                    <a:lnTo>
                      <a:pt x="434" y="1537"/>
                    </a:lnTo>
                    <a:lnTo>
                      <a:pt x="471" y="1558"/>
                    </a:lnTo>
                    <a:lnTo>
                      <a:pt x="510" y="1577"/>
                    </a:lnTo>
                    <a:lnTo>
                      <a:pt x="550" y="1596"/>
                    </a:lnTo>
                    <a:lnTo>
                      <a:pt x="591" y="1615"/>
                    </a:lnTo>
                    <a:lnTo>
                      <a:pt x="633" y="1634"/>
                    </a:lnTo>
                    <a:lnTo>
                      <a:pt x="677" y="1652"/>
                    </a:lnTo>
                    <a:lnTo>
                      <a:pt x="721" y="1670"/>
                    </a:lnTo>
                    <a:lnTo>
                      <a:pt x="768" y="1688"/>
                    </a:lnTo>
                    <a:lnTo>
                      <a:pt x="815" y="1705"/>
                    </a:lnTo>
                    <a:lnTo>
                      <a:pt x="862" y="1722"/>
                    </a:lnTo>
                    <a:lnTo>
                      <a:pt x="912" y="1738"/>
                    </a:lnTo>
                    <a:lnTo>
                      <a:pt x="1015" y="1769"/>
                    </a:lnTo>
                    <a:lnTo>
                      <a:pt x="1123" y="1800"/>
                    </a:lnTo>
                    <a:lnTo>
                      <a:pt x="1235" y="1827"/>
                    </a:lnTo>
                    <a:lnTo>
                      <a:pt x="1351" y="1854"/>
                    </a:lnTo>
                    <a:lnTo>
                      <a:pt x="1471" y="1877"/>
                    </a:lnTo>
                    <a:lnTo>
                      <a:pt x="1596" y="1899"/>
                    </a:lnTo>
                    <a:lnTo>
                      <a:pt x="1724" y="1919"/>
                    </a:lnTo>
                    <a:lnTo>
                      <a:pt x="1856" y="1937"/>
                    </a:lnTo>
                    <a:lnTo>
                      <a:pt x="1990" y="1952"/>
                    </a:lnTo>
                    <a:lnTo>
                      <a:pt x="2130" y="1966"/>
                    </a:lnTo>
                    <a:lnTo>
                      <a:pt x="2272" y="1977"/>
                    </a:lnTo>
                    <a:lnTo>
                      <a:pt x="2417" y="1986"/>
                    </a:lnTo>
                    <a:lnTo>
                      <a:pt x="2566" y="1992"/>
                    </a:lnTo>
                    <a:lnTo>
                      <a:pt x="2716" y="1996"/>
                    </a:lnTo>
                    <a:lnTo>
                      <a:pt x="2870" y="1997"/>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478093" rtl="0" eaLnBrk="1" latinLnBrk="0" hangingPunct="1">
                  <a:defRPr sz="1883" kern="1200">
                    <a:solidFill>
                      <a:schemeClr val="tx1"/>
                    </a:solidFill>
                    <a:latin typeface="+mn-lt"/>
                    <a:ea typeface="+mn-ea"/>
                    <a:cs typeface="+mn-cs"/>
                  </a:defRPr>
                </a:lvl1pPr>
                <a:lvl2pPr marL="478093" algn="l" defTabSz="478093" rtl="0" eaLnBrk="1" latinLnBrk="0" hangingPunct="1">
                  <a:defRPr sz="1883" kern="1200">
                    <a:solidFill>
                      <a:schemeClr val="tx1"/>
                    </a:solidFill>
                    <a:latin typeface="+mn-lt"/>
                    <a:ea typeface="+mn-ea"/>
                    <a:cs typeface="+mn-cs"/>
                  </a:defRPr>
                </a:lvl2pPr>
                <a:lvl3pPr marL="956184" algn="l" defTabSz="478093" rtl="0" eaLnBrk="1" latinLnBrk="0" hangingPunct="1">
                  <a:defRPr sz="1883" kern="1200">
                    <a:solidFill>
                      <a:schemeClr val="tx1"/>
                    </a:solidFill>
                    <a:latin typeface="+mn-lt"/>
                    <a:ea typeface="+mn-ea"/>
                    <a:cs typeface="+mn-cs"/>
                  </a:defRPr>
                </a:lvl3pPr>
                <a:lvl4pPr marL="1434277" algn="l" defTabSz="478093" rtl="0" eaLnBrk="1" latinLnBrk="0" hangingPunct="1">
                  <a:defRPr sz="1883" kern="1200">
                    <a:solidFill>
                      <a:schemeClr val="tx1"/>
                    </a:solidFill>
                    <a:latin typeface="+mn-lt"/>
                    <a:ea typeface="+mn-ea"/>
                    <a:cs typeface="+mn-cs"/>
                  </a:defRPr>
                </a:lvl4pPr>
                <a:lvl5pPr marL="1912370" algn="l" defTabSz="478093" rtl="0" eaLnBrk="1" latinLnBrk="0" hangingPunct="1">
                  <a:defRPr sz="1883" kern="1200">
                    <a:solidFill>
                      <a:schemeClr val="tx1"/>
                    </a:solidFill>
                    <a:latin typeface="+mn-lt"/>
                    <a:ea typeface="+mn-ea"/>
                    <a:cs typeface="+mn-cs"/>
                  </a:defRPr>
                </a:lvl5pPr>
                <a:lvl6pPr marL="2390462" algn="l" defTabSz="478093" rtl="0" eaLnBrk="1" latinLnBrk="0" hangingPunct="1">
                  <a:defRPr sz="1883" kern="1200">
                    <a:solidFill>
                      <a:schemeClr val="tx1"/>
                    </a:solidFill>
                    <a:latin typeface="+mn-lt"/>
                    <a:ea typeface="+mn-ea"/>
                    <a:cs typeface="+mn-cs"/>
                  </a:defRPr>
                </a:lvl6pPr>
                <a:lvl7pPr marL="2868554" algn="l" defTabSz="478093" rtl="0" eaLnBrk="1" latinLnBrk="0" hangingPunct="1">
                  <a:defRPr sz="1883" kern="1200">
                    <a:solidFill>
                      <a:schemeClr val="tx1"/>
                    </a:solidFill>
                    <a:latin typeface="+mn-lt"/>
                    <a:ea typeface="+mn-ea"/>
                    <a:cs typeface="+mn-cs"/>
                  </a:defRPr>
                </a:lvl7pPr>
                <a:lvl8pPr marL="3346646" algn="l" defTabSz="478093" rtl="0" eaLnBrk="1" latinLnBrk="0" hangingPunct="1">
                  <a:defRPr sz="1883" kern="1200">
                    <a:solidFill>
                      <a:schemeClr val="tx1"/>
                    </a:solidFill>
                    <a:latin typeface="+mn-lt"/>
                    <a:ea typeface="+mn-ea"/>
                    <a:cs typeface="+mn-cs"/>
                  </a:defRPr>
                </a:lvl8pPr>
                <a:lvl9pPr marL="3824739" algn="l" defTabSz="478093" rtl="0" eaLnBrk="1" latinLnBrk="0" hangingPunct="1">
                  <a:defRPr sz="1883" kern="1200">
                    <a:solidFill>
                      <a:schemeClr val="tx1"/>
                    </a:solidFill>
                    <a:latin typeface="+mn-lt"/>
                    <a:ea typeface="+mn-ea"/>
                    <a:cs typeface="+mn-cs"/>
                  </a:defRPr>
                </a:lvl9pPr>
              </a:lstStyle>
              <a:p>
                <a:endParaRPr lang="ja-JP" altLang="en-US"/>
              </a:p>
            </p:txBody>
          </p:sp>
        </p:grpSp>
        <p:cxnSp>
          <p:nvCxnSpPr>
            <p:cNvPr id="127" name="直線コネクタ 126">
              <a:extLst>
                <a:ext uri="{FF2B5EF4-FFF2-40B4-BE49-F238E27FC236}">
                  <a16:creationId xmlns:a16="http://schemas.microsoft.com/office/drawing/2014/main" id="{A538F731-06F9-94F9-4CC1-E4F4003D3C3B}"/>
                </a:ext>
              </a:extLst>
            </p:cNvPr>
            <p:cNvCxnSpPr>
              <a:cxnSpLocks/>
            </p:cNvCxnSpPr>
            <p:nvPr/>
          </p:nvCxnSpPr>
          <p:spPr>
            <a:xfrm>
              <a:off x="3221985" y="5049018"/>
              <a:ext cx="0" cy="90001"/>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128" name="直線コネクタ 127">
              <a:extLst>
                <a:ext uri="{FF2B5EF4-FFF2-40B4-BE49-F238E27FC236}">
                  <a16:creationId xmlns:a16="http://schemas.microsoft.com/office/drawing/2014/main" id="{B9B92562-73D5-D1DA-2486-23BD2E17C0F0}"/>
                </a:ext>
              </a:extLst>
            </p:cNvPr>
            <p:cNvCxnSpPr>
              <a:cxnSpLocks/>
            </p:cNvCxnSpPr>
            <p:nvPr/>
          </p:nvCxnSpPr>
          <p:spPr>
            <a:xfrm>
              <a:off x="3221985" y="5392898"/>
              <a:ext cx="0" cy="93176"/>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grpSp>
      <p:sp>
        <p:nvSpPr>
          <p:cNvPr id="138" name="正方形/長方形 137">
            <a:extLst>
              <a:ext uri="{FF2B5EF4-FFF2-40B4-BE49-F238E27FC236}">
                <a16:creationId xmlns:a16="http://schemas.microsoft.com/office/drawing/2014/main" id="{248D208E-7C61-B5D9-A653-31AFE82B119F}"/>
              </a:ext>
            </a:extLst>
          </p:cNvPr>
          <p:cNvSpPr/>
          <p:nvPr/>
        </p:nvSpPr>
        <p:spPr bwMode="auto">
          <a:xfrm rot="5400000" flipH="1">
            <a:off x="7761016" y="5454022"/>
            <a:ext cx="450004" cy="180001"/>
          </a:xfrm>
          <a:prstGeom prst="rect">
            <a:avLst/>
          </a:prstGeom>
          <a:solidFill>
            <a:schemeClr val="accent5"/>
          </a:solidFill>
          <a:ln>
            <a:solidFill>
              <a:schemeClr val="accent5"/>
            </a:solidFill>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cxnSp>
        <p:nvCxnSpPr>
          <p:cNvPr id="139" name="直線コネクタ 138">
            <a:extLst>
              <a:ext uri="{FF2B5EF4-FFF2-40B4-BE49-F238E27FC236}">
                <a16:creationId xmlns:a16="http://schemas.microsoft.com/office/drawing/2014/main" id="{E6B6EE8B-EA73-8EAD-DA46-15894275FF47}"/>
              </a:ext>
            </a:extLst>
          </p:cNvPr>
          <p:cNvCxnSpPr>
            <a:cxnSpLocks/>
          </p:cNvCxnSpPr>
          <p:nvPr/>
        </p:nvCxnSpPr>
        <p:spPr bwMode="auto">
          <a:xfrm flipH="1">
            <a:off x="8076020" y="5139019"/>
            <a:ext cx="3" cy="180000"/>
          </a:xfrm>
          <a:prstGeom prst="line">
            <a:avLst/>
          </a:prstGeom>
          <a:noFill/>
          <a:ln w="19050" cap="rnd" cmpd="sng" algn="ctr">
            <a:solidFill>
              <a:schemeClr val="accent5"/>
            </a:solidFill>
            <a:prstDash val="sysDot"/>
            <a:round/>
            <a:headEnd type="none" w="med" len="med"/>
            <a:tailEnd type="none" w="med" len="med"/>
          </a:ln>
          <a:effectLst/>
        </p:spPr>
      </p:cxnSp>
      <p:cxnSp>
        <p:nvCxnSpPr>
          <p:cNvPr id="140" name="直線コネクタ 139">
            <a:extLst>
              <a:ext uri="{FF2B5EF4-FFF2-40B4-BE49-F238E27FC236}">
                <a16:creationId xmlns:a16="http://schemas.microsoft.com/office/drawing/2014/main" id="{671D55B2-B2C8-FDD6-1B63-0632BD8E75A3}"/>
              </a:ext>
            </a:extLst>
          </p:cNvPr>
          <p:cNvCxnSpPr>
            <a:cxnSpLocks/>
          </p:cNvCxnSpPr>
          <p:nvPr/>
        </p:nvCxnSpPr>
        <p:spPr bwMode="auto">
          <a:xfrm flipH="1">
            <a:off x="7896019" y="5139019"/>
            <a:ext cx="5" cy="180000"/>
          </a:xfrm>
          <a:prstGeom prst="line">
            <a:avLst/>
          </a:prstGeom>
          <a:noFill/>
          <a:ln w="19050" cap="rnd" cmpd="sng" algn="ctr">
            <a:solidFill>
              <a:schemeClr val="accent5"/>
            </a:solidFill>
            <a:prstDash val="sysDot"/>
            <a:round/>
            <a:headEnd type="none" w="med" len="med"/>
            <a:tailEnd type="none" w="med" len="med"/>
          </a:ln>
          <a:effectLst/>
        </p:spPr>
      </p:cxnSp>
      <p:sp>
        <p:nvSpPr>
          <p:cNvPr id="141" name="Rectangle 93">
            <a:extLst>
              <a:ext uri="{FF2B5EF4-FFF2-40B4-BE49-F238E27FC236}">
                <a16:creationId xmlns:a16="http://schemas.microsoft.com/office/drawing/2014/main" id="{1296AEE3-7AA6-55D3-C929-4E2C8F7840F7}"/>
              </a:ext>
            </a:extLst>
          </p:cNvPr>
          <p:cNvSpPr>
            <a:spLocks noChangeArrowheads="1"/>
          </p:cNvSpPr>
          <p:nvPr/>
        </p:nvSpPr>
        <p:spPr bwMode="auto">
          <a:xfrm>
            <a:off x="7806018" y="3969007"/>
            <a:ext cx="361079" cy="360004"/>
          </a:xfrm>
          <a:prstGeom prst="rect">
            <a:avLst/>
          </a:prstGeom>
          <a:noFill/>
          <a:ln w="12700" algn="ctr">
            <a:noFill/>
            <a:miter lim="800000"/>
            <a:headEnd/>
            <a:tailEnd/>
          </a:ln>
          <a:effectLst/>
        </p:spPr>
        <p:txBody>
          <a:bodyPr wrap="none" lIns="90000" tIns="46800" rIns="90000" bIns="46800" anchor="ctr"/>
          <a:lstStyle/>
          <a:p>
            <a:r>
              <a:rPr lang="en-US" altLang="ja-JP" dirty="0"/>
              <a:t>G</a:t>
            </a:r>
          </a:p>
        </p:txBody>
      </p:sp>
      <p:sp>
        <p:nvSpPr>
          <p:cNvPr id="142" name="Rectangle 93">
            <a:extLst>
              <a:ext uri="{FF2B5EF4-FFF2-40B4-BE49-F238E27FC236}">
                <a16:creationId xmlns:a16="http://schemas.microsoft.com/office/drawing/2014/main" id="{D894A0B9-D03E-8A8D-ED9B-0196CEDC8CC4}"/>
              </a:ext>
            </a:extLst>
          </p:cNvPr>
          <p:cNvSpPr>
            <a:spLocks noChangeArrowheads="1"/>
          </p:cNvSpPr>
          <p:nvPr/>
        </p:nvSpPr>
        <p:spPr bwMode="auto">
          <a:xfrm>
            <a:off x="8166023" y="4779016"/>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D</a:t>
            </a:r>
          </a:p>
        </p:txBody>
      </p:sp>
      <p:cxnSp>
        <p:nvCxnSpPr>
          <p:cNvPr id="143" name="直線コネクタ 142">
            <a:extLst>
              <a:ext uri="{FF2B5EF4-FFF2-40B4-BE49-F238E27FC236}">
                <a16:creationId xmlns:a16="http://schemas.microsoft.com/office/drawing/2014/main" id="{CB589454-2167-0CA4-3991-0639D349F77E}"/>
              </a:ext>
            </a:extLst>
          </p:cNvPr>
          <p:cNvCxnSpPr>
            <a:cxnSpLocks/>
          </p:cNvCxnSpPr>
          <p:nvPr/>
        </p:nvCxnSpPr>
        <p:spPr bwMode="auto">
          <a:xfrm>
            <a:off x="7716020" y="4689015"/>
            <a:ext cx="0" cy="90001"/>
          </a:xfrm>
          <a:prstGeom prst="line">
            <a:avLst/>
          </a:prstGeom>
          <a:noFill/>
          <a:ln w="19050" cap="rnd" cmpd="sng" algn="ctr">
            <a:solidFill>
              <a:schemeClr val="accent5"/>
            </a:solidFill>
            <a:prstDash val="solid"/>
            <a:round/>
            <a:headEnd type="none" w="med" len="med"/>
            <a:tailEnd type="none" w="med" len="med"/>
          </a:ln>
          <a:effectLst/>
        </p:spPr>
      </p:cxnSp>
      <p:sp>
        <p:nvSpPr>
          <p:cNvPr id="144" name="Rectangle 93">
            <a:extLst>
              <a:ext uri="{FF2B5EF4-FFF2-40B4-BE49-F238E27FC236}">
                <a16:creationId xmlns:a16="http://schemas.microsoft.com/office/drawing/2014/main" id="{E7ADBD8C-A96C-90CF-DB0B-C2C3B8F1E1CE}"/>
              </a:ext>
            </a:extLst>
          </p:cNvPr>
          <p:cNvSpPr>
            <a:spLocks noChangeArrowheads="1"/>
          </p:cNvSpPr>
          <p:nvPr/>
        </p:nvSpPr>
        <p:spPr bwMode="auto">
          <a:xfrm>
            <a:off x="7446015" y="4779016"/>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S</a:t>
            </a:r>
          </a:p>
        </p:txBody>
      </p:sp>
      <p:cxnSp>
        <p:nvCxnSpPr>
          <p:cNvPr id="147" name="直線コネクタ 146">
            <a:extLst>
              <a:ext uri="{FF2B5EF4-FFF2-40B4-BE49-F238E27FC236}">
                <a16:creationId xmlns:a16="http://schemas.microsoft.com/office/drawing/2014/main" id="{6C0354CD-3818-EF90-8CFF-6C0663412C68}"/>
              </a:ext>
            </a:extLst>
          </p:cNvPr>
          <p:cNvCxnSpPr>
            <a:cxnSpLocks/>
          </p:cNvCxnSpPr>
          <p:nvPr/>
        </p:nvCxnSpPr>
        <p:spPr bwMode="auto">
          <a:xfrm>
            <a:off x="9066033" y="3699003"/>
            <a:ext cx="0" cy="1440016"/>
          </a:xfrm>
          <a:prstGeom prst="line">
            <a:avLst/>
          </a:prstGeom>
          <a:noFill/>
          <a:ln w="19050" cap="flat" cmpd="sng" algn="ctr">
            <a:solidFill>
              <a:schemeClr val="tx1"/>
            </a:solidFill>
            <a:prstDash val="solid"/>
            <a:round/>
            <a:headEnd type="none" w="med" len="med"/>
            <a:tailEnd type="none" w="med" len="med"/>
          </a:ln>
          <a:effectLst/>
        </p:spPr>
      </p:cxnSp>
      <p:sp>
        <p:nvSpPr>
          <p:cNvPr id="151" name="正方形/長方形 150">
            <a:extLst>
              <a:ext uri="{FF2B5EF4-FFF2-40B4-BE49-F238E27FC236}">
                <a16:creationId xmlns:a16="http://schemas.microsoft.com/office/drawing/2014/main" id="{CC2BD827-4475-560F-FD27-0F646AB11B51}"/>
              </a:ext>
            </a:extLst>
          </p:cNvPr>
          <p:cNvSpPr/>
          <p:nvPr/>
        </p:nvSpPr>
        <p:spPr bwMode="auto">
          <a:xfrm>
            <a:off x="7086011" y="2168986"/>
            <a:ext cx="720008" cy="720007"/>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r>
              <a:rPr lang="ja-JP" altLang="en-US" sz="1600" dirty="0">
                <a:solidFill>
                  <a:schemeClr val="tx1">
                    <a:lumMod val="75000"/>
                    <a:lumOff val="25000"/>
                  </a:schemeClr>
                </a:solidFill>
              </a:rPr>
              <a:t>給水口</a:t>
            </a:r>
          </a:p>
        </p:txBody>
      </p:sp>
      <p:sp>
        <p:nvSpPr>
          <p:cNvPr id="152" name="正方形/長方形 151">
            <a:extLst>
              <a:ext uri="{FF2B5EF4-FFF2-40B4-BE49-F238E27FC236}">
                <a16:creationId xmlns:a16="http://schemas.microsoft.com/office/drawing/2014/main" id="{10F190A5-C917-4586-6A29-B9A4E49899F6}"/>
              </a:ext>
            </a:extLst>
          </p:cNvPr>
          <p:cNvSpPr/>
          <p:nvPr/>
        </p:nvSpPr>
        <p:spPr bwMode="auto">
          <a:xfrm>
            <a:off x="6636006" y="998973"/>
            <a:ext cx="720008" cy="720007"/>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r>
              <a:rPr lang="ja-JP" altLang="en-US" sz="1600" dirty="0">
                <a:solidFill>
                  <a:schemeClr val="tx1">
                    <a:lumMod val="75000"/>
                    <a:lumOff val="25000"/>
                  </a:schemeClr>
                </a:solidFill>
              </a:rPr>
              <a:t>入力 </a:t>
            </a:r>
            <a:r>
              <a:rPr lang="en-US" altLang="ja-JP" sz="1600" dirty="0">
                <a:solidFill>
                  <a:schemeClr val="tx1">
                    <a:lumMod val="75000"/>
                    <a:lumOff val="25000"/>
                  </a:schemeClr>
                </a:solidFill>
              </a:rPr>
              <a:t>B=1</a:t>
            </a:r>
            <a:endParaRPr lang="ja-JP" altLang="en-US" sz="1600" dirty="0">
              <a:solidFill>
                <a:schemeClr val="tx1">
                  <a:lumMod val="75000"/>
                  <a:lumOff val="25000"/>
                </a:schemeClr>
              </a:solidFill>
            </a:endParaRPr>
          </a:p>
        </p:txBody>
      </p:sp>
      <p:cxnSp>
        <p:nvCxnSpPr>
          <p:cNvPr id="153" name="直線コネクタ 152">
            <a:extLst>
              <a:ext uri="{FF2B5EF4-FFF2-40B4-BE49-F238E27FC236}">
                <a16:creationId xmlns:a16="http://schemas.microsoft.com/office/drawing/2014/main" id="{1D5CA563-776F-54D8-CE0C-D50F996E108F}"/>
              </a:ext>
            </a:extLst>
          </p:cNvPr>
          <p:cNvCxnSpPr>
            <a:cxnSpLocks/>
          </p:cNvCxnSpPr>
          <p:nvPr/>
        </p:nvCxnSpPr>
        <p:spPr bwMode="auto">
          <a:xfrm>
            <a:off x="7176012" y="4509012"/>
            <a:ext cx="540006" cy="0"/>
          </a:xfrm>
          <a:prstGeom prst="line">
            <a:avLst/>
          </a:prstGeom>
          <a:noFill/>
          <a:ln w="19050" cap="flat" cmpd="sng" algn="ctr">
            <a:solidFill>
              <a:schemeClr val="tx1"/>
            </a:solidFill>
            <a:prstDash val="solid"/>
            <a:round/>
            <a:headEnd type="none" w="med" len="med"/>
            <a:tailEnd type="none" w="med" len="med"/>
          </a:ln>
          <a:effectLst/>
        </p:spPr>
      </p:cxnSp>
      <p:cxnSp>
        <p:nvCxnSpPr>
          <p:cNvPr id="154" name="直線コネクタ 153">
            <a:extLst>
              <a:ext uri="{FF2B5EF4-FFF2-40B4-BE49-F238E27FC236}">
                <a16:creationId xmlns:a16="http://schemas.microsoft.com/office/drawing/2014/main" id="{7717FE01-E626-9E11-D5E5-BC6D5E06E608}"/>
              </a:ext>
            </a:extLst>
          </p:cNvPr>
          <p:cNvCxnSpPr>
            <a:cxnSpLocks/>
          </p:cNvCxnSpPr>
          <p:nvPr/>
        </p:nvCxnSpPr>
        <p:spPr bwMode="auto">
          <a:xfrm>
            <a:off x="7176012" y="4689014"/>
            <a:ext cx="540006" cy="0"/>
          </a:xfrm>
          <a:prstGeom prst="line">
            <a:avLst/>
          </a:prstGeom>
          <a:noFill/>
          <a:ln w="19050" cap="flat" cmpd="sng" algn="ctr">
            <a:solidFill>
              <a:schemeClr val="tx1"/>
            </a:solidFill>
            <a:prstDash val="solid"/>
            <a:round/>
            <a:headEnd type="none" w="med" len="med"/>
            <a:tailEnd type="none" w="med" len="med"/>
          </a:ln>
          <a:effectLst/>
        </p:spPr>
      </p:cxnSp>
      <p:sp>
        <p:nvSpPr>
          <p:cNvPr id="155" name="正方形/長方形 154">
            <a:extLst>
              <a:ext uri="{FF2B5EF4-FFF2-40B4-BE49-F238E27FC236}">
                <a16:creationId xmlns:a16="http://schemas.microsoft.com/office/drawing/2014/main" id="{17C9C183-1057-5FB5-C12A-BF78AF0B18CA}"/>
              </a:ext>
            </a:extLst>
          </p:cNvPr>
          <p:cNvSpPr/>
          <p:nvPr/>
        </p:nvSpPr>
        <p:spPr bwMode="auto">
          <a:xfrm>
            <a:off x="6636006" y="3969006"/>
            <a:ext cx="720008" cy="720007"/>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r>
              <a:rPr lang="ja-JP" altLang="en-US" sz="1600" dirty="0">
                <a:solidFill>
                  <a:schemeClr val="tx1">
                    <a:lumMod val="75000"/>
                    <a:lumOff val="25000"/>
                  </a:schemeClr>
                </a:solidFill>
              </a:rPr>
              <a:t>入力 </a:t>
            </a:r>
            <a:r>
              <a:rPr lang="en-US" altLang="ja-JP" sz="1600" dirty="0">
                <a:solidFill>
                  <a:schemeClr val="tx1">
                    <a:lumMod val="75000"/>
                    <a:lumOff val="25000"/>
                  </a:schemeClr>
                </a:solidFill>
              </a:rPr>
              <a:t>B=1</a:t>
            </a:r>
            <a:endParaRPr lang="ja-JP" altLang="en-US" sz="1600" dirty="0">
              <a:solidFill>
                <a:schemeClr val="tx1">
                  <a:lumMod val="75000"/>
                  <a:lumOff val="25000"/>
                </a:schemeClr>
              </a:solidFill>
            </a:endParaRPr>
          </a:p>
        </p:txBody>
      </p:sp>
      <p:graphicFrame>
        <p:nvGraphicFramePr>
          <p:cNvPr id="158" name="Group 383">
            <a:extLst>
              <a:ext uri="{FF2B5EF4-FFF2-40B4-BE49-F238E27FC236}">
                <a16:creationId xmlns:a16="http://schemas.microsoft.com/office/drawing/2014/main" id="{4528978F-572C-F3D2-268B-88CC89B3B8D6}"/>
              </a:ext>
            </a:extLst>
          </p:cNvPr>
          <p:cNvGraphicFramePr>
            <a:graphicFrameLocks/>
          </p:cNvGraphicFramePr>
          <p:nvPr>
            <p:extLst>
              <p:ext uri="{D42A27DB-BD31-4B8C-83A1-F6EECF244321}">
                <p14:modId xmlns:p14="http://schemas.microsoft.com/office/powerpoint/2010/main" val="860881318"/>
              </p:ext>
            </p:extLst>
          </p:nvPr>
        </p:nvGraphicFramePr>
        <p:xfrm>
          <a:off x="335936" y="3519001"/>
          <a:ext cx="1439862" cy="2071690"/>
        </p:xfrm>
        <a:graphic>
          <a:graphicData uri="http://schemas.openxmlformats.org/drawingml/2006/table">
            <a:tbl>
              <a:tblPr/>
              <a:tblGrid>
                <a:gridCol w="479425">
                  <a:extLst>
                    <a:ext uri="{9D8B030D-6E8A-4147-A177-3AD203B41FA5}">
                      <a16:colId xmlns:a16="http://schemas.microsoft.com/office/drawing/2014/main" val="20000"/>
                    </a:ext>
                  </a:extLst>
                </a:gridCol>
                <a:gridCol w="481012">
                  <a:extLst>
                    <a:ext uri="{9D8B030D-6E8A-4147-A177-3AD203B41FA5}">
                      <a16:colId xmlns:a16="http://schemas.microsoft.com/office/drawing/2014/main" val="20001"/>
                    </a:ext>
                  </a:extLst>
                </a:gridCol>
                <a:gridCol w="479425">
                  <a:extLst>
                    <a:ext uri="{9D8B030D-6E8A-4147-A177-3AD203B41FA5}">
                      <a16:colId xmlns:a16="http://schemas.microsoft.com/office/drawing/2014/main" val="20002"/>
                    </a:ext>
                  </a:extLst>
                </a:gridCol>
              </a:tblGrid>
              <a:tr h="414338">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lumMod val="75000"/>
                              <a:lumOff val="25000"/>
                            </a:schemeClr>
                          </a:solidFill>
                          <a:effectLst/>
                          <a:latin typeface="+mn-ea"/>
                          <a:ea typeface="+mn-ea"/>
                        </a:rPr>
                        <a:t>A</a:t>
                      </a:r>
                    </a:p>
                  </a:txBody>
                  <a:tcPr anchor="ctr" horzOverflow="overflow">
                    <a:lnL cap="flat">
                      <a:noFill/>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lumMod val="75000"/>
                              <a:lumOff val="25000"/>
                            </a:schemeClr>
                          </a:solidFill>
                          <a:effectLst/>
                          <a:latin typeface="+mn-ea"/>
                          <a:ea typeface="+mn-ea"/>
                        </a:rPr>
                        <a:t>B</a:t>
                      </a:r>
                    </a:p>
                  </a:txBody>
                  <a:tcPr anchor="ctr"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lumMod val="75000"/>
                              <a:lumOff val="25000"/>
                            </a:schemeClr>
                          </a:solidFill>
                          <a:effectLst/>
                          <a:latin typeface="+mn-ea"/>
                          <a:ea typeface="+mn-ea"/>
                        </a:rPr>
                        <a:t>C</a:t>
                      </a:r>
                    </a:p>
                  </a:txBody>
                  <a:tcPr anchor="ctr" horzOverflow="overflow">
                    <a:lnL w="12700" cap="flat" cmpd="sng" algn="ctr">
                      <a:solidFill>
                        <a:schemeClr val="tx1"/>
                      </a:solid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14338">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lumMod val="75000"/>
                              <a:lumOff val="25000"/>
                            </a:schemeClr>
                          </a:solidFill>
                          <a:effectLst/>
                          <a:latin typeface="+mn-ea"/>
                          <a:ea typeface="+mn-ea"/>
                        </a:rPr>
                        <a:t>0</a:t>
                      </a:r>
                    </a:p>
                  </a:txBody>
                  <a:tcPr anchor="ctr" horzOverflow="overflow">
                    <a:lnL cap="flat">
                      <a:noFill/>
                    </a:lnL>
                    <a:lnR cap="flat">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lumMod val="75000"/>
                              <a:lumOff val="25000"/>
                            </a:schemeClr>
                          </a:solidFill>
                          <a:effectLst/>
                          <a:latin typeface="+mn-ea"/>
                          <a:ea typeface="+mn-ea"/>
                        </a:rPr>
                        <a:t>0</a:t>
                      </a:r>
                    </a:p>
                  </a:txBody>
                  <a:tcPr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lumMod val="75000"/>
                              <a:lumOff val="25000"/>
                            </a:schemeClr>
                          </a:solidFill>
                          <a:effectLst/>
                          <a:latin typeface="+mn-ea"/>
                          <a:ea typeface="+mn-ea"/>
                        </a:rPr>
                        <a:t>1</a:t>
                      </a:r>
                    </a:p>
                  </a:txBody>
                  <a:tcPr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extLst>
                  <a:ext uri="{0D108BD9-81ED-4DB2-BD59-A6C34878D82A}">
                    <a16:rowId xmlns:a16="http://schemas.microsoft.com/office/drawing/2014/main" val="10001"/>
                  </a:ext>
                </a:extLst>
              </a:tr>
              <a:tr h="414338">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lumMod val="75000"/>
                              <a:lumOff val="25000"/>
                            </a:schemeClr>
                          </a:solidFill>
                          <a:effectLst/>
                          <a:latin typeface="+mn-ea"/>
                          <a:ea typeface="+mn-ea"/>
                        </a:rPr>
                        <a:t>0</a:t>
                      </a:r>
                    </a:p>
                  </a:txBody>
                  <a:tcPr anchor="ctr" horzOverflow="overflow">
                    <a:lnL cap="flat">
                      <a:noFill/>
                    </a:lnL>
                    <a:lnR cap="flat">
                      <a:noFill/>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lumMod val="75000"/>
                              <a:lumOff val="25000"/>
                            </a:schemeClr>
                          </a:solidFill>
                          <a:effectLst/>
                          <a:latin typeface="+mn-ea"/>
                          <a:ea typeface="+mn-ea"/>
                        </a:rPr>
                        <a:t>1</a:t>
                      </a:r>
                    </a:p>
                  </a:txBody>
                  <a:tcPr anchor="ctr" horzOverflow="overflow">
                    <a:lnL cap="flat">
                      <a:noFill/>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lumMod val="75000"/>
                              <a:lumOff val="25000"/>
                            </a:schemeClr>
                          </a:solidFill>
                          <a:effectLst/>
                          <a:latin typeface="+mn-ea"/>
                          <a:ea typeface="+mn-ea"/>
                        </a:rPr>
                        <a:t>1</a:t>
                      </a:r>
                    </a:p>
                  </a:txBody>
                  <a:tcPr anchor="ctr" horzOverflow="overflow">
                    <a:lnL w="12700" cap="flat" cmpd="sng" algn="ctr">
                      <a:solidFill>
                        <a:schemeClr val="tx1"/>
                      </a:solidFill>
                      <a:prstDash val="solid"/>
                      <a:round/>
                      <a:headEnd type="none" w="med" len="med"/>
                      <a:tailEnd type="none" w="med" len="med"/>
                    </a:lnL>
                    <a:lnR cap="flat">
                      <a:noFill/>
                    </a:lnR>
                    <a:lnT cap="flat">
                      <a:noFill/>
                    </a:lnT>
                    <a:lnB cap="flat">
                      <a:noFill/>
                    </a:lnB>
                    <a:lnTlToBr>
                      <a:noFill/>
                    </a:lnTlToBr>
                    <a:lnBlToTr>
                      <a:noFill/>
                    </a:lnBlToTr>
                    <a:noFill/>
                  </a:tcPr>
                </a:tc>
                <a:extLst>
                  <a:ext uri="{0D108BD9-81ED-4DB2-BD59-A6C34878D82A}">
                    <a16:rowId xmlns:a16="http://schemas.microsoft.com/office/drawing/2014/main" val="10002"/>
                  </a:ext>
                </a:extLst>
              </a:tr>
              <a:tr h="414338">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lumMod val="75000"/>
                              <a:lumOff val="25000"/>
                            </a:schemeClr>
                          </a:solidFill>
                          <a:effectLst/>
                          <a:latin typeface="+mn-ea"/>
                          <a:ea typeface="+mn-ea"/>
                        </a:rPr>
                        <a:t>1</a:t>
                      </a:r>
                    </a:p>
                  </a:txBody>
                  <a:tcPr anchor="ctr" horzOverflow="overflow">
                    <a:lnL cap="flat">
                      <a:noFill/>
                    </a:lnL>
                    <a:lnR cap="flat">
                      <a:noFill/>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lumMod val="75000"/>
                              <a:lumOff val="25000"/>
                            </a:schemeClr>
                          </a:solidFill>
                          <a:effectLst/>
                          <a:latin typeface="+mn-ea"/>
                          <a:ea typeface="+mn-ea"/>
                        </a:rPr>
                        <a:t>0</a:t>
                      </a:r>
                    </a:p>
                  </a:txBody>
                  <a:tcPr anchor="ctr" horzOverflow="overflow">
                    <a:lnL cap="flat">
                      <a:noFill/>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lumMod val="75000"/>
                              <a:lumOff val="25000"/>
                            </a:schemeClr>
                          </a:solidFill>
                          <a:effectLst/>
                          <a:latin typeface="+mn-ea"/>
                          <a:ea typeface="+mn-ea"/>
                        </a:rPr>
                        <a:t>1</a:t>
                      </a:r>
                    </a:p>
                  </a:txBody>
                  <a:tcPr anchor="ctr" horzOverflow="overflow">
                    <a:lnL w="12700" cap="flat" cmpd="sng" algn="ctr">
                      <a:solidFill>
                        <a:schemeClr val="tx1"/>
                      </a:solidFill>
                      <a:prstDash val="solid"/>
                      <a:round/>
                      <a:headEnd type="none" w="med" len="med"/>
                      <a:tailEnd type="none" w="med" len="med"/>
                    </a:lnL>
                    <a:lnR cap="flat">
                      <a:noFill/>
                    </a:lnR>
                    <a:lnT cap="flat">
                      <a:noFill/>
                    </a:lnT>
                    <a:lnB cap="flat">
                      <a:noFill/>
                    </a:lnB>
                    <a:lnTlToBr>
                      <a:noFill/>
                    </a:lnTlToBr>
                    <a:lnBlToTr>
                      <a:noFill/>
                    </a:lnBlToTr>
                    <a:noFill/>
                  </a:tcPr>
                </a:tc>
                <a:extLst>
                  <a:ext uri="{0D108BD9-81ED-4DB2-BD59-A6C34878D82A}">
                    <a16:rowId xmlns:a16="http://schemas.microsoft.com/office/drawing/2014/main" val="10003"/>
                  </a:ext>
                </a:extLst>
              </a:tr>
              <a:tr h="414338">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1" i="0" u="none" strike="noStrike" cap="none" normalizeH="0" baseline="0" dirty="0">
                          <a:ln>
                            <a:noFill/>
                          </a:ln>
                          <a:solidFill>
                            <a:schemeClr val="accent2"/>
                          </a:solidFill>
                          <a:effectLst/>
                          <a:latin typeface="+mn-ea"/>
                          <a:ea typeface="+mn-ea"/>
                        </a:rPr>
                        <a:t>1</a:t>
                      </a:r>
                    </a:p>
                  </a:txBody>
                  <a:tcPr anchor="ctr" horzOverflow="overflow">
                    <a:lnL cap="flat">
                      <a:noFill/>
                    </a:lnL>
                    <a:lnR cap="flat">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1" i="0" u="none" strike="noStrike" cap="none" normalizeH="0" baseline="0" dirty="0">
                          <a:ln>
                            <a:noFill/>
                          </a:ln>
                          <a:solidFill>
                            <a:schemeClr val="accent2"/>
                          </a:solidFill>
                          <a:effectLst/>
                          <a:latin typeface="+mn-ea"/>
                          <a:ea typeface="+mn-ea"/>
                        </a:rPr>
                        <a:t>1</a:t>
                      </a:r>
                    </a:p>
                  </a:txBody>
                  <a:tcPr anchor="ctr" horzOverflow="overflow">
                    <a:lnL cap="flat">
                      <a:noFill/>
                    </a:lnL>
                    <a:lnR w="12700" cap="flat" cmpd="sng" algn="ctr">
                      <a:solidFill>
                        <a:schemeClr val="tx1"/>
                      </a:solidFill>
                      <a:prstDash val="solid"/>
                      <a:round/>
                      <a:headEnd type="none" w="med" len="med"/>
                      <a:tailEnd type="none" w="med" len="med"/>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1" i="0" u="none" strike="noStrike" cap="none" normalizeH="0" baseline="0" dirty="0">
                          <a:ln>
                            <a:noFill/>
                          </a:ln>
                          <a:solidFill>
                            <a:schemeClr val="accent2"/>
                          </a:solidFill>
                          <a:effectLst/>
                          <a:latin typeface="+mn-ea"/>
                          <a:ea typeface="+mn-ea"/>
                        </a:rPr>
                        <a:t>0</a:t>
                      </a:r>
                    </a:p>
                  </a:txBody>
                  <a:tcPr anchor="ctr" horzOverflow="overflow">
                    <a:lnL w="12700" cap="flat" cmpd="sng" algn="ctr">
                      <a:solidFill>
                        <a:schemeClr val="tx1"/>
                      </a:solidFill>
                      <a:prstDash val="solid"/>
                      <a:round/>
                      <a:headEnd type="none" w="med" len="med"/>
                      <a:tailEnd type="none" w="med" len="med"/>
                    </a:lnL>
                    <a:lnR cap="flat">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159" name="テキスト プレースホルダー 2">
            <a:extLst>
              <a:ext uri="{FF2B5EF4-FFF2-40B4-BE49-F238E27FC236}">
                <a16:creationId xmlns:a16="http://schemas.microsoft.com/office/drawing/2014/main" id="{862908B4-3D94-8FFF-DEE6-9D4EB32DCE89}"/>
              </a:ext>
            </a:extLst>
          </p:cNvPr>
          <p:cNvSpPr>
            <a:spLocks noGrp="1"/>
          </p:cNvSpPr>
          <p:nvPr>
            <p:ph type="body" sz="quarter" idx="10"/>
          </p:nvPr>
        </p:nvSpPr>
        <p:spPr>
          <a:xfrm>
            <a:off x="965943" y="6129030"/>
            <a:ext cx="10800120" cy="540006"/>
          </a:xfrm>
        </p:spPr>
        <p:txBody>
          <a:bodyPr/>
          <a:lstStyle/>
          <a:p>
            <a:r>
              <a:rPr kumimoji="1" lang="ja-JP" altLang="en-US" dirty="0"/>
              <a:t>下側の２つの</a:t>
            </a:r>
            <a:r>
              <a:rPr kumimoji="1" lang="en-US" altLang="ja-JP" dirty="0"/>
              <a:t>N</a:t>
            </a:r>
            <a:r>
              <a:rPr kumimoji="1" lang="ja-JP" altLang="en-US" dirty="0"/>
              <a:t>タンクは，直列に繋がってるので双方溜まった時のみ排水が有効 → </a:t>
            </a:r>
            <a:r>
              <a:rPr kumimoji="1" lang="en-US" altLang="ja-JP" dirty="0"/>
              <a:t>NAND</a:t>
            </a:r>
            <a:endParaRPr kumimoji="1" lang="en-US" dirty="0"/>
          </a:p>
        </p:txBody>
      </p:sp>
    </p:spTree>
    <p:extLst>
      <p:ext uri="{BB962C8B-B14F-4D97-AF65-F5344CB8AC3E}">
        <p14:creationId xmlns:p14="http://schemas.microsoft.com/office/powerpoint/2010/main" val="273878602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32A9610-628A-D1E2-C8E6-7935414255CC}"/>
              </a:ext>
            </a:extLst>
          </p:cNvPr>
          <p:cNvSpPr>
            <a:spLocks noGrp="1"/>
          </p:cNvSpPr>
          <p:nvPr>
            <p:ph type="title"/>
          </p:nvPr>
        </p:nvSpPr>
        <p:spPr>
          <a:xfrm>
            <a:off x="695940" y="0"/>
            <a:ext cx="10776052" cy="908972"/>
          </a:xfrm>
        </p:spPr>
        <p:txBody>
          <a:bodyPr/>
          <a:lstStyle/>
          <a:p>
            <a:r>
              <a:rPr lang="ja-JP" altLang="en-US" sz="2800" dirty="0"/>
              <a:t>スイッチで書いた</a:t>
            </a:r>
            <a:r>
              <a:rPr lang="en-US" sz="2800" dirty="0"/>
              <a:t>NAND </a:t>
            </a:r>
            <a:r>
              <a:rPr lang="ja-JP" altLang="en-US" sz="2800" dirty="0"/>
              <a:t>ゲート</a:t>
            </a:r>
            <a:endParaRPr lang="en-US" sz="2800" dirty="0"/>
          </a:p>
        </p:txBody>
      </p:sp>
      <p:sp>
        <p:nvSpPr>
          <p:cNvPr id="275" name="コンテンツ プレースホルダー 274">
            <a:extLst>
              <a:ext uri="{FF2B5EF4-FFF2-40B4-BE49-F238E27FC236}">
                <a16:creationId xmlns:a16="http://schemas.microsoft.com/office/drawing/2014/main" id="{76B0A87F-18D9-248D-84ED-4623A99129B9}"/>
              </a:ext>
            </a:extLst>
          </p:cNvPr>
          <p:cNvSpPr>
            <a:spLocks noGrp="1"/>
          </p:cNvSpPr>
          <p:nvPr>
            <p:ph sz="quarter" idx="11"/>
          </p:nvPr>
        </p:nvSpPr>
        <p:spPr>
          <a:xfrm>
            <a:off x="1775952" y="908973"/>
            <a:ext cx="8280092" cy="630007"/>
          </a:xfrm>
        </p:spPr>
        <p:txBody>
          <a:bodyPr/>
          <a:lstStyle/>
          <a:p>
            <a:r>
              <a:rPr kumimoji="1" lang="ja-JP" altLang="en-US" dirty="0"/>
              <a:t>右のように接続すると</a:t>
            </a:r>
            <a:br>
              <a:rPr kumimoji="1" lang="en-US" altLang="ja-JP" dirty="0"/>
            </a:br>
            <a:r>
              <a:rPr kumimoji="1" lang="en-US" altLang="ja-JP" dirty="0"/>
              <a:t>NAND </a:t>
            </a:r>
            <a:r>
              <a:rPr kumimoji="1" lang="ja-JP" altLang="en-US" dirty="0"/>
              <a:t>ゲートが作れる</a:t>
            </a:r>
            <a:endParaRPr kumimoji="1" lang="en-US" dirty="0"/>
          </a:p>
        </p:txBody>
      </p:sp>
      <p:grpSp>
        <p:nvGrpSpPr>
          <p:cNvPr id="3" name="グループ化 2">
            <a:extLst>
              <a:ext uri="{FF2B5EF4-FFF2-40B4-BE49-F238E27FC236}">
                <a16:creationId xmlns:a16="http://schemas.microsoft.com/office/drawing/2014/main" id="{7562FA3F-4ECA-17A8-8E31-60A8DE7947AF}"/>
              </a:ext>
            </a:extLst>
          </p:cNvPr>
          <p:cNvGrpSpPr/>
          <p:nvPr/>
        </p:nvGrpSpPr>
        <p:grpSpPr>
          <a:xfrm>
            <a:off x="6633345" y="3068996"/>
            <a:ext cx="1531092" cy="1440374"/>
            <a:chOff x="5202007" y="3068996"/>
            <a:chExt cx="1531092" cy="1440374"/>
          </a:xfrm>
        </p:grpSpPr>
        <p:sp>
          <p:nvSpPr>
            <p:cNvPr id="4" name="正方形/長方形 3">
              <a:extLst>
                <a:ext uri="{FF2B5EF4-FFF2-40B4-BE49-F238E27FC236}">
                  <a16:creationId xmlns:a16="http://schemas.microsoft.com/office/drawing/2014/main" id="{5FD184A4-F1FE-A602-4B79-7BAB967EE851}"/>
                </a:ext>
              </a:extLst>
            </p:cNvPr>
            <p:cNvSpPr/>
            <p:nvPr/>
          </p:nvSpPr>
          <p:spPr bwMode="auto">
            <a:xfrm>
              <a:off x="5652012" y="3338999"/>
              <a:ext cx="720008" cy="900010"/>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US" dirty="0">
                <a:solidFill>
                  <a:schemeClr val="tx1">
                    <a:lumMod val="75000"/>
                    <a:lumOff val="25000"/>
                  </a:schemeClr>
                </a:solidFill>
                <a:latin typeface="+mn-ea"/>
              </a:endParaRPr>
            </a:p>
          </p:txBody>
        </p:sp>
        <p:sp>
          <p:nvSpPr>
            <p:cNvPr id="22" name="円/楕円 69">
              <a:extLst>
                <a:ext uri="{FF2B5EF4-FFF2-40B4-BE49-F238E27FC236}">
                  <a16:creationId xmlns:a16="http://schemas.microsoft.com/office/drawing/2014/main" id="{B4FEF43B-98BF-89EB-5422-D7755B4FC1F7}"/>
                </a:ext>
              </a:extLst>
            </p:cNvPr>
            <p:cNvSpPr/>
            <p:nvPr/>
          </p:nvSpPr>
          <p:spPr>
            <a:xfrm rot="5400000">
              <a:off x="5968271" y="3609002"/>
              <a:ext cx="90012" cy="89990"/>
            </a:xfrm>
            <a:prstGeom prst="ellipse">
              <a:avLst/>
            </a:prstGeom>
            <a:solidFill>
              <a:schemeClr val="bg1"/>
            </a:solidFill>
            <a:ln w="190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cxnSp>
          <p:nvCxnSpPr>
            <p:cNvPr id="25" name="直線コネクタ 24">
              <a:extLst>
                <a:ext uri="{FF2B5EF4-FFF2-40B4-BE49-F238E27FC236}">
                  <a16:creationId xmlns:a16="http://schemas.microsoft.com/office/drawing/2014/main" id="{1A374BEF-B776-6082-D66D-DE118065FB78}"/>
                </a:ext>
              </a:extLst>
            </p:cNvPr>
            <p:cNvCxnSpPr>
              <a:cxnSpLocks/>
            </p:cNvCxnSpPr>
            <p:nvPr/>
          </p:nvCxnSpPr>
          <p:spPr>
            <a:xfrm flipH="1">
              <a:off x="5292008" y="3789004"/>
              <a:ext cx="360004"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27" name="直線コネクタ 26">
              <a:extLst>
                <a:ext uri="{FF2B5EF4-FFF2-40B4-BE49-F238E27FC236}">
                  <a16:creationId xmlns:a16="http://schemas.microsoft.com/office/drawing/2014/main" id="{8A1C942F-4A3C-9236-A240-A1D8C15D7D80}"/>
                </a:ext>
              </a:extLst>
            </p:cNvPr>
            <p:cNvCxnSpPr>
              <a:cxnSpLocks/>
              <a:endCxn id="28" idx="4"/>
            </p:cNvCxnSpPr>
            <p:nvPr/>
          </p:nvCxnSpPr>
          <p:spPr>
            <a:xfrm>
              <a:off x="5832014" y="3609002"/>
              <a:ext cx="133734" cy="315009"/>
            </a:xfrm>
            <a:prstGeom prst="line">
              <a:avLst/>
            </a:prstGeom>
            <a:ln w="34925" cap="rnd">
              <a:solidFill>
                <a:schemeClr val="accent5"/>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28" name="円/楕円 68">
              <a:extLst>
                <a:ext uri="{FF2B5EF4-FFF2-40B4-BE49-F238E27FC236}">
                  <a16:creationId xmlns:a16="http://schemas.microsoft.com/office/drawing/2014/main" id="{D5DC85B3-4070-9F25-1AE8-22553F223780}"/>
                </a:ext>
              </a:extLst>
            </p:cNvPr>
            <p:cNvSpPr/>
            <p:nvPr/>
          </p:nvSpPr>
          <p:spPr>
            <a:xfrm rot="5400000">
              <a:off x="5965737" y="3879016"/>
              <a:ext cx="90012" cy="89990"/>
            </a:xfrm>
            <a:prstGeom prst="ellipse">
              <a:avLst/>
            </a:prstGeom>
            <a:solidFill>
              <a:schemeClr val="bg1"/>
            </a:solidFill>
            <a:ln w="190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cxnSp>
          <p:nvCxnSpPr>
            <p:cNvPr id="29" name="直線コネクタ 28">
              <a:extLst>
                <a:ext uri="{FF2B5EF4-FFF2-40B4-BE49-F238E27FC236}">
                  <a16:creationId xmlns:a16="http://schemas.microsoft.com/office/drawing/2014/main" id="{B68ADCDC-8C16-1E21-FB91-A35115ECBD7C}"/>
                </a:ext>
              </a:extLst>
            </p:cNvPr>
            <p:cNvCxnSpPr>
              <a:cxnSpLocks/>
              <a:endCxn id="22" idx="2"/>
            </p:cNvCxnSpPr>
            <p:nvPr/>
          </p:nvCxnSpPr>
          <p:spPr>
            <a:xfrm>
              <a:off x="6012016" y="3429000"/>
              <a:ext cx="1261" cy="179991"/>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136" name="直線コネクタ 135">
              <a:extLst>
                <a:ext uri="{FF2B5EF4-FFF2-40B4-BE49-F238E27FC236}">
                  <a16:creationId xmlns:a16="http://schemas.microsoft.com/office/drawing/2014/main" id="{3D28686F-93F2-6EED-98F7-1D93AB9B89CC}"/>
                </a:ext>
              </a:extLst>
            </p:cNvPr>
            <p:cNvCxnSpPr>
              <a:cxnSpLocks/>
            </p:cNvCxnSpPr>
            <p:nvPr/>
          </p:nvCxnSpPr>
          <p:spPr>
            <a:xfrm>
              <a:off x="6012016" y="3969006"/>
              <a:ext cx="0" cy="180002"/>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142" name="Rectangle 93">
              <a:extLst>
                <a:ext uri="{FF2B5EF4-FFF2-40B4-BE49-F238E27FC236}">
                  <a16:creationId xmlns:a16="http://schemas.microsoft.com/office/drawing/2014/main" id="{54122819-A7B8-F29E-AC4E-594574190A57}"/>
                </a:ext>
              </a:extLst>
            </p:cNvPr>
            <p:cNvSpPr>
              <a:spLocks noChangeArrowheads="1"/>
            </p:cNvSpPr>
            <p:nvPr/>
          </p:nvSpPr>
          <p:spPr bwMode="auto">
            <a:xfrm>
              <a:off x="5202007" y="3429000"/>
              <a:ext cx="361079" cy="360004"/>
            </a:xfrm>
            <a:prstGeom prst="rect">
              <a:avLst/>
            </a:prstGeom>
            <a:noFill/>
            <a:ln w="12700" algn="ctr">
              <a:noFill/>
              <a:miter lim="800000"/>
              <a:headEnd/>
              <a:tailEnd/>
            </a:ln>
            <a:effectLst/>
          </p:spPr>
          <p:txBody>
            <a:bodyPr wrap="none" lIns="90000" tIns="46800" rIns="90000" bIns="46800" anchor="ctr"/>
            <a:lstStyle/>
            <a:p>
              <a:r>
                <a:rPr lang="en-US" altLang="ja-JP" dirty="0"/>
                <a:t>G</a:t>
              </a:r>
            </a:p>
          </p:txBody>
        </p:sp>
        <p:sp>
          <p:nvSpPr>
            <p:cNvPr id="144" name="Rectangle 93">
              <a:extLst>
                <a:ext uri="{FF2B5EF4-FFF2-40B4-BE49-F238E27FC236}">
                  <a16:creationId xmlns:a16="http://schemas.microsoft.com/office/drawing/2014/main" id="{218D8A4F-F2AF-FE12-D0D5-BBA60D57DB4A}"/>
                </a:ext>
              </a:extLst>
            </p:cNvPr>
            <p:cNvSpPr>
              <a:spLocks noChangeArrowheads="1"/>
            </p:cNvSpPr>
            <p:nvPr/>
          </p:nvSpPr>
          <p:spPr bwMode="auto">
            <a:xfrm>
              <a:off x="6372020" y="4149008"/>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S</a:t>
              </a:r>
            </a:p>
          </p:txBody>
        </p:sp>
        <p:sp>
          <p:nvSpPr>
            <p:cNvPr id="145" name="Rectangle 93">
              <a:extLst>
                <a:ext uri="{FF2B5EF4-FFF2-40B4-BE49-F238E27FC236}">
                  <a16:creationId xmlns:a16="http://schemas.microsoft.com/office/drawing/2014/main" id="{12A9C026-3AC1-97F3-0951-F34D0D38235A}"/>
                </a:ext>
              </a:extLst>
            </p:cNvPr>
            <p:cNvSpPr>
              <a:spLocks noChangeArrowheads="1"/>
            </p:cNvSpPr>
            <p:nvPr/>
          </p:nvSpPr>
          <p:spPr bwMode="auto">
            <a:xfrm>
              <a:off x="6372020" y="3068996"/>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D</a:t>
              </a:r>
            </a:p>
          </p:txBody>
        </p:sp>
        <p:cxnSp>
          <p:nvCxnSpPr>
            <p:cNvPr id="148" name="直線コネクタ 147">
              <a:extLst>
                <a:ext uri="{FF2B5EF4-FFF2-40B4-BE49-F238E27FC236}">
                  <a16:creationId xmlns:a16="http://schemas.microsoft.com/office/drawing/2014/main" id="{FFE8545A-5BCE-1FE2-4765-60F1BFE22F43}"/>
                </a:ext>
              </a:extLst>
            </p:cNvPr>
            <p:cNvCxnSpPr>
              <a:cxnSpLocks/>
            </p:cNvCxnSpPr>
            <p:nvPr/>
          </p:nvCxnSpPr>
          <p:spPr>
            <a:xfrm flipH="1">
              <a:off x="6012016" y="4149008"/>
              <a:ext cx="720008"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149" name="直線コネクタ 148">
              <a:extLst>
                <a:ext uri="{FF2B5EF4-FFF2-40B4-BE49-F238E27FC236}">
                  <a16:creationId xmlns:a16="http://schemas.microsoft.com/office/drawing/2014/main" id="{1E62C331-62A0-2A7F-2998-382E0EAAC3AB}"/>
                </a:ext>
              </a:extLst>
            </p:cNvPr>
            <p:cNvCxnSpPr>
              <a:cxnSpLocks/>
            </p:cNvCxnSpPr>
            <p:nvPr/>
          </p:nvCxnSpPr>
          <p:spPr>
            <a:xfrm flipH="1">
              <a:off x="6012016" y="3429000"/>
              <a:ext cx="720008"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grpSp>
      <p:grpSp>
        <p:nvGrpSpPr>
          <p:cNvPr id="181" name="グループ化 180">
            <a:extLst>
              <a:ext uri="{FF2B5EF4-FFF2-40B4-BE49-F238E27FC236}">
                <a16:creationId xmlns:a16="http://schemas.microsoft.com/office/drawing/2014/main" id="{78130EE8-B535-1C98-4F69-608823EC70F4}"/>
              </a:ext>
            </a:extLst>
          </p:cNvPr>
          <p:cNvGrpSpPr/>
          <p:nvPr/>
        </p:nvGrpSpPr>
        <p:grpSpPr>
          <a:xfrm>
            <a:off x="6633345" y="4509012"/>
            <a:ext cx="1531092" cy="1440374"/>
            <a:chOff x="5202007" y="3068996"/>
            <a:chExt cx="1531092" cy="1440374"/>
          </a:xfrm>
        </p:grpSpPr>
        <p:sp>
          <p:nvSpPr>
            <p:cNvPr id="182" name="正方形/長方形 181">
              <a:extLst>
                <a:ext uri="{FF2B5EF4-FFF2-40B4-BE49-F238E27FC236}">
                  <a16:creationId xmlns:a16="http://schemas.microsoft.com/office/drawing/2014/main" id="{5D36497F-4C51-62D4-17AA-F8CDEBD39BE3}"/>
                </a:ext>
              </a:extLst>
            </p:cNvPr>
            <p:cNvSpPr/>
            <p:nvPr/>
          </p:nvSpPr>
          <p:spPr bwMode="auto">
            <a:xfrm>
              <a:off x="5652012" y="3338999"/>
              <a:ext cx="720008" cy="900010"/>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US" dirty="0">
                <a:solidFill>
                  <a:schemeClr val="tx1">
                    <a:lumMod val="75000"/>
                    <a:lumOff val="25000"/>
                  </a:schemeClr>
                </a:solidFill>
                <a:latin typeface="+mn-ea"/>
              </a:endParaRPr>
            </a:p>
          </p:txBody>
        </p:sp>
        <p:sp>
          <p:nvSpPr>
            <p:cNvPr id="183" name="円/楕円 69">
              <a:extLst>
                <a:ext uri="{FF2B5EF4-FFF2-40B4-BE49-F238E27FC236}">
                  <a16:creationId xmlns:a16="http://schemas.microsoft.com/office/drawing/2014/main" id="{E946A75E-DF12-DA2A-78E1-65F38AD0A937}"/>
                </a:ext>
              </a:extLst>
            </p:cNvPr>
            <p:cNvSpPr/>
            <p:nvPr/>
          </p:nvSpPr>
          <p:spPr>
            <a:xfrm rot="5400000">
              <a:off x="5968271" y="3609002"/>
              <a:ext cx="90012" cy="89990"/>
            </a:xfrm>
            <a:prstGeom prst="ellipse">
              <a:avLst/>
            </a:prstGeom>
            <a:solidFill>
              <a:schemeClr val="bg1"/>
            </a:solidFill>
            <a:ln w="190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cxnSp>
          <p:nvCxnSpPr>
            <p:cNvPr id="184" name="直線コネクタ 183">
              <a:extLst>
                <a:ext uri="{FF2B5EF4-FFF2-40B4-BE49-F238E27FC236}">
                  <a16:creationId xmlns:a16="http://schemas.microsoft.com/office/drawing/2014/main" id="{F9A09F99-4D67-BE84-34D2-E9765F1FF45E}"/>
                </a:ext>
              </a:extLst>
            </p:cNvPr>
            <p:cNvCxnSpPr>
              <a:cxnSpLocks/>
            </p:cNvCxnSpPr>
            <p:nvPr/>
          </p:nvCxnSpPr>
          <p:spPr>
            <a:xfrm flipH="1">
              <a:off x="5292008" y="3789004"/>
              <a:ext cx="360004"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185" name="直線コネクタ 184">
              <a:extLst>
                <a:ext uri="{FF2B5EF4-FFF2-40B4-BE49-F238E27FC236}">
                  <a16:creationId xmlns:a16="http://schemas.microsoft.com/office/drawing/2014/main" id="{5C6F4416-0241-4869-42A0-99054C02A6FE}"/>
                </a:ext>
              </a:extLst>
            </p:cNvPr>
            <p:cNvCxnSpPr>
              <a:cxnSpLocks/>
              <a:endCxn id="186" idx="4"/>
            </p:cNvCxnSpPr>
            <p:nvPr/>
          </p:nvCxnSpPr>
          <p:spPr>
            <a:xfrm>
              <a:off x="5965748" y="3609002"/>
              <a:ext cx="0" cy="315009"/>
            </a:xfrm>
            <a:prstGeom prst="line">
              <a:avLst/>
            </a:prstGeom>
            <a:ln w="34925" cap="rnd">
              <a:solidFill>
                <a:schemeClr val="accent5"/>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186" name="円/楕円 68">
              <a:extLst>
                <a:ext uri="{FF2B5EF4-FFF2-40B4-BE49-F238E27FC236}">
                  <a16:creationId xmlns:a16="http://schemas.microsoft.com/office/drawing/2014/main" id="{C4E74ED1-969E-56A5-2DA1-6CBF1A860452}"/>
                </a:ext>
              </a:extLst>
            </p:cNvPr>
            <p:cNvSpPr/>
            <p:nvPr/>
          </p:nvSpPr>
          <p:spPr>
            <a:xfrm rot="5400000">
              <a:off x="5965737" y="3879016"/>
              <a:ext cx="90012" cy="89990"/>
            </a:xfrm>
            <a:prstGeom prst="ellipse">
              <a:avLst/>
            </a:prstGeom>
            <a:solidFill>
              <a:schemeClr val="bg1"/>
            </a:solidFill>
            <a:ln w="190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cxnSp>
          <p:nvCxnSpPr>
            <p:cNvPr id="187" name="直線コネクタ 186">
              <a:extLst>
                <a:ext uri="{FF2B5EF4-FFF2-40B4-BE49-F238E27FC236}">
                  <a16:creationId xmlns:a16="http://schemas.microsoft.com/office/drawing/2014/main" id="{7AB187B5-B2F0-3129-225D-03029396FE71}"/>
                </a:ext>
              </a:extLst>
            </p:cNvPr>
            <p:cNvCxnSpPr>
              <a:cxnSpLocks/>
              <a:endCxn id="183" idx="2"/>
            </p:cNvCxnSpPr>
            <p:nvPr/>
          </p:nvCxnSpPr>
          <p:spPr>
            <a:xfrm>
              <a:off x="6012016" y="3429000"/>
              <a:ext cx="1261" cy="179991"/>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188" name="直線コネクタ 187">
              <a:extLst>
                <a:ext uri="{FF2B5EF4-FFF2-40B4-BE49-F238E27FC236}">
                  <a16:creationId xmlns:a16="http://schemas.microsoft.com/office/drawing/2014/main" id="{36F01245-84C7-0659-3791-9D851EDB9230}"/>
                </a:ext>
              </a:extLst>
            </p:cNvPr>
            <p:cNvCxnSpPr>
              <a:cxnSpLocks/>
            </p:cNvCxnSpPr>
            <p:nvPr/>
          </p:nvCxnSpPr>
          <p:spPr>
            <a:xfrm>
              <a:off x="6012016" y="3969006"/>
              <a:ext cx="0" cy="180002"/>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189" name="Rectangle 93">
              <a:extLst>
                <a:ext uri="{FF2B5EF4-FFF2-40B4-BE49-F238E27FC236}">
                  <a16:creationId xmlns:a16="http://schemas.microsoft.com/office/drawing/2014/main" id="{3BFAE4A7-8A5C-11A8-C51A-9C2E35F8A940}"/>
                </a:ext>
              </a:extLst>
            </p:cNvPr>
            <p:cNvSpPr>
              <a:spLocks noChangeArrowheads="1"/>
            </p:cNvSpPr>
            <p:nvPr/>
          </p:nvSpPr>
          <p:spPr bwMode="auto">
            <a:xfrm>
              <a:off x="5202007" y="3429000"/>
              <a:ext cx="361079" cy="360004"/>
            </a:xfrm>
            <a:prstGeom prst="rect">
              <a:avLst/>
            </a:prstGeom>
            <a:noFill/>
            <a:ln w="12700" algn="ctr">
              <a:noFill/>
              <a:miter lim="800000"/>
              <a:headEnd/>
              <a:tailEnd/>
            </a:ln>
            <a:effectLst/>
          </p:spPr>
          <p:txBody>
            <a:bodyPr wrap="none" lIns="90000" tIns="46800" rIns="90000" bIns="46800" anchor="ctr"/>
            <a:lstStyle/>
            <a:p>
              <a:r>
                <a:rPr lang="en-US" altLang="ja-JP" dirty="0"/>
                <a:t>G</a:t>
              </a:r>
            </a:p>
          </p:txBody>
        </p:sp>
        <p:sp>
          <p:nvSpPr>
            <p:cNvPr id="190" name="Rectangle 93">
              <a:extLst>
                <a:ext uri="{FF2B5EF4-FFF2-40B4-BE49-F238E27FC236}">
                  <a16:creationId xmlns:a16="http://schemas.microsoft.com/office/drawing/2014/main" id="{346AB20E-6F24-C876-4D81-DCA51A179F01}"/>
                </a:ext>
              </a:extLst>
            </p:cNvPr>
            <p:cNvSpPr>
              <a:spLocks noChangeArrowheads="1"/>
            </p:cNvSpPr>
            <p:nvPr/>
          </p:nvSpPr>
          <p:spPr bwMode="auto">
            <a:xfrm>
              <a:off x="6372020" y="4149008"/>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S</a:t>
              </a:r>
            </a:p>
          </p:txBody>
        </p:sp>
        <p:sp>
          <p:nvSpPr>
            <p:cNvPr id="191" name="Rectangle 93">
              <a:extLst>
                <a:ext uri="{FF2B5EF4-FFF2-40B4-BE49-F238E27FC236}">
                  <a16:creationId xmlns:a16="http://schemas.microsoft.com/office/drawing/2014/main" id="{BDE45902-F320-7645-5C24-BFAA45A3322E}"/>
                </a:ext>
              </a:extLst>
            </p:cNvPr>
            <p:cNvSpPr>
              <a:spLocks noChangeArrowheads="1"/>
            </p:cNvSpPr>
            <p:nvPr/>
          </p:nvSpPr>
          <p:spPr bwMode="auto">
            <a:xfrm>
              <a:off x="6372020" y="3068996"/>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D</a:t>
              </a:r>
            </a:p>
          </p:txBody>
        </p:sp>
        <p:cxnSp>
          <p:nvCxnSpPr>
            <p:cNvPr id="192" name="直線コネクタ 191">
              <a:extLst>
                <a:ext uri="{FF2B5EF4-FFF2-40B4-BE49-F238E27FC236}">
                  <a16:creationId xmlns:a16="http://schemas.microsoft.com/office/drawing/2014/main" id="{8762D339-07BA-4F05-BED0-EE9C25E6D02B}"/>
                </a:ext>
              </a:extLst>
            </p:cNvPr>
            <p:cNvCxnSpPr>
              <a:cxnSpLocks/>
            </p:cNvCxnSpPr>
            <p:nvPr/>
          </p:nvCxnSpPr>
          <p:spPr>
            <a:xfrm flipH="1">
              <a:off x="6012016" y="4149008"/>
              <a:ext cx="720008"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193" name="直線コネクタ 192">
              <a:extLst>
                <a:ext uri="{FF2B5EF4-FFF2-40B4-BE49-F238E27FC236}">
                  <a16:creationId xmlns:a16="http://schemas.microsoft.com/office/drawing/2014/main" id="{CA7D9A00-BC48-0B61-BEEE-5467746B88BB}"/>
                </a:ext>
              </a:extLst>
            </p:cNvPr>
            <p:cNvCxnSpPr>
              <a:cxnSpLocks/>
            </p:cNvCxnSpPr>
            <p:nvPr/>
          </p:nvCxnSpPr>
          <p:spPr>
            <a:xfrm flipH="1">
              <a:off x="6012016" y="3429000"/>
              <a:ext cx="720008"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grpSp>
      <p:cxnSp>
        <p:nvCxnSpPr>
          <p:cNvPr id="194" name="直線コネクタ 193">
            <a:extLst>
              <a:ext uri="{FF2B5EF4-FFF2-40B4-BE49-F238E27FC236}">
                <a16:creationId xmlns:a16="http://schemas.microsoft.com/office/drawing/2014/main" id="{DB580ECA-4E0D-14E4-1EA3-21AB3CF0B43A}"/>
              </a:ext>
            </a:extLst>
          </p:cNvPr>
          <p:cNvCxnSpPr>
            <a:cxnSpLocks/>
          </p:cNvCxnSpPr>
          <p:nvPr/>
        </p:nvCxnSpPr>
        <p:spPr>
          <a:xfrm flipH="1">
            <a:off x="6723346" y="2708992"/>
            <a:ext cx="3600040"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195" name="直線コネクタ 194">
            <a:extLst>
              <a:ext uri="{FF2B5EF4-FFF2-40B4-BE49-F238E27FC236}">
                <a16:creationId xmlns:a16="http://schemas.microsoft.com/office/drawing/2014/main" id="{ABB4A216-E134-1BD3-8862-06AE5F457314}"/>
              </a:ext>
            </a:extLst>
          </p:cNvPr>
          <p:cNvCxnSpPr>
            <a:cxnSpLocks/>
          </p:cNvCxnSpPr>
          <p:nvPr/>
        </p:nvCxnSpPr>
        <p:spPr>
          <a:xfrm>
            <a:off x="8163362" y="2708992"/>
            <a:ext cx="0" cy="720008"/>
          </a:xfrm>
          <a:prstGeom prst="line">
            <a:avLst/>
          </a:prstGeom>
          <a:ln w="6350" cap="rnd">
            <a:solidFill>
              <a:srgbClr val="000000"/>
            </a:solidFill>
            <a:headEnd type="oval" w="sm" len="sm"/>
            <a:tailEnd type="none"/>
          </a:ln>
        </p:spPr>
        <p:style>
          <a:lnRef idx="1">
            <a:schemeClr val="accent1"/>
          </a:lnRef>
          <a:fillRef idx="0">
            <a:schemeClr val="accent1"/>
          </a:fillRef>
          <a:effectRef idx="0">
            <a:schemeClr val="accent1"/>
          </a:effectRef>
          <a:fontRef idx="minor">
            <a:schemeClr val="tx1"/>
          </a:fontRef>
        </p:style>
      </p:cxnSp>
      <p:cxnSp>
        <p:nvCxnSpPr>
          <p:cNvPr id="203" name="直線コネクタ 202">
            <a:extLst>
              <a:ext uri="{FF2B5EF4-FFF2-40B4-BE49-F238E27FC236}">
                <a16:creationId xmlns:a16="http://schemas.microsoft.com/office/drawing/2014/main" id="{24DFC145-FF1A-5DAD-2768-A7562FD99C2A}"/>
              </a:ext>
            </a:extLst>
          </p:cNvPr>
          <p:cNvCxnSpPr>
            <a:cxnSpLocks/>
          </p:cNvCxnSpPr>
          <p:nvPr/>
        </p:nvCxnSpPr>
        <p:spPr>
          <a:xfrm flipV="1">
            <a:off x="6723346" y="1988984"/>
            <a:ext cx="0" cy="720008"/>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205" name="直線コネクタ 204">
            <a:extLst>
              <a:ext uri="{FF2B5EF4-FFF2-40B4-BE49-F238E27FC236}">
                <a16:creationId xmlns:a16="http://schemas.microsoft.com/office/drawing/2014/main" id="{1CD261B1-1231-B8D1-95D3-708F5A5E77BD}"/>
              </a:ext>
            </a:extLst>
          </p:cNvPr>
          <p:cNvCxnSpPr>
            <a:cxnSpLocks/>
          </p:cNvCxnSpPr>
          <p:nvPr/>
        </p:nvCxnSpPr>
        <p:spPr>
          <a:xfrm flipV="1">
            <a:off x="8163362" y="4149008"/>
            <a:ext cx="0" cy="720008"/>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206" name="直線コネクタ 205">
            <a:extLst>
              <a:ext uri="{FF2B5EF4-FFF2-40B4-BE49-F238E27FC236}">
                <a16:creationId xmlns:a16="http://schemas.microsoft.com/office/drawing/2014/main" id="{C251C3D6-31B6-C700-8D31-DD5ECEE82AA6}"/>
              </a:ext>
            </a:extLst>
          </p:cNvPr>
          <p:cNvCxnSpPr>
            <a:cxnSpLocks/>
          </p:cNvCxnSpPr>
          <p:nvPr/>
        </p:nvCxnSpPr>
        <p:spPr>
          <a:xfrm flipV="1">
            <a:off x="8163362" y="5589024"/>
            <a:ext cx="0" cy="720008"/>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208" name="直線コネクタ 207">
            <a:extLst>
              <a:ext uri="{FF2B5EF4-FFF2-40B4-BE49-F238E27FC236}">
                <a16:creationId xmlns:a16="http://schemas.microsoft.com/office/drawing/2014/main" id="{14E13B00-B2E4-2896-A4E1-0273179C6C0C}"/>
              </a:ext>
            </a:extLst>
          </p:cNvPr>
          <p:cNvCxnSpPr>
            <a:cxnSpLocks/>
          </p:cNvCxnSpPr>
          <p:nvPr/>
        </p:nvCxnSpPr>
        <p:spPr>
          <a:xfrm flipV="1">
            <a:off x="9603378" y="1988984"/>
            <a:ext cx="0" cy="720008"/>
          </a:xfrm>
          <a:prstGeom prst="line">
            <a:avLst/>
          </a:prstGeom>
          <a:ln w="6350" cap="rnd">
            <a:solidFill>
              <a:srgbClr val="000000"/>
            </a:solidFill>
            <a:headEnd type="oval" w="sm" len="sm"/>
            <a:tailEnd type="none"/>
          </a:ln>
        </p:spPr>
        <p:style>
          <a:lnRef idx="1">
            <a:schemeClr val="accent1"/>
          </a:lnRef>
          <a:fillRef idx="0">
            <a:schemeClr val="accent1"/>
          </a:fillRef>
          <a:effectRef idx="0">
            <a:schemeClr val="accent1"/>
          </a:effectRef>
          <a:fontRef idx="minor">
            <a:schemeClr val="tx1"/>
          </a:fontRef>
        </p:style>
      </p:cxnSp>
      <p:sp>
        <p:nvSpPr>
          <p:cNvPr id="211" name="Rectangle 93">
            <a:extLst>
              <a:ext uri="{FF2B5EF4-FFF2-40B4-BE49-F238E27FC236}">
                <a16:creationId xmlns:a16="http://schemas.microsoft.com/office/drawing/2014/main" id="{EE7E8219-0000-F127-EDB2-83B0262FAD54}"/>
              </a:ext>
            </a:extLst>
          </p:cNvPr>
          <p:cNvSpPr>
            <a:spLocks noChangeArrowheads="1"/>
          </p:cNvSpPr>
          <p:nvPr/>
        </p:nvSpPr>
        <p:spPr bwMode="auto">
          <a:xfrm>
            <a:off x="4833326" y="1448978"/>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solidFill>
                  <a:schemeClr val="accent5"/>
                </a:solidFill>
                <a:latin typeface="+mn-ea"/>
              </a:rPr>
              <a:t>a</a:t>
            </a:r>
          </a:p>
        </p:txBody>
      </p:sp>
      <p:sp>
        <p:nvSpPr>
          <p:cNvPr id="212" name="Rectangle 93">
            <a:extLst>
              <a:ext uri="{FF2B5EF4-FFF2-40B4-BE49-F238E27FC236}">
                <a16:creationId xmlns:a16="http://schemas.microsoft.com/office/drawing/2014/main" id="{F5B5152F-B86B-B54F-AB90-4CB1B2A34E45}"/>
              </a:ext>
            </a:extLst>
          </p:cNvPr>
          <p:cNvSpPr>
            <a:spLocks noChangeArrowheads="1"/>
          </p:cNvSpPr>
          <p:nvPr/>
        </p:nvSpPr>
        <p:spPr bwMode="auto">
          <a:xfrm>
            <a:off x="7803359" y="1448978"/>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solidFill>
                  <a:schemeClr val="accent5"/>
                </a:solidFill>
                <a:latin typeface="+mn-ea"/>
              </a:rPr>
              <a:t>b</a:t>
            </a:r>
          </a:p>
        </p:txBody>
      </p:sp>
      <p:sp>
        <p:nvSpPr>
          <p:cNvPr id="213" name="Rectangle 93">
            <a:extLst>
              <a:ext uri="{FF2B5EF4-FFF2-40B4-BE49-F238E27FC236}">
                <a16:creationId xmlns:a16="http://schemas.microsoft.com/office/drawing/2014/main" id="{CB840A81-CE05-F538-40D3-266F70063442}"/>
              </a:ext>
            </a:extLst>
          </p:cNvPr>
          <p:cNvSpPr>
            <a:spLocks noChangeArrowheads="1"/>
          </p:cNvSpPr>
          <p:nvPr/>
        </p:nvSpPr>
        <p:spPr bwMode="auto">
          <a:xfrm>
            <a:off x="6363343" y="3609002"/>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solidFill>
                  <a:schemeClr val="accent5"/>
                </a:solidFill>
                <a:latin typeface="+mn-ea"/>
              </a:rPr>
              <a:t>a</a:t>
            </a:r>
          </a:p>
        </p:txBody>
      </p:sp>
      <p:sp>
        <p:nvSpPr>
          <p:cNvPr id="214" name="Rectangle 93">
            <a:extLst>
              <a:ext uri="{FF2B5EF4-FFF2-40B4-BE49-F238E27FC236}">
                <a16:creationId xmlns:a16="http://schemas.microsoft.com/office/drawing/2014/main" id="{065267D5-0A2F-DDD9-D46B-E58ACA78171F}"/>
              </a:ext>
            </a:extLst>
          </p:cNvPr>
          <p:cNvSpPr>
            <a:spLocks noChangeArrowheads="1"/>
          </p:cNvSpPr>
          <p:nvPr/>
        </p:nvSpPr>
        <p:spPr bwMode="auto">
          <a:xfrm>
            <a:off x="6363343" y="5139019"/>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solidFill>
                  <a:schemeClr val="accent5"/>
                </a:solidFill>
                <a:latin typeface="+mn-ea"/>
              </a:rPr>
              <a:t>b</a:t>
            </a:r>
          </a:p>
        </p:txBody>
      </p:sp>
      <p:sp>
        <p:nvSpPr>
          <p:cNvPr id="215" name="Rectangle 93">
            <a:extLst>
              <a:ext uri="{FF2B5EF4-FFF2-40B4-BE49-F238E27FC236}">
                <a16:creationId xmlns:a16="http://schemas.microsoft.com/office/drawing/2014/main" id="{1B341E87-61B2-97DE-9C1C-40C38CE9E011}"/>
              </a:ext>
            </a:extLst>
          </p:cNvPr>
          <p:cNvSpPr>
            <a:spLocks noChangeArrowheads="1"/>
          </p:cNvSpPr>
          <p:nvPr/>
        </p:nvSpPr>
        <p:spPr bwMode="auto">
          <a:xfrm>
            <a:off x="10323387" y="2528990"/>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solidFill>
                  <a:schemeClr val="accent5"/>
                </a:solidFill>
                <a:latin typeface="+mn-ea"/>
              </a:rPr>
              <a:t>c</a:t>
            </a:r>
          </a:p>
        </p:txBody>
      </p:sp>
      <p:grpSp>
        <p:nvGrpSpPr>
          <p:cNvPr id="217" name="グループ化 216">
            <a:extLst>
              <a:ext uri="{FF2B5EF4-FFF2-40B4-BE49-F238E27FC236}">
                <a16:creationId xmlns:a16="http://schemas.microsoft.com/office/drawing/2014/main" id="{97C2E1E2-CC98-9F4C-7209-20176F57BA08}"/>
              </a:ext>
            </a:extLst>
          </p:cNvPr>
          <p:cNvGrpSpPr/>
          <p:nvPr/>
        </p:nvGrpSpPr>
        <p:grpSpPr>
          <a:xfrm>
            <a:off x="7803359" y="5859027"/>
            <a:ext cx="450005" cy="900368"/>
            <a:chOff x="7272030" y="5768668"/>
            <a:chExt cx="450005" cy="900368"/>
          </a:xfrm>
        </p:grpSpPr>
        <p:grpSp>
          <p:nvGrpSpPr>
            <p:cNvPr id="218" name="グループ化 152">
              <a:extLst>
                <a:ext uri="{FF2B5EF4-FFF2-40B4-BE49-F238E27FC236}">
                  <a16:creationId xmlns:a16="http://schemas.microsoft.com/office/drawing/2014/main" id="{473CB979-8823-E1AA-0462-54D1BE4F30D3}"/>
                </a:ext>
              </a:extLst>
            </p:cNvPr>
            <p:cNvGrpSpPr/>
            <p:nvPr/>
          </p:nvGrpSpPr>
          <p:grpSpPr>
            <a:xfrm>
              <a:off x="7542033" y="6218673"/>
              <a:ext cx="180002" cy="90001"/>
              <a:chOff x="3643306" y="4500570"/>
              <a:chExt cx="428628" cy="144464"/>
            </a:xfrm>
          </p:grpSpPr>
          <p:cxnSp>
            <p:nvCxnSpPr>
              <p:cNvPr id="221" name="直線コネクタ 220">
                <a:extLst>
                  <a:ext uri="{FF2B5EF4-FFF2-40B4-BE49-F238E27FC236}">
                    <a16:creationId xmlns:a16="http://schemas.microsoft.com/office/drawing/2014/main" id="{6417A278-E1D8-0B3B-430E-5E6E4A32BED9}"/>
                  </a:ext>
                </a:extLst>
              </p:cNvPr>
              <p:cNvCxnSpPr/>
              <p:nvPr/>
            </p:nvCxnSpPr>
            <p:spPr>
              <a:xfrm>
                <a:off x="3643306" y="4500570"/>
                <a:ext cx="428628"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cxnSp>
            <p:nvCxnSpPr>
              <p:cNvPr id="222" name="直線コネクタ 221">
                <a:extLst>
                  <a:ext uri="{FF2B5EF4-FFF2-40B4-BE49-F238E27FC236}">
                    <a16:creationId xmlns:a16="http://schemas.microsoft.com/office/drawing/2014/main" id="{C4F2EB27-629F-C2C6-9373-FF714A609F15}"/>
                  </a:ext>
                </a:extLst>
              </p:cNvPr>
              <p:cNvCxnSpPr/>
              <p:nvPr/>
            </p:nvCxnSpPr>
            <p:spPr>
              <a:xfrm>
                <a:off x="3714744" y="4572008"/>
                <a:ext cx="285752"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cxnSp>
            <p:nvCxnSpPr>
              <p:cNvPr id="223" name="直線コネクタ 222">
                <a:extLst>
                  <a:ext uri="{FF2B5EF4-FFF2-40B4-BE49-F238E27FC236}">
                    <a16:creationId xmlns:a16="http://schemas.microsoft.com/office/drawing/2014/main" id="{3F0BB9DC-65EA-41E0-0959-90B35B7B802F}"/>
                  </a:ext>
                </a:extLst>
              </p:cNvPr>
              <p:cNvCxnSpPr/>
              <p:nvPr/>
            </p:nvCxnSpPr>
            <p:spPr>
              <a:xfrm>
                <a:off x="3786182" y="4643446"/>
                <a:ext cx="130188"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grpSp>
        <p:cxnSp>
          <p:nvCxnSpPr>
            <p:cNvPr id="219" name="直線コネクタ 218">
              <a:extLst>
                <a:ext uri="{FF2B5EF4-FFF2-40B4-BE49-F238E27FC236}">
                  <a16:creationId xmlns:a16="http://schemas.microsoft.com/office/drawing/2014/main" id="{2AF1F0B9-65D7-B01E-0BDC-5C5975BCD4BF}"/>
                </a:ext>
              </a:extLst>
            </p:cNvPr>
            <p:cNvCxnSpPr>
              <a:cxnSpLocks/>
            </p:cNvCxnSpPr>
            <p:nvPr/>
          </p:nvCxnSpPr>
          <p:spPr>
            <a:xfrm flipV="1">
              <a:off x="7632034" y="5768668"/>
              <a:ext cx="0" cy="450005"/>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220" name="Rectangle 93">
              <a:extLst>
                <a:ext uri="{FF2B5EF4-FFF2-40B4-BE49-F238E27FC236}">
                  <a16:creationId xmlns:a16="http://schemas.microsoft.com/office/drawing/2014/main" id="{18479E53-A48B-F1B0-C3BB-8D7DB7F95A51}"/>
                </a:ext>
              </a:extLst>
            </p:cNvPr>
            <p:cNvSpPr>
              <a:spLocks noChangeArrowheads="1"/>
            </p:cNvSpPr>
            <p:nvPr/>
          </p:nvSpPr>
          <p:spPr bwMode="auto">
            <a:xfrm>
              <a:off x="7272030" y="6308674"/>
              <a:ext cx="270003" cy="360362"/>
            </a:xfrm>
            <a:prstGeom prst="rect">
              <a:avLst/>
            </a:prstGeom>
            <a:noFill/>
            <a:ln w="12700" algn="ctr">
              <a:noFill/>
              <a:miter lim="800000"/>
              <a:headEnd/>
              <a:tailEnd/>
            </a:ln>
            <a:effectLst/>
          </p:spPr>
          <p:txBody>
            <a:bodyPr wrap="none" lIns="90000" tIns="46800" rIns="90000" bIns="46800" anchor="ctr"/>
            <a:lstStyle/>
            <a:p>
              <a:r>
                <a:rPr lang="en-US" altLang="ja-JP" dirty="0"/>
                <a:t>GND</a:t>
              </a:r>
            </a:p>
          </p:txBody>
        </p:sp>
      </p:grpSp>
      <p:grpSp>
        <p:nvGrpSpPr>
          <p:cNvPr id="224" name="グループ化 223">
            <a:extLst>
              <a:ext uri="{FF2B5EF4-FFF2-40B4-BE49-F238E27FC236}">
                <a16:creationId xmlns:a16="http://schemas.microsoft.com/office/drawing/2014/main" id="{1C0058CE-E6CB-1382-E48F-3CFFC9D93A5B}"/>
              </a:ext>
            </a:extLst>
          </p:cNvPr>
          <p:cNvGrpSpPr/>
          <p:nvPr/>
        </p:nvGrpSpPr>
        <p:grpSpPr>
          <a:xfrm>
            <a:off x="6453344" y="458968"/>
            <a:ext cx="450049" cy="810009"/>
            <a:chOff x="7362031" y="2528632"/>
            <a:chExt cx="450049" cy="810009"/>
          </a:xfrm>
        </p:grpSpPr>
        <p:cxnSp>
          <p:nvCxnSpPr>
            <p:cNvPr id="225" name="直線コネクタ 224">
              <a:extLst>
                <a:ext uri="{FF2B5EF4-FFF2-40B4-BE49-F238E27FC236}">
                  <a16:creationId xmlns:a16="http://schemas.microsoft.com/office/drawing/2014/main" id="{A834202A-B3AD-DABC-FC73-C4FABAAE102F}"/>
                </a:ext>
              </a:extLst>
            </p:cNvPr>
            <p:cNvCxnSpPr>
              <a:cxnSpLocks/>
            </p:cNvCxnSpPr>
            <p:nvPr/>
          </p:nvCxnSpPr>
          <p:spPr>
            <a:xfrm flipV="1">
              <a:off x="7632034" y="2888636"/>
              <a:ext cx="0" cy="450005"/>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226" name="直線コネクタ 225">
              <a:extLst>
                <a:ext uri="{FF2B5EF4-FFF2-40B4-BE49-F238E27FC236}">
                  <a16:creationId xmlns:a16="http://schemas.microsoft.com/office/drawing/2014/main" id="{B9AEB0FC-3ED0-A8BE-EA94-754D90879E1C}"/>
                </a:ext>
              </a:extLst>
            </p:cNvPr>
            <p:cNvCxnSpPr/>
            <p:nvPr/>
          </p:nvCxnSpPr>
          <p:spPr>
            <a:xfrm>
              <a:off x="7452032" y="2888636"/>
              <a:ext cx="360048"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227" name="Rectangle 93">
              <a:extLst>
                <a:ext uri="{FF2B5EF4-FFF2-40B4-BE49-F238E27FC236}">
                  <a16:creationId xmlns:a16="http://schemas.microsoft.com/office/drawing/2014/main" id="{E8B2D051-85A9-9C09-4CE2-AE2F20A1DC3F}"/>
                </a:ext>
              </a:extLst>
            </p:cNvPr>
            <p:cNvSpPr>
              <a:spLocks noChangeArrowheads="1"/>
            </p:cNvSpPr>
            <p:nvPr/>
          </p:nvSpPr>
          <p:spPr bwMode="auto">
            <a:xfrm>
              <a:off x="7362031" y="2528632"/>
              <a:ext cx="270003" cy="360362"/>
            </a:xfrm>
            <a:prstGeom prst="rect">
              <a:avLst/>
            </a:prstGeom>
            <a:noFill/>
            <a:ln w="12700" algn="ctr">
              <a:noFill/>
              <a:miter lim="800000"/>
              <a:headEnd/>
              <a:tailEnd/>
            </a:ln>
            <a:effectLst/>
          </p:spPr>
          <p:txBody>
            <a:bodyPr wrap="none" lIns="90000" tIns="46800" rIns="90000" bIns="46800" anchor="ctr"/>
            <a:lstStyle/>
            <a:p>
              <a:r>
                <a:rPr lang="en-US" altLang="ja-JP" dirty="0">
                  <a:latin typeface="+mj-lt"/>
                </a:rPr>
                <a:t>VDD</a:t>
              </a:r>
              <a:endParaRPr lang="en-US" altLang="ja-JP" dirty="0"/>
            </a:p>
          </p:txBody>
        </p:sp>
      </p:grpSp>
      <p:grpSp>
        <p:nvGrpSpPr>
          <p:cNvPr id="228" name="グループ化 227">
            <a:extLst>
              <a:ext uri="{FF2B5EF4-FFF2-40B4-BE49-F238E27FC236}">
                <a16:creationId xmlns:a16="http://schemas.microsoft.com/office/drawing/2014/main" id="{297597D5-C82D-E38F-DAB7-D0BF7CD400E9}"/>
              </a:ext>
            </a:extLst>
          </p:cNvPr>
          <p:cNvGrpSpPr/>
          <p:nvPr/>
        </p:nvGrpSpPr>
        <p:grpSpPr>
          <a:xfrm>
            <a:off x="9333376" y="458968"/>
            <a:ext cx="450049" cy="810009"/>
            <a:chOff x="7362031" y="2528632"/>
            <a:chExt cx="450049" cy="810009"/>
          </a:xfrm>
        </p:grpSpPr>
        <p:cxnSp>
          <p:nvCxnSpPr>
            <p:cNvPr id="229" name="直線コネクタ 228">
              <a:extLst>
                <a:ext uri="{FF2B5EF4-FFF2-40B4-BE49-F238E27FC236}">
                  <a16:creationId xmlns:a16="http://schemas.microsoft.com/office/drawing/2014/main" id="{ED01009A-6891-4495-E776-F573805580AA}"/>
                </a:ext>
              </a:extLst>
            </p:cNvPr>
            <p:cNvCxnSpPr>
              <a:cxnSpLocks/>
            </p:cNvCxnSpPr>
            <p:nvPr/>
          </p:nvCxnSpPr>
          <p:spPr>
            <a:xfrm flipV="1">
              <a:off x="7632034" y="2888636"/>
              <a:ext cx="0" cy="450005"/>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230" name="直線コネクタ 229">
              <a:extLst>
                <a:ext uri="{FF2B5EF4-FFF2-40B4-BE49-F238E27FC236}">
                  <a16:creationId xmlns:a16="http://schemas.microsoft.com/office/drawing/2014/main" id="{0D8549A2-8D92-8A6A-C6D4-372E24EFBFAB}"/>
                </a:ext>
              </a:extLst>
            </p:cNvPr>
            <p:cNvCxnSpPr/>
            <p:nvPr/>
          </p:nvCxnSpPr>
          <p:spPr>
            <a:xfrm>
              <a:off x="7452032" y="2888636"/>
              <a:ext cx="360048"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231" name="Rectangle 93">
              <a:extLst>
                <a:ext uri="{FF2B5EF4-FFF2-40B4-BE49-F238E27FC236}">
                  <a16:creationId xmlns:a16="http://schemas.microsoft.com/office/drawing/2014/main" id="{8111FA7D-6202-5497-10C6-7A00D4BD7FDB}"/>
                </a:ext>
              </a:extLst>
            </p:cNvPr>
            <p:cNvSpPr>
              <a:spLocks noChangeArrowheads="1"/>
            </p:cNvSpPr>
            <p:nvPr/>
          </p:nvSpPr>
          <p:spPr bwMode="auto">
            <a:xfrm>
              <a:off x="7362031" y="2528632"/>
              <a:ext cx="270003" cy="360362"/>
            </a:xfrm>
            <a:prstGeom prst="rect">
              <a:avLst/>
            </a:prstGeom>
            <a:noFill/>
            <a:ln w="12700" algn="ctr">
              <a:noFill/>
              <a:miter lim="800000"/>
              <a:headEnd/>
              <a:tailEnd/>
            </a:ln>
            <a:effectLst/>
          </p:spPr>
          <p:txBody>
            <a:bodyPr wrap="none" lIns="90000" tIns="46800" rIns="90000" bIns="46800" anchor="ctr"/>
            <a:lstStyle/>
            <a:p>
              <a:r>
                <a:rPr lang="en-US" altLang="ja-JP" dirty="0">
                  <a:latin typeface="+mj-lt"/>
                </a:rPr>
                <a:t>VDD</a:t>
              </a:r>
              <a:endParaRPr lang="en-US" altLang="ja-JP" dirty="0"/>
            </a:p>
          </p:txBody>
        </p:sp>
      </p:grpSp>
      <p:graphicFrame>
        <p:nvGraphicFramePr>
          <p:cNvPr id="232" name="Group 383">
            <a:extLst>
              <a:ext uri="{FF2B5EF4-FFF2-40B4-BE49-F238E27FC236}">
                <a16:creationId xmlns:a16="http://schemas.microsoft.com/office/drawing/2014/main" id="{6AD48ACB-5759-4106-CCBB-3D41C1CA6FCA}"/>
              </a:ext>
            </a:extLst>
          </p:cNvPr>
          <p:cNvGraphicFramePr>
            <a:graphicFrameLocks/>
          </p:cNvGraphicFramePr>
          <p:nvPr/>
        </p:nvGraphicFramePr>
        <p:xfrm>
          <a:off x="2765963" y="3429000"/>
          <a:ext cx="1439862" cy="2071690"/>
        </p:xfrm>
        <a:graphic>
          <a:graphicData uri="http://schemas.openxmlformats.org/drawingml/2006/table">
            <a:tbl>
              <a:tblPr/>
              <a:tblGrid>
                <a:gridCol w="479425">
                  <a:extLst>
                    <a:ext uri="{9D8B030D-6E8A-4147-A177-3AD203B41FA5}">
                      <a16:colId xmlns:a16="http://schemas.microsoft.com/office/drawing/2014/main" val="20000"/>
                    </a:ext>
                  </a:extLst>
                </a:gridCol>
                <a:gridCol w="481012">
                  <a:extLst>
                    <a:ext uri="{9D8B030D-6E8A-4147-A177-3AD203B41FA5}">
                      <a16:colId xmlns:a16="http://schemas.microsoft.com/office/drawing/2014/main" val="20001"/>
                    </a:ext>
                  </a:extLst>
                </a:gridCol>
                <a:gridCol w="479425">
                  <a:extLst>
                    <a:ext uri="{9D8B030D-6E8A-4147-A177-3AD203B41FA5}">
                      <a16:colId xmlns:a16="http://schemas.microsoft.com/office/drawing/2014/main" val="20002"/>
                    </a:ext>
                  </a:extLst>
                </a:gridCol>
              </a:tblGrid>
              <a:tr h="414338">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lumMod val="75000"/>
                              <a:lumOff val="25000"/>
                            </a:schemeClr>
                          </a:solidFill>
                          <a:effectLst/>
                          <a:latin typeface="+mn-ea"/>
                          <a:ea typeface="+mn-ea"/>
                        </a:rPr>
                        <a:t>a</a:t>
                      </a:r>
                    </a:p>
                  </a:txBody>
                  <a:tcPr anchor="ctr" horzOverflow="overflow">
                    <a:lnL cap="flat">
                      <a:noFill/>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lumMod val="75000"/>
                              <a:lumOff val="25000"/>
                            </a:schemeClr>
                          </a:solidFill>
                          <a:effectLst/>
                          <a:latin typeface="+mn-ea"/>
                          <a:ea typeface="+mn-ea"/>
                        </a:rPr>
                        <a:t>b</a:t>
                      </a:r>
                    </a:p>
                  </a:txBody>
                  <a:tcPr anchor="ctr"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lumMod val="75000"/>
                              <a:lumOff val="25000"/>
                            </a:schemeClr>
                          </a:solidFill>
                          <a:effectLst/>
                          <a:latin typeface="+mn-ea"/>
                          <a:ea typeface="+mn-ea"/>
                        </a:rPr>
                        <a:t>c</a:t>
                      </a:r>
                    </a:p>
                  </a:txBody>
                  <a:tcPr anchor="ctr" horzOverflow="overflow">
                    <a:lnL w="12700" cap="flat" cmpd="sng" algn="ctr">
                      <a:solidFill>
                        <a:schemeClr val="tx1"/>
                      </a:solid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14338">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lumMod val="75000"/>
                              <a:lumOff val="25000"/>
                            </a:schemeClr>
                          </a:solidFill>
                          <a:effectLst/>
                          <a:latin typeface="+mn-ea"/>
                          <a:ea typeface="+mn-ea"/>
                        </a:rPr>
                        <a:t>0</a:t>
                      </a:r>
                    </a:p>
                  </a:txBody>
                  <a:tcPr anchor="ctr" horzOverflow="overflow">
                    <a:lnL cap="flat">
                      <a:noFill/>
                    </a:lnL>
                    <a:lnR cap="flat">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lumMod val="75000"/>
                              <a:lumOff val="25000"/>
                            </a:schemeClr>
                          </a:solidFill>
                          <a:effectLst/>
                          <a:latin typeface="+mn-ea"/>
                          <a:ea typeface="+mn-ea"/>
                        </a:rPr>
                        <a:t>0</a:t>
                      </a:r>
                    </a:p>
                  </a:txBody>
                  <a:tcPr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accent6"/>
                          </a:solidFill>
                          <a:effectLst/>
                          <a:latin typeface="+mn-ea"/>
                          <a:ea typeface="+mn-ea"/>
                        </a:rPr>
                        <a:t>1</a:t>
                      </a:r>
                    </a:p>
                  </a:txBody>
                  <a:tcPr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extLst>
                  <a:ext uri="{0D108BD9-81ED-4DB2-BD59-A6C34878D82A}">
                    <a16:rowId xmlns:a16="http://schemas.microsoft.com/office/drawing/2014/main" val="10001"/>
                  </a:ext>
                </a:extLst>
              </a:tr>
              <a:tr h="414338">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lumMod val="75000"/>
                              <a:lumOff val="25000"/>
                            </a:schemeClr>
                          </a:solidFill>
                          <a:effectLst/>
                          <a:latin typeface="+mn-ea"/>
                          <a:ea typeface="+mn-ea"/>
                        </a:rPr>
                        <a:t>0</a:t>
                      </a:r>
                    </a:p>
                  </a:txBody>
                  <a:tcPr anchor="ctr" horzOverflow="overflow">
                    <a:lnL cap="flat">
                      <a:noFill/>
                    </a:lnL>
                    <a:lnR cap="flat">
                      <a:noFill/>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lumMod val="75000"/>
                              <a:lumOff val="25000"/>
                            </a:schemeClr>
                          </a:solidFill>
                          <a:effectLst/>
                          <a:latin typeface="+mn-ea"/>
                          <a:ea typeface="+mn-ea"/>
                        </a:rPr>
                        <a:t>1</a:t>
                      </a:r>
                    </a:p>
                  </a:txBody>
                  <a:tcPr anchor="ctr" horzOverflow="overflow">
                    <a:lnL cap="flat">
                      <a:noFill/>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accent6"/>
                          </a:solidFill>
                          <a:effectLst/>
                          <a:latin typeface="+mn-ea"/>
                          <a:ea typeface="+mn-ea"/>
                        </a:rPr>
                        <a:t>1</a:t>
                      </a:r>
                    </a:p>
                  </a:txBody>
                  <a:tcPr anchor="ctr" horzOverflow="overflow">
                    <a:lnL w="12700" cap="flat" cmpd="sng" algn="ctr">
                      <a:solidFill>
                        <a:schemeClr val="tx1"/>
                      </a:solidFill>
                      <a:prstDash val="solid"/>
                      <a:round/>
                      <a:headEnd type="none" w="med" len="med"/>
                      <a:tailEnd type="none" w="med" len="med"/>
                    </a:lnL>
                    <a:lnR cap="flat">
                      <a:noFill/>
                    </a:lnR>
                    <a:lnT cap="flat">
                      <a:noFill/>
                    </a:lnT>
                    <a:lnB cap="flat">
                      <a:noFill/>
                    </a:lnB>
                    <a:lnTlToBr>
                      <a:noFill/>
                    </a:lnTlToBr>
                    <a:lnBlToTr>
                      <a:noFill/>
                    </a:lnBlToTr>
                    <a:noFill/>
                  </a:tcPr>
                </a:tc>
                <a:extLst>
                  <a:ext uri="{0D108BD9-81ED-4DB2-BD59-A6C34878D82A}">
                    <a16:rowId xmlns:a16="http://schemas.microsoft.com/office/drawing/2014/main" val="10002"/>
                  </a:ext>
                </a:extLst>
              </a:tr>
              <a:tr h="414338">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lumMod val="75000"/>
                              <a:lumOff val="25000"/>
                            </a:schemeClr>
                          </a:solidFill>
                          <a:effectLst/>
                          <a:latin typeface="+mn-ea"/>
                          <a:ea typeface="+mn-ea"/>
                        </a:rPr>
                        <a:t>1</a:t>
                      </a:r>
                    </a:p>
                  </a:txBody>
                  <a:tcPr anchor="ctr" horzOverflow="overflow">
                    <a:lnL cap="flat">
                      <a:noFill/>
                    </a:lnL>
                    <a:lnR cap="flat">
                      <a:noFill/>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lumMod val="75000"/>
                              <a:lumOff val="25000"/>
                            </a:schemeClr>
                          </a:solidFill>
                          <a:effectLst/>
                          <a:latin typeface="+mn-ea"/>
                          <a:ea typeface="+mn-ea"/>
                        </a:rPr>
                        <a:t>0</a:t>
                      </a:r>
                    </a:p>
                  </a:txBody>
                  <a:tcPr anchor="ctr" horzOverflow="overflow">
                    <a:lnL cap="flat">
                      <a:noFill/>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accent6"/>
                          </a:solidFill>
                          <a:effectLst/>
                          <a:latin typeface="+mn-ea"/>
                          <a:ea typeface="+mn-ea"/>
                        </a:rPr>
                        <a:t>1</a:t>
                      </a:r>
                    </a:p>
                  </a:txBody>
                  <a:tcPr anchor="ctr" horzOverflow="overflow">
                    <a:lnL w="12700" cap="flat" cmpd="sng" algn="ctr">
                      <a:solidFill>
                        <a:schemeClr val="tx1"/>
                      </a:solidFill>
                      <a:prstDash val="solid"/>
                      <a:round/>
                      <a:headEnd type="none" w="med" len="med"/>
                      <a:tailEnd type="none" w="med" len="med"/>
                    </a:lnL>
                    <a:lnR cap="flat">
                      <a:noFill/>
                    </a:lnR>
                    <a:lnT cap="flat">
                      <a:noFill/>
                    </a:lnT>
                    <a:lnB cap="flat">
                      <a:noFill/>
                    </a:lnB>
                    <a:lnTlToBr>
                      <a:noFill/>
                    </a:lnTlToBr>
                    <a:lnBlToTr>
                      <a:noFill/>
                    </a:lnBlToTr>
                    <a:noFill/>
                  </a:tcPr>
                </a:tc>
                <a:extLst>
                  <a:ext uri="{0D108BD9-81ED-4DB2-BD59-A6C34878D82A}">
                    <a16:rowId xmlns:a16="http://schemas.microsoft.com/office/drawing/2014/main" val="10003"/>
                  </a:ext>
                </a:extLst>
              </a:tr>
              <a:tr h="414338">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lumMod val="75000"/>
                              <a:lumOff val="25000"/>
                            </a:schemeClr>
                          </a:solidFill>
                          <a:effectLst/>
                          <a:latin typeface="+mn-ea"/>
                          <a:ea typeface="+mn-ea"/>
                        </a:rPr>
                        <a:t>1</a:t>
                      </a:r>
                    </a:p>
                  </a:txBody>
                  <a:tcPr anchor="ctr" horzOverflow="overflow">
                    <a:lnL cap="flat">
                      <a:noFill/>
                    </a:lnL>
                    <a:lnR cap="flat">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lumMod val="75000"/>
                              <a:lumOff val="25000"/>
                            </a:schemeClr>
                          </a:solidFill>
                          <a:effectLst/>
                          <a:latin typeface="+mn-ea"/>
                          <a:ea typeface="+mn-ea"/>
                        </a:rPr>
                        <a:t>1</a:t>
                      </a:r>
                    </a:p>
                  </a:txBody>
                  <a:tcPr anchor="ctr" horzOverflow="overflow">
                    <a:lnL cap="flat">
                      <a:noFill/>
                    </a:lnL>
                    <a:lnR w="12700" cap="flat" cmpd="sng" algn="ctr">
                      <a:solidFill>
                        <a:schemeClr val="tx1"/>
                      </a:solidFill>
                      <a:prstDash val="solid"/>
                      <a:round/>
                      <a:headEnd type="none" w="med" len="med"/>
                      <a:tailEnd type="none" w="med" len="med"/>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accent5"/>
                          </a:solidFill>
                          <a:effectLst/>
                          <a:latin typeface="+mn-ea"/>
                          <a:ea typeface="+mn-ea"/>
                        </a:rPr>
                        <a:t>0</a:t>
                      </a:r>
                    </a:p>
                  </a:txBody>
                  <a:tcPr anchor="ctr" horzOverflow="overflow">
                    <a:lnL w="12700" cap="flat" cmpd="sng" algn="ctr">
                      <a:solidFill>
                        <a:schemeClr val="tx1"/>
                      </a:solidFill>
                      <a:prstDash val="solid"/>
                      <a:round/>
                      <a:headEnd type="none" w="med" len="med"/>
                      <a:tailEnd type="none" w="med" len="med"/>
                    </a:lnL>
                    <a:lnR cap="flat">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233" name="Line 9">
            <a:extLst>
              <a:ext uri="{FF2B5EF4-FFF2-40B4-BE49-F238E27FC236}">
                <a16:creationId xmlns:a16="http://schemas.microsoft.com/office/drawing/2014/main" id="{7C290A15-73EA-1938-FE29-B1E6F989A659}"/>
              </a:ext>
            </a:extLst>
          </p:cNvPr>
          <p:cNvSpPr>
            <a:spLocks noChangeShapeType="1"/>
          </p:cNvSpPr>
          <p:nvPr/>
        </p:nvSpPr>
        <p:spPr bwMode="auto">
          <a:xfrm>
            <a:off x="2855665" y="2530181"/>
            <a:ext cx="449262" cy="0"/>
          </a:xfrm>
          <a:prstGeom prst="line">
            <a:avLst/>
          </a:prstGeom>
          <a:noFill/>
          <a:ln w="9525">
            <a:solidFill>
              <a:schemeClr val="tx1"/>
            </a:solidFill>
            <a:round/>
            <a:headEnd/>
            <a:tailEnd/>
          </a:ln>
          <a:effectLst/>
        </p:spPr>
        <p:txBody>
          <a:bodyPr/>
          <a:lstStyle/>
          <a:p>
            <a:endParaRPr lang="ja-JP" altLang="en-US" dirty="0">
              <a:ea typeface="MeiryoKe_PGothic" pitchFamily="50" charset="-128"/>
            </a:endParaRPr>
          </a:p>
        </p:txBody>
      </p:sp>
      <p:sp>
        <p:nvSpPr>
          <p:cNvPr id="234" name="Line 10">
            <a:extLst>
              <a:ext uri="{FF2B5EF4-FFF2-40B4-BE49-F238E27FC236}">
                <a16:creationId xmlns:a16="http://schemas.microsoft.com/office/drawing/2014/main" id="{D30C1346-AA15-54DF-870F-EEF6D6EA322C}"/>
              </a:ext>
            </a:extLst>
          </p:cNvPr>
          <p:cNvSpPr>
            <a:spLocks noChangeShapeType="1"/>
          </p:cNvSpPr>
          <p:nvPr/>
        </p:nvSpPr>
        <p:spPr bwMode="auto">
          <a:xfrm>
            <a:off x="2855665" y="2890543"/>
            <a:ext cx="449262" cy="0"/>
          </a:xfrm>
          <a:prstGeom prst="line">
            <a:avLst/>
          </a:prstGeom>
          <a:noFill/>
          <a:ln w="9525">
            <a:solidFill>
              <a:schemeClr val="tx1"/>
            </a:solidFill>
            <a:round/>
            <a:headEnd/>
            <a:tailEnd/>
          </a:ln>
          <a:effectLst/>
        </p:spPr>
        <p:txBody>
          <a:bodyPr/>
          <a:lstStyle/>
          <a:p>
            <a:endParaRPr lang="ja-JP" altLang="en-US" dirty="0">
              <a:ea typeface="MeiryoKe_PGothic" pitchFamily="50" charset="-128"/>
            </a:endParaRPr>
          </a:p>
        </p:txBody>
      </p:sp>
      <p:sp>
        <p:nvSpPr>
          <p:cNvPr id="235" name="Line 11">
            <a:extLst>
              <a:ext uri="{FF2B5EF4-FFF2-40B4-BE49-F238E27FC236}">
                <a16:creationId xmlns:a16="http://schemas.microsoft.com/office/drawing/2014/main" id="{C5E86058-9021-644D-EBD2-53F1B678DBC6}"/>
              </a:ext>
            </a:extLst>
          </p:cNvPr>
          <p:cNvSpPr>
            <a:spLocks noChangeShapeType="1"/>
          </p:cNvSpPr>
          <p:nvPr/>
        </p:nvSpPr>
        <p:spPr bwMode="auto">
          <a:xfrm>
            <a:off x="3935976" y="2708992"/>
            <a:ext cx="449262" cy="0"/>
          </a:xfrm>
          <a:prstGeom prst="line">
            <a:avLst/>
          </a:prstGeom>
          <a:noFill/>
          <a:ln w="9525">
            <a:solidFill>
              <a:schemeClr val="tx1"/>
            </a:solidFill>
            <a:round/>
            <a:headEnd/>
            <a:tailEnd/>
          </a:ln>
          <a:effectLst/>
        </p:spPr>
        <p:txBody>
          <a:bodyPr/>
          <a:lstStyle/>
          <a:p>
            <a:endParaRPr lang="ja-JP" altLang="en-US" dirty="0">
              <a:ea typeface="MeiryoKe_PGothic" pitchFamily="50" charset="-128"/>
            </a:endParaRPr>
          </a:p>
        </p:txBody>
      </p:sp>
      <p:sp>
        <p:nvSpPr>
          <p:cNvPr id="236" name="Rectangle 18">
            <a:extLst>
              <a:ext uri="{FF2B5EF4-FFF2-40B4-BE49-F238E27FC236}">
                <a16:creationId xmlns:a16="http://schemas.microsoft.com/office/drawing/2014/main" id="{1A9E5224-72AD-D756-3924-C535C63E6842}"/>
              </a:ext>
            </a:extLst>
          </p:cNvPr>
          <p:cNvSpPr>
            <a:spLocks noChangeArrowheads="1"/>
          </p:cNvSpPr>
          <p:nvPr/>
        </p:nvSpPr>
        <p:spPr bwMode="auto">
          <a:xfrm>
            <a:off x="2495303" y="2350794"/>
            <a:ext cx="360363" cy="360363"/>
          </a:xfrm>
          <a:prstGeom prst="rect">
            <a:avLst/>
          </a:prstGeom>
          <a:noFill/>
          <a:ln w="28575">
            <a:noFill/>
            <a:miter lim="800000"/>
            <a:headEnd/>
            <a:tailEnd/>
          </a:ln>
          <a:effectLst/>
        </p:spPr>
        <p:txBody>
          <a:bodyPr wrap="none" anchor="ctr"/>
          <a:lstStyle/>
          <a:p>
            <a:pPr algn="ctr"/>
            <a:r>
              <a:rPr lang="en-US" altLang="ja-JP" sz="2000" i="1" dirty="0">
                <a:ea typeface="MeiryoKe_PGothic" pitchFamily="50" charset="-128"/>
              </a:rPr>
              <a:t>a</a:t>
            </a:r>
          </a:p>
        </p:txBody>
      </p:sp>
      <p:sp>
        <p:nvSpPr>
          <p:cNvPr id="237" name="Rectangle 20">
            <a:extLst>
              <a:ext uri="{FF2B5EF4-FFF2-40B4-BE49-F238E27FC236}">
                <a16:creationId xmlns:a16="http://schemas.microsoft.com/office/drawing/2014/main" id="{EFCD0B20-8ED0-0F37-F223-0B41A75A6923}"/>
              </a:ext>
            </a:extLst>
          </p:cNvPr>
          <p:cNvSpPr>
            <a:spLocks noChangeArrowheads="1"/>
          </p:cNvSpPr>
          <p:nvPr/>
        </p:nvSpPr>
        <p:spPr bwMode="auto">
          <a:xfrm>
            <a:off x="2495303" y="2709569"/>
            <a:ext cx="360363" cy="360363"/>
          </a:xfrm>
          <a:prstGeom prst="rect">
            <a:avLst/>
          </a:prstGeom>
          <a:noFill/>
          <a:ln w="28575">
            <a:noFill/>
            <a:miter lim="800000"/>
            <a:headEnd/>
            <a:tailEnd/>
          </a:ln>
          <a:effectLst/>
        </p:spPr>
        <p:txBody>
          <a:bodyPr wrap="none" anchor="ctr"/>
          <a:lstStyle/>
          <a:p>
            <a:pPr algn="ctr"/>
            <a:r>
              <a:rPr lang="en-US" altLang="ja-JP" sz="2000" i="1" dirty="0">
                <a:ea typeface="MeiryoKe_PGothic" pitchFamily="50" charset="-128"/>
              </a:rPr>
              <a:t>b</a:t>
            </a:r>
          </a:p>
        </p:txBody>
      </p:sp>
      <p:sp>
        <p:nvSpPr>
          <p:cNvPr id="238" name="Rectangle 21">
            <a:extLst>
              <a:ext uri="{FF2B5EF4-FFF2-40B4-BE49-F238E27FC236}">
                <a16:creationId xmlns:a16="http://schemas.microsoft.com/office/drawing/2014/main" id="{D809770E-4485-1EEA-3D22-37AF747BC4B5}"/>
              </a:ext>
            </a:extLst>
          </p:cNvPr>
          <p:cNvSpPr>
            <a:spLocks noChangeArrowheads="1"/>
          </p:cNvSpPr>
          <p:nvPr/>
        </p:nvSpPr>
        <p:spPr bwMode="auto">
          <a:xfrm>
            <a:off x="4562870" y="2440180"/>
            <a:ext cx="360363" cy="360362"/>
          </a:xfrm>
          <a:prstGeom prst="rect">
            <a:avLst/>
          </a:prstGeom>
          <a:noFill/>
          <a:ln w="28575">
            <a:noFill/>
            <a:miter lim="800000"/>
            <a:headEnd/>
            <a:tailEnd/>
          </a:ln>
          <a:effectLst/>
        </p:spPr>
        <p:txBody>
          <a:bodyPr wrap="none" anchor="ctr"/>
          <a:lstStyle/>
          <a:p>
            <a:pPr algn="ctr"/>
            <a:r>
              <a:rPr lang="en-US" altLang="ja-JP" sz="2000" i="1" dirty="0">
                <a:ea typeface="MeiryoKe_PGothic" pitchFamily="50" charset="-128"/>
              </a:rPr>
              <a:t>c</a:t>
            </a:r>
          </a:p>
        </p:txBody>
      </p:sp>
      <p:grpSp>
        <p:nvGrpSpPr>
          <p:cNvPr id="240" name="グループ化 239">
            <a:extLst>
              <a:ext uri="{FF2B5EF4-FFF2-40B4-BE49-F238E27FC236}">
                <a16:creationId xmlns:a16="http://schemas.microsoft.com/office/drawing/2014/main" id="{64DC05BE-F391-47A1-1C07-B7685C59B819}"/>
              </a:ext>
            </a:extLst>
          </p:cNvPr>
          <p:cNvGrpSpPr/>
          <p:nvPr/>
        </p:nvGrpSpPr>
        <p:grpSpPr>
          <a:xfrm>
            <a:off x="5193329" y="908972"/>
            <a:ext cx="1531092" cy="1440374"/>
            <a:chOff x="5202007" y="2708992"/>
            <a:chExt cx="1531092" cy="1440374"/>
          </a:xfrm>
        </p:grpSpPr>
        <p:grpSp>
          <p:nvGrpSpPr>
            <p:cNvPr id="241" name="グループ化 240">
              <a:extLst>
                <a:ext uri="{FF2B5EF4-FFF2-40B4-BE49-F238E27FC236}">
                  <a16:creationId xmlns:a16="http://schemas.microsoft.com/office/drawing/2014/main" id="{AD4B61D4-B437-6511-33DD-77F967CE31D0}"/>
                </a:ext>
              </a:extLst>
            </p:cNvPr>
            <p:cNvGrpSpPr/>
            <p:nvPr/>
          </p:nvGrpSpPr>
          <p:grpSpPr>
            <a:xfrm>
              <a:off x="5202007" y="2708992"/>
              <a:ext cx="1531092" cy="1440374"/>
              <a:chOff x="5202007" y="3068996"/>
              <a:chExt cx="1531092" cy="1440374"/>
            </a:xfrm>
          </p:grpSpPr>
          <p:sp>
            <p:nvSpPr>
              <p:cNvPr id="243" name="正方形/長方形 242">
                <a:extLst>
                  <a:ext uri="{FF2B5EF4-FFF2-40B4-BE49-F238E27FC236}">
                    <a16:creationId xmlns:a16="http://schemas.microsoft.com/office/drawing/2014/main" id="{86866406-9D63-F792-50B2-E0CD0FFA0846}"/>
                  </a:ext>
                </a:extLst>
              </p:cNvPr>
              <p:cNvSpPr/>
              <p:nvPr/>
            </p:nvSpPr>
            <p:spPr bwMode="auto">
              <a:xfrm>
                <a:off x="5652012" y="3338999"/>
                <a:ext cx="720008" cy="900010"/>
              </a:xfrm>
              <a:prstGeom prst="rect">
                <a:avLst/>
              </a:prstGeom>
              <a:ln>
                <a:headEnd/>
                <a:tailEnd type="triangle" w="sm" len="med"/>
              </a:ln>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US" dirty="0">
                  <a:solidFill>
                    <a:schemeClr val="tx1">
                      <a:lumMod val="75000"/>
                      <a:lumOff val="25000"/>
                    </a:schemeClr>
                  </a:solidFill>
                  <a:latin typeface="+mn-ea"/>
                </a:endParaRPr>
              </a:p>
            </p:txBody>
          </p:sp>
          <p:sp>
            <p:nvSpPr>
              <p:cNvPr id="244" name="円/楕円 69">
                <a:extLst>
                  <a:ext uri="{FF2B5EF4-FFF2-40B4-BE49-F238E27FC236}">
                    <a16:creationId xmlns:a16="http://schemas.microsoft.com/office/drawing/2014/main" id="{96371EA1-E139-0315-043E-0B4DF5FBA710}"/>
                  </a:ext>
                </a:extLst>
              </p:cNvPr>
              <p:cNvSpPr/>
              <p:nvPr/>
            </p:nvSpPr>
            <p:spPr>
              <a:xfrm rot="5400000">
                <a:off x="5968271" y="3609002"/>
                <a:ext cx="90012" cy="89990"/>
              </a:xfrm>
              <a:prstGeom prst="ellipse">
                <a:avLst/>
              </a:prstGeom>
              <a:solidFill>
                <a:schemeClr val="bg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cxnSp>
            <p:nvCxnSpPr>
              <p:cNvPr id="245" name="直線コネクタ 244">
                <a:extLst>
                  <a:ext uri="{FF2B5EF4-FFF2-40B4-BE49-F238E27FC236}">
                    <a16:creationId xmlns:a16="http://schemas.microsoft.com/office/drawing/2014/main" id="{38203321-0409-23A6-FD7F-45C1B686EB90}"/>
                  </a:ext>
                </a:extLst>
              </p:cNvPr>
              <p:cNvCxnSpPr>
                <a:cxnSpLocks/>
              </p:cNvCxnSpPr>
              <p:nvPr/>
            </p:nvCxnSpPr>
            <p:spPr>
              <a:xfrm flipH="1">
                <a:off x="5292008" y="3789004"/>
                <a:ext cx="360004"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246" name="直線コネクタ 245">
                <a:extLst>
                  <a:ext uri="{FF2B5EF4-FFF2-40B4-BE49-F238E27FC236}">
                    <a16:creationId xmlns:a16="http://schemas.microsoft.com/office/drawing/2014/main" id="{FBA22A40-B145-7319-E97D-68D9B31C874F}"/>
                  </a:ext>
                </a:extLst>
              </p:cNvPr>
              <p:cNvCxnSpPr>
                <a:cxnSpLocks/>
                <a:endCxn id="247" idx="4"/>
              </p:cNvCxnSpPr>
              <p:nvPr/>
            </p:nvCxnSpPr>
            <p:spPr>
              <a:xfrm>
                <a:off x="5965748" y="3609002"/>
                <a:ext cx="0" cy="315009"/>
              </a:xfrm>
              <a:prstGeom prst="line">
                <a:avLst/>
              </a:prstGeom>
              <a:ln w="34925" cap="rnd">
                <a:solidFill>
                  <a:schemeClr val="accent6"/>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247" name="円/楕円 68">
                <a:extLst>
                  <a:ext uri="{FF2B5EF4-FFF2-40B4-BE49-F238E27FC236}">
                    <a16:creationId xmlns:a16="http://schemas.microsoft.com/office/drawing/2014/main" id="{5EB7FC80-3AF0-8CBA-FCEA-A1CE2514967E}"/>
                  </a:ext>
                </a:extLst>
              </p:cNvPr>
              <p:cNvSpPr/>
              <p:nvPr/>
            </p:nvSpPr>
            <p:spPr>
              <a:xfrm rot="5400000">
                <a:off x="5965737" y="3879016"/>
                <a:ext cx="90012" cy="89990"/>
              </a:xfrm>
              <a:prstGeom prst="ellipse">
                <a:avLst/>
              </a:prstGeom>
              <a:solidFill>
                <a:schemeClr val="bg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cxnSp>
            <p:nvCxnSpPr>
              <p:cNvPr id="248" name="直線コネクタ 247">
                <a:extLst>
                  <a:ext uri="{FF2B5EF4-FFF2-40B4-BE49-F238E27FC236}">
                    <a16:creationId xmlns:a16="http://schemas.microsoft.com/office/drawing/2014/main" id="{B5F4298D-8C76-C8B8-AD6F-46164F808165}"/>
                  </a:ext>
                </a:extLst>
              </p:cNvPr>
              <p:cNvCxnSpPr>
                <a:cxnSpLocks/>
                <a:endCxn id="244" idx="2"/>
              </p:cNvCxnSpPr>
              <p:nvPr/>
            </p:nvCxnSpPr>
            <p:spPr>
              <a:xfrm>
                <a:off x="6012016" y="3429000"/>
                <a:ext cx="1261" cy="179991"/>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249" name="直線コネクタ 248">
                <a:extLst>
                  <a:ext uri="{FF2B5EF4-FFF2-40B4-BE49-F238E27FC236}">
                    <a16:creationId xmlns:a16="http://schemas.microsoft.com/office/drawing/2014/main" id="{87ED5C31-0306-BF9B-5D07-023857BE8BE5}"/>
                  </a:ext>
                </a:extLst>
              </p:cNvPr>
              <p:cNvCxnSpPr>
                <a:cxnSpLocks/>
              </p:cNvCxnSpPr>
              <p:nvPr/>
            </p:nvCxnSpPr>
            <p:spPr>
              <a:xfrm>
                <a:off x="6012016" y="3969006"/>
                <a:ext cx="0" cy="180002"/>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250" name="Rectangle 93">
                <a:extLst>
                  <a:ext uri="{FF2B5EF4-FFF2-40B4-BE49-F238E27FC236}">
                    <a16:creationId xmlns:a16="http://schemas.microsoft.com/office/drawing/2014/main" id="{1CC9BD9A-C161-908B-530A-AAE16345FFF4}"/>
                  </a:ext>
                </a:extLst>
              </p:cNvPr>
              <p:cNvSpPr>
                <a:spLocks noChangeArrowheads="1"/>
              </p:cNvSpPr>
              <p:nvPr/>
            </p:nvSpPr>
            <p:spPr bwMode="auto">
              <a:xfrm>
                <a:off x="5202007" y="3429000"/>
                <a:ext cx="361079" cy="360004"/>
              </a:xfrm>
              <a:prstGeom prst="rect">
                <a:avLst/>
              </a:prstGeom>
              <a:noFill/>
              <a:ln w="12700" algn="ctr">
                <a:noFill/>
                <a:miter lim="800000"/>
                <a:headEnd/>
                <a:tailEnd/>
              </a:ln>
              <a:effectLst/>
            </p:spPr>
            <p:txBody>
              <a:bodyPr wrap="none" lIns="90000" tIns="46800" rIns="90000" bIns="46800" anchor="ctr"/>
              <a:lstStyle/>
              <a:p>
                <a:r>
                  <a:rPr lang="en-US" altLang="ja-JP" dirty="0"/>
                  <a:t>G</a:t>
                </a:r>
              </a:p>
            </p:txBody>
          </p:sp>
          <p:sp>
            <p:nvSpPr>
              <p:cNvPr id="251" name="Rectangle 93">
                <a:extLst>
                  <a:ext uri="{FF2B5EF4-FFF2-40B4-BE49-F238E27FC236}">
                    <a16:creationId xmlns:a16="http://schemas.microsoft.com/office/drawing/2014/main" id="{8C152B59-926E-806F-0C67-BF036016E37D}"/>
                  </a:ext>
                </a:extLst>
              </p:cNvPr>
              <p:cNvSpPr>
                <a:spLocks noChangeArrowheads="1"/>
              </p:cNvSpPr>
              <p:nvPr/>
            </p:nvSpPr>
            <p:spPr bwMode="auto">
              <a:xfrm>
                <a:off x="6372020" y="4149008"/>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D</a:t>
                </a:r>
              </a:p>
            </p:txBody>
          </p:sp>
          <p:sp>
            <p:nvSpPr>
              <p:cNvPr id="252" name="Rectangle 93">
                <a:extLst>
                  <a:ext uri="{FF2B5EF4-FFF2-40B4-BE49-F238E27FC236}">
                    <a16:creationId xmlns:a16="http://schemas.microsoft.com/office/drawing/2014/main" id="{C1B3EBB4-0E50-4ED8-B062-DA6931AEE4D7}"/>
                  </a:ext>
                </a:extLst>
              </p:cNvPr>
              <p:cNvSpPr>
                <a:spLocks noChangeArrowheads="1"/>
              </p:cNvSpPr>
              <p:nvPr/>
            </p:nvSpPr>
            <p:spPr bwMode="auto">
              <a:xfrm>
                <a:off x="6372020" y="3068996"/>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S</a:t>
                </a:r>
              </a:p>
            </p:txBody>
          </p:sp>
          <p:cxnSp>
            <p:nvCxnSpPr>
              <p:cNvPr id="253" name="直線コネクタ 252">
                <a:extLst>
                  <a:ext uri="{FF2B5EF4-FFF2-40B4-BE49-F238E27FC236}">
                    <a16:creationId xmlns:a16="http://schemas.microsoft.com/office/drawing/2014/main" id="{ABCF7961-5A82-18F0-8D24-68C47EFDD141}"/>
                  </a:ext>
                </a:extLst>
              </p:cNvPr>
              <p:cNvCxnSpPr>
                <a:cxnSpLocks/>
              </p:cNvCxnSpPr>
              <p:nvPr/>
            </p:nvCxnSpPr>
            <p:spPr>
              <a:xfrm flipH="1">
                <a:off x="6012016" y="4149008"/>
                <a:ext cx="720008"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254" name="直線コネクタ 253">
                <a:extLst>
                  <a:ext uri="{FF2B5EF4-FFF2-40B4-BE49-F238E27FC236}">
                    <a16:creationId xmlns:a16="http://schemas.microsoft.com/office/drawing/2014/main" id="{188713DD-5FE2-D0F7-5EC1-DC2D42665FF4}"/>
                  </a:ext>
                </a:extLst>
              </p:cNvPr>
              <p:cNvCxnSpPr>
                <a:cxnSpLocks/>
              </p:cNvCxnSpPr>
              <p:nvPr/>
            </p:nvCxnSpPr>
            <p:spPr>
              <a:xfrm flipH="1">
                <a:off x="6012016" y="3429000"/>
                <a:ext cx="720008"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grpSp>
        <p:sp>
          <p:nvSpPr>
            <p:cNvPr id="242" name="円/楕円 69">
              <a:extLst>
                <a:ext uri="{FF2B5EF4-FFF2-40B4-BE49-F238E27FC236}">
                  <a16:creationId xmlns:a16="http://schemas.microsoft.com/office/drawing/2014/main" id="{933751A7-FF78-01EB-35DF-6EF73A031FBB}"/>
                </a:ext>
              </a:extLst>
            </p:cNvPr>
            <p:cNvSpPr/>
            <p:nvPr/>
          </p:nvSpPr>
          <p:spPr>
            <a:xfrm rot="5400000">
              <a:off x="5553531" y="3381340"/>
              <a:ext cx="90012" cy="89990"/>
            </a:xfrm>
            <a:prstGeom prst="ellipse">
              <a:avLst/>
            </a:prstGeom>
            <a:solidFill>
              <a:schemeClr val="bg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grpSp>
        <p:nvGrpSpPr>
          <p:cNvPr id="255" name="グループ化 254">
            <a:extLst>
              <a:ext uri="{FF2B5EF4-FFF2-40B4-BE49-F238E27FC236}">
                <a16:creationId xmlns:a16="http://schemas.microsoft.com/office/drawing/2014/main" id="{9F9B0FA8-830C-7FF4-5C26-22017E7397F6}"/>
              </a:ext>
            </a:extLst>
          </p:cNvPr>
          <p:cNvGrpSpPr/>
          <p:nvPr/>
        </p:nvGrpSpPr>
        <p:grpSpPr>
          <a:xfrm>
            <a:off x="8073361" y="908972"/>
            <a:ext cx="1531092" cy="1440374"/>
            <a:chOff x="5202007" y="2708992"/>
            <a:chExt cx="1531092" cy="1440374"/>
          </a:xfrm>
        </p:grpSpPr>
        <p:grpSp>
          <p:nvGrpSpPr>
            <p:cNvPr id="256" name="グループ化 255">
              <a:extLst>
                <a:ext uri="{FF2B5EF4-FFF2-40B4-BE49-F238E27FC236}">
                  <a16:creationId xmlns:a16="http://schemas.microsoft.com/office/drawing/2014/main" id="{68E39442-C29F-1899-B368-C5ECE08904B1}"/>
                </a:ext>
              </a:extLst>
            </p:cNvPr>
            <p:cNvGrpSpPr/>
            <p:nvPr/>
          </p:nvGrpSpPr>
          <p:grpSpPr>
            <a:xfrm>
              <a:off x="5202007" y="2708992"/>
              <a:ext cx="1531092" cy="1440374"/>
              <a:chOff x="5202007" y="3068996"/>
              <a:chExt cx="1531092" cy="1440374"/>
            </a:xfrm>
          </p:grpSpPr>
          <p:sp>
            <p:nvSpPr>
              <p:cNvPr id="258" name="正方形/長方形 257">
                <a:extLst>
                  <a:ext uri="{FF2B5EF4-FFF2-40B4-BE49-F238E27FC236}">
                    <a16:creationId xmlns:a16="http://schemas.microsoft.com/office/drawing/2014/main" id="{F0A0894E-14F7-4EAB-E9F3-5450B47F73F7}"/>
                  </a:ext>
                </a:extLst>
              </p:cNvPr>
              <p:cNvSpPr/>
              <p:nvPr/>
            </p:nvSpPr>
            <p:spPr bwMode="auto">
              <a:xfrm>
                <a:off x="5652012" y="3338999"/>
                <a:ext cx="720008" cy="900010"/>
              </a:xfrm>
              <a:prstGeom prst="rect">
                <a:avLst/>
              </a:prstGeom>
              <a:ln>
                <a:headEnd/>
                <a:tailEnd type="triangle" w="sm" len="med"/>
              </a:ln>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US" dirty="0">
                  <a:solidFill>
                    <a:schemeClr val="tx1">
                      <a:lumMod val="75000"/>
                      <a:lumOff val="25000"/>
                    </a:schemeClr>
                  </a:solidFill>
                  <a:latin typeface="+mn-ea"/>
                </a:endParaRPr>
              </a:p>
            </p:txBody>
          </p:sp>
          <p:sp>
            <p:nvSpPr>
              <p:cNvPr id="259" name="円/楕円 69">
                <a:extLst>
                  <a:ext uri="{FF2B5EF4-FFF2-40B4-BE49-F238E27FC236}">
                    <a16:creationId xmlns:a16="http://schemas.microsoft.com/office/drawing/2014/main" id="{9C21C671-151D-3648-3195-97BD7B17EA5D}"/>
                  </a:ext>
                </a:extLst>
              </p:cNvPr>
              <p:cNvSpPr/>
              <p:nvPr/>
            </p:nvSpPr>
            <p:spPr>
              <a:xfrm rot="5400000">
                <a:off x="5968271" y="3609002"/>
                <a:ext cx="90012" cy="89990"/>
              </a:xfrm>
              <a:prstGeom prst="ellipse">
                <a:avLst/>
              </a:prstGeom>
              <a:solidFill>
                <a:schemeClr val="bg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cxnSp>
            <p:nvCxnSpPr>
              <p:cNvPr id="260" name="直線コネクタ 259">
                <a:extLst>
                  <a:ext uri="{FF2B5EF4-FFF2-40B4-BE49-F238E27FC236}">
                    <a16:creationId xmlns:a16="http://schemas.microsoft.com/office/drawing/2014/main" id="{E5ACD0F4-0B92-BB7B-EDE2-34725CE4EBEE}"/>
                  </a:ext>
                </a:extLst>
              </p:cNvPr>
              <p:cNvCxnSpPr>
                <a:cxnSpLocks/>
              </p:cNvCxnSpPr>
              <p:nvPr/>
            </p:nvCxnSpPr>
            <p:spPr>
              <a:xfrm flipH="1">
                <a:off x="5292008" y="3789004"/>
                <a:ext cx="360004"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261" name="直線コネクタ 260">
                <a:extLst>
                  <a:ext uri="{FF2B5EF4-FFF2-40B4-BE49-F238E27FC236}">
                    <a16:creationId xmlns:a16="http://schemas.microsoft.com/office/drawing/2014/main" id="{F85D2DB9-51BF-812C-989F-D84EF291E638}"/>
                  </a:ext>
                </a:extLst>
              </p:cNvPr>
              <p:cNvCxnSpPr>
                <a:cxnSpLocks/>
                <a:endCxn id="262" idx="4"/>
              </p:cNvCxnSpPr>
              <p:nvPr/>
            </p:nvCxnSpPr>
            <p:spPr>
              <a:xfrm>
                <a:off x="5832014" y="3609002"/>
                <a:ext cx="133734" cy="315009"/>
              </a:xfrm>
              <a:prstGeom prst="line">
                <a:avLst/>
              </a:prstGeom>
              <a:ln w="34925" cap="rnd">
                <a:solidFill>
                  <a:schemeClr val="accent6"/>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262" name="円/楕円 68">
                <a:extLst>
                  <a:ext uri="{FF2B5EF4-FFF2-40B4-BE49-F238E27FC236}">
                    <a16:creationId xmlns:a16="http://schemas.microsoft.com/office/drawing/2014/main" id="{313B59DE-9878-BF57-314D-C173E7F967BB}"/>
                  </a:ext>
                </a:extLst>
              </p:cNvPr>
              <p:cNvSpPr/>
              <p:nvPr/>
            </p:nvSpPr>
            <p:spPr>
              <a:xfrm rot="5400000">
                <a:off x="5965737" y="3879016"/>
                <a:ext cx="90012" cy="89990"/>
              </a:xfrm>
              <a:prstGeom prst="ellipse">
                <a:avLst/>
              </a:prstGeom>
              <a:solidFill>
                <a:schemeClr val="bg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cxnSp>
            <p:nvCxnSpPr>
              <p:cNvPr id="263" name="直線コネクタ 262">
                <a:extLst>
                  <a:ext uri="{FF2B5EF4-FFF2-40B4-BE49-F238E27FC236}">
                    <a16:creationId xmlns:a16="http://schemas.microsoft.com/office/drawing/2014/main" id="{2EA6AA04-78CF-CBC1-8A86-A201FFBFBE03}"/>
                  </a:ext>
                </a:extLst>
              </p:cNvPr>
              <p:cNvCxnSpPr>
                <a:cxnSpLocks/>
                <a:endCxn id="259" idx="2"/>
              </p:cNvCxnSpPr>
              <p:nvPr/>
            </p:nvCxnSpPr>
            <p:spPr>
              <a:xfrm>
                <a:off x="6012016" y="3429000"/>
                <a:ext cx="1261" cy="179991"/>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264" name="直線コネクタ 263">
                <a:extLst>
                  <a:ext uri="{FF2B5EF4-FFF2-40B4-BE49-F238E27FC236}">
                    <a16:creationId xmlns:a16="http://schemas.microsoft.com/office/drawing/2014/main" id="{3DDF3381-33D2-CA9C-5353-197B8754F644}"/>
                  </a:ext>
                </a:extLst>
              </p:cNvPr>
              <p:cNvCxnSpPr>
                <a:cxnSpLocks/>
              </p:cNvCxnSpPr>
              <p:nvPr/>
            </p:nvCxnSpPr>
            <p:spPr>
              <a:xfrm>
                <a:off x="6012016" y="3969006"/>
                <a:ext cx="0" cy="180002"/>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265" name="Rectangle 93">
                <a:extLst>
                  <a:ext uri="{FF2B5EF4-FFF2-40B4-BE49-F238E27FC236}">
                    <a16:creationId xmlns:a16="http://schemas.microsoft.com/office/drawing/2014/main" id="{1A5CD5E4-9C26-828A-EE8A-CC6DCAE8431A}"/>
                  </a:ext>
                </a:extLst>
              </p:cNvPr>
              <p:cNvSpPr>
                <a:spLocks noChangeArrowheads="1"/>
              </p:cNvSpPr>
              <p:nvPr/>
            </p:nvSpPr>
            <p:spPr bwMode="auto">
              <a:xfrm>
                <a:off x="5202007" y="3429000"/>
                <a:ext cx="361079" cy="360004"/>
              </a:xfrm>
              <a:prstGeom prst="rect">
                <a:avLst/>
              </a:prstGeom>
              <a:noFill/>
              <a:ln w="12700" algn="ctr">
                <a:noFill/>
                <a:miter lim="800000"/>
                <a:headEnd/>
                <a:tailEnd/>
              </a:ln>
              <a:effectLst/>
            </p:spPr>
            <p:txBody>
              <a:bodyPr wrap="none" lIns="90000" tIns="46800" rIns="90000" bIns="46800" anchor="ctr"/>
              <a:lstStyle/>
              <a:p>
                <a:r>
                  <a:rPr lang="en-US" altLang="ja-JP" dirty="0"/>
                  <a:t>G</a:t>
                </a:r>
              </a:p>
            </p:txBody>
          </p:sp>
          <p:sp>
            <p:nvSpPr>
              <p:cNvPr id="266" name="Rectangle 93">
                <a:extLst>
                  <a:ext uri="{FF2B5EF4-FFF2-40B4-BE49-F238E27FC236}">
                    <a16:creationId xmlns:a16="http://schemas.microsoft.com/office/drawing/2014/main" id="{8AF29F70-4B0B-1C15-ADC4-EC758570862F}"/>
                  </a:ext>
                </a:extLst>
              </p:cNvPr>
              <p:cNvSpPr>
                <a:spLocks noChangeArrowheads="1"/>
              </p:cNvSpPr>
              <p:nvPr/>
            </p:nvSpPr>
            <p:spPr bwMode="auto">
              <a:xfrm>
                <a:off x="6372020" y="4149008"/>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D</a:t>
                </a:r>
              </a:p>
            </p:txBody>
          </p:sp>
          <p:sp>
            <p:nvSpPr>
              <p:cNvPr id="267" name="Rectangle 93">
                <a:extLst>
                  <a:ext uri="{FF2B5EF4-FFF2-40B4-BE49-F238E27FC236}">
                    <a16:creationId xmlns:a16="http://schemas.microsoft.com/office/drawing/2014/main" id="{14E6DE1A-8D0D-C6D6-36F7-E02D704775E9}"/>
                  </a:ext>
                </a:extLst>
              </p:cNvPr>
              <p:cNvSpPr>
                <a:spLocks noChangeArrowheads="1"/>
              </p:cNvSpPr>
              <p:nvPr/>
            </p:nvSpPr>
            <p:spPr bwMode="auto">
              <a:xfrm>
                <a:off x="6372020" y="3068996"/>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S</a:t>
                </a:r>
              </a:p>
            </p:txBody>
          </p:sp>
          <p:cxnSp>
            <p:nvCxnSpPr>
              <p:cNvPr id="268" name="直線コネクタ 267">
                <a:extLst>
                  <a:ext uri="{FF2B5EF4-FFF2-40B4-BE49-F238E27FC236}">
                    <a16:creationId xmlns:a16="http://schemas.microsoft.com/office/drawing/2014/main" id="{3BA9A987-30BA-16EE-F80C-0BC772D8BDA7}"/>
                  </a:ext>
                </a:extLst>
              </p:cNvPr>
              <p:cNvCxnSpPr>
                <a:cxnSpLocks/>
              </p:cNvCxnSpPr>
              <p:nvPr/>
            </p:nvCxnSpPr>
            <p:spPr>
              <a:xfrm flipH="1">
                <a:off x="6012016" y="4149008"/>
                <a:ext cx="720008"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269" name="直線コネクタ 268">
                <a:extLst>
                  <a:ext uri="{FF2B5EF4-FFF2-40B4-BE49-F238E27FC236}">
                    <a16:creationId xmlns:a16="http://schemas.microsoft.com/office/drawing/2014/main" id="{A895D64E-4D3F-993F-6C1D-4C451C76A87A}"/>
                  </a:ext>
                </a:extLst>
              </p:cNvPr>
              <p:cNvCxnSpPr>
                <a:cxnSpLocks/>
              </p:cNvCxnSpPr>
              <p:nvPr/>
            </p:nvCxnSpPr>
            <p:spPr>
              <a:xfrm flipH="1">
                <a:off x="6012016" y="3429000"/>
                <a:ext cx="720008"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grpSp>
        <p:sp>
          <p:nvSpPr>
            <p:cNvPr id="257" name="円/楕円 69">
              <a:extLst>
                <a:ext uri="{FF2B5EF4-FFF2-40B4-BE49-F238E27FC236}">
                  <a16:creationId xmlns:a16="http://schemas.microsoft.com/office/drawing/2014/main" id="{D1C2D577-F633-4585-AA57-4F24B38099D4}"/>
                </a:ext>
              </a:extLst>
            </p:cNvPr>
            <p:cNvSpPr/>
            <p:nvPr/>
          </p:nvSpPr>
          <p:spPr>
            <a:xfrm rot="5400000">
              <a:off x="5553531" y="3381340"/>
              <a:ext cx="90012" cy="89990"/>
            </a:xfrm>
            <a:prstGeom prst="ellipse">
              <a:avLst/>
            </a:prstGeom>
            <a:solidFill>
              <a:schemeClr val="bg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pic>
        <p:nvPicPr>
          <p:cNvPr id="271" name="Picture 83" descr="NAND">
            <a:extLst>
              <a:ext uri="{FF2B5EF4-FFF2-40B4-BE49-F238E27FC236}">
                <a16:creationId xmlns:a16="http://schemas.microsoft.com/office/drawing/2014/main" id="{74CA9A92-CCBF-2F74-4E80-87FB436A6EEB}"/>
              </a:ext>
            </a:extLst>
          </p:cNvPr>
          <p:cNvPicPr>
            <a:picLocks noChangeAspect="1" noChangeArrowheads="1"/>
          </p:cNvPicPr>
          <p:nvPr/>
        </p:nvPicPr>
        <p:blipFill>
          <a:blip r:embed="rId2" cstate="print"/>
          <a:srcRect/>
          <a:stretch>
            <a:fillRect/>
          </a:stretch>
        </p:blipFill>
        <p:spPr bwMode="auto">
          <a:xfrm>
            <a:off x="3125967" y="2348989"/>
            <a:ext cx="1079500" cy="720725"/>
          </a:xfrm>
          <a:prstGeom prst="rect">
            <a:avLst/>
          </a:prstGeom>
          <a:noFill/>
        </p:spPr>
      </p:pic>
    </p:spTree>
    <p:extLst>
      <p:ext uri="{BB962C8B-B14F-4D97-AF65-F5344CB8AC3E}">
        <p14:creationId xmlns:p14="http://schemas.microsoft.com/office/powerpoint/2010/main" val="2639299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4">
            <a:extLst>
              <a:ext uri="{FF2B5EF4-FFF2-40B4-BE49-F238E27FC236}">
                <a16:creationId xmlns:a16="http://schemas.microsoft.com/office/drawing/2014/main" id="{42D715D8-6E22-AD6D-3FA4-DFFC6E9449E7}"/>
              </a:ext>
            </a:extLst>
          </p:cNvPr>
          <p:cNvSpPr>
            <a:spLocks noGrp="1"/>
          </p:cNvSpPr>
          <p:nvPr>
            <p:ph type="title"/>
          </p:nvPr>
        </p:nvSpPr>
        <p:spPr/>
        <p:txBody>
          <a:bodyPr/>
          <a:lstStyle/>
          <a:p>
            <a:r>
              <a:rPr lang="ja-JP" altLang="en-US" dirty="0"/>
              <a:t>ここからしばらく余談</a:t>
            </a:r>
          </a:p>
        </p:txBody>
      </p:sp>
      <p:sp>
        <p:nvSpPr>
          <p:cNvPr id="6" name="テキスト プレースホルダー 5">
            <a:extLst>
              <a:ext uri="{FF2B5EF4-FFF2-40B4-BE49-F238E27FC236}">
                <a16:creationId xmlns:a16="http://schemas.microsoft.com/office/drawing/2014/main" id="{36FC3B94-C936-B567-0897-A70F859ECD62}"/>
              </a:ext>
            </a:extLst>
          </p:cNvPr>
          <p:cNvSpPr>
            <a:spLocks noGrp="1"/>
          </p:cNvSpPr>
          <p:nvPr>
            <p:ph type="body" sz="quarter" idx="10"/>
          </p:nvPr>
        </p:nvSpPr>
        <p:spPr/>
        <p:txBody>
          <a:bodyPr/>
          <a:lstStyle/>
          <a:p>
            <a:r>
              <a:rPr lang="ja-JP" altLang="en-US" dirty="0"/>
              <a:t>ここまで：</a:t>
            </a:r>
            <a:endParaRPr lang="en-US" altLang="ja-JP" dirty="0"/>
          </a:p>
          <a:p>
            <a:pPr lvl="1"/>
            <a:r>
              <a:rPr lang="ja-JP" altLang="en-US" dirty="0"/>
              <a:t>スイッチ的なものがあると </a:t>
            </a:r>
            <a:r>
              <a:rPr lang="en-US" altLang="ja-JP" dirty="0"/>
              <a:t>NOT </a:t>
            </a:r>
            <a:r>
              <a:rPr lang="ja-JP" altLang="en-US" dirty="0"/>
              <a:t>と </a:t>
            </a:r>
            <a:r>
              <a:rPr lang="en-US" altLang="ja-JP" dirty="0"/>
              <a:t>NAND </a:t>
            </a:r>
            <a:r>
              <a:rPr lang="ja-JP" altLang="en-US" dirty="0"/>
              <a:t>が作れる</a:t>
            </a:r>
            <a:endParaRPr lang="en-US" altLang="ja-JP" dirty="0"/>
          </a:p>
          <a:p>
            <a:r>
              <a:rPr lang="ja-JP" altLang="en-US" dirty="0"/>
              <a:t>なんらかの入力に従って </a:t>
            </a:r>
            <a:r>
              <a:rPr lang="en-US" altLang="ja-JP" dirty="0"/>
              <a:t>ON/OFF </a:t>
            </a:r>
            <a:r>
              <a:rPr lang="ja-JP" altLang="en-US" dirty="0"/>
              <a:t>できるスイッチがあれば，</a:t>
            </a:r>
            <a:br>
              <a:rPr lang="en-US" altLang="ja-JP" dirty="0"/>
            </a:br>
            <a:r>
              <a:rPr lang="ja-JP" altLang="en-US" dirty="0"/>
              <a:t>それでコンピュータが作れる</a:t>
            </a:r>
            <a:endParaRPr lang="en-US" altLang="ja-JP" dirty="0"/>
          </a:p>
        </p:txBody>
      </p:sp>
    </p:spTree>
    <p:extLst>
      <p:ext uri="{BB962C8B-B14F-4D97-AF65-F5344CB8AC3E}">
        <p14:creationId xmlns:p14="http://schemas.microsoft.com/office/powerpoint/2010/main" val="341715271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4">
            <a:extLst>
              <a:ext uri="{FF2B5EF4-FFF2-40B4-BE49-F238E27FC236}">
                <a16:creationId xmlns:a16="http://schemas.microsoft.com/office/drawing/2014/main" id="{606586F9-6C36-61A6-23F7-111392D1F063}"/>
              </a:ext>
            </a:extLst>
          </p:cNvPr>
          <p:cNvSpPr>
            <a:spLocks noGrp="1"/>
          </p:cNvSpPr>
          <p:nvPr>
            <p:ph type="title"/>
          </p:nvPr>
        </p:nvSpPr>
        <p:spPr/>
        <p:txBody>
          <a:bodyPr/>
          <a:lstStyle/>
          <a:p>
            <a:r>
              <a:rPr lang="en-US" altLang="ja-JP" dirty="0"/>
              <a:t>NOT </a:t>
            </a:r>
            <a:r>
              <a:rPr lang="ja-JP" altLang="en-US" dirty="0"/>
              <a:t>と </a:t>
            </a:r>
            <a:r>
              <a:rPr lang="en-US" altLang="ja-JP" dirty="0"/>
              <a:t>NAND </a:t>
            </a:r>
            <a:r>
              <a:rPr lang="ja-JP" altLang="en-US" dirty="0"/>
              <a:t>から </a:t>
            </a:r>
            <a:r>
              <a:rPr lang="en-US" altLang="ja-JP" dirty="0"/>
              <a:t>AND </a:t>
            </a:r>
            <a:r>
              <a:rPr lang="ja-JP" altLang="en-US" dirty="0"/>
              <a:t>と </a:t>
            </a:r>
            <a:r>
              <a:rPr lang="en-US" altLang="ja-JP" dirty="0"/>
              <a:t>OR </a:t>
            </a:r>
            <a:r>
              <a:rPr lang="ja-JP" altLang="en-US" dirty="0"/>
              <a:t>を作る</a:t>
            </a:r>
            <a:endParaRPr lang="en-US" dirty="0"/>
          </a:p>
        </p:txBody>
      </p:sp>
      <p:sp>
        <p:nvSpPr>
          <p:cNvPr id="6" name="コンテンツ プレースホルダー 5">
            <a:extLst>
              <a:ext uri="{FF2B5EF4-FFF2-40B4-BE49-F238E27FC236}">
                <a16:creationId xmlns:a16="http://schemas.microsoft.com/office/drawing/2014/main" id="{C5366AB5-271B-B1D3-AAAD-F3B904C622CE}"/>
              </a:ext>
            </a:extLst>
          </p:cNvPr>
          <p:cNvSpPr>
            <a:spLocks noGrp="1"/>
          </p:cNvSpPr>
          <p:nvPr>
            <p:ph sz="quarter" idx="10"/>
          </p:nvPr>
        </p:nvSpPr>
        <p:spPr>
          <a:xfrm>
            <a:off x="2135956" y="1088974"/>
            <a:ext cx="8280092" cy="720008"/>
          </a:xfrm>
        </p:spPr>
        <p:txBody>
          <a:bodyPr/>
          <a:lstStyle/>
          <a:p>
            <a:r>
              <a:rPr lang="en-US" dirty="0"/>
              <a:t>NAND </a:t>
            </a:r>
            <a:r>
              <a:rPr lang="ja-JP" altLang="en-US" dirty="0"/>
              <a:t>の出力に </a:t>
            </a:r>
            <a:r>
              <a:rPr lang="en-US" altLang="ja-JP" dirty="0"/>
              <a:t>NOT </a:t>
            </a:r>
            <a:r>
              <a:rPr lang="ja-JP" altLang="en-US" dirty="0"/>
              <a:t>をつけると </a:t>
            </a:r>
            <a:r>
              <a:rPr lang="en-US" altLang="ja-JP" dirty="0"/>
              <a:t>AND </a:t>
            </a:r>
            <a:r>
              <a:rPr lang="ja-JP" altLang="en-US" dirty="0"/>
              <a:t>が作れる</a:t>
            </a:r>
            <a:endParaRPr lang="en-US" dirty="0"/>
          </a:p>
        </p:txBody>
      </p:sp>
      <p:sp>
        <p:nvSpPr>
          <p:cNvPr id="7" name="Line 9">
            <a:extLst>
              <a:ext uri="{FF2B5EF4-FFF2-40B4-BE49-F238E27FC236}">
                <a16:creationId xmlns:a16="http://schemas.microsoft.com/office/drawing/2014/main" id="{C2642822-A79B-70BD-E955-CB71CB4273E8}"/>
              </a:ext>
            </a:extLst>
          </p:cNvPr>
          <p:cNvSpPr>
            <a:spLocks noChangeShapeType="1"/>
          </p:cNvSpPr>
          <p:nvPr/>
        </p:nvSpPr>
        <p:spPr bwMode="auto">
          <a:xfrm>
            <a:off x="3125668" y="2530181"/>
            <a:ext cx="449262" cy="0"/>
          </a:xfrm>
          <a:prstGeom prst="line">
            <a:avLst/>
          </a:prstGeom>
          <a:noFill/>
          <a:ln w="9525">
            <a:solidFill>
              <a:schemeClr val="tx1"/>
            </a:solidFill>
            <a:round/>
            <a:headEnd/>
            <a:tailEnd/>
          </a:ln>
          <a:effectLst/>
        </p:spPr>
        <p:txBody>
          <a:bodyPr/>
          <a:lstStyle/>
          <a:p>
            <a:endParaRPr lang="ja-JP" altLang="en-US" dirty="0">
              <a:ea typeface="MeiryoKe_PGothic" pitchFamily="50" charset="-128"/>
            </a:endParaRPr>
          </a:p>
        </p:txBody>
      </p:sp>
      <p:sp>
        <p:nvSpPr>
          <p:cNvPr id="8" name="Line 10">
            <a:extLst>
              <a:ext uri="{FF2B5EF4-FFF2-40B4-BE49-F238E27FC236}">
                <a16:creationId xmlns:a16="http://schemas.microsoft.com/office/drawing/2014/main" id="{CD32B842-1826-B619-84D2-AC0C58A04866}"/>
              </a:ext>
            </a:extLst>
          </p:cNvPr>
          <p:cNvSpPr>
            <a:spLocks noChangeShapeType="1"/>
          </p:cNvSpPr>
          <p:nvPr/>
        </p:nvSpPr>
        <p:spPr bwMode="auto">
          <a:xfrm>
            <a:off x="3125668" y="2890543"/>
            <a:ext cx="449262" cy="0"/>
          </a:xfrm>
          <a:prstGeom prst="line">
            <a:avLst/>
          </a:prstGeom>
          <a:noFill/>
          <a:ln w="9525">
            <a:solidFill>
              <a:schemeClr val="tx1"/>
            </a:solidFill>
            <a:round/>
            <a:headEnd/>
            <a:tailEnd/>
          </a:ln>
          <a:effectLst/>
        </p:spPr>
        <p:txBody>
          <a:bodyPr/>
          <a:lstStyle/>
          <a:p>
            <a:endParaRPr lang="ja-JP" altLang="en-US" dirty="0">
              <a:ea typeface="MeiryoKe_PGothic" pitchFamily="50" charset="-128"/>
            </a:endParaRPr>
          </a:p>
        </p:txBody>
      </p:sp>
      <p:sp>
        <p:nvSpPr>
          <p:cNvPr id="9" name="Line 11">
            <a:extLst>
              <a:ext uri="{FF2B5EF4-FFF2-40B4-BE49-F238E27FC236}">
                <a16:creationId xmlns:a16="http://schemas.microsoft.com/office/drawing/2014/main" id="{001DB7CF-87F0-51D0-7807-0C0F5F683030}"/>
              </a:ext>
            </a:extLst>
          </p:cNvPr>
          <p:cNvSpPr>
            <a:spLocks noChangeShapeType="1"/>
          </p:cNvSpPr>
          <p:nvPr/>
        </p:nvSpPr>
        <p:spPr bwMode="auto">
          <a:xfrm>
            <a:off x="4205979" y="2708992"/>
            <a:ext cx="449262" cy="0"/>
          </a:xfrm>
          <a:prstGeom prst="line">
            <a:avLst/>
          </a:prstGeom>
          <a:noFill/>
          <a:ln w="9525">
            <a:solidFill>
              <a:schemeClr val="tx1"/>
            </a:solidFill>
            <a:round/>
            <a:headEnd/>
            <a:tailEnd/>
          </a:ln>
          <a:effectLst/>
        </p:spPr>
        <p:txBody>
          <a:bodyPr/>
          <a:lstStyle/>
          <a:p>
            <a:endParaRPr lang="ja-JP" altLang="en-US" dirty="0">
              <a:ea typeface="MeiryoKe_PGothic" pitchFamily="50" charset="-128"/>
            </a:endParaRPr>
          </a:p>
        </p:txBody>
      </p:sp>
      <p:pic>
        <p:nvPicPr>
          <p:cNvPr id="13" name="Picture 83" descr="NAND">
            <a:extLst>
              <a:ext uri="{FF2B5EF4-FFF2-40B4-BE49-F238E27FC236}">
                <a16:creationId xmlns:a16="http://schemas.microsoft.com/office/drawing/2014/main" id="{E79F2BF4-D406-657A-51C7-B97D95ECD106}"/>
              </a:ext>
            </a:extLst>
          </p:cNvPr>
          <p:cNvPicPr>
            <a:picLocks noChangeAspect="1" noChangeArrowheads="1"/>
          </p:cNvPicPr>
          <p:nvPr/>
        </p:nvPicPr>
        <p:blipFill>
          <a:blip r:embed="rId2" cstate="print"/>
          <a:srcRect/>
          <a:stretch>
            <a:fillRect/>
          </a:stretch>
        </p:blipFill>
        <p:spPr bwMode="auto">
          <a:xfrm>
            <a:off x="3395970" y="2348989"/>
            <a:ext cx="1079500" cy="720725"/>
          </a:xfrm>
          <a:prstGeom prst="rect">
            <a:avLst/>
          </a:prstGeom>
          <a:noFill/>
        </p:spPr>
      </p:pic>
      <p:pic>
        <p:nvPicPr>
          <p:cNvPr id="14" name="Picture 28" descr="NOT">
            <a:extLst>
              <a:ext uri="{FF2B5EF4-FFF2-40B4-BE49-F238E27FC236}">
                <a16:creationId xmlns:a16="http://schemas.microsoft.com/office/drawing/2014/main" id="{0CE3F9C9-DBBA-5AA2-30E4-E09334271194}"/>
              </a:ext>
            </a:extLst>
          </p:cNvPr>
          <p:cNvPicPr>
            <a:picLocks noChangeAspect="1" noChangeArrowheads="1"/>
          </p:cNvPicPr>
          <p:nvPr/>
        </p:nvPicPr>
        <p:blipFill>
          <a:blip r:embed="rId3" cstate="print"/>
          <a:srcRect/>
          <a:stretch>
            <a:fillRect/>
          </a:stretch>
        </p:blipFill>
        <p:spPr bwMode="auto">
          <a:xfrm>
            <a:off x="4565983" y="2348989"/>
            <a:ext cx="717550" cy="720725"/>
          </a:xfrm>
          <a:prstGeom prst="rect">
            <a:avLst/>
          </a:prstGeom>
          <a:noFill/>
        </p:spPr>
      </p:pic>
      <p:sp>
        <p:nvSpPr>
          <p:cNvPr id="15" name="Line 10">
            <a:extLst>
              <a:ext uri="{FF2B5EF4-FFF2-40B4-BE49-F238E27FC236}">
                <a16:creationId xmlns:a16="http://schemas.microsoft.com/office/drawing/2014/main" id="{812ADCC5-0901-AA5D-ACCA-4C87D2638C79}"/>
              </a:ext>
            </a:extLst>
          </p:cNvPr>
          <p:cNvSpPr>
            <a:spLocks noChangeShapeType="1"/>
          </p:cNvSpPr>
          <p:nvPr/>
        </p:nvSpPr>
        <p:spPr bwMode="auto">
          <a:xfrm>
            <a:off x="5195990" y="2708992"/>
            <a:ext cx="449262" cy="0"/>
          </a:xfrm>
          <a:prstGeom prst="line">
            <a:avLst/>
          </a:prstGeom>
          <a:noFill/>
          <a:ln w="9525">
            <a:solidFill>
              <a:schemeClr val="tx1"/>
            </a:solidFill>
            <a:round/>
            <a:headEnd/>
            <a:tailEnd/>
          </a:ln>
          <a:effectLst/>
        </p:spPr>
        <p:txBody>
          <a:bodyPr/>
          <a:lstStyle/>
          <a:p>
            <a:endParaRPr lang="ja-JP" altLang="en-US" dirty="0">
              <a:ea typeface="MeiryoKe_PGothic" pitchFamily="50" charset="-128"/>
            </a:endParaRPr>
          </a:p>
        </p:txBody>
      </p:sp>
      <p:sp>
        <p:nvSpPr>
          <p:cNvPr id="16" name="Line 9">
            <a:extLst>
              <a:ext uri="{FF2B5EF4-FFF2-40B4-BE49-F238E27FC236}">
                <a16:creationId xmlns:a16="http://schemas.microsoft.com/office/drawing/2014/main" id="{063E625C-6D59-67C6-A221-55F27DC82DBF}"/>
              </a:ext>
            </a:extLst>
          </p:cNvPr>
          <p:cNvSpPr>
            <a:spLocks noChangeShapeType="1"/>
          </p:cNvSpPr>
          <p:nvPr/>
        </p:nvSpPr>
        <p:spPr bwMode="auto">
          <a:xfrm>
            <a:off x="7175713" y="2530181"/>
            <a:ext cx="449262" cy="0"/>
          </a:xfrm>
          <a:prstGeom prst="line">
            <a:avLst/>
          </a:prstGeom>
          <a:noFill/>
          <a:ln w="9525">
            <a:solidFill>
              <a:schemeClr val="tx1"/>
            </a:solidFill>
            <a:round/>
            <a:headEnd/>
            <a:tailEnd/>
          </a:ln>
          <a:effectLst/>
        </p:spPr>
        <p:txBody>
          <a:bodyPr/>
          <a:lstStyle/>
          <a:p>
            <a:endParaRPr lang="ja-JP" altLang="en-US" dirty="0">
              <a:ea typeface="MeiryoKe_PGothic" pitchFamily="50" charset="-128"/>
            </a:endParaRPr>
          </a:p>
        </p:txBody>
      </p:sp>
      <p:sp>
        <p:nvSpPr>
          <p:cNvPr id="17" name="Line 10">
            <a:extLst>
              <a:ext uri="{FF2B5EF4-FFF2-40B4-BE49-F238E27FC236}">
                <a16:creationId xmlns:a16="http://schemas.microsoft.com/office/drawing/2014/main" id="{1131ABAB-4A1B-3A63-002D-0DCEB272AAA0}"/>
              </a:ext>
            </a:extLst>
          </p:cNvPr>
          <p:cNvSpPr>
            <a:spLocks noChangeShapeType="1"/>
          </p:cNvSpPr>
          <p:nvPr/>
        </p:nvSpPr>
        <p:spPr bwMode="auto">
          <a:xfrm>
            <a:off x="7175713" y="2890543"/>
            <a:ext cx="449262" cy="0"/>
          </a:xfrm>
          <a:prstGeom prst="line">
            <a:avLst/>
          </a:prstGeom>
          <a:noFill/>
          <a:ln w="9525">
            <a:solidFill>
              <a:schemeClr val="tx1"/>
            </a:solidFill>
            <a:round/>
            <a:headEnd/>
            <a:tailEnd/>
          </a:ln>
          <a:effectLst/>
        </p:spPr>
        <p:txBody>
          <a:bodyPr/>
          <a:lstStyle/>
          <a:p>
            <a:endParaRPr lang="ja-JP" altLang="en-US" dirty="0">
              <a:ea typeface="MeiryoKe_PGothic" pitchFamily="50" charset="-128"/>
            </a:endParaRPr>
          </a:p>
        </p:txBody>
      </p:sp>
      <p:sp>
        <p:nvSpPr>
          <p:cNvPr id="18" name="Line 11">
            <a:extLst>
              <a:ext uri="{FF2B5EF4-FFF2-40B4-BE49-F238E27FC236}">
                <a16:creationId xmlns:a16="http://schemas.microsoft.com/office/drawing/2014/main" id="{6BEFE770-1359-D8AE-E6F9-49F4A46B0634}"/>
              </a:ext>
            </a:extLst>
          </p:cNvPr>
          <p:cNvSpPr>
            <a:spLocks noChangeShapeType="1"/>
          </p:cNvSpPr>
          <p:nvPr/>
        </p:nvSpPr>
        <p:spPr bwMode="auto">
          <a:xfrm>
            <a:off x="8256024" y="2708992"/>
            <a:ext cx="449262" cy="0"/>
          </a:xfrm>
          <a:prstGeom prst="line">
            <a:avLst/>
          </a:prstGeom>
          <a:noFill/>
          <a:ln w="9525">
            <a:solidFill>
              <a:schemeClr val="tx1"/>
            </a:solidFill>
            <a:round/>
            <a:headEnd/>
            <a:tailEnd/>
          </a:ln>
          <a:effectLst/>
        </p:spPr>
        <p:txBody>
          <a:bodyPr/>
          <a:lstStyle/>
          <a:p>
            <a:endParaRPr lang="ja-JP" altLang="en-US" dirty="0">
              <a:ea typeface="MeiryoKe_PGothic" pitchFamily="50" charset="-128"/>
            </a:endParaRPr>
          </a:p>
        </p:txBody>
      </p:sp>
      <p:pic>
        <p:nvPicPr>
          <p:cNvPr id="19" name="Picture 6" descr="AND">
            <a:extLst>
              <a:ext uri="{FF2B5EF4-FFF2-40B4-BE49-F238E27FC236}">
                <a16:creationId xmlns:a16="http://schemas.microsoft.com/office/drawing/2014/main" id="{64A34DDF-F918-A675-8F79-E725D887D9D0}"/>
              </a:ext>
            </a:extLst>
          </p:cNvPr>
          <p:cNvPicPr>
            <a:picLocks noChangeAspect="1" noChangeArrowheads="1"/>
          </p:cNvPicPr>
          <p:nvPr/>
        </p:nvPicPr>
        <p:blipFill>
          <a:blip r:embed="rId4" cstate="print"/>
          <a:srcRect/>
          <a:stretch>
            <a:fillRect/>
          </a:stretch>
        </p:blipFill>
        <p:spPr bwMode="auto">
          <a:xfrm>
            <a:off x="7446015" y="2348989"/>
            <a:ext cx="1079500" cy="720725"/>
          </a:xfrm>
          <a:prstGeom prst="rect">
            <a:avLst/>
          </a:prstGeom>
          <a:noFill/>
        </p:spPr>
      </p:pic>
      <p:sp>
        <p:nvSpPr>
          <p:cNvPr id="24" name="コンテンツ プレースホルダー 5">
            <a:extLst>
              <a:ext uri="{FF2B5EF4-FFF2-40B4-BE49-F238E27FC236}">
                <a16:creationId xmlns:a16="http://schemas.microsoft.com/office/drawing/2014/main" id="{A85D13F4-CAAA-2DF7-81A2-9D77E9850BF7}"/>
              </a:ext>
            </a:extLst>
          </p:cNvPr>
          <p:cNvSpPr txBox="1">
            <a:spLocks/>
          </p:cNvSpPr>
          <p:nvPr/>
        </p:nvSpPr>
        <p:spPr bwMode="auto">
          <a:xfrm>
            <a:off x="2135956" y="3879005"/>
            <a:ext cx="8280092" cy="72000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60000" indent="-360000" algn="l" rtl="0" eaLnBrk="1" fontAlgn="base" hangingPunct="1">
              <a:lnSpc>
                <a:spcPct val="110000"/>
              </a:lnSpc>
              <a:spcBef>
                <a:spcPts val="2400"/>
              </a:spcBef>
              <a:spcAft>
                <a:spcPts val="600"/>
              </a:spcAft>
              <a:buClr>
                <a:schemeClr val="accent4"/>
              </a:buClr>
              <a:buFont typeface="Wingdings" panose="05000000000000000000" pitchFamily="2" charset="2"/>
              <a:buChar char="n"/>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1pPr>
            <a:lvl2pPr marL="720000" indent="-360000" algn="l" rtl="0" eaLnBrk="1" fontAlgn="base" hangingPunct="1">
              <a:lnSpc>
                <a:spcPct val="110000"/>
              </a:lnSpc>
              <a:spcBef>
                <a:spcPts val="300"/>
              </a:spcBef>
              <a:spcAft>
                <a:spcPts val="300"/>
              </a:spcAft>
              <a:buClr>
                <a:schemeClr val="accent4">
                  <a:lumMod val="60000"/>
                  <a:lumOff val="40000"/>
                </a:schemeClr>
              </a:buClr>
              <a:buSzPct val="90000"/>
              <a:buFont typeface="Wingdings" panose="05000000000000000000" pitchFamily="2" charset="2"/>
              <a:buChar char="l"/>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2pPr>
            <a:lvl3pPr marL="1080000" indent="-360000" algn="l" rtl="0" eaLnBrk="1" fontAlgn="base" hangingPunct="1">
              <a:lnSpc>
                <a:spcPct val="110000"/>
              </a:lnSpc>
              <a:spcBef>
                <a:spcPts val="300"/>
              </a:spcBef>
              <a:spcAft>
                <a:spcPts val="100"/>
              </a:spcAft>
              <a:buClr>
                <a:schemeClr val="accent4">
                  <a:lumMod val="60000"/>
                  <a:lumOff val="40000"/>
                </a:schemeClr>
              </a:buClr>
              <a:buSzPct val="70000"/>
              <a:buFont typeface="メイリオ" panose="020B0604030504040204" pitchFamily="50" charset="-128"/>
              <a:buChar char="○"/>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3pPr>
            <a:lvl4pPr marL="1440000" indent="-360000" algn="l" rtl="0" eaLnBrk="1" fontAlgn="base" hangingPunct="1">
              <a:lnSpc>
                <a:spcPct val="100000"/>
              </a:lnSpc>
              <a:spcBef>
                <a:spcPts val="300"/>
              </a:spcBef>
              <a:spcAft>
                <a:spcPts val="100"/>
              </a:spcAft>
              <a:buClr>
                <a:schemeClr val="accent4">
                  <a:lumMod val="60000"/>
                  <a:lumOff val="40000"/>
                </a:schemeClr>
              </a:buClr>
              <a:buSzPct val="60000"/>
              <a:buFont typeface="メイリオ" panose="020B0604030504040204" pitchFamily="50" charset="-128"/>
              <a:buChar char="◇"/>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4pPr>
            <a:lvl5pPr marL="1800000" indent="-360000" algn="l" rtl="0" eaLnBrk="1" fontAlgn="base" hangingPunct="1">
              <a:lnSpc>
                <a:spcPct val="110000"/>
              </a:lnSpc>
              <a:spcBef>
                <a:spcPts val="300"/>
              </a:spcBef>
              <a:spcAft>
                <a:spcPts val="100"/>
              </a:spcAft>
              <a:buClr>
                <a:schemeClr val="accent4">
                  <a:lumMod val="60000"/>
                  <a:lumOff val="40000"/>
                </a:schemeClr>
              </a:buClr>
              <a:buSzPct val="80000"/>
              <a:buFont typeface="メイリオ" panose="020B0604030504040204" pitchFamily="50" charset="-128"/>
              <a:buChar char="＋"/>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5pPr>
            <a:lvl6pPr marL="1885950" indent="-195263" algn="l" rtl="0" eaLnBrk="1" fontAlgn="base" hangingPunct="1">
              <a:spcBef>
                <a:spcPct val="20000"/>
              </a:spcBef>
              <a:spcAft>
                <a:spcPct val="0"/>
              </a:spcAft>
              <a:buClr>
                <a:schemeClr val="hlink"/>
              </a:buClr>
              <a:buChar char="•"/>
              <a:tabLst>
                <a:tab pos="1543050" algn="l"/>
              </a:tabLst>
              <a:defRPr kumimoji="1" sz="1500">
                <a:solidFill>
                  <a:schemeClr val="tx1"/>
                </a:solidFill>
                <a:latin typeface="+mn-lt"/>
                <a:ea typeface="+mn-ea"/>
              </a:defRPr>
            </a:lvl6pPr>
            <a:lvl7pPr marL="2228850" indent="-195263" algn="l" rtl="0" eaLnBrk="1" fontAlgn="base" hangingPunct="1">
              <a:spcBef>
                <a:spcPct val="20000"/>
              </a:spcBef>
              <a:spcAft>
                <a:spcPct val="0"/>
              </a:spcAft>
              <a:buClr>
                <a:schemeClr val="hlink"/>
              </a:buClr>
              <a:buChar char="•"/>
              <a:tabLst>
                <a:tab pos="1543050" algn="l"/>
              </a:tabLst>
              <a:defRPr kumimoji="1" sz="1500">
                <a:solidFill>
                  <a:schemeClr val="tx1"/>
                </a:solidFill>
                <a:latin typeface="+mn-lt"/>
                <a:ea typeface="+mn-ea"/>
              </a:defRPr>
            </a:lvl7pPr>
            <a:lvl8pPr marL="2571750" indent="-195263" algn="l" rtl="0" eaLnBrk="1" fontAlgn="base" hangingPunct="1">
              <a:spcBef>
                <a:spcPct val="20000"/>
              </a:spcBef>
              <a:spcAft>
                <a:spcPct val="0"/>
              </a:spcAft>
              <a:buClr>
                <a:schemeClr val="hlink"/>
              </a:buClr>
              <a:buChar char="•"/>
              <a:tabLst>
                <a:tab pos="1543050" algn="l"/>
              </a:tabLst>
              <a:defRPr kumimoji="1" sz="1500">
                <a:solidFill>
                  <a:schemeClr val="tx1"/>
                </a:solidFill>
                <a:latin typeface="+mn-lt"/>
                <a:ea typeface="+mn-ea"/>
              </a:defRPr>
            </a:lvl8pPr>
            <a:lvl9pPr marL="2914650" indent="-195263" algn="l" rtl="0" eaLnBrk="1" fontAlgn="base" hangingPunct="1">
              <a:spcBef>
                <a:spcPct val="20000"/>
              </a:spcBef>
              <a:spcAft>
                <a:spcPct val="0"/>
              </a:spcAft>
              <a:buClr>
                <a:schemeClr val="hlink"/>
              </a:buClr>
              <a:buChar char="•"/>
              <a:tabLst>
                <a:tab pos="1543050" algn="l"/>
              </a:tabLst>
              <a:defRPr kumimoji="1" sz="1500">
                <a:solidFill>
                  <a:schemeClr val="tx1"/>
                </a:solidFill>
                <a:latin typeface="+mn-lt"/>
                <a:ea typeface="+mn-ea"/>
              </a:defRPr>
            </a:lvl9pPr>
          </a:lstStyle>
          <a:p>
            <a:r>
              <a:rPr lang="en-US" altLang="ja-JP" kern="0" dirty="0"/>
              <a:t>AND </a:t>
            </a:r>
            <a:r>
              <a:rPr lang="ja-JP" altLang="en-US" kern="0" dirty="0"/>
              <a:t>の入力と出力に </a:t>
            </a:r>
            <a:r>
              <a:rPr lang="en-US" altLang="ja-JP" kern="0" dirty="0"/>
              <a:t>NOT </a:t>
            </a:r>
            <a:r>
              <a:rPr lang="ja-JP" altLang="en-US" kern="0" dirty="0"/>
              <a:t>をつけると </a:t>
            </a:r>
            <a:r>
              <a:rPr lang="en-US" altLang="ja-JP" kern="0" dirty="0"/>
              <a:t>OR </a:t>
            </a:r>
            <a:r>
              <a:rPr lang="ja-JP" altLang="en-US" kern="0" dirty="0"/>
              <a:t>が作れる</a:t>
            </a:r>
            <a:endParaRPr lang="en-US" altLang="ja-JP" kern="0" dirty="0"/>
          </a:p>
          <a:p>
            <a:pPr lvl="1"/>
            <a:r>
              <a:rPr lang="ja-JP" altLang="en-US" kern="0" dirty="0"/>
              <a:t>ド・モルガンの定理：  </a:t>
            </a:r>
            <a:r>
              <a:rPr lang="en-US" altLang="ja-JP" kern="0" dirty="0"/>
              <a:t>	NOT(</a:t>
            </a:r>
            <a:r>
              <a:rPr lang="en-US" altLang="ja-JP" i="1" kern="0" dirty="0"/>
              <a:t>a</a:t>
            </a:r>
            <a:r>
              <a:rPr lang="en-US" altLang="ja-JP" kern="0" dirty="0"/>
              <a:t> OR </a:t>
            </a:r>
            <a:r>
              <a:rPr lang="en-US" altLang="ja-JP" i="1" kern="0" dirty="0"/>
              <a:t>b</a:t>
            </a:r>
            <a:r>
              <a:rPr lang="en-US" altLang="ja-JP" kern="0" dirty="0"/>
              <a:t>) = NOT(</a:t>
            </a:r>
            <a:r>
              <a:rPr lang="en-US" altLang="ja-JP" i="1" kern="0" dirty="0"/>
              <a:t>a</a:t>
            </a:r>
            <a:r>
              <a:rPr lang="en-US" altLang="ja-JP" kern="0" dirty="0"/>
              <a:t>) AND NOT(</a:t>
            </a:r>
            <a:r>
              <a:rPr lang="en-US" altLang="ja-JP" i="1" kern="0" dirty="0"/>
              <a:t>b</a:t>
            </a:r>
            <a:r>
              <a:rPr lang="en-US" altLang="ja-JP" kern="0" dirty="0"/>
              <a:t>)</a:t>
            </a:r>
          </a:p>
          <a:p>
            <a:pPr lvl="1"/>
            <a:r>
              <a:rPr lang="ja-JP" altLang="en-US" kern="0" dirty="0"/>
              <a:t>両辺に </a:t>
            </a:r>
            <a:r>
              <a:rPr lang="en-US" altLang="ja-JP" kern="0" dirty="0"/>
              <a:t>NOT </a:t>
            </a:r>
            <a:r>
              <a:rPr lang="ja-JP" altLang="en-US" kern="0" dirty="0"/>
              <a:t>を適用：</a:t>
            </a:r>
            <a:r>
              <a:rPr lang="en-US" altLang="ja-JP" kern="0" dirty="0"/>
              <a:t>	</a:t>
            </a:r>
            <a:r>
              <a:rPr lang="en-US" altLang="ja-JP" i="1" kern="0" dirty="0"/>
              <a:t>a</a:t>
            </a:r>
            <a:r>
              <a:rPr lang="en-US" altLang="ja-JP" kern="0" dirty="0"/>
              <a:t> OR </a:t>
            </a:r>
            <a:r>
              <a:rPr lang="en-US" altLang="ja-JP" i="1" kern="0" dirty="0"/>
              <a:t>b</a:t>
            </a:r>
            <a:r>
              <a:rPr lang="en-US" altLang="ja-JP" kern="0" dirty="0"/>
              <a:t> = NOT(NOT(</a:t>
            </a:r>
            <a:r>
              <a:rPr lang="en-US" altLang="ja-JP" i="1" kern="0" dirty="0"/>
              <a:t>a</a:t>
            </a:r>
            <a:r>
              <a:rPr lang="en-US" altLang="ja-JP" kern="0" dirty="0"/>
              <a:t>) AND NOT (</a:t>
            </a:r>
            <a:r>
              <a:rPr lang="en-US" altLang="ja-JP" i="1" kern="0" dirty="0"/>
              <a:t>b</a:t>
            </a:r>
            <a:r>
              <a:rPr lang="en-US" altLang="ja-JP" kern="0" dirty="0"/>
              <a:t>))</a:t>
            </a:r>
            <a:endParaRPr lang="en-US" kern="0" dirty="0"/>
          </a:p>
        </p:txBody>
      </p:sp>
      <p:sp>
        <p:nvSpPr>
          <p:cNvPr id="25" name="Rectangle 21">
            <a:extLst>
              <a:ext uri="{FF2B5EF4-FFF2-40B4-BE49-F238E27FC236}">
                <a16:creationId xmlns:a16="http://schemas.microsoft.com/office/drawing/2014/main" id="{008B46BD-E52C-F6B7-319C-D2568B00863E}"/>
              </a:ext>
            </a:extLst>
          </p:cNvPr>
          <p:cNvSpPr>
            <a:spLocks noChangeArrowheads="1"/>
          </p:cNvSpPr>
          <p:nvPr/>
        </p:nvSpPr>
        <p:spPr bwMode="auto">
          <a:xfrm>
            <a:off x="7716019" y="1988984"/>
            <a:ext cx="360363" cy="360362"/>
          </a:xfrm>
          <a:prstGeom prst="rect">
            <a:avLst/>
          </a:prstGeom>
          <a:noFill/>
          <a:ln w="28575">
            <a:noFill/>
            <a:miter lim="800000"/>
            <a:headEnd/>
            <a:tailEnd/>
          </a:ln>
          <a:effectLst/>
        </p:spPr>
        <p:txBody>
          <a:bodyPr wrap="none" anchor="ctr"/>
          <a:lstStyle/>
          <a:p>
            <a:pPr algn="ctr"/>
            <a:r>
              <a:rPr lang="en-US" altLang="ja-JP" sz="2000" dirty="0">
                <a:ea typeface="MeiryoKe_PGothic" pitchFamily="50" charset="-128"/>
              </a:rPr>
              <a:t>AND</a:t>
            </a:r>
          </a:p>
        </p:txBody>
      </p:sp>
      <p:sp>
        <p:nvSpPr>
          <p:cNvPr id="26" name="Rectangle 21">
            <a:extLst>
              <a:ext uri="{FF2B5EF4-FFF2-40B4-BE49-F238E27FC236}">
                <a16:creationId xmlns:a16="http://schemas.microsoft.com/office/drawing/2014/main" id="{2D7F462D-626B-01D4-4530-9D016B0D27C2}"/>
              </a:ext>
            </a:extLst>
          </p:cNvPr>
          <p:cNvSpPr>
            <a:spLocks noChangeArrowheads="1"/>
          </p:cNvSpPr>
          <p:nvPr/>
        </p:nvSpPr>
        <p:spPr bwMode="auto">
          <a:xfrm>
            <a:off x="3575973" y="1988984"/>
            <a:ext cx="360363" cy="360362"/>
          </a:xfrm>
          <a:prstGeom prst="rect">
            <a:avLst/>
          </a:prstGeom>
          <a:noFill/>
          <a:ln w="28575">
            <a:noFill/>
            <a:miter lim="800000"/>
            <a:headEnd/>
            <a:tailEnd/>
          </a:ln>
          <a:effectLst/>
        </p:spPr>
        <p:txBody>
          <a:bodyPr wrap="none" anchor="ctr"/>
          <a:lstStyle/>
          <a:p>
            <a:pPr algn="ctr"/>
            <a:r>
              <a:rPr lang="en-US" altLang="ja-JP" sz="2000" dirty="0">
                <a:ea typeface="MeiryoKe_PGothic" pitchFamily="50" charset="-128"/>
              </a:rPr>
              <a:t>NAND</a:t>
            </a:r>
          </a:p>
        </p:txBody>
      </p:sp>
      <p:sp>
        <p:nvSpPr>
          <p:cNvPr id="28" name="Line 9">
            <a:extLst>
              <a:ext uri="{FF2B5EF4-FFF2-40B4-BE49-F238E27FC236}">
                <a16:creationId xmlns:a16="http://schemas.microsoft.com/office/drawing/2014/main" id="{927B3E68-C394-8821-3AAC-D0DBC63BCB30}"/>
              </a:ext>
            </a:extLst>
          </p:cNvPr>
          <p:cNvSpPr>
            <a:spLocks noChangeShapeType="1"/>
          </p:cNvSpPr>
          <p:nvPr/>
        </p:nvSpPr>
        <p:spPr bwMode="auto">
          <a:xfrm>
            <a:off x="7175713" y="5950219"/>
            <a:ext cx="449262" cy="0"/>
          </a:xfrm>
          <a:prstGeom prst="line">
            <a:avLst/>
          </a:prstGeom>
          <a:noFill/>
          <a:ln w="9525">
            <a:solidFill>
              <a:schemeClr val="tx1"/>
            </a:solidFill>
            <a:round/>
            <a:headEnd/>
            <a:tailEnd/>
          </a:ln>
          <a:effectLst/>
        </p:spPr>
        <p:txBody>
          <a:bodyPr/>
          <a:lstStyle/>
          <a:p>
            <a:endParaRPr lang="ja-JP" altLang="en-US" dirty="0">
              <a:ea typeface="MeiryoKe_PGothic" pitchFamily="50" charset="-128"/>
            </a:endParaRPr>
          </a:p>
        </p:txBody>
      </p:sp>
      <p:sp>
        <p:nvSpPr>
          <p:cNvPr id="29" name="Line 10">
            <a:extLst>
              <a:ext uri="{FF2B5EF4-FFF2-40B4-BE49-F238E27FC236}">
                <a16:creationId xmlns:a16="http://schemas.microsoft.com/office/drawing/2014/main" id="{AA3F1D11-2616-449F-CED7-ABA7507A01ED}"/>
              </a:ext>
            </a:extLst>
          </p:cNvPr>
          <p:cNvSpPr>
            <a:spLocks noChangeShapeType="1"/>
          </p:cNvSpPr>
          <p:nvPr/>
        </p:nvSpPr>
        <p:spPr bwMode="auto">
          <a:xfrm>
            <a:off x="7175713" y="6310581"/>
            <a:ext cx="449262" cy="0"/>
          </a:xfrm>
          <a:prstGeom prst="line">
            <a:avLst/>
          </a:prstGeom>
          <a:noFill/>
          <a:ln w="9525">
            <a:solidFill>
              <a:schemeClr val="tx1"/>
            </a:solidFill>
            <a:round/>
            <a:headEnd/>
            <a:tailEnd/>
          </a:ln>
          <a:effectLst/>
        </p:spPr>
        <p:txBody>
          <a:bodyPr/>
          <a:lstStyle/>
          <a:p>
            <a:endParaRPr lang="ja-JP" altLang="en-US" dirty="0">
              <a:ea typeface="MeiryoKe_PGothic" pitchFamily="50" charset="-128"/>
            </a:endParaRPr>
          </a:p>
        </p:txBody>
      </p:sp>
      <p:sp>
        <p:nvSpPr>
          <p:cNvPr id="30" name="Line 11">
            <a:extLst>
              <a:ext uri="{FF2B5EF4-FFF2-40B4-BE49-F238E27FC236}">
                <a16:creationId xmlns:a16="http://schemas.microsoft.com/office/drawing/2014/main" id="{DC3E9F66-2556-59E7-608D-E2762CDA0F33}"/>
              </a:ext>
            </a:extLst>
          </p:cNvPr>
          <p:cNvSpPr>
            <a:spLocks noChangeShapeType="1"/>
          </p:cNvSpPr>
          <p:nvPr/>
        </p:nvSpPr>
        <p:spPr bwMode="auto">
          <a:xfrm>
            <a:off x="8256024" y="6129030"/>
            <a:ext cx="449262" cy="0"/>
          </a:xfrm>
          <a:prstGeom prst="line">
            <a:avLst/>
          </a:prstGeom>
          <a:noFill/>
          <a:ln w="9525">
            <a:solidFill>
              <a:schemeClr val="tx1"/>
            </a:solidFill>
            <a:round/>
            <a:headEnd/>
            <a:tailEnd/>
          </a:ln>
          <a:effectLst/>
        </p:spPr>
        <p:txBody>
          <a:bodyPr/>
          <a:lstStyle/>
          <a:p>
            <a:endParaRPr lang="ja-JP" altLang="en-US" dirty="0">
              <a:ea typeface="MeiryoKe_PGothic" pitchFamily="50" charset="-128"/>
            </a:endParaRPr>
          </a:p>
        </p:txBody>
      </p:sp>
      <p:pic>
        <p:nvPicPr>
          <p:cNvPr id="27" name="Picture 7" descr="OR">
            <a:extLst>
              <a:ext uri="{FF2B5EF4-FFF2-40B4-BE49-F238E27FC236}">
                <a16:creationId xmlns:a16="http://schemas.microsoft.com/office/drawing/2014/main" id="{1376DB9E-C5D3-455B-B0E4-8C7C5B4D25F9}"/>
              </a:ext>
            </a:extLst>
          </p:cNvPr>
          <p:cNvPicPr>
            <a:picLocks noChangeAspect="1" noChangeArrowheads="1"/>
          </p:cNvPicPr>
          <p:nvPr/>
        </p:nvPicPr>
        <p:blipFill>
          <a:blip r:embed="rId5" cstate="print"/>
          <a:srcRect/>
          <a:stretch>
            <a:fillRect/>
          </a:stretch>
        </p:blipFill>
        <p:spPr bwMode="auto">
          <a:xfrm>
            <a:off x="7446015" y="5769026"/>
            <a:ext cx="1079500" cy="717550"/>
          </a:xfrm>
          <a:prstGeom prst="rect">
            <a:avLst/>
          </a:prstGeom>
          <a:noFill/>
        </p:spPr>
      </p:pic>
      <p:sp>
        <p:nvSpPr>
          <p:cNvPr id="31" name="矢印: 右 30">
            <a:extLst>
              <a:ext uri="{FF2B5EF4-FFF2-40B4-BE49-F238E27FC236}">
                <a16:creationId xmlns:a16="http://schemas.microsoft.com/office/drawing/2014/main" id="{35434760-6840-F734-86F1-AA5456EBFB2A}"/>
              </a:ext>
            </a:extLst>
          </p:cNvPr>
          <p:cNvSpPr/>
          <p:nvPr/>
        </p:nvSpPr>
        <p:spPr bwMode="auto">
          <a:xfrm>
            <a:off x="5825998" y="2438989"/>
            <a:ext cx="630007" cy="540006"/>
          </a:xfrm>
          <a:prstGeom prst="rightArrow">
            <a:avLst/>
          </a:prstGeom>
          <a:ln>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US" dirty="0">
              <a:solidFill>
                <a:schemeClr val="tx1">
                  <a:lumMod val="75000"/>
                  <a:lumOff val="25000"/>
                </a:schemeClr>
              </a:solidFill>
              <a:latin typeface="+mn-ea"/>
            </a:endParaRPr>
          </a:p>
        </p:txBody>
      </p:sp>
      <p:sp>
        <p:nvSpPr>
          <p:cNvPr id="32" name="Line 9">
            <a:extLst>
              <a:ext uri="{FF2B5EF4-FFF2-40B4-BE49-F238E27FC236}">
                <a16:creationId xmlns:a16="http://schemas.microsoft.com/office/drawing/2014/main" id="{5853BA54-7470-CB27-C4D8-876D6301BC8F}"/>
              </a:ext>
            </a:extLst>
          </p:cNvPr>
          <p:cNvSpPr>
            <a:spLocks noChangeShapeType="1"/>
          </p:cNvSpPr>
          <p:nvPr/>
        </p:nvSpPr>
        <p:spPr bwMode="auto">
          <a:xfrm>
            <a:off x="3215669" y="5950219"/>
            <a:ext cx="449262" cy="0"/>
          </a:xfrm>
          <a:prstGeom prst="line">
            <a:avLst/>
          </a:prstGeom>
          <a:noFill/>
          <a:ln w="9525">
            <a:solidFill>
              <a:schemeClr val="tx1"/>
            </a:solidFill>
            <a:round/>
            <a:headEnd/>
            <a:tailEnd/>
          </a:ln>
          <a:effectLst/>
        </p:spPr>
        <p:txBody>
          <a:bodyPr/>
          <a:lstStyle/>
          <a:p>
            <a:endParaRPr lang="ja-JP" altLang="en-US" dirty="0">
              <a:ea typeface="MeiryoKe_PGothic" pitchFamily="50" charset="-128"/>
            </a:endParaRPr>
          </a:p>
        </p:txBody>
      </p:sp>
      <p:sp>
        <p:nvSpPr>
          <p:cNvPr id="33" name="Line 10">
            <a:extLst>
              <a:ext uri="{FF2B5EF4-FFF2-40B4-BE49-F238E27FC236}">
                <a16:creationId xmlns:a16="http://schemas.microsoft.com/office/drawing/2014/main" id="{5E37BAC8-4F26-6247-8BF0-D45C856B17FC}"/>
              </a:ext>
            </a:extLst>
          </p:cNvPr>
          <p:cNvSpPr>
            <a:spLocks noChangeShapeType="1"/>
          </p:cNvSpPr>
          <p:nvPr/>
        </p:nvSpPr>
        <p:spPr bwMode="auto">
          <a:xfrm>
            <a:off x="3215669" y="6310581"/>
            <a:ext cx="449262" cy="0"/>
          </a:xfrm>
          <a:prstGeom prst="line">
            <a:avLst/>
          </a:prstGeom>
          <a:noFill/>
          <a:ln w="9525">
            <a:solidFill>
              <a:schemeClr val="tx1"/>
            </a:solidFill>
            <a:round/>
            <a:headEnd/>
            <a:tailEnd/>
          </a:ln>
          <a:effectLst/>
        </p:spPr>
        <p:txBody>
          <a:bodyPr/>
          <a:lstStyle/>
          <a:p>
            <a:endParaRPr lang="ja-JP" altLang="en-US" dirty="0">
              <a:ea typeface="MeiryoKe_PGothic" pitchFamily="50" charset="-128"/>
            </a:endParaRPr>
          </a:p>
        </p:txBody>
      </p:sp>
      <p:sp>
        <p:nvSpPr>
          <p:cNvPr id="34" name="Line 11">
            <a:extLst>
              <a:ext uri="{FF2B5EF4-FFF2-40B4-BE49-F238E27FC236}">
                <a16:creationId xmlns:a16="http://schemas.microsoft.com/office/drawing/2014/main" id="{952B6B82-0BF9-9924-891B-F2D4F0E81E1D}"/>
              </a:ext>
            </a:extLst>
          </p:cNvPr>
          <p:cNvSpPr>
            <a:spLocks noChangeShapeType="1"/>
          </p:cNvSpPr>
          <p:nvPr/>
        </p:nvSpPr>
        <p:spPr bwMode="auto">
          <a:xfrm>
            <a:off x="4295980" y="6129030"/>
            <a:ext cx="449262" cy="0"/>
          </a:xfrm>
          <a:prstGeom prst="line">
            <a:avLst/>
          </a:prstGeom>
          <a:noFill/>
          <a:ln w="9525">
            <a:solidFill>
              <a:schemeClr val="tx1"/>
            </a:solidFill>
            <a:round/>
            <a:headEnd/>
            <a:tailEnd/>
          </a:ln>
          <a:effectLst/>
        </p:spPr>
        <p:txBody>
          <a:bodyPr/>
          <a:lstStyle/>
          <a:p>
            <a:endParaRPr lang="ja-JP" altLang="en-US" dirty="0">
              <a:ea typeface="MeiryoKe_PGothic" pitchFamily="50" charset="-128"/>
            </a:endParaRPr>
          </a:p>
        </p:txBody>
      </p:sp>
      <p:pic>
        <p:nvPicPr>
          <p:cNvPr id="35" name="Picture 6" descr="AND">
            <a:extLst>
              <a:ext uri="{FF2B5EF4-FFF2-40B4-BE49-F238E27FC236}">
                <a16:creationId xmlns:a16="http://schemas.microsoft.com/office/drawing/2014/main" id="{91477925-80DB-FD21-B42A-4EA506B7234A}"/>
              </a:ext>
            </a:extLst>
          </p:cNvPr>
          <p:cNvPicPr>
            <a:picLocks noChangeAspect="1" noChangeArrowheads="1"/>
          </p:cNvPicPr>
          <p:nvPr/>
        </p:nvPicPr>
        <p:blipFill>
          <a:blip r:embed="rId4" cstate="print"/>
          <a:srcRect/>
          <a:stretch>
            <a:fillRect/>
          </a:stretch>
        </p:blipFill>
        <p:spPr bwMode="auto">
          <a:xfrm>
            <a:off x="3485971" y="5769027"/>
            <a:ext cx="1079500" cy="720725"/>
          </a:xfrm>
          <a:prstGeom prst="rect">
            <a:avLst/>
          </a:prstGeom>
          <a:noFill/>
        </p:spPr>
      </p:pic>
      <p:sp>
        <p:nvSpPr>
          <p:cNvPr id="36" name="Rectangle 21">
            <a:extLst>
              <a:ext uri="{FF2B5EF4-FFF2-40B4-BE49-F238E27FC236}">
                <a16:creationId xmlns:a16="http://schemas.microsoft.com/office/drawing/2014/main" id="{20CC6A68-C2C3-AEC7-C3D6-324EB4DD8A02}"/>
              </a:ext>
            </a:extLst>
          </p:cNvPr>
          <p:cNvSpPr>
            <a:spLocks noChangeArrowheads="1"/>
          </p:cNvSpPr>
          <p:nvPr/>
        </p:nvSpPr>
        <p:spPr bwMode="auto">
          <a:xfrm>
            <a:off x="3755975" y="5409022"/>
            <a:ext cx="360363" cy="360362"/>
          </a:xfrm>
          <a:prstGeom prst="rect">
            <a:avLst/>
          </a:prstGeom>
          <a:noFill/>
          <a:ln w="28575">
            <a:noFill/>
            <a:miter lim="800000"/>
            <a:headEnd/>
            <a:tailEnd/>
          </a:ln>
          <a:effectLst/>
        </p:spPr>
        <p:txBody>
          <a:bodyPr wrap="none" anchor="ctr"/>
          <a:lstStyle/>
          <a:p>
            <a:pPr algn="ctr"/>
            <a:r>
              <a:rPr lang="en-US" altLang="ja-JP" sz="2000" dirty="0">
                <a:ea typeface="MeiryoKe_PGothic" pitchFamily="50" charset="-128"/>
              </a:rPr>
              <a:t>AND</a:t>
            </a:r>
          </a:p>
        </p:txBody>
      </p:sp>
      <p:pic>
        <p:nvPicPr>
          <p:cNvPr id="37" name="Picture 28" descr="NOT">
            <a:extLst>
              <a:ext uri="{FF2B5EF4-FFF2-40B4-BE49-F238E27FC236}">
                <a16:creationId xmlns:a16="http://schemas.microsoft.com/office/drawing/2014/main" id="{EC30B989-BC3C-F3C0-CD54-A8B587DB9F38}"/>
              </a:ext>
            </a:extLst>
          </p:cNvPr>
          <p:cNvPicPr>
            <a:picLocks noChangeAspect="1" noChangeArrowheads="1"/>
          </p:cNvPicPr>
          <p:nvPr/>
        </p:nvPicPr>
        <p:blipFill>
          <a:blip r:embed="rId3" cstate="print"/>
          <a:srcRect/>
          <a:stretch>
            <a:fillRect/>
          </a:stretch>
        </p:blipFill>
        <p:spPr bwMode="auto">
          <a:xfrm>
            <a:off x="2585961" y="5589025"/>
            <a:ext cx="717550" cy="720725"/>
          </a:xfrm>
          <a:prstGeom prst="rect">
            <a:avLst/>
          </a:prstGeom>
          <a:noFill/>
        </p:spPr>
      </p:pic>
      <p:pic>
        <p:nvPicPr>
          <p:cNvPr id="38" name="Picture 28" descr="NOT">
            <a:extLst>
              <a:ext uri="{FF2B5EF4-FFF2-40B4-BE49-F238E27FC236}">
                <a16:creationId xmlns:a16="http://schemas.microsoft.com/office/drawing/2014/main" id="{1D66F7DA-9D68-E9BE-8823-B631431865C5}"/>
              </a:ext>
            </a:extLst>
          </p:cNvPr>
          <p:cNvPicPr>
            <a:picLocks noChangeAspect="1" noChangeArrowheads="1"/>
          </p:cNvPicPr>
          <p:nvPr/>
        </p:nvPicPr>
        <p:blipFill>
          <a:blip r:embed="rId3" cstate="print"/>
          <a:srcRect/>
          <a:stretch>
            <a:fillRect/>
          </a:stretch>
        </p:blipFill>
        <p:spPr bwMode="auto">
          <a:xfrm>
            <a:off x="2585961" y="5949029"/>
            <a:ext cx="717550" cy="720725"/>
          </a:xfrm>
          <a:prstGeom prst="rect">
            <a:avLst/>
          </a:prstGeom>
          <a:noFill/>
        </p:spPr>
      </p:pic>
      <p:sp>
        <p:nvSpPr>
          <p:cNvPr id="39" name="Line 9">
            <a:extLst>
              <a:ext uri="{FF2B5EF4-FFF2-40B4-BE49-F238E27FC236}">
                <a16:creationId xmlns:a16="http://schemas.microsoft.com/office/drawing/2014/main" id="{B5C4F43A-D337-2AE8-CF5B-F2BFDB298BC2}"/>
              </a:ext>
            </a:extLst>
          </p:cNvPr>
          <p:cNvSpPr>
            <a:spLocks noChangeShapeType="1"/>
          </p:cNvSpPr>
          <p:nvPr/>
        </p:nvSpPr>
        <p:spPr bwMode="auto">
          <a:xfrm>
            <a:off x="2225957" y="5948670"/>
            <a:ext cx="449262" cy="0"/>
          </a:xfrm>
          <a:prstGeom prst="line">
            <a:avLst/>
          </a:prstGeom>
          <a:noFill/>
          <a:ln w="9525">
            <a:solidFill>
              <a:schemeClr val="tx1"/>
            </a:solidFill>
            <a:round/>
            <a:headEnd/>
            <a:tailEnd/>
          </a:ln>
          <a:effectLst/>
        </p:spPr>
        <p:txBody>
          <a:bodyPr/>
          <a:lstStyle/>
          <a:p>
            <a:endParaRPr lang="ja-JP" altLang="en-US" dirty="0">
              <a:ea typeface="MeiryoKe_PGothic" pitchFamily="50" charset="-128"/>
            </a:endParaRPr>
          </a:p>
        </p:txBody>
      </p:sp>
      <p:sp>
        <p:nvSpPr>
          <p:cNvPr id="40" name="Line 10">
            <a:extLst>
              <a:ext uri="{FF2B5EF4-FFF2-40B4-BE49-F238E27FC236}">
                <a16:creationId xmlns:a16="http://schemas.microsoft.com/office/drawing/2014/main" id="{11DA8EC7-FED1-B1A0-2DAA-5F4D6CD4BC9B}"/>
              </a:ext>
            </a:extLst>
          </p:cNvPr>
          <p:cNvSpPr>
            <a:spLocks noChangeShapeType="1"/>
          </p:cNvSpPr>
          <p:nvPr/>
        </p:nvSpPr>
        <p:spPr bwMode="auto">
          <a:xfrm>
            <a:off x="2225957" y="6309032"/>
            <a:ext cx="449262" cy="0"/>
          </a:xfrm>
          <a:prstGeom prst="line">
            <a:avLst/>
          </a:prstGeom>
          <a:noFill/>
          <a:ln w="9525">
            <a:solidFill>
              <a:schemeClr val="tx1"/>
            </a:solidFill>
            <a:round/>
            <a:headEnd/>
            <a:tailEnd/>
          </a:ln>
          <a:effectLst/>
        </p:spPr>
        <p:txBody>
          <a:bodyPr/>
          <a:lstStyle/>
          <a:p>
            <a:endParaRPr lang="ja-JP" altLang="en-US" dirty="0">
              <a:ea typeface="MeiryoKe_PGothic" pitchFamily="50" charset="-128"/>
            </a:endParaRPr>
          </a:p>
        </p:txBody>
      </p:sp>
      <p:sp>
        <p:nvSpPr>
          <p:cNvPr id="41" name="矢印: 右 40">
            <a:extLst>
              <a:ext uri="{FF2B5EF4-FFF2-40B4-BE49-F238E27FC236}">
                <a16:creationId xmlns:a16="http://schemas.microsoft.com/office/drawing/2014/main" id="{BDC70C8C-EFE6-7F70-D97C-0629341813B4}"/>
              </a:ext>
            </a:extLst>
          </p:cNvPr>
          <p:cNvSpPr/>
          <p:nvPr/>
        </p:nvSpPr>
        <p:spPr bwMode="auto">
          <a:xfrm>
            <a:off x="5825998" y="5769026"/>
            <a:ext cx="630007" cy="540006"/>
          </a:xfrm>
          <a:prstGeom prst="rightArrow">
            <a:avLst/>
          </a:prstGeom>
          <a:ln>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US" dirty="0">
              <a:solidFill>
                <a:schemeClr val="tx1">
                  <a:lumMod val="75000"/>
                  <a:lumOff val="25000"/>
                </a:schemeClr>
              </a:solidFill>
              <a:latin typeface="+mn-ea"/>
            </a:endParaRPr>
          </a:p>
        </p:txBody>
      </p:sp>
      <p:pic>
        <p:nvPicPr>
          <p:cNvPr id="42" name="Picture 28" descr="NOT">
            <a:extLst>
              <a:ext uri="{FF2B5EF4-FFF2-40B4-BE49-F238E27FC236}">
                <a16:creationId xmlns:a16="http://schemas.microsoft.com/office/drawing/2014/main" id="{78183F1D-550D-BC37-D07A-360184B7CA4A}"/>
              </a:ext>
            </a:extLst>
          </p:cNvPr>
          <p:cNvPicPr>
            <a:picLocks noChangeAspect="1" noChangeArrowheads="1"/>
          </p:cNvPicPr>
          <p:nvPr/>
        </p:nvPicPr>
        <p:blipFill>
          <a:blip r:embed="rId3" cstate="print"/>
          <a:srcRect/>
          <a:stretch>
            <a:fillRect/>
          </a:stretch>
        </p:blipFill>
        <p:spPr bwMode="auto">
          <a:xfrm>
            <a:off x="4565983" y="5769027"/>
            <a:ext cx="717550" cy="720725"/>
          </a:xfrm>
          <a:prstGeom prst="rect">
            <a:avLst/>
          </a:prstGeom>
          <a:noFill/>
        </p:spPr>
      </p:pic>
      <p:sp>
        <p:nvSpPr>
          <p:cNvPr id="43" name="Line 10">
            <a:extLst>
              <a:ext uri="{FF2B5EF4-FFF2-40B4-BE49-F238E27FC236}">
                <a16:creationId xmlns:a16="http://schemas.microsoft.com/office/drawing/2014/main" id="{6EFD36D8-2532-22A4-F5ED-378A42F045C4}"/>
              </a:ext>
            </a:extLst>
          </p:cNvPr>
          <p:cNvSpPr>
            <a:spLocks noChangeShapeType="1"/>
          </p:cNvSpPr>
          <p:nvPr/>
        </p:nvSpPr>
        <p:spPr bwMode="auto">
          <a:xfrm>
            <a:off x="5195990" y="6129030"/>
            <a:ext cx="449262" cy="0"/>
          </a:xfrm>
          <a:prstGeom prst="line">
            <a:avLst/>
          </a:prstGeom>
          <a:noFill/>
          <a:ln w="9525">
            <a:solidFill>
              <a:schemeClr val="tx1"/>
            </a:solidFill>
            <a:round/>
            <a:headEnd/>
            <a:tailEnd/>
          </a:ln>
          <a:effectLst/>
        </p:spPr>
        <p:txBody>
          <a:bodyPr/>
          <a:lstStyle/>
          <a:p>
            <a:endParaRPr lang="ja-JP" altLang="en-US" dirty="0">
              <a:ea typeface="MeiryoKe_PGothic" pitchFamily="50" charset="-128"/>
            </a:endParaRPr>
          </a:p>
        </p:txBody>
      </p:sp>
      <p:sp>
        <p:nvSpPr>
          <p:cNvPr id="45" name="Rectangle 21">
            <a:extLst>
              <a:ext uri="{FF2B5EF4-FFF2-40B4-BE49-F238E27FC236}">
                <a16:creationId xmlns:a16="http://schemas.microsoft.com/office/drawing/2014/main" id="{DAA50845-CD4A-806D-12CB-77E4043FFB7D}"/>
              </a:ext>
            </a:extLst>
          </p:cNvPr>
          <p:cNvSpPr>
            <a:spLocks noChangeArrowheads="1"/>
          </p:cNvSpPr>
          <p:nvPr/>
        </p:nvSpPr>
        <p:spPr bwMode="auto">
          <a:xfrm>
            <a:off x="7626018" y="5409022"/>
            <a:ext cx="360363" cy="360362"/>
          </a:xfrm>
          <a:prstGeom prst="rect">
            <a:avLst/>
          </a:prstGeom>
          <a:noFill/>
          <a:ln w="28575">
            <a:noFill/>
            <a:miter lim="800000"/>
            <a:headEnd/>
            <a:tailEnd/>
          </a:ln>
          <a:effectLst/>
        </p:spPr>
        <p:txBody>
          <a:bodyPr wrap="none" anchor="ctr"/>
          <a:lstStyle/>
          <a:p>
            <a:pPr algn="ctr"/>
            <a:r>
              <a:rPr lang="en-US" altLang="ja-JP" sz="2000" dirty="0">
                <a:ea typeface="MeiryoKe_PGothic" pitchFamily="50" charset="-128"/>
              </a:rPr>
              <a:t>OR</a:t>
            </a:r>
          </a:p>
        </p:txBody>
      </p:sp>
    </p:spTree>
    <p:extLst>
      <p:ext uri="{BB962C8B-B14F-4D97-AF65-F5344CB8AC3E}">
        <p14:creationId xmlns:p14="http://schemas.microsoft.com/office/powerpoint/2010/main" val="134555960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4">
            <a:extLst>
              <a:ext uri="{FF2B5EF4-FFF2-40B4-BE49-F238E27FC236}">
                <a16:creationId xmlns:a16="http://schemas.microsoft.com/office/drawing/2014/main" id="{606586F9-6C36-61A6-23F7-111392D1F063}"/>
              </a:ext>
            </a:extLst>
          </p:cNvPr>
          <p:cNvSpPr>
            <a:spLocks noGrp="1"/>
          </p:cNvSpPr>
          <p:nvPr>
            <p:ph type="title"/>
          </p:nvPr>
        </p:nvSpPr>
        <p:spPr/>
        <p:txBody>
          <a:bodyPr/>
          <a:lstStyle/>
          <a:p>
            <a:r>
              <a:rPr lang="en-US" altLang="ja-JP" dirty="0"/>
              <a:t>NAND </a:t>
            </a:r>
            <a:r>
              <a:rPr lang="ja-JP" altLang="en-US" dirty="0"/>
              <a:t>が作れればそれだけでも良い</a:t>
            </a:r>
            <a:endParaRPr lang="en-US" dirty="0"/>
          </a:p>
        </p:txBody>
      </p:sp>
      <p:sp>
        <p:nvSpPr>
          <p:cNvPr id="6" name="コンテンツ プレースホルダー 5">
            <a:extLst>
              <a:ext uri="{FF2B5EF4-FFF2-40B4-BE49-F238E27FC236}">
                <a16:creationId xmlns:a16="http://schemas.microsoft.com/office/drawing/2014/main" id="{C5366AB5-271B-B1D3-AAAD-F3B904C622CE}"/>
              </a:ext>
            </a:extLst>
          </p:cNvPr>
          <p:cNvSpPr>
            <a:spLocks noGrp="1"/>
          </p:cNvSpPr>
          <p:nvPr>
            <p:ph sz="quarter" idx="10"/>
          </p:nvPr>
        </p:nvSpPr>
        <p:spPr>
          <a:xfrm>
            <a:off x="2135956" y="2168986"/>
            <a:ext cx="8280092" cy="720008"/>
          </a:xfrm>
        </p:spPr>
        <p:txBody>
          <a:bodyPr/>
          <a:lstStyle/>
          <a:p>
            <a:r>
              <a:rPr lang="en-US" dirty="0"/>
              <a:t>NAND </a:t>
            </a:r>
            <a:r>
              <a:rPr lang="ja-JP" altLang="en-US" dirty="0"/>
              <a:t>の２つの入力に同じものを入れれば </a:t>
            </a:r>
            <a:r>
              <a:rPr lang="en-US" altLang="ja-JP" dirty="0"/>
              <a:t>NOT </a:t>
            </a:r>
            <a:r>
              <a:rPr lang="ja-JP" altLang="en-US" dirty="0"/>
              <a:t>になる</a:t>
            </a:r>
            <a:endParaRPr lang="en-US" altLang="ja-JP" dirty="0"/>
          </a:p>
        </p:txBody>
      </p:sp>
      <p:sp>
        <p:nvSpPr>
          <p:cNvPr id="7" name="Line 9">
            <a:extLst>
              <a:ext uri="{FF2B5EF4-FFF2-40B4-BE49-F238E27FC236}">
                <a16:creationId xmlns:a16="http://schemas.microsoft.com/office/drawing/2014/main" id="{C2642822-A79B-70BD-E955-CB71CB4273E8}"/>
              </a:ext>
            </a:extLst>
          </p:cNvPr>
          <p:cNvSpPr>
            <a:spLocks noChangeShapeType="1"/>
          </p:cNvSpPr>
          <p:nvPr/>
        </p:nvSpPr>
        <p:spPr bwMode="auto">
          <a:xfrm>
            <a:off x="3125668" y="3610193"/>
            <a:ext cx="449262" cy="0"/>
          </a:xfrm>
          <a:prstGeom prst="line">
            <a:avLst/>
          </a:prstGeom>
          <a:noFill/>
          <a:ln w="9525">
            <a:solidFill>
              <a:schemeClr val="tx1"/>
            </a:solidFill>
            <a:round/>
            <a:headEnd/>
            <a:tailEnd/>
          </a:ln>
          <a:effectLst/>
        </p:spPr>
        <p:txBody>
          <a:bodyPr/>
          <a:lstStyle/>
          <a:p>
            <a:endParaRPr lang="ja-JP" altLang="en-US" dirty="0">
              <a:ea typeface="MeiryoKe_PGothic" pitchFamily="50" charset="-128"/>
            </a:endParaRPr>
          </a:p>
        </p:txBody>
      </p:sp>
      <p:sp>
        <p:nvSpPr>
          <p:cNvPr id="8" name="Line 10">
            <a:extLst>
              <a:ext uri="{FF2B5EF4-FFF2-40B4-BE49-F238E27FC236}">
                <a16:creationId xmlns:a16="http://schemas.microsoft.com/office/drawing/2014/main" id="{CD32B842-1826-B619-84D2-AC0C58A04866}"/>
              </a:ext>
            </a:extLst>
          </p:cNvPr>
          <p:cNvSpPr>
            <a:spLocks noChangeShapeType="1"/>
          </p:cNvSpPr>
          <p:nvPr/>
        </p:nvSpPr>
        <p:spPr bwMode="auto">
          <a:xfrm>
            <a:off x="3125668" y="3970555"/>
            <a:ext cx="449262" cy="0"/>
          </a:xfrm>
          <a:prstGeom prst="line">
            <a:avLst/>
          </a:prstGeom>
          <a:noFill/>
          <a:ln w="9525">
            <a:solidFill>
              <a:schemeClr val="tx1"/>
            </a:solidFill>
            <a:round/>
            <a:headEnd/>
            <a:tailEnd/>
          </a:ln>
          <a:effectLst/>
        </p:spPr>
        <p:txBody>
          <a:bodyPr/>
          <a:lstStyle/>
          <a:p>
            <a:endParaRPr lang="ja-JP" altLang="en-US" dirty="0">
              <a:ea typeface="MeiryoKe_PGothic" pitchFamily="50" charset="-128"/>
            </a:endParaRPr>
          </a:p>
        </p:txBody>
      </p:sp>
      <p:sp>
        <p:nvSpPr>
          <p:cNvPr id="9" name="Line 11">
            <a:extLst>
              <a:ext uri="{FF2B5EF4-FFF2-40B4-BE49-F238E27FC236}">
                <a16:creationId xmlns:a16="http://schemas.microsoft.com/office/drawing/2014/main" id="{001DB7CF-87F0-51D0-7807-0C0F5F683030}"/>
              </a:ext>
            </a:extLst>
          </p:cNvPr>
          <p:cNvSpPr>
            <a:spLocks noChangeShapeType="1"/>
          </p:cNvSpPr>
          <p:nvPr/>
        </p:nvSpPr>
        <p:spPr bwMode="auto">
          <a:xfrm>
            <a:off x="4205979" y="3789004"/>
            <a:ext cx="449262" cy="0"/>
          </a:xfrm>
          <a:prstGeom prst="line">
            <a:avLst/>
          </a:prstGeom>
          <a:noFill/>
          <a:ln w="9525">
            <a:solidFill>
              <a:schemeClr val="tx1"/>
            </a:solidFill>
            <a:round/>
            <a:headEnd/>
            <a:tailEnd/>
          </a:ln>
          <a:effectLst/>
        </p:spPr>
        <p:txBody>
          <a:bodyPr/>
          <a:lstStyle/>
          <a:p>
            <a:endParaRPr lang="ja-JP" altLang="en-US" dirty="0">
              <a:ea typeface="MeiryoKe_PGothic" pitchFamily="50" charset="-128"/>
            </a:endParaRPr>
          </a:p>
        </p:txBody>
      </p:sp>
      <p:pic>
        <p:nvPicPr>
          <p:cNvPr id="13" name="Picture 83" descr="NAND">
            <a:extLst>
              <a:ext uri="{FF2B5EF4-FFF2-40B4-BE49-F238E27FC236}">
                <a16:creationId xmlns:a16="http://schemas.microsoft.com/office/drawing/2014/main" id="{E79F2BF4-D406-657A-51C7-B97D95ECD106}"/>
              </a:ext>
            </a:extLst>
          </p:cNvPr>
          <p:cNvPicPr>
            <a:picLocks noChangeAspect="1" noChangeArrowheads="1"/>
          </p:cNvPicPr>
          <p:nvPr/>
        </p:nvPicPr>
        <p:blipFill>
          <a:blip r:embed="rId2" cstate="print"/>
          <a:srcRect/>
          <a:stretch>
            <a:fillRect/>
          </a:stretch>
        </p:blipFill>
        <p:spPr bwMode="auto">
          <a:xfrm>
            <a:off x="3395970" y="3429001"/>
            <a:ext cx="1079500" cy="720725"/>
          </a:xfrm>
          <a:prstGeom prst="rect">
            <a:avLst/>
          </a:prstGeom>
          <a:noFill/>
        </p:spPr>
      </p:pic>
      <p:sp>
        <p:nvSpPr>
          <p:cNvPr id="16" name="Line 9">
            <a:extLst>
              <a:ext uri="{FF2B5EF4-FFF2-40B4-BE49-F238E27FC236}">
                <a16:creationId xmlns:a16="http://schemas.microsoft.com/office/drawing/2014/main" id="{063E625C-6D59-67C6-A221-55F27DC82DBF}"/>
              </a:ext>
            </a:extLst>
          </p:cNvPr>
          <p:cNvSpPr>
            <a:spLocks noChangeShapeType="1"/>
          </p:cNvSpPr>
          <p:nvPr/>
        </p:nvSpPr>
        <p:spPr bwMode="auto">
          <a:xfrm>
            <a:off x="7356014" y="3789004"/>
            <a:ext cx="449262" cy="0"/>
          </a:xfrm>
          <a:prstGeom prst="line">
            <a:avLst/>
          </a:prstGeom>
          <a:noFill/>
          <a:ln w="9525">
            <a:solidFill>
              <a:schemeClr val="tx1"/>
            </a:solidFill>
            <a:round/>
            <a:headEnd/>
            <a:tailEnd/>
          </a:ln>
          <a:effectLst/>
        </p:spPr>
        <p:txBody>
          <a:bodyPr/>
          <a:lstStyle/>
          <a:p>
            <a:endParaRPr lang="ja-JP" altLang="en-US" dirty="0">
              <a:ea typeface="MeiryoKe_PGothic" pitchFamily="50" charset="-128"/>
            </a:endParaRPr>
          </a:p>
        </p:txBody>
      </p:sp>
      <p:sp>
        <p:nvSpPr>
          <p:cNvPr id="18" name="Line 11">
            <a:extLst>
              <a:ext uri="{FF2B5EF4-FFF2-40B4-BE49-F238E27FC236}">
                <a16:creationId xmlns:a16="http://schemas.microsoft.com/office/drawing/2014/main" id="{6BEFE770-1359-D8AE-E6F9-49F4A46B0634}"/>
              </a:ext>
            </a:extLst>
          </p:cNvPr>
          <p:cNvSpPr>
            <a:spLocks noChangeShapeType="1"/>
          </p:cNvSpPr>
          <p:nvPr/>
        </p:nvSpPr>
        <p:spPr bwMode="auto">
          <a:xfrm>
            <a:off x="8256024" y="3789004"/>
            <a:ext cx="449262" cy="0"/>
          </a:xfrm>
          <a:prstGeom prst="line">
            <a:avLst/>
          </a:prstGeom>
          <a:noFill/>
          <a:ln w="9525">
            <a:solidFill>
              <a:schemeClr val="tx1"/>
            </a:solidFill>
            <a:round/>
            <a:headEnd/>
            <a:tailEnd/>
          </a:ln>
          <a:effectLst/>
        </p:spPr>
        <p:txBody>
          <a:bodyPr/>
          <a:lstStyle/>
          <a:p>
            <a:endParaRPr lang="ja-JP" altLang="en-US" dirty="0">
              <a:ea typeface="MeiryoKe_PGothic" pitchFamily="50" charset="-128"/>
            </a:endParaRPr>
          </a:p>
        </p:txBody>
      </p:sp>
      <p:sp>
        <p:nvSpPr>
          <p:cNvPr id="26" name="Rectangle 21">
            <a:extLst>
              <a:ext uri="{FF2B5EF4-FFF2-40B4-BE49-F238E27FC236}">
                <a16:creationId xmlns:a16="http://schemas.microsoft.com/office/drawing/2014/main" id="{2D7F462D-626B-01D4-4530-9D016B0D27C2}"/>
              </a:ext>
            </a:extLst>
          </p:cNvPr>
          <p:cNvSpPr>
            <a:spLocks noChangeArrowheads="1"/>
          </p:cNvSpPr>
          <p:nvPr/>
        </p:nvSpPr>
        <p:spPr bwMode="auto">
          <a:xfrm>
            <a:off x="3575973" y="3068996"/>
            <a:ext cx="360363" cy="360362"/>
          </a:xfrm>
          <a:prstGeom prst="rect">
            <a:avLst/>
          </a:prstGeom>
          <a:noFill/>
          <a:ln w="28575">
            <a:noFill/>
            <a:miter lim="800000"/>
            <a:headEnd/>
            <a:tailEnd/>
          </a:ln>
          <a:effectLst/>
        </p:spPr>
        <p:txBody>
          <a:bodyPr wrap="none" anchor="ctr"/>
          <a:lstStyle/>
          <a:p>
            <a:pPr algn="ctr"/>
            <a:r>
              <a:rPr lang="en-US" altLang="ja-JP" sz="2000" dirty="0">
                <a:ea typeface="MeiryoKe_PGothic" pitchFamily="50" charset="-128"/>
              </a:rPr>
              <a:t>NAND</a:t>
            </a:r>
          </a:p>
        </p:txBody>
      </p:sp>
      <p:sp>
        <p:nvSpPr>
          <p:cNvPr id="31" name="矢印: 右 30">
            <a:extLst>
              <a:ext uri="{FF2B5EF4-FFF2-40B4-BE49-F238E27FC236}">
                <a16:creationId xmlns:a16="http://schemas.microsoft.com/office/drawing/2014/main" id="{35434760-6840-F734-86F1-AA5456EBFB2A}"/>
              </a:ext>
            </a:extLst>
          </p:cNvPr>
          <p:cNvSpPr/>
          <p:nvPr/>
        </p:nvSpPr>
        <p:spPr bwMode="auto">
          <a:xfrm>
            <a:off x="5825998" y="3519001"/>
            <a:ext cx="630007" cy="540006"/>
          </a:xfrm>
          <a:prstGeom prst="rightArrow">
            <a:avLst/>
          </a:prstGeom>
          <a:ln>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US" dirty="0">
              <a:solidFill>
                <a:schemeClr val="tx1">
                  <a:lumMod val="75000"/>
                  <a:lumOff val="25000"/>
                </a:schemeClr>
              </a:solidFill>
              <a:latin typeface="+mn-ea"/>
            </a:endParaRPr>
          </a:p>
        </p:txBody>
      </p:sp>
      <p:pic>
        <p:nvPicPr>
          <p:cNvPr id="14" name="Picture 28" descr="NOT">
            <a:extLst>
              <a:ext uri="{FF2B5EF4-FFF2-40B4-BE49-F238E27FC236}">
                <a16:creationId xmlns:a16="http://schemas.microsoft.com/office/drawing/2014/main" id="{0CE3F9C9-DBBA-5AA2-30E4-E09334271194}"/>
              </a:ext>
            </a:extLst>
          </p:cNvPr>
          <p:cNvPicPr>
            <a:picLocks noChangeAspect="1" noChangeArrowheads="1"/>
          </p:cNvPicPr>
          <p:nvPr/>
        </p:nvPicPr>
        <p:blipFill>
          <a:blip r:embed="rId3" cstate="print"/>
          <a:srcRect/>
          <a:stretch>
            <a:fillRect/>
          </a:stretch>
        </p:blipFill>
        <p:spPr bwMode="auto">
          <a:xfrm>
            <a:off x="7716018" y="3429001"/>
            <a:ext cx="717550" cy="720725"/>
          </a:xfrm>
          <a:prstGeom prst="rect">
            <a:avLst/>
          </a:prstGeom>
          <a:noFill/>
        </p:spPr>
      </p:pic>
      <p:sp>
        <p:nvSpPr>
          <p:cNvPr id="4" name="Rectangle 21">
            <a:extLst>
              <a:ext uri="{FF2B5EF4-FFF2-40B4-BE49-F238E27FC236}">
                <a16:creationId xmlns:a16="http://schemas.microsoft.com/office/drawing/2014/main" id="{E389EE5C-651C-4EFA-CDAB-551CA0680EE2}"/>
              </a:ext>
            </a:extLst>
          </p:cNvPr>
          <p:cNvSpPr>
            <a:spLocks noChangeArrowheads="1"/>
          </p:cNvSpPr>
          <p:nvPr/>
        </p:nvSpPr>
        <p:spPr bwMode="auto">
          <a:xfrm>
            <a:off x="7806020" y="3158997"/>
            <a:ext cx="360363" cy="360362"/>
          </a:xfrm>
          <a:prstGeom prst="rect">
            <a:avLst/>
          </a:prstGeom>
          <a:noFill/>
          <a:ln w="28575">
            <a:noFill/>
            <a:miter lim="800000"/>
            <a:headEnd/>
            <a:tailEnd/>
          </a:ln>
          <a:effectLst/>
        </p:spPr>
        <p:txBody>
          <a:bodyPr wrap="none" anchor="ctr"/>
          <a:lstStyle/>
          <a:p>
            <a:pPr algn="ctr"/>
            <a:r>
              <a:rPr lang="en-US" altLang="ja-JP" sz="2000" dirty="0">
                <a:ea typeface="MeiryoKe_PGothic" pitchFamily="50" charset="-128"/>
              </a:rPr>
              <a:t>NOT</a:t>
            </a:r>
          </a:p>
        </p:txBody>
      </p:sp>
    </p:spTree>
    <p:extLst>
      <p:ext uri="{BB962C8B-B14F-4D97-AF65-F5344CB8AC3E}">
        <p14:creationId xmlns:p14="http://schemas.microsoft.com/office/powerpoint/2010/main" val="197828845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4422" name="Rectangle 6"/>
          <p:cNvSpPr>
            <a:spLocks noGrp="1" noChangeArrowheads="1"/>
          </p:cNvSpPr>
          <p:nvPr>
            <p:ph type="title"/>
          </p:nvPr>
        </p:nvSpPr>
        <p:spPr/>
        <p:txBody>
          <a:bodyPr/>
          <a:lstStyle/>
          <a:p>
            <a:r>
              <a:rPr lang="ja-JP" altLang="en-US" dirty="0"/>
              <a:t>完全性（</a:t>
            </a:r>
            <a:r>
              <a:rPr lang="en-US" altLang="ja-JP" dirty="0"/>
              <a:t>Completeness</a:t>
            </a:r>
            <a:r>
              <a:rPr lang="ja-JP" altLang="en-US" dirty="0" err="1"/>
              <a:t>，</a:t>
            </a:r>
            <a:r>
              <a:rPr lang="ja-JP" altLang="en-US" dirty="0"/>
              <a:t>完備性）</a:t>
            </a:r>
          </a:p>
        </p:txBody>
      </p:sp>
      <p:sp>
        <p:nvSpPr>
          <p:cNvPr id="444423" name="Rectangle 7"/>
          <p:cNvSpPr>
            <a:spLocks noGrp="1" noChangeArrowheads="1"/>
          </p:cNvSpPr>
          <p:nvPr>
            <p:ph idx="4294967295"/>
          </p:nvPr>
        </p:nvSpPr>
        <p:spPr>
          <a:xfrm>
            <a:off x="1775425" y="1268712"/>
            <a:ext cx="8641751" cy="5491162"/>
          </a:xfrm>
          <a:prstGeom prst="rect">
            <a:avLst/>
          </a:prstGeom>
        </p:spPr>
        <p:txBody>
          <a:bodyPr/>
          <a:lstStyle/>
          <a:p>
            <a:r>
              <a:rPr lang="en-US" altLang="ja-JP" dirty="0">
                <a:solidFill>
                  <a:schemeClr val="accent5"/>
                </a:solidFill>
              </a:rPr>
              <a:t>AND, OR, NOT </a:t>
            </a:r>
            <a:r>
              <a:rPr lang="ja-JP" altLang="en-US" dirty="0">
                <a:solidFill>
                  <a:schemeClr val="accent5"/>
                </a:solidFill>
              </a:rPr>
              <a:t>を組み合わせると任意の論理関数が作れる</a:t>
            </a:r>
            <a:endParaRPr lang="en-US" altLang="ja-JP" dirty="0"/>
          </a:p>
          <a:p>
            <a:r>
              <a:rPr lang="ja-JP" altLang="en-US" dirty="0"/>
              <a:t>完全集合 </a:t>
            </a:r>
            <a:r>
              <a:rPr lang="en-US" altLang="ja-JP" dirty="0"/>
              <a:t>(Complete Set)</a:t>
            </a:r>
            <a:r>
              <a:rPr lang="ja-JP" altLang="en-US" dirty="0"/>
              <a:t>：</a:t>
            </a:r>
            <a:endParaRPr lang="en-US" altLang="ja-JP" dirty="0"/>
          </a:p>
          <a:p>
            <a:pPr lvl="1"/>
            <a:r>
              <a:rPr lang="ja-JP" altLang="en-US" dirty="0"/>
              <a:t>その組み合わせによって，すべての論理関数を表現できる</a:t>
            </a:r>
            <a:br>
              <a:rPr lang="en-US" altLang="ja-JP" dirty="0"/>
            </a:br>
            <a:r>
              <a:rPr lang="ja-JP" altLang="en-US" dirty="0"/>
              <a:t>論理関数の集合</a:t>
            </a:r>
            <a:endParaRPr lang="en-US" altLang="ja-JP" dirty="0"/>
          </a:p>
          <a:p>
            <a:r>
              <a:rPr lang="ja-JP" altLang="en-US" dirty="0"/>
              <a:t>完全集合の例</a:t>
            </a:r>
          </a:p>
          <a:p>
            <a:pPr lvl="1"/>
            <a:r>
              <a:rPr lang="en-US" altLang="ja-JP" dirty="0"/>
              <a:t>{AND, OR, NOT}</a:t>
            </a:r>
          </a:p>
          <a:p>
            <a:pPr lvl="1"/>
            <a:r>
              <a:rPr lang="en-US" altLang="ja-JP" dirty="0"/>
              <a:t>{AND, NOT}</a:t>
            </a:r>
          </a:p>
          <a:p>
            <a:pPr lvl="1"/>
            <a:r>
              <a:rPr lang="en-US" altLang="ja-JP" dirty="0"/>
              <a:t>{OR, NOT}</a:t>
            </a:r>
          </a:p>
          <a:p>
            <a:pPr lvl="1"/>
            <a:r>
              <a:rPr lang="en-US" altLang="ja-JP" dirty="0"/>
              <a:t>{NAND}</a:t>
            </a:r>
          </a:p>
          <a:p>
            <a:pPr lvl="1"/>
            <a:r>
              <a:rPr lang="en-US" altLang="ja-JP" dirty="0"/>
              <a:t>{NOR}</a:t>
            </a:r>
          </a:p>
        </p:txBody>
      </p:sp>
    </p:spTree>
    <p:extLst>
      <p:ext uri="{BB962C8B-B14F-4D97-AF65-F5344CB8AC3E}">
        <p14:creationId xmlns:p14="http://schemas.microsoft.com/office/powerpoint/2010/main" val="341497947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5663" name="Rectangle 223"/>
          <p:cNvSpPr>
            <a:spLocks noGrp="1" noChangeArrowheads="1"/>
          </p:cNvSpPr>
          <p:nvPr>
            <p:ph type="title"/>
          </p:nvPr>
        </p:nvSpPr>
        <p:spPr/>
        <p:txBody>
          <a:bodyPr/>
          <a:lstStyle/>
          <a:p>
            <a:r>
              <a:rPr lang="ja-JP" altLang="en-US"/>
              <a:t>完全性の証明 </a:t>
            </a:r>
            <a:r>
              <a:rPr lang="en-US" altLang="ja-JP"/>
              <a:t>{AND, OR, NOT}</a:t>
            </a:r>
          </a:p>
        </p:txBody>
      </p:sp>
      <p:sp>
        <p:nvSpPr>
          <p:cNvPr id="445664" name="Rectangle 224"/>
          <p:cNvSpPr>
            <a:spLocks noGrp="1" noChangeArrowheads="1"/>
          </p:cNvSpPr>
          <p:nvPr>
            <p:ph idx="4294967295"/>
          </p:nvPr>
        </p:nvSpPr>
        <p:spPr>
          <a:xfrm>
            <a:off x="1775425" y="1088974"/>
            <a:ext cx="8641751" cy="1620018"/>
          </a:xfrm>
          <a:prstGeom prst="rect">
            <a:avLst/>
          </a:prstGeom>
        </p:spPr>
        <p:txBody>
          <a:bodyPr/>
          <a:lstStyle/>
          <a:p>
            <a:pPr marL="381000" indent="-381000"/>
            <a:r>
              <a:rPr lang="ja-JP" altLang="en-US" dirty="0"/>
              <a:t>数学的帰納法：</a:t>
            </a:r>
          </a:p>
          <a:p>
            <a:pPr marL="838200" lvl="1" indent="-381000">
              <a:buFont typeface="Wingdings" pitchFamily="2" charset="2"/>
              <a:buAutoNum type="arabicPeriod"/>
            </a:pPr>
            <a:r>
              <a:rPr lang="en-US" altLang="ja-JP" dirty="0"/>
              <a:t>1</a:t>
            </a:r>
            <a:r>
              <a:rPr lang="ja-JP" altLang="en-US" dirty="0"/>
              <a:t>入力の論理関数は </a:t>
            </a:r>
            <a:r>
              <a:rPr lang="en-US" altLang="ja-JP" dirty="0"/>
              <a:t>{AND, OR, NOT} </a:t>
            </a:r>
            <a:r>
              <a:rPr lang="ja-JP" altLang="en-US" dirty="0"/>
              <a:t>の組合せで表現できる</a:t>
            </a:r>
            <a:endParaRPr lang="en-US" altLang="ja-JP" dirty="0"/>
          </a:p>
          <a:p>
            <a:pPr marL="838200" lvl="1" indent="-381000">
              <a:buFont typeface="Wingdings" pitchFamily="2" charset="2"/>
              <a:buAutoNum type="arabicPeriod"/>
            </a:pPr>
            <a:r>
              <a:rPr lang="ja-JP" altLang="en-US" dirty="0">
                <a:solidFill>
                  <a:schemeClr val="bg1">
                    <a:lumMod val="65000"/>
                  </a:schemeClr>
                </a:solidFill>
              </a:rPr>
              <a:t> </a:t>
            </a:r>
            <a:r>
              <a:rPr lang="en-US" altLang="ja-JP" i="1" dirty="0">
                <a:solidFill>
                  <a:schemeClr val="bg1">
                    <a:lumMod val="65000"/>
                  </a:schemeClr>
                </a:solidFill>
                <a:latin typeface="Times New Roman" pitchFamily="18" charset="0"/>
              </a:rPr>
              <a:t>n</a:t>
            </a:r>
            <a:r>
              <a:rPr lang="en-US" altLang="ja-JP" dirty="0">
                <a:solidFill>
                  <a:schemeClr val="bg1">
                    <a:lumMod val="65000"/>
                  </a:schemeClr>
                </a:solidFill>
              </a:rPr>
              <a:t> </a:t>
            </a:r>
            <a:r>
              <a:rPr lang="ja-JP" altLang="en-US" dirty="0">
                <a:solidFill>
                  <a:schemeClr val="bg1">
                    <a:lumMod val="65000"/>
                  </a:schemeClr>
                </a:solidFill>
              </a:rPr>
              <a:t>入力の関数を </a:t>
            </a:r>
            <a:r>
              <a:rPr lang="en-US" altLang="ja-JP" dirty="0">
                <a:solidFill>
                  <a:schemeClr val="bg1">
                    <a:lumMod val="65000"/>
                  </a:schemeClr>
                </a:solidFill>
              </a:rPr>
              <a:t>{AND, OR, NOT} </a:t>
            </a:r>
            <a:r>
              <a:rPr lang="ja-JP" altLang="en-US" dirty="0">
                <a:solidFill>
                  <a:schemeClr val="bg1">
                    <a:lumMod val="65000"/>
                  </a:schemeClr>
                </a:solidFill>
              </a:rPr>
              <a:t>の組合せで表現できたと仮定して，</a:t>
            </a:r>
            <a:br>
              <a:rPr lang="en-US" altLang="ja-JP" dirty="0">
                <a:solidFill>
                  <a:schemeClr val="bg1">
                    <a:lumMod val="65000"/>
                  </a:schemeClr>
                </a:solidFill>
              </a:rPr>
            </a:br>
            <a:r>
              <a:rPr lang="en-US" altLang="ja-JP" dirty="0">
                <a:solidFill>
                  <a:schemeClr val="bg1">
                    <a:lumMod val="65000"/>
                  </a:schemeClr>
                </a:solidFill>
                <a:latin typeface="Times New Roman" pitchFamily="18" charset="0"/>
              </a:rPr>
              <a:t>(</a:t>
            </a:r>
            <a:r>
              <a:rPr lang="en-US" altLang="ja-JP" i="1" dirty="0">
                <a:solidFill>
                  <a:schemeClr val="bg1">
                    <a:lumMod val="65000"/>
                  </a:schemeClr>
                </a:solidFill>
                <a:latin typeface="Times New Roman" pitchFamily="18" charset="0"/>
              </a:rPr>
              <a:t>n</a:t>
            </a:r>
            <a:r>
              <a:rPr lang="en-US" altLang="ja-JP" dirty="0">
                <a:solidFill>
                  <a:schemeClr val="bg1">
                    <a:lumMod val="65000"/>
                  </a:schemeClr>
                </a:solidFill>
                <a:latin typeface="Times New Roman" pitchFamily="18" charset="0"/>
              </a:rPr>
              <a:t> + 1)</a:t>
            </a:r>
            <a:r>
              <a:rPr lang="en-US" altLang="ja-JP" dirty="0">
                <a:solidFill>
                  <a:schemeClr val="bg1">
                    <a:lumMod val="65000"/>
                  </a:schemeClr>
                </a:solidFill>
              </a:rPr>
              <a:t> </a:t>
            </a:r>
            <a:r>
              <a:rPr lang="ja-JP" altLang="en-US" dirty="0">
                <a:solidFill>
                  <a:schemeClr val="bg1">
                    <a:lumMod val="65000"/>
                  </a:schemeClr>
                </a:solidFill>
              </a:rPr>
              <a:t>入力の関数が表現できることをいう</a:t>
            </a:r>
            <a:endParaRPr lang="en-US" altLang="ja-JP" dirty="0">
              <a:solidFill>
                <a:schemeClr val="bg1">
                  <a:lumMod val="65000"/>
                </a:schemeClr>
              </a:solidFill>
            </a:endParaRPr>
          </a:p>
        </p:txBody>
      </p:sp>
      <p:graphicFrame>
        <p:nvGraphicFramePr>
          <p:cNvPr id="40" name="Group 129"/>
          <p:cNvGraphicFramePr>
            <a:graphicFrameLocks/>
          </p:cNvGraphicFramePr>
          <p:nvPr/>
        </p:nvGraphicFramePr>
        <p:xfrm>
          <a:off x="5015989" y="2978995"/>
          <a:ext cx="1800225" cy="1349376"/>
        </p:xfrm>
        <a:graphic>
          <a:graphicData uri="http://schemas.openxmlformats.org/drawingml/2006/table">
            <a:tbl>
              <a:tblPr/>
              <a:tblGrid>
                <a:gridCol w="360363">
                  <a:extLst>
                    <a:ext uri="{9D8B030D-6E8A-4147-A177-3AD203B41FA5}">
                      <a16:colId xmlns:a16="http://schemas.microsoft.com/office/drawing/2014/main" val="20000"/>
                    </a:ext>
                  </a:extLst>
                </a:gridCol>
                <a:gridCol w="360362">
                  <a:extLst>
                    <a:ext uri="{9D8B030D-6E8A-4147-A177-3AD203B41FA5}">
                      <a16:colId xmlns:a16="http://schemas.microsoft.com/office/drawing/2014/main" val="20001"/>
                    </a:ext>
                  </a:extLst>
                </a:gridCol>
                <a:gridCol w="358775">
                  <a:extLst>
                    <a:ext uri="{9D8B030D-6E8A-4147-A177-3AD203B41FA5}">
                      <a16:colId xmlns:a16="http://schemas.microsoft.com/office/drawing/2014/main" val="20002"/>
                    </a:ext>
                  </a:extLst>
                </a:gridCol>
                <a:gridCol w="360363">
                  <a:extLst>
                    <a:ext uri="{9D8B030D-6E8A-4147-A177-3AD203B41FA5}">
                      <a16:colId xmlns:a16="http://schemas.microsoft.com/office/drawing/2014/main" val="20003"/>
                    </a:ext>
                  </a:extLst>
                </a:gridCol>
                <a:gridCol w="360362">
                  <a:extLst>
                    <a:ext uri="{9D8B030D-6E8A-4147-A177-3AD203B41FA5}">
                      <a16:colId xmlns:a16="http://schemas.microsoft.com/office/drawing/2014/main" val="20004"/>
                    </a:ext>
                  </a:extLst>
                </a:gridCol>
              </a:tblGrid>
              <a:tr h="449263">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1" u="none" strike="noStrike" cap="none" normalizeH="0" baseline="0" dirty="0">
                          <a:ln>
                            <a:noFill/>
                          </a:ln>
                          <a:solidFill>
                            <a:schemeClr val="tx1"/>
                          </a:solidFill>
                          <a:effectLst/>
                          <a:latin typeface="Times New Roman" pitchFamily="18" charset="0"/>
                          <a:ea typeface="MeiryoKe_PGothic" pitchFamily="50" charset="-128"/>
                        </a:rPr>
                        <a:t>i</a:t>
                      </a:r>
                      <a:r>
                        <a:rPr kumimoji="0" lang="en-US" altLang="ja-JP" sz="1600" b="0" i="0" u="none" strike="noStrike" cap="none" normalizeH="0" baseline="-25000" dirty="0">
                          <a:ln>
                            <a:noFill/>
                          </a:ln>
                          <a:solidFill>
                            <a:schemeClr val="tx1"/>
                          </a:solidFill>
                          <a:effectLst/>
                          <a:latin typeface="Times New Roman" pitchFamily="18" charset="0"/>
                          <a:ea typeface="MeiryoKe_PGothic" pitchFamily="50" charset="-128"/>
                        </a:rPr>
                        <a:t>1</a:t>
                      </a:r>
                    </a:p>
                  </a:txBody>
                  <a:tcPr anchor="ctr"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1" u="none" strike="noStrike" cap="none" normalizeH="0" baseline="0" dirty="0">
                          <a:ln>
                            <a:noFill/>
                          </a:ln>
                          <a:solidFill>
                            <a:schemeClr val="tx1"/>
                          </a:solidFill>
                          <a:effectLst/>
                          <a:latin typeface="Times New Roman" pitchFamily="18" charset="0"/>
                          <a:ea typeface="MeiryoKe_PGothic" pitchFamily="50" charset="-128"/>
                        </a:rPr>
                        <a:t>o</a:t>
                      </a:r>
                      <a:r>
                        <a:rPr kumimoji="0" lang="en-US" altLang="ja-JP" sz="1600" b="0" i="0" u="none" strike="noStrike" cap="none" normalizeH="0" baseline="-25000" dirty="0">
                          <a:ln>
                            <a:noFill/>
                          </a:ln>
                          <a:solidFill>
                            <a:schemeClr val="tx1"/>
                          </a:solidFill>
                          <a:effectLst/>
                          <a:latin typeface="Times New Roman" pitchFamily="18" charset="0"/>
                          <a:ea typeface="MeiryoKe_PGothic" pitchFamily="50" charset="-128"/>
                        </a:rPr>
                        <a:t>0</a:t>
                      </a:r>
                    </a:p>
                  </a:txBody>
                  <a:tcPr anchor="ctr" horzOverflow="overflow">
                    <a:lnL w="12700" cap="flat" cmpd="sng" algn="ctr">
                      <a:solidFill>
                        <a:schemeClr val="tx1"/>
                      </a:solidFill>
                      <a:prstDash val="solid"/>
                      <a:round/>
                      <a:headEnd type="none" w="med" len="med"/>
                      <a:tailEnd type="none" w="med" len="med"/>
                    </a:lnL>
                    <a:lnR>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1" u="none" strike="noStrike" cap="none" normalizeH="0" baseline="0" dirty="0">
                          <a:ln>
                            <a:noFill/>
                          </a:ln>
                          <a:solidFill>
                            <a:schemeClr val="tx1"/>
                          </a:solidFill>
                          <a:effectLst/>
                          <a:latin typeface="Times New Roman" pitchFamily="18" charset="0"/>
                          <a:ea typeface="MeiryoKe_PGothic" pitchFamily="50" charset="-128"/>
                        </a:rPr>
                        <a:t>o</a:t>
                      </a:r>
                      <a:r>
                        <a:rPr kumimoji="0" lang="en-US" altLang="ja-JP" sz="1600" b="0" i="0" u="none" strike="noStrike" cap="none" normalizeH="0" baseline="-25000" dirty="0">
                          <a:ln>
                            <a:noFill/>
                          </a:ln>
                          <a:solidFill>
                            <a:schemeClr val="tx1"/>
                          </a:solidFill>
                          <a:effectLst/>
                          <a:latin typeface="Times New Roman" pitchFamily="18" charset="0"/>
                          <a:ea typeface="MeiryoKe_PGothic" pitchFamily="50" charset="-128"/>
                        </a:rPr>
                        <a:t>1</a:t>
                      </a:r>
                    </a:p>
                  </a:txBody>
                  <a:tcPr anchor="ctr" horzOverflow="overflow">
                    <a:lnL>
                      <a:noFill/>
                    </a:lnL>
                    <a:lnR>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1" u="none" strike="noStrike" cap="none" normalizeH="0" baseline="0" dirty="0">
                          <a:ln>
                            <a:noFill/>
                          </a:ln>
                          <a:solidFill>
                            <a:schemeClr val="tx1"/>
                          </a:solidFill>
                          <a:effectLst/>
                          <a:latin typeface="Times New Roman" pitchFamily="18" charset="0"/>
                          <a:ea typeface="MeiryoKe_PGothic" pitchFamily="50" charset="-128"/>
                        </a:rPr>
                        <a:t>o</a:t>
                      </a:r>
                      <a:r>
                        <a:rPr kumimoji="0" lang="en-US" altLang="ja-JP" sz="1600" b="0" i="0" u="none" strike="noStrike" cap="none" normalizeH="0" baseline="-25000" dirty="0">
                          <a:ln>
                            <a:noFill/>
                          </a:ln>
                          <a:solidFill>
                            <a:schemeClr val="tx1"/>
                          </a:solidFill>
                          <a:effectLst/>
                          <a:latin typeface="Times New Roman" pitchFamily="18" charset="0"/>
                          <a:ea typeface="MeiryoKe_PGothic" pitchFamily="50" charset="-128"/>
                        </a:rPr>
                        <a:t>2</a:t>
                      </a:r>
                    </a:p>
                  </a:txBody>
                  <a:tcPr anchor="ctr" horzOverflow="overflow">
                    <a:lnL>
                      <a:noFill/>
                    </a:lnL>
                    <a:lnR>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1" u="none" strike="noStrike" cap="none" normalizeH="0" baseline="0" dirty="0">
                          <a:ln>
                            <a:noFill/>
                          </a:ln>
                          <a:solidFill>
                            <a:schemeClr val="tx1"/>
                          </a:solidFill>
                          <a:effectLst/>
                          <a:latin typeface="Times New Roman" pitchFamily="18" charset="0"/>
                          <a:ea typeface="MeiryoKe_PGothic" pitchFamily="50" charset="-128"/>
                        </a:rPr>
                        <a:t>o</a:t>
                      </a:r>
                      <a:r>
                        <a:rPr kumimoji="0" lang="en-US" altLang="ja-JP" sz="1600" b="0" i="0" u="none" strike="noStrike" cap="none" normalizeH="0" baseline="-25000" dirty="0">
                          <a:ln>
                            <a:noFill/>
                          </a:ln>
                          <a:solidFill>
                            <a:schemeClr val="tx1"/>
                          </a:solidFill>
                          <a:effectLst/>
                          <a:latin typeface="Times New Roman" pitchFamily="18" charset="0"/>
                          <a:ea typeface="MeiryoKe_PGothic" pitchFamily="50" charset="-128"/>
                        </a:rPr>
                        <a:t>3</a:t>
                      </a:r>
                    </a:p>
                  </a:txBody>
                  <a:tcPr anchor="ctr" horzOverflow="overflow">
                    <a:lnL>
                      <a:noFill/>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50850">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cap="flat">
                      <a:noFill/>
                    </a:lnB>
                    <a:lnTlToBr>
                      <a:noFill/>
                    </a:lnTlToBr>
                    <a:lnBlToTr>
                      <a:noFill/>
                    </a:lnBlToTr>
                    <a:solidFill>
                      <a:schemeClr val="accent5">
                        <a:lumMod val="40000"/>
                        <a:lumOff val="60000"/>
                      </a:schemeClr>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a:noFill/>
                    </a:lnL>
                    <a:lnR>
                      <a:noFill/>
                    </a:lnR>
                    <a:lnT w="12700" cap="flat" cmpd="sng" algn="ctr">
                      <a:solidFill>
                        <a:schemeClr val="tx1"/>
                      </a:solidFill>
                      <a:prstDash val="solid"/>
                      <a:round/>
                      <a:headEnd type="none" w="med" len="med"/>
                      <a:tailEnd type="none" w="med" len="med"/>
                    </a:lnT>
                    <a:lnB cap="flat">
                      <a:noFill/>
                    </a:lnB>
                    <a:lnTlToBr>
                      <a:noFill/>
                    </a:lnTlToBr>
                    <a:lnBlToTr>
                      <a:noFill/>
                    </a:lnBlToTr>
                    <a:solidFill>
                      <a:schemeClr val="accent3">
                        <a:lumMod val="40000"/>
                        <a:lumOff val="60000"/>
                      </a:schemeClr>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a:noFill/>
                    </a:lnL>
                    <a:lnR>
                      <a:noFill/>
                    </a:lnR>
                    <a:lnT w="12700" cap="flat" cmpd="sng" algn="ctr">
                      <a:solidFill>
                        <a:schemeClr val="tx1"/>
                      </a:solidFill>
                      <a:prstDash val="solid"/>
                      <a:round/>
                      <a:headEnd type="none" w="med" len="med"/>
                      <a:tailEnd type="none" w="med" len="med"/>
                    </a:lnT>
                    <a:lnB cap="flat">
                      <a:noFill/>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a:noFill/>
                    </a:lnL>
                    <a:lnR cap="flat">
                      <a:noFill/>
                    </a:lnR>
                    <a:lnT w="12700" cap="flat" cmpd="sng" algn="ctr">
                      <a:solidFill>
                        <a:schemeClr val="tx1"/>
                      </a:solidFill>
                      <a:prstDash val="solid"/>
                      <a:round/>
                      <a:headEnd type="none" w="med" len="med"/>
                      <a:tailEnd type="none" w="med" len="med"/>
                    </a:lnT>
                    <a:lnB cap="flat">
                      <a:noFill/>
                    </a:lnB>
                    <a:lnTlToBr>
                      <a:noFill/>
                    </a:lnTlToBr>
                    <a:lnBlToTr>
                      <a:noFill/>
                    </a:lnBlToTr>
                    <a:solidFill>
                      <a:schemeClr val="accent4">
                        <a:lumMod val="40000"/>
                        <a:lumOff val="60000"/>
                      </a:schemeClr>
                    </a:solidFill>
                  </a:tcPr>
                </a:tc>
                <a:extLst>
                  <a:ext uri="{0D108BD9-81ED-4DB2-BD59-A6C34878D82A}">
                    <a16:rowId xmlns:a16="http://schemas.microsoft.com/office/drawing/2014/main" val="10001"/>
                  </a:ext>
                </a:extLst>
              </a:tr>
              <a:tr h="449263">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cap="flat">
                      <a:noFill/>
                    </a:lnL>
                    <a:lnR w="12700" cap="flat" cmpd="sng" algn="ctr">
                      <a:solidFill>
                        <a:schemeClr val="tx1"/>
                      </a:solidFill>
                      <a:prstDash val="solid"/>
                      <a:round/>
                      <a:headEnd type="none" w="med" len="med"/>
                      <a:tailEnd type="none" w="med" len="med"/>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w="12700" cap="flat" cmpd="sng" algn="ctr">
                      <a:solidFill>
                        <a:schemeClr val="tx1"/>
                      </a:solidFill>
                      <a:prstDash val="solid"/>
                      <a:round/>
                      <a:headEnd type="none" w="med" len="med"/>
                      <a:tailEnd type="none" w="med" len="med"/>
                    </a:lnL>
                    <a:lnR>
                      <a:noFill/>
                    </a:lnR>
                    <a:lnT cap="flat">
                      <a:noFill/>
                    </a:lnT>
                    <a:lnB w="28575" cap="flat" cmpd="sng" algn="ctr">
                      <a:solidFill>
                        <a:schemeClr val="tx1"/>
                      </a:solidFill>
                      <a:prstDash val="solid"/>
                      <a:round/>
                      <a:headEnd type="none" w="med" len="med"/>
                      <a:tailEnd type="none" w="med" len="med"/>
                    </a:lnB>
                    <a:lnTlToBr>
                      <a:noFill/>
                    </a:lnTlToBr>
                    <a:lnBlToTr>
                      <a:noFill/>
                    </a:lnBlToTr>
                    <a:solidFill>
                      <a:schemeClr val="accent5">
                        <a:lumMod val="40000"/>
                        <a:lumOff val="60000"/>
                      </a:schemeClr>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a:noFill/>
                    </a:lnL>
                    <a:lnR>
                      <a:noFill/>
                    </a:lnR>
                    <a:lnT cap="flat">
                      <a:noFill/>
                    </a:lnT>
                    <a:lnB w="28575" cap="flat" cmpd="sng" algn="ctr">
                      <a:solidFill>
                        <a:schemeClr val="tx1"/>
                      </a:solidFill>
                      <a:prstDash val="solid"/>
                      <a:round/>
                      <a:headEnd type="none" w="med" len="med"/>
                      <a:tailEnd type="none" w="med" len="med"/>
                    </a:lnB>
                    <a:lnTlToBr>
                      <a:noFill/>
                    </a:lnTlToBr>
                    <a:lnBlToTr>
                      <a:noFill/>
                    </a:lnBlToTr>
                    <a:solidFill>
                      <a:schemeClr val="accent3">
                        <a:lumMod val="40000"/>
                        <a:lumOff val="60000"/>
                      </a:schemeClr>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a:noFill/>
                    </a:lnL>
                    <a:lnR>
                      <a:noFill/>
                    </a:lnR>
                    <a:lnT cap="flat">
                      <a:noFill/>
                    </a:lnT>
                    <a:lnB w="28575" cap="flat" cmpd="sng" algn="ctr">
                      <a:solidFill>
                        <a:schemeClr val="tx1"/>
                      </a:solidFill>
                      <a:prstDash val="solid"/>
                      <a:round/>
                      <a:headEnd type="none" w="med" len="med"/>
                      <a:tailEnd type="none" w="med" len="med"/>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a:noFill/>
                    </a:lnL>
                    <a:lnR cap="flat">
                      <a:noFill/>
                    </a:lnR>
                    <a:lnT cap="flat">
                      <a:noFill/>
                    </a:lnT>
                    <a:lnB w="28575" cap="flat" cmpd="sng" algn="ctr">
                      <a:solidFill>
                        <a:schemeClr val="tx1"/>
                      </a:solidFill>
                      <a:prstDash val="solid"/>
                      <a:round/>
                      <a:headEnd type="none" w="med" len="med"/>
                      <a:tailEnd type="none" w="med" len="med"/>
                    </a:lnB>
                    <a:lnTlToBr>
                      <a:noFill/>
                    </a:lnTlToBr>
                    <a:lnBlToTr>
                      <a:noFill/>
                    </a:lnBlToTr>
                    <a:solidFill>
                      <a:schemeClr val="accent4">
                        <a:lumMod val="40000"/>
                        <a:lumOff val="60000"/>
                      </a:schemeClr>
                    </a:solidFill>
                  </a:tcPr>
                </a:tc>
                <a:extLst>
                  <a:ext uri="{0D108BD9-81ED-4DB2-BD59-A6C34878D82A}">
                    <a16:rowId xmlns:a16="http://schemas.microsoft.com/office/drawing/2014/main" val="10002"/>
                  </a:ext>
                </a:extLst>
              </a:tr>
            </a:tbl>
          </a:graphicData>
        </a:graphic>
      </p:graphicFrame>
      <p:sp>
        <p:nvSpPr>
          <p:cNvPr id="41" name="Rectangle 118"/>
          <p:cNvSpPr>
            <a:spLocks noChangeArrowheads="1"/>
          </p:cNvSpPr>
          <p:nvPr/>
        </p:nvSpPr>
        <p:spPr bwMode="auto">
          <a:xfrm>
            <a:off x="3573718" y="4959248"/>
            <a:ext cx="719138" cy="360362"/>
          </a:xfrm>
          <a:prstGeom prst="rect">
            <a:avLst/>
          </a:prstGeom>
          <a:noFill/>
          <a:ln w="9525">
            <a:noFill/>
            <a:miter lim="800000"/>
            <a:headEnd/>
            <a:tailEnd/>
          </a:ln>
          <a:effectLst/>
        </p:spPr>
        <p:txBody>
          <a:bodyPr wrap="none" anchor="ctr"/>
          <a:lstStyle/>
          <a:p>
            <a:pPr algn="ctr"/>
            <a:r>
              <a:rPr lang="en-US" altLang="ja-JP" sz="2000" i="1" dirty="0">
                <a:ea typeface="MeiryoKe_PGothic" pitchFamily="50" charset="-128"/>
              </a:rPr>
              <a:t>o</a:t>
            </a:r>
            <a:r>
              <a:rPr lang="en-US" altLang="ja-JP" sz="2000" baseline="-25000" dirty="0">
                <a:ea typeface="MeiryoKe_PGothic" pitchFamily="50" charset="-128"/>
              </a:rPr>
              <a:t>0</a:t>
            </a:r>
            <a:r>
              <a:rPr lang="en-US" altLang="ja-JP" sz="2000" dirty="0">
                <a:ea typeface="MeiryoKe_PGothic" pitchFamily="50" charset="-128"/>
              </a:rPr>
              <a:t> = 0</a:t>
            </a:r>
          </a:p>
        </p:txBody>
      </p:sp>
      <p:sp>
        <p:nvSpPr>
          <p:cNvPr id="42" name="Rectangle 119"/>
          <p:cNvSpPr>
            <a:spLocks noChangeArrowheads="1"/>
          </p:cNvSpPr>
          <p:nvPr/>
        </p:nvSpPr>
        <p:spPr bwMode="auto">
          <a:xfrm>
            <a:off x="5013582" y="4959248"/>
            <a:ext cx="719137" cy="360362"/>
          </a:xfrm>
          <a:prstGeom prst="rect">
            <a:avLst/>
          </a:prstGeom>
          <a:noFill/>
          <a:ln w="9525">
            <a:noFill/>
            <a:miter lim="800000"/>
            <a:headEnd/>
            <a:tailEnd/>
          </a:ln>
          <a:effectLst/>
        </p:spPr>
        <p:txBody>
          <a:bodyPr wrap="none" anchor="ctr"/>
          <a:lstStyle/>
          <a:p>
            <a:pPr algn="ctr"/>
            <a:r>
              <a:rPr lang="en-US" altLang="ja-JP" sz="2000" i="1" dirty="0">
                <a:ea typeface="MeiryoKe_PGothic" pitchFamily="50" charset="-128"/>
              </a:rPr>
              <a:t>o</a:t>
            </a:r>
            <a:r>
              <a:rPr lang="en-US" altLang="ja-JP" sz="2000" baseline="-25000" dirty="0">
                <a:ea typeface="MeiryoKe_PGothic" pitchFamily="50" charset="-128"/>
              </a:rPr>
              <a:t>1</a:t>
            </a:r>
            <a:r>
              <a:rPr lang="en-US" altLang="ja-JP" sz="2000" dirty="0">
                <a:ea typeface="MeiryoKe_PGothic" pitchFamily="50" charset="-128"/>
              </a:rPr>
              <a:t> = </a:t>
            </a:r>
            <a:r>
              <a:rPr lang="en-US" altLang="ja-JP" sz="2000" i="1" dirty="0">
                <a:ea typeface="MeiryoKe_PGothic" pitchFamily="50" charset="-128"/>
              </a:rPr>
              <a:t>i</a:t>
            </a:r>
            <a:r>
              <a:rPr lang="en-US" altLang="ja-JP" sz="2000" baseline="-25000" dirty="0">
                <a:ea typeface="MeiryoKe_PGothic" pitchFamily="50" charset="-128"/>
              </a:rPr>
              <a:t>1</a:t>
            </a:r>
          </a:p>
        </p:txBody>
      </p:sp>
      <p:sp>
        <p:nvSpPr>
          <p:cNvPr id="43" name="Rectangle 120"/>
          <p:cNvSpPr>
            <a:spLocks noChangeArrowheads="1"/>
          </p:cNvSpPr>
          <p:nvPr/>
        </p:nvSpPr>
        <p:spPr bwMode="auto">
          <a:xfrm>
            <a:off x="6453443" y="4959248"/>
            <a:ext cx="719138" cy="360362"/>
          </a:xfrm>
          <a:prstGeom prst="rect">
            <a:avLst/>
          </a:prstGeom>
          <a:noFill/>
          <a:ln w="9525">
            <a:noFill/>
            <a:miter lim="800000"/>
            <a:headEnd/>
            <a:tailEnd/>
          </a:ln>
          <a:effectLst/>
        </p:spPr>
        <p:txBody>
          <a:bodyPr wrap="none" anchor="ctr"/>
          <a:lstStyle/>
          <a:p>
            <a:pPr algn="ctr"/>
            <a:r>
              <a:rPr lang="en-US" altLang="ja-JP" sz="2000" i="1" dirty="0">
                <a:ea typeface="MeiryoKe_PGothic" pitchFamily="50" charset="-128"/>
              </a:rPr>
              <a:t>o</a:t>
            </a:r>
            <a:r>
              <a:rPr lang="en-US" altLang="ja-JP" sz="2000" baseline="-25000" dirty="0">
                <a:ea typeface="MeiryoKe_PGothic" pitchFamily="50" charset="-128"/>
              </a:rPr>
              <a:t>2</a:t>
            </a:r>
            <a:r>
              <a:rPr lang="en-US" altLang="ja-JP" sz="2000" dirty="0">
                <a:ea typeface="MeiryoKe_PGothic" pitchFamily="50" charset="-128"/>
              </a:rPr>
              <a:t> = </a:t>
            </a:r>
            <a:r>
              <a:rPr lang="en-US" altLang="ja-JP" sz="2000" i="1" spc="-300" dirty="0">
                <a:ea typeface="MeiryoKe_PGothic" pitchFamily="50" charset="-128"/>
              </a:rPr>
              <a:t>i’</a:t>
            </a:r>
            <a:r>
              <a:rPr lang="en-US" altLang="ja-JP" sz="2000" spc="-300" baseline="-25000" dirty="0">
                <a:ea typeface="MeiryoKe_PGothic" pitchFamily="50" charset="-128"/>
              </a:rPr>
              <a:t>1</a:t>
            </a:r>
          </a:p>
        </p:txBody>
      </p:sp>
      <p:sp>
        <p:nvSpPr>
          <p:cNvPr id="44" name="Rectangle 121"/>
          <p:cNvSpPr>
            <a:spLocks noChangeArrowheads="1"/>
          </p:cNvSpPr>
          <p:nvPr/>
        </p:nvSpPr>
        <p:spPr bwMode="auto">
          <a:xfrm>
            <a:off x="7893307" y="4959248"/>
            <a:ext cx="719137" cy="360362"/>
          </a:xfrm>
          <a:prstGeom prst="rect">
            <a:avLst/>
          </a:prstGeom>
          <a:noFill/>
          <a:ln w="9525">
            <a:noFill/>
            <a:miter lim="800000"/>
            <a:headEnd/>
            <a:tailEnd/>
          </a:ln>
          <a:effectLst/>
        </p:spPr>
        <p:txBody>
          <a:bodyPr wrap="none" anchor="ctr"/>
          <a:lstStyle/>
          <a:p>
            <a:pPr algn="ctr"/>
            <a:r>
              <a:rPr lang="en-US" altLang="ja-JP" sz="2000" i="1" dirty="0">
                <a:ea typeface="MeiryoKe_PGothic" pitchFamily="50" charset="-128"/>
              </a:rPr>
              <a:t>o</a:t>
            </a:r>
            <a:r>
              <a:rPr lang="en-US" altLang="ja-JP" sz="2000" baseline="-25000" dirty="0">
                <a:ea typeface="MeiryoKe_PGothic" pitchFamily="50" charset="-128"/>
              </a:rPr>
              <a:t>3</a:t>
            </a:r>
            <a:r>
              <a:rPr lang="en-US" altLang="ja-JP" sz="2000" dirty="0">
                <a:ea typeface="MeiryoKe_PGothic" pitchFamily="50" charset="-128"/>
              </a:rPr>
              <a:t> = </a:t>
            </a:r>
            <a:r>
              <a:rPr kumimoji="0" lang="en-US" altLang="ja-JP" dirty="0">
                <a:ea typeface="MeiryoKe_PGothic" pitchFamily="50" charset="-128"/>
              </a:rPr>
              <a:t>1</a:t>
            </a:r>
            <a:endParaRPr lang="en-US" altLang="ja-JP" sz="2000" baseline="-25000" dirty="0">
              <a:ea typeface="MeiryoKe_PGothic" pitchFamily="50" charset="-128"/>
            </a:endParaRPr>
          </a:p>
        </p:txBody>
      </p:sp>
      <p:cxnSp>
        <p:nvCxnSpPr>
          <p:cNvPr id="45" name="AutoShape 122"/>
          <p:cNvCxnSpPr>
            <a:cxnSpLocks noChangeShapeType="1"/>
            <a:stCxn id="41" idx="0"/>
          </p:cNvCxnSpPr>
          <p:nvPr/>
        </p:nvCxnSpPr>
        <p:spPr bwMode="auto">
          <a:xfrm rot="16200000">
            <a:off x="4430175" y="3832917"/>
            <a:ext cx="630238" cy="1622425"/>
          </a:xfrm>
          <a:prstGeom prst="curvedConnector3">
            <a:avLst>
              <a:gd name="adj1" fmla="val 50125"/>
            </a:avLst>
          </a:prstGeom>
          <a:noFill/>
          <a:ln w="9525">
            <a:solidFill>
              <a:schemeClr val="tx1"/>
            </a:solidFill>
            <a:round/>
            <a:headEnd/>
            <a:tailEnd type="stealth" w="med" len="med"/>
          </a:ln>
          <a:effectLst/>
        </p:spPr>
      </p:cxnSp>
      <p:cxnSp>
        <p:nvCxnSpPr>
          <p:cNvPr id="46" name="AutoShape 123"/>
          <p:cNvCxnSpPr>
            <a:cxnSpLocks noChangeShapeType="1"/>
            <a:stCxn id="42" idx="0"/>
          </p:cNvCxnSpPr>
          <p:nvPr/>
        </p:nvCxnSpPr>
        <p:spPr bwMode="auto">
          <a:xfrm rot="16200000">
            <a:off x="5329493" y="4373460"/>
            <a:ext cx="630238" cy="541338"/>
          </a:xfrm>
          <a:prstGeom prst="curvedConnector3">
            <a:avLst>
              <a:gd name="adj1" fmla="val 50125"/>
            </a:avLst>
          </a:prstGeom>
          <a:noFill/>
          <a:ln w="9525">
            <a:solidFill>
              <a:schemeClr val="tx1"/>
            </a:solidFill>
            <a:round/>
            <a:headEnd/>
            <a:tailEnd type="stealth" w="med" len="med"/>
          </a:ln>
          <a:effectLst/>
        </p:spPr>
      </p:cxnSp>
      <p:cxnSp>
        <p:nvCxnSpPr>
          <p:cNvPr id="47" name="AutoShape 124"/>
          <p:cNvCxnSpPr>
            <a:cxnSpLocks noChangeShapeType="1"/>
            <a:stCxn id="43" idx="0"/>
          </p:cNvCxnSpPr>
          <p:nvPr/>
        </p:nvCxnSpPr>
        <p:spPr bwMode="auto">
          <a:xfrm rot="5400000" flipH="1">
            <a:off x="6229606" y="4375048"/>
            <a:ext cx="630238" cy="538163"/>
          </a:xfrm>
          <a:prstGeom prst="curvedConnector3">
            <a:avLst>
              <a:gd name="adj1" fmla="val 50125"/>
            </a:avLst>
          </a:prstGeom>
          <a:noFill/>
          <a:ln w="9525">
            <a:solidFill>
              <a:schemeClr val="tx1"/>
            </a:solidFill>
            <a:round/>
            <a:headEnd/>
            <a:tailEnd type="stealth" w="med" len="med"/>
          </a:ln>
          <a:effectLst/>
        </p:spPr>
      </p:cxnSp>
      <p:cxnSp>
        <p:nvCxnSpPr>
          <p:cNvPr id="48" name="AutoShape 125"/>
          <p:cNvCxnSpPr>
            <a:cxnSpLocks noChangeShapeType="1"/>
            <a:stCxn id="44" idx="0"/>
          </p:cNvCxnSpPr>
          <p:nvPr/>
        </p:nvCxnSpPr>
        <p:spPr bwMode="auto">
          <a:xfrm rot="5400000" flipH="1">
            <a:off x="7129718" y="3835298"/>
            <a:ext cx="630238" cy="1617662"/>
          </a:xfrm>
          <a:prstGeom prst="curvedConnector3">
            <a:avLst>
              <a:gd name="adj1" fmla="val 50125"/>
            </a:avLst>
          </a:prstGeom>
          <a:noFill/>
          <a:ln w="9525">
            <a:solidFill>
              <a:schemeClr val="tx1"/>
            </a:solidFill>
            <a:round/>
            <a:headEnd/>
            <a:tailEnd type="stealth" w="med" len="med"/>
          </a:ln>
          <a:effectLst/>
        </p:spPr>
      </p:cxnSp>
      <p:sp>
        <p:nvSpPr>
          <p:cNvPr id="49" name="Rectangle 130"/>
          <p:cNvSpPr>
            <a:spLocks noChangeArrowheads="1"/>
          </p:cNvSpPr>
          <p:nvPr/>
        </p:nvSpPr>
        <p:spPr bwMode="auto">
          <a:xfrm>
            <a:off x="3561005" y="5513299"/>
            <a:ext cx="720725" cy="719138"/>
          </a:xfrm>
          <a:prstGeom prst="rect">
            <a:avLst/>
          </a:prstGeom>
          <a:noFill/>
          <a:ln w="12700">
            <a:solidFill>
              <a:schemeClr val="accent5"/>
            </a:solidFill>
            <a:prstDash val="dash"/>
            <a:miter lim="800000"/>
            <a:headEnd/>
            <a:tailEnd/>
          </a:ln>
          <a:effectLst/>
        </p:spPr>
        <p:txBody>
          <a:bodyPr wrap="none" anchor="ctr"/>
          <a:lstStyle/>
          <a:p>
            <a:endParaRPr lang="ja-JP" altLang="en-US" dirty="0">
              <a:ea typeface="MeiryoKe_PGothic" pitchFamily="50" charset="-128"/>
            </a:endParaRPr>
          </a:p>
        </p:txBody>
      </p:sp>
      <p:sp>
        <p:nvSpPr>
          <p:cNvPr id="50" name="Rectangle 131"/>
          <p:cNvSpPr>
            <a:spLocks noChangeArrowheads="1"/>
          </p:cNvSpPr>
          <p:nvPr/>
        </p:nvSpPr>
        <p:spPr bwMode="auto">
          <a:xfrm>
            <a:off x="5008813" y="5513299"/>
            <a:ext cx="720725" cy="719138"/>
          </a:xfrm>
          <a:prstGeom prst="rect">
            <a:avLst/>
          </a:prstGeom>
          <a:noFill/>
          <a:ln w="12700">
            <a:solidFill>
              <a:schemeClr val="accent3"/>
            </a:solidFill>
            <a:prstDash val="dash"/>
            <a:miter lim="800000"/>
            <a:headEnd/>
            <a:tailEnd/>
          </a:ln>
          <a:effectLst/>
        </p:spPr>
        <p:txBody>
          <a:bodyPr wrap="none" anchor="ctr"/>
          <a:lstStyle/>
          <a:p>
            <a:endParaRPr lang="ja-JP" altLang="en-US" dirty="0">
              <a:ea typeface="MeiryoKe_PGothic" pitchFamily="50" charset="-128"/>
            </a:endParaRPr>
          </a:p>
        </p:txBody>
      </p:sp>
      <p:sp>
        <p:nvSpPr>
          <p:cNvPr id="51" name="Rectangle 132"/>
          <p:cNvSpPr>
            <a:spLocks noChangeArrowheads="1"/>
          </p:cNvSpPr>
          <p:nvPr/>
        </p:nvSpPr>
        <p:spPr bwMode="auto">
          <a:xfrm>
            <a:off x="6456621" y="5513299"/>
            <a:ext cx="720725" cy="719138"/>
          </a:xfrm>
          <a:prstGeom prst="rect">
            <a:avLst/>
          </a:prstGeom>
          <a:noFill/>
          <a:ln w="12700">
            <a:solidFill>
              <a:schemeClr val="accent6"/>
            </a:solidFill>
            <a:prstDash val="dash"/>
            <a:miter lim="800000"/>
            <a:headEnd/>
            <a:tailEnd/>
          </a:ln>
          <a:effectLst/>
        </p:spPr>
        <p:txBody>
          <a:bodyPr wrap="none" anchor="ctr"/>
          <a:lstStyle/>
          <a:p>
            <a:endParaRPr lang="ja-JP" altLang="en-US" dirty="0">
              <a:ea typeface="MeiryoKe_PGothic" pitchFamily="50" charset="-128"/>
            </a:endParaRPr>
          </a:p>
        </p:txBody>
      </p:sp>
      <p:sp>
        <p:nvSpPr>
          <p:cNvPr id="52" name="Rectangle 133"/>
          <p:cNvSpPr>
            <a:spLocks noChangeArrowheads="1"/>
          </p:cNvSpPr>
          <p:nvPr/>
        </p:nvSpPr>
        <p:spPr bwMode="auto">
          <a:xfrm>
            <a:off x="7904429" y="5513299"/>
            <a:ext cx="720725" cy="719138"/>
          </a:xfrm>
          <a:prstGeom prst="rect">
            <a:avLst/>
          </a:prstGeom>
          <a:noFill/>
          <a:ln w="12700">
            <a:solidFill>
              <a:schemeClr val="accent4"/>
            </a:solidFill>
            <a:prstDash val="dash"/>
            <a:miter lim="800000"/>
            <a:headEnd/>
            <a:tailEnd/>
          </a:ln>
          <a:effectLst/>
        </p:spPr>
        <p:txBody>
          <a:bodyPr wrap="none" anchor="ctr"/>
          <a:lstStyle/>
          <a:p>
            <a:endParaRPr lang="ja-JP" altLang="en-US" dirty="0">
              <a:ea typeface="MeiryoKe_PGothic" pitchFamily="50" charset="-128"/>
            </a:endParaRPr>
          </a:p>
        </p:txBody>
      </p:sp>
      <p:sp>
        <p:nvSpPr>
          <p:cNvPr id="53" name="Rectangle 134"/>
          <p:cNvSpPr>
            <a:spLocks noChangeArrowheads="1"/>
          </p:cNvSpPr>
          <p:nvPr/>
        </p:nvSpPr>
        <p:spPr bwMode="auto">
          <a:xfrm>
            <a:off x="3561005" y="5513299"/>
            <a:ext cx="360363" cy="719138"/>
          </a:xfrm>
          <a:prstGeom prst="rect">
            <a:avLst/>
          </a:prstGeom>
          <a:noFill/>
          <a:ln w="9525">
            <a:noFill/>
            <a:miter lim="800000"/>
            <a:headEnd/>
            <a:tailEnd/>
          </a:ln>
          <a:effectLst/>
        </p:spPr>
        <p:txBody>
          <a:bodyPr wrap="none" anchor="ctr"/>
          <a:lstStyle/>
          <a:p>
            <a:pPr algn="ctr"/>
            <a:r>
              <a:rPr lang="en-US" altLang="ja-JP" sz="2000" dirty="0">
                <a:ea typeface="MeiryoKe_PGothic" pitchFamily="50" charset="-128"/>
              </a:rPr>
              <a:t>0</a:t>
            </a:r>
          </a:p>
        </p:txBody>
      </p:sp>
      <p:sp>
        <p:nvSpPr>
          <p:cNvPr id="54" name="Rectangle 135"/>
          <p:cNvSpPr>
            <a:spLocks noChangeArrowheads="1"/>
          </p:cNvSpPr>
          <p:nvPr/>
        </p:nvSpPr>
        <p:spPr bwMode="auto">
          <a:xfrm>
            <a:off x="7904429" y="5513299"/>
            <a:ext cx="360363" cy="719138"/>
          </a:xfrm>
          <a:prstGeom prst="rect">
            <a:avLst/>
          </a:prstGeom>
          <a:noFill/>
          <a:ln w="9525">
            <a:noFill/>
            <a:miter lim="800000"/>
            <a:headEnd/>
            <a:tailEnd/>
          </a:ln>
          <a:effectLst/>
        </p:spPr>
        <p:txBody>
          <a:bodyPr wrap="none" anchor="ctr"/>
          <a:lstStyle/>
          <a:p>
            <a:pPr algn="ctr"/>
            <a:r>
              <a:rPr lang="en-US" altLang="ja-JP" sz="2000" dirty="0">
                <a:ea typeface="MeiryoKe_PGothic" pitchFamily="50" charset="-128"/>
              </a:rPr>
              <a:t>1</a:t>
            </a:r>
          </a:p>
        </p:txBody>
      </p:sp>
      <p:sp>
        <p:nvSpPr>
          <p:cNvPr id="55" name="Line 136"/>
          <p:cNvSpPr>
            <a:spLocks noChangeShapeType="1"/>
          </p:cNvSpPr>
          <p:nvPr/>
        </p:nvSpPr>
        <p:spPr bwMode="auto">
          <a:xfrm>
            <a:off x="3922956" y="5875251"/>
            <a:ext cx="360362" cy="0"/>
          </a:xfrm>
          <a:prstGeom prst="line">
            <a:avLst/>
          </a:prstGeom>
          <a:noFill/>
          <a:ln w="9525">
            <a:solidFill>
              <a:schemeClr val="tx1"/>
            </a:solidFill>
            <a:round/>
            <a:headEnd/>
            <a:tailEnd/>
          </a:ln>
          <a:effectLst/>
        </p:spPr>
        <p:txBody>
          <a:bodyPr/>
          <a:lstStyle/>
          <a:p>
            <a:endParaRPr lang="ja-JP" altLang="en-US" dirty="0">
              <a:ea typeface="MeiryoKe_PGothic" pitchFamily="50" charset="-128"/>
            </a:endParaRPr>
          </a:p>
        </p:txBody>
      </p:sp>
      <p:sp>
        <p:nvSpPr>
          <p:cNvPr id="56" name="Line 137"/>
          <p:cNvSpPr>
            <a:spLocks noChangeShapeType="1"/>
          </p:cNvSpPr>
          <p:nvPr/>
        </p:nvSpPr>
        <p:spPr bwMode="auto">
          <a:xfrm>
            <a:off x="8266380" y="5875251"/>
            <a:ext cx="360362" cy="0"/>
          </a:xfrm>
          <a:prstGeom prst="line">
            <a:avLst/>
          </a:prstGeom>
          <a:noFill/>
          <a:ln w="9525">
            <a:solidFill>
              <a:schemeClr val="tx1"/>
            </a:solidFill>
            <a:round/>
            <a:headEnd/>
            <a:tailEnd/>
          </a:ln>
          <a:effectLst/>
        </p:spPr>
        <p:txBody>
          <a:bodyPr/>
          <a:lstStyle/>
          <a:p>
            <a:endParaRPr lang="ja-JP" altLang="en-US" dirty="0">
              <a:ea typeface="MeiryoKe_PGothic" pitchFamily="50" charset="-128"/>
            </a:endParaRPr>
          </a:p>
        </p:txBody>
      </p:sp>
      <p:sp>
        <p:nvSpPr>
          <p:cNvPr id="57" name="Line 138"/>
          <p:cNvSpPr>
            <a:spLocks noChangeShapeType="1"/>
          </p:cNvSpPr>
          <p:nvPr/>
        </p:nvSpPr>
        <p:spPr bwMode="auto">
          <a:xfrm>
            <a:off x="5008812" y="5875251"/>
            <a:ext cx="719138" cy="0"/>
          </a:xfrm>
          <a:prstGeom prst="line">
            <a:avLst/>
          </a:prstGeom>
          <a:noFill/>
          <a:ln w="9525">
            <a:solidFill>
              <a:schemeClr val="tx1"/>
            </a:solidFill>
            <a:round/>
            <a:headEnd/>
            <a:tailEnd/>
          </a:ln>
          <a:effectLst/>
        </p:spPr>
        <p:txBody>
          <a:bodyPr/>
          <a:lstStyle/>
          <a:p>
            <a:endParaRPr lang="ja-JP" altLang="en-US" dirty="0">
              <a:ea typeface="MeiryoKe_PGothic" pitchFamily="50" charset="-128"/>
            </a:endParaRPr>
          </a:p>
        </p:txBody>
      </p:sp>
      <p:sp>
        <p:nvSpPr>
          <p:cNvPr id="58" name="Line 139"/>
          <p:cNvSpPr>
            <a:spLocks noChangeShapeType="1"/>
          </p:cNvSpPr>
          <p:nvPr/>
        </p:nvSpPr>
        <p:spPr bwMode="auto">
          <a:xfrm>
            <a:off x="6456621" y="5875251"/>
            <a:ext cx="719137" cy="0"/>
          </a:xfrm>
          <a:prstGeom prst="line">
            <a:avLst/>
          </a:prstGeom>
          <a:noFill/>
          <a:ln w="9525">
            <a:solidFill>
              <a:schemeClr val="tx1"/>
            </a:solidFill>
            <a:round/>
            <a:headEnd/>
            <a:tailEnd/>
          </a:ln>
          <a:effectLst/>
        </p:spPr>
        <p:txBody>
          <a:bodyPr/>
          <a:lstStyle/>
          <a:p>
            <a:endParaRPr lang="ja-JP" altLang="en-US" dirty="0">
              <a:ea typeface="MeiryoKe_PGothic" pitchFamily="50" charset="-128"/>
            </a:endParaRPr>
          </a:p>
        </p:txBody>
      </p:sp>
      <p:pic>
        <p:nvPicPr>
          <p:cNvPr id="59" name="Picture 140" descr="NOT"/>
          <p:cNvPicPr>
            <a:picLocks noChangeAspect="1" noChangeArrowheads="1"/>
          </p:cNvPicPr>
          <p:nvPr/>
        </p:nvPicPr>
        <p:blipFill>
          <a:blip r:embed="rId3" cstate="print"/>
          <a:srcRect/>
          <a:stretch>
            <a:fillRect/>
          </a:stretch>
        </p:blipFill>
        <p:spPr bwMode="auto">
          <a:xfrm>
            <a:off x="6547109" y="5603787"/>
            <a:ext cx="538163" cy="539750"/>
          </a:xfrm>
          <a:prstGeom prst="rect">
            <a:avLst/>
          </a:prstGeom>
          <a:noFill/>
        </p:spPr>
      </p:pic>
      <p:pic>
        <p:nvPicPr>
          <p:cNvPr id="60" name="Picture 141" descr="BUF"/>
          <p:cNvPicPr>
            <a:picLocks noChangeAspect="1" noChangeArrowheads="1"/>
          </p:cNvPicPr>
          <p:nvPr/>
        </p:nvPicPr>
        <p:blipFill>
          <a:blip r:embed="rId4" cstate="print"/>
          <a:srcRect/>
          <a:stretch>
            <a:fillRect/>
          </a:stretch>
        </p:blipFill>
        <p:spPr bwMode="auto">
          <a:xfrm>
            <a:off x="5099301" y="5603787"/>
            <a:ext cx="538163" cy="539750"/>
          </a:xfrm>
          <a:prstGeom prst="rect">
            <a:avLst/>
          </a:prstGeom>
          <a:noFill/>
        </p:spPr>
      </p:pic>
      <p:cxnSp>
        <p:nvCxnSpPr>
          <p:cNvPr id="61" name="直線コネクタ 60"/>
          <p:cNvCxnSpPr/>
          <p:nvPr/>
        </p:nvCxnSpPr>
        <p:spPr bwMode="auto">
          <a:xfrm>
            <a:off x="3380028" y="5875251"/>
            <a:ext cx="180976" cy="1588"/>
          </a:xfrm>
          <a:prstGeom prst="line">
            <a:avLst/>
          </a:prstGeom>
          <a:noFill/>
          <a:ln w="9525" cap="flat" cmpd="sng" algn="ctr">
            <a:solidFill>
              <a:schemeClr val="tx1"/>
            </a:solidFill>
            <a:prstDash val="solid"/>
            <a:round/>
            <a:headEnd type="none" w="med" len="med"/>
            <a:tailEnd type="none" w="med" len="med"/>
          </a:ln>
          <a:effectLst/>
        </p:spPr>
      </p:cxnSp>
      <p:cxnSp>
        <p:nvCxnSpPr>
          <p:cNvPr id="62" name="直線コネクタ 61"/>
          <p:cNvCxnSpPr/>
          <p:nvPr/>
        </p:nvCxnSpPr>
        <p:spPr bwMode="auto">
          <a:xfrm>
            <a:off x="4284908" y="5875251"/>
            <a:ext cx="180976" cy="1588"/>
          </a:xfrm>
          <a:prstGeom prst="line">
            <a:avLst/>
          </a:prstGeom>
          <a:noFill/>
          <a:ln w="9525" cap="flat" cmpd="sng" algn="ctr">
            <a:solidFill>
              <a:schemeClr val="tx1"/>
            </a:solidFill>
            <a:prstDash val="solid"/>
            <a:round/>
            <a:headEnd type="none" w="med" len="med"/>
            <a:tailEnd type="none" w="med" len="med"/>
          </a:ln>
          <a:effectLst/>
        </p:spPr>
      </p:cxnSp>
      <p:cxnSp>
        <p:nvCxnSpPr>
          <p:cNvPr id="63" name="直線コネクタ 62"/>
          <p:cNvCxnSpPr/>
          <p:nvPr/>
        </p:nvCxnSpPr>
        <p:spPr bwMode="auto">
          <a:xfrm>
            <a:off x="4827836" y="5875251"/>
            <a:ext cx="180976" cy="1588"/>
          </a:xfrm>
          <a:prstGeom prst="line">
            <a:avLst/>
          </a:prstGeom>
          <a:noFill/>
          <a:ln w="9525" cap="flat" cmpd="sng" algn="ctr">
            <a:solidFill>
              <a:schemeClr val="tx1"/>
            </a:solidFill>
            <a:prstDash val="solid"/>
            <a:round/>
            <a:headEnd type="none" w="med" len="med"/>
            <a:tailEnd type="none" w="med" len="med"/>
          </a:ln>
          <a:effectLst/>
        </p:spPr>
      </p:cxnSp>
      <p:cxnSp>
        <p:nvCxnSpPr>
          <p:cNvPr id="64" name="直線コネクタ 63"/>
          <p:cNvCxnSpPr/>
          <p:nvPr/>
        </p:nvCxnSpPr>
        <p:spPr bwMode="auto">
          <a:xfrm>
            <a:off x="5732716" y="5875251"/>
            <a:ext cx="180976" cy="1588"/>
          </a:xfrm>
          <a:prstGeom prst="line">
            <a:avLst/>
          </a:prstGeom>
          <a:noFill/>
          <a:ln w="9525" cap="flat" cmpd="sng" algn="ctr">
            <a:solidFill>
              <a:schemeClr val="tx1"/>
            </a:solidFill>
            <a:prstDash val="solid"/>
            <a:round/>
            <a:headEnd type="none" w="med" len="med"/>
            <a:tailEnd type="none" w="med" len="med"/>
          </a:ln>
          <a:effectLst/>
        </p:spPr>
      </p:cxnSp>
      <p:cxnSp>
        <p:nvCxnSpPr>
          <p:cNvPr id="65" name="直線コネクタ 64"/>
          <p:cNvCxnSpPr/>
          <p:nvPr/>
        </p:nvCxnSpPr>
        <p:spPr bwMode="auto">
          <a:xfrm>
            <a:off x="6275644" y="5875251"/>
            <a:ext cx="180976" cy="1588"/>
          </a:xfrm>
          <a:prstGeom prst="line">
            <a:avLst/>
          </a:prstGeom>
          <a:noFill/>
          <a:ln w="9525" cap="flat" cmpd="sng" algn="ctr">
            <a:solidFill>
              <a:schemeClr val="tx1"/>
            </a:solidFill>
            <a:prstDash val="solid"/>
            <a:round/>
            <a:headEnd type="none" w="med" len="med"/>
            <a:tailEnd type="none" w="med" len="med"/>
          </a:ln>
          <a:effectLst/>
        </p:spPr>
      </p:cxnSp>
      <p:cxnSp>
        <p:nvCxnSpPr>
          <p:cNvPr id="66" name="直線コネクタ 65"/>
          <p:cNvCxnSpPr/>
          <p:nvPr/>
        </p:nvCxnSpPr>
        <p:spPr bwMode="auto">
          <a:xfrm>
            <a:off x="7180524" y="5875251"/>
            <a:ext cx="180976" cy="1588"/>
          </a:xfrm>
          <a:prstGeom prst="line">
            <a:avLst/>
          </a:prstGeom>
          <a:noFill/>
          <a:ln w="9525" cap="flat" cmpd="sng" algn="ctr">
            <a:solidFill>
              <a:schemeClr val="tx1"/>
            </a:solidFill>
            <a:prstDash val="solid"/>
            <a:round/>
            <a:headEnd type="none" w="med" len="med"/>
            <a:tailEnd type="none" w="med" len="med"/>
          </a:ln>
          <a:effectLst/>
        </p:spPr>
      </p:cxnSp>
      <p:cxnSp>
        <p:nvCxnSpPr>
          <p:cNvPr id="67" name="直線コネクタ 66"/>
          <p:cNvCxnSpPr/>
          <p:nvPr/>
        </p:nvCxnSpPr>
        <p:spPr bwMode="auto">
          <a:xfrm>
            <a:off x="7723452" y="5875251"/>
            <a:ext cx="180976" cy="1588"/>
          </a:xfrm>
          <a:prstGeom prst="line">
            <a:avLst/>
          </a:prstGeom>
          <a:noFill/>
          <a:ln w="9525" cap="flat" cmpd="sng" algn="ctr">
            <a:solidFill>
              <a:schemeClr val="tx1"/>
            </a:solidFill>
            <a:prstDash val="solid"/>
            <a:round/>
            <a:headEnd type="none" w="med" len="med"/>
            <a:tailEnd type="none" w="med" len="med"/>
          </a:ln>
          <a:effectLst/>
        </p:spPr>
      </p:cxnSp>
      <p:cxnSp>
        <p:nvCxnSpPr>
          <p:cNvPr id="68" name="直線コネクタ 67"/>
          <p:cNvCxnSpPr/>
          <p:nvPr/>
        </p:nvCxnSpPr>
        <p:spPr bwMode="auto">
          <a:xfrm>
            <a:off x="8628332" y="5875251"/>
            <a:ext cx="180976" cy="1588"/>
          </a:xfrm>
          <a:prstGeom prst="line">
            <a:avLst/>
          </a:prstGeom>
          <a:noFill/>
          <a:ln w="9525" cap="flat" cmpd="sng" algn="ctr">
            <a:solidFill>
              <a:schemeClr val="tx1"/>
            </a:solidFill>
            <a:prstDash val="solid"/>
            <a:round/>
            <a:headEnd type="none" w="med" len="med"/>
            <a:tailEnd type="none" w="med" len="med"/>
          </a:ln>
          <a:effectLst/>
        </p:spPr>
      </p:cxnSp>
      <p:sp>
        <p:nvSpPr>
          <p:cNvPr id="3" name="Rectangle 224">
            <a:extLst>
              <a:ext uri="{FF2B5EF4-FFF2-40B4-BE49-F238E27FC236}">
                <a16:creationId xmlns:a16="http://schemas.microsoft.com/office/drawing/2014/main" id="{0893AF11-6919-6A2E-C0B0-F2AB36D0058A}"/>
              </a:ext>
            </a:extLst>
          </p:cNvPr>
          <p:cNvSpPr txBox="1">
            <a:spLocks noChangeArrowheads="1"/>
          </p:cNvSpPr>
          <p:nvPr/>
        </p:nvSpPr>
        <p:spPr bwMode="auto">
          <a:xfrm>
            <a:off x="6636006" y="2708992"/>
            <a:ext cx="3960044" cy="198002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marL="360000" indent="-360000" algn="l" rtl="0" eaLnBrk="1" fontAlgn="base" hangingPunct="1">
              <a:lnSpc>
                <a:spcPct val="110000"/>
              </a:lnSpc>
              <a:spcBef>
                <a:spcPts val="2400"/>
              </a:spcBef>
              <a:spcAft>
                <a:spcPts val="600"/>
              </a:spcAft>
              <a:buClr>
                <a:schemeClr val="accent4"/>
              </a:buClr>
              <a:buFont typeface="Wingdings" panose="05000000000000000000" pitchFamily="2" charset="2"/>
              <a:buChar char="n"/>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1pPr>
            <a:lvl2pPr marL="720000" indent="-360000" algn="l" rtl="0" eaLnBrk="1" fontAlgn="base" hangingPunct="1">
              <a:lnSpc>
                <a:spcPct val="110000"/>
              </a:lnSpc>
              <a:spcBef>
                <a:spcPts val="300"/>
              </a:spcBef>
              <a:spcAft>
                <a:spcPts val="300"/>
              </a:spcAft>
              <a:buClr>
                <a:schemeClr val="accent4">
                  <a:lumMod val="60000"/>
                  <a:lumOff val="40000"/>
                </a:schemeClr>
              </a:buClr>
              <a:buSzPct val="90000"/>
              <a:buFont typeface="Wingdings" panose="05000000000000000000" pitchFamily="2" charset="2"/>
              <a:buChar char="l"/>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2pPr>
            <a:lvl3pPr marL="1080000" indent="-360000" algn="l" rtl="0" eaLnBrk="1" fontAlgn="base" hangingPunct="1">
              <a:lnSpc>
                <a:spcPct val="110000"/>
              </a:lnSpc>
              <a:spcBef>
                <a:spcPts val="300"/>
              </a:spcBef>
              <a:spcAft>
                <a:spcPts val="100"/>
              </a:spcAft>
              <a:buClr>
                <a:schemeClr val="accent4">
                  <a:lumMod val="60000"/>
                  <a:lumOff val="40000"/>
                </a:schemeClr>
              </a:buClr>
              <a:buSzPct val="70000"/>
              <a:buFont typeface="メイリオ" panose="020B0604030504040204" pitchFamily="50" charset="-128"/>
              <a:buChar char="○"/>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3pPr>
            <a:lvl4pPr marL="1440000" indent="-360000" algn="l" rtl="0" eaLnBrk="1" fontAlgn="base" hangingPunct="1">
              <a:lnSpc>
                <a:spcPct val="100000"/>
              </a:lnSpc>
              <a:spcBef>
                <a:spcPts val="300"/>
              </a:spcBef>
              <a:spcAft>
                <a:spcPts val="100"/>
              </a:spcAft>
              <a:buClr>
                <a:schemeClr val="accent4">
                  <a:lumMod val="60000"/>
                  <a:lumOff val="40000"/>
                </a:schemeClr>
              </a:buClr>
              <a:buSzPct val="60000"/>
              <a:buFont typeface="メイリオ" panose="020B0604030504040204" pitchFamily="50" charset="-128"/>
              <a:buChar char="◇"/>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4pPr>
            <a:lvl5pPr marL="1800000" indent="-360000" algn="l" rtl="0" eaLnBrk="1" fontAlgn="base" hangingPunct="1">
              <a:lnSpc>
                <a:spcPct val="110000"/>
              </a:lnSpc>
              <a:spcBef>
                <a:spcPts val="300"/>
              </a:spcBef>
              <a:spcAft>
                <a:spcPts val="100"/>
              </a:spcAft>
              <a:buClr>
                <a:schemeClr val="accent4">
                  <a:lumMod val="60000"/>
                  <a:lumOff val="40000"/>
                </a:schemeClr>
              </a:buClr>
              <a:buSzPct val="80000"/>
              <a:buFont typeface="メイリオ" panose="020B0604030504040204" pitchFamily="50" charset="-128"/>
              <a:buChar char="＋"/>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5pPr>
            <a:lvl6pPr marL="1885950" indent="-195263" algn="l" rtl="0" eaLnBrk="1" fontAlgn="base" hangingPunct="1">
              <a:spcBef>
                <a:spcPct val="20000"/>
              </a:spcBef>
              <a:spcAft>
                <a:spcPct val="0"/>
              </a:spcAft>
              <a:buClr>
                <a:schemeClr val="hlink"/>
              </a:buClr>
              <a:buChar char="•"/>
              <a:tabLst>
                <a:tab pos="1543050" algn="l"/>
              </a:tabLst>
              <a:defRPr kumimoji="1" sz="1500">
                <a:solidFill>
                  <a:schemeClr val="tx1"/>
                </a:solidFill>
                <a:latin typeface="+mn-lt"/>
                <a:ea typeface="+mn-ea"/>
              </a:defRPr>
            </a:lvl6pPr>
            <a:lvl7pPr marL="2228850" indent="-195263" algn="l" rtl="0" eaLnBrk="1" fontAlgn="base" hangingPunct="1">
              <a:spcBef>
                <a:spcPct val="20000"/>
              </a:spcBef>
              <a:spcAft>
                <a:spcPct val="0"/>
              </a:spcAft>
              <a:buClr>
                <a:schemeClr val="hlink"/>
              </a:buClr>
              <a:buChar char="•"/>
              <a:tabLst>
                <a:tab pos="1543050" algn="l"/>
              </a:tabLst>
              <a:defRPr kumimoji="1" sz="1500">
                <a:solidFill>
                  <a:schemeClr val="tx1"/>
                </a:solidFill>
                <a:latin typeface="+mn-lt"/>
                <a:ea typeface="+mn-ea"/>
              </a:defRPr>
            </a:lvl7pPr>
            <a:lvl8pPr marL="2571750" indent="-195263" algn="l" rtl="0" eaLnBrk="1" fontAlgn="base" hangingPunct="1">
              <a:spcBef>
                <a:spcPct val="20000"/>
              </a:spcBef>
              <a:spcAft>
                <a:spcPct val="0"/>
              </a:spcAft>
              <a:buClr>
                <a:schemeClr val="hlink"/>
              </a:buClr>
              <a:buChar char="•"/>
              <a:tabLst>
                <a:tab pos="1543050" algn="l"/>
              </a:tabLst>
              <a:defRPr kumimoji="1" sz="1500">
                <a:solidFill>
                  <a:schemeClr val="tx1"/>
                </a:solidFill>
                <a:latin typeface="+mn-lt"/>
                <a:ea typeface="+mn-ea"/>
              </a:defRPr>
            </a:lvl8pPr>
            <a:lvl9pPr marL="2914650" indent="-195263" algn="l" rtl="0" eaLnBrk="1" fontAlgn="base" hangingPunct="1">
              <a:spcBef>
                <a:spcPct val="20000"/>
              </a:spcBef>
              <a:spcAft>
                <a:spcPct val="0"/>
              </a:spcAft>
              <a:buClr>
                <a:schemeClr val="hlink"/>
              </a:buClr>
              <a:buChar char="•"/>
              <a:tabLst>
                <a:tab pos="1543050" algn="l"/>
              </a:tabLst>
              <a:defRPr kumimoji="1" sz="1500">
                <a:solidFill>
                  <a:schemeClr val="tx1"/>
                </a:solidFill>
                <a:latin typeface="+mn-lt"/>
                <a:ea typeface="+mn-ea"/>
              </a:defRPr>
            </a:lvl9pPr>
          </a:lstStyle>
          <a:p>
            <a:pPr lvl="1"/>
            <a:r>
              <a:rPr kumimoji="0" lang="en-US" altLang="ja-JP" sz="1400" i="1" dirty="0">
                <a:solidFill>
                  <a:schemeClr val="tx1"/>
                </a:solidFill>
                <a:latin typeface="+mn-ea"/>
              </a:rPr>
              <a:t>i</a:t>
            </a:r>
            <a:r>
              <a:rPr kumimoji="0" lang="en-US" altLang="ja-JP" sz="1400" baseline="-25000" dirty="0">
                <a:solidFill>
                  <a:schemeClr val="tx1"/>
                </a:solidFill>
                <a:latin typeface="+mn-ea"/>
              </a:rPr>
              <a:t>1 </a:t>
            </a:r>
            <a:r>
              <a:rPr kumimoji="0" lang="en-US" altLang="ja-JP" sz="1400" dirty="0">
                <a:solidFill>
                  <a:schemeClr val="tx1"/>
                </a:solidFill>
                <a:latin typeface="+mn-ea"/>
              </a:rPr>
              <a:t>=0 or 1 </a:t>
            </a:r>
            <a:r>
              <a:rPr kumimoji="0" lang="ja-JP" altLang="en-US" sz="1400" dirty="0">
                <a:solidFill>
                  <a:schemeClr val="tx1"/>
                </a:solidFill>
                <a:latin typeface="+mn-ea"/>
              </a:rPr>
              <a:t>の入力に対して</a:t>
            </a:r>
            <a:br>
              <a:rPr kumimoji="0" lang="en-US" altLang="ja-JP" sz="1400" dirty="0">
                <a:solidFill>
                  <a:schemeClr val="tx1"/>
                </a:solidFill>
                <a:latin typeface="+mn-ea"/>
              </a:rPr>
            </a:br>
            <a:r>
              <a:rPr kumimoji="0" lang="ja-JP" altLang="en-US" sz="1400" dirty="0">
                <a:solidFill>
                  <a:schemeClr val="tx1"/>
                </a:solidFill>
                <a:latin typeface="+mn-ea"/>
              </a:rPr>
              <a:t>４通りの論理関数があり得る </a:t>
            </a:r>
            <a:endParaRPr kumimoji="0" lang="en-US" altLang="ja-JP" sz="1400" dirty="0">
              <a:solidFill>
                <a:schemeClr val="tx1"/>
              </a:solidFill>
              <a:latin typeface="+mn-ea"/>
            </a:endParaRPr>
          </a:p>
          <a:p>
            <a:pPr lvl="1"/>
            <a:r>
              <a:rPr kumimoji="0" lang="ja-JP" altLang="en-US" sz="1400" dirty="0">
                <a:solidFill>
                  <a:schemeClr val="tx1"/>
                </a:solidFill>
                <a:latin typeface="+mn-ea"/>
              </a:rPr>
              <a:t>４つとも </a:t>
            </a:r>
            <a:r>
              <a:rPr kumimoji="0" lang="en-US" altLang="ja-JP" sz="1400" dirty="0">
                <a:solidFill>
                  <a:schemeClr val="tx1"/>
                </a:solidFill>
                <a:latin typeface="+mn-ea"/>
              </a:rPr>
              <a:t>NOT </a:t>
            </a:r>
            <a:r>
              <a:rPr kumimoji="0" lang="ja-JP" altLang="en-US" sz="1400" dirty="0">
                <a:solidFill>
                  <a:schemeClr val="tx1"/>
                </a:solidFill>
                <a:latin typeface="+mn-ea"/>
              </a:rPr>
              <a:t>と数字直結で作れる</a:t>
            </a:r>
            <a:endParaRPr lang="en-US" altLang="ja-JP" sz="1400" dirty="0">
              <a:latin typeface="+mn-ea"/>
            </a:endParaRPr>
          </a:p>
        </p:txBody>
      </p:sp>
    </p:spTree>
    <p:extLst>
      <p:ext uri="{BB962C8B-B14F-4D97-AF65-F5344CB8AC3E}">
        <p14:creationId xmlns:p14="http://schemas.microsoft.com/office/powerpoint/2010/main" val="334071741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5663" name="Rectangle 223"/>
          <p:cNvSpPr>
            <a:spLocks noGrp="1" noChangeArrowheads="1"/>
          </p:cNvSpPr>
          <p:nvPr>
            <p:ph type="title"/>
          </p:nvPr>
        </p:nvSpPr>
        <p:spPr/>
        <p:txBody>
          <a:bodyPr/>
          <a:lstStyle/>
          <a:p>
            <a:r>
              <a:rPr lang="ja-JP" altLang="en-US"/>
              <a:t>完全性の証明 </a:t>
            </a:r>
            <a:r>
              <a:rPr lang="en-US" altLang="ja-JP"/>
              <a:t>{AND, OR, NOT}</a:t>
            </a:r>
          </a:p>
        </p:txBody>
      </p:sp>
      <p:sp>
        <p:nvSpPr>
          <p:cNvPr id="445664" name="Rectangle 224"/>
          <p:cNvSpPr>
            <a:spLocks noGrp="1" noChangeArrowheads="1"/>
          </p:cNvSpPr>
          <p:nvPr>
            <p:ph idx="4294967295"/>
          </p:nvPr>
        </p:nvSpPr>
        <p:spPr>
          <a:xfrm>
            <a:off x="1775953" y="908972"/>
            <a:ext cx="8641751" cy="1620018"/>
          </a:xfrm>
          <a:prstGeom prst="rect">
            <a:avLst/>
          </a:prstGeom>
        </p:spPr>
        <p:txBody>
          <a:bodyPr/>
          <a:lstStyle/>
          <a:p>
            <a:pPr marL="381000" indent="-381000"/>
            <a:r>
              <a:rPr lang="ja-JP" altLang="en-US" sz="1800" dirty="0"/>
              <a:t>数学的帰納法：</a:t>
            </a:r>
          </a:p>
          <a:p>
            <a:pPr marL="838200" lvl="1" indent="-381000">
              <a:buFont typeface="Wingdings" pitchFamily="2" charset="2"/>
              <a:buAutoNum type="arabicPeriod"/>
            </a:pPr>
            <a:r>
              <a:rPr lang="en-US" altLang="ja-JP" sz="1800" dirty="0">
                <a:solidFill>
                  <a:schemeClr val="bg1">
                    <a:lumMod val="65000"/>
                  </a:schemeClr>
                </a:solidFill>
              </a:rPr>
              <a:t>1</a:t>
            </a:r>
            <a:r>
              <a:rPr lang="ja-JP" altLang="en-US" sz="1800" dirty="0">
                <a:solidFill>
                  <a:schemeClr val="bg1">
                    <a:lumMod val="65000"/>
                  </a:schemeClr>
                </a:solidFill>
              </a:rPr>
              <a:t>入力の論理関数は </a:t>
            </a:r>
            <a:r>
              <a:rPr lang="en-US" altLang="ja-JP" sz="1800" dirty="0">
                <a:solidFill>
                  <a:schemeClr val="bg1">
                    <a:lumMod val="65000"/>
                  </a:schemeClr>
                </a:solidFill>
              </a:rPr>
              <a:t>{AND, OR, NOT} </a:t>
            </a:r>
            <a:r>
              <a:rPr lang="ja-JP" altLang="en-US" sz="1800" dirty="0">
                <a:solidFill>
                  <a:schemeClr val="bg1">
                    <a:lumMod val="65000"/>
                  </a:schemeClr>
                </a:solidFill>
              </a:rPr>
              <a:t>の組合せで表現できる</a:t>
            </a:r>
            <a:endParaRPr lang="en-US" altLang="ja-JP" sz="1800" dirty="0">
              <a:solidFill>
                <a:schemeClr val="bg1">
                  <a:lumMod val="65000"/>
                </a:schemeClr>
              </a:solidFill>
            </a:endParaRPr>
          </a:p>
          <a:p>
            <a:pPr marL="838200" lvl="1" indent="-381000">
              <a:buFont typeface="Wingdings" pitchFamily="2" charset="2"/>
              <a:buAutoNum type="arabicPeriod"/>
            </a:pPr>
            <a:r>
              <a:rPr lang="ja-JP" altLang="en-US" sz="1800" dirty="0"/>
              <a:t> </a:t>
            </a:r>
            <a:r>
              <a:rPr lang="en-US" altLang="ja-JP" sz="1800" i="1" dirty="0">
                <a:latin typeface="Times New Roman" pitchFamily="18" charset="0"/>
              </a:rPr>
              <a:t>n</a:t>
            </a:r>
            <a:r>
              <a:rPr lang="en-US" altLang="ja-JP" sz="1800" dirty="0"/>
              <a:t> </a:t>
            </a:r>
            <a:r>
              <a:rPr lang="ja-JP" altLang="en-US" sz="1800" dirty="0"/>
              <a:t>入力の関数を </a:t>
            </a:r>
            <a:r>
              <a:rPr lang="en-US" altLang="ja-JP" sz="1800" dirty="0"/>
              <a:t>{AND, OR, NOT} </a:t>
            </a:r>
            <a:r>
              <a:rPr lang="ja-JP" altLang="en-US" sz="1800" dirty="0"/>
              <a:t>の組合せで表現できたと仮定して，</a:t>
            </a:r>
            <a:br>
              <a:rPr lang="en-US" altLang="ja-JP" sz="1800" dirty="0"/>
            </a:br>
            <a:r>
              <a:rPr lang="en-US" altLang="ja-JP" sz="1800" dirty="0">
                <a:latin typeface="Times New Roman" pitchFamily="18" charset="0"/>
              </a:rPr>
              <a:t>(</a:t>
            </a:r>
            <a:r>
              <a:rPr lang="en-US" altLang="ja-JP" sz="1800" i="1" dirty="0">
                <a:latin typeface="Times New Roman" pitchFamily="18" charset="0"/>
              </a:rPr>
              <a:t>n</a:t>
            </a:r>
            <a:r>
              <a:rPr lang="en-US" altLang="ja-JP" sz="1800" dirty="0">
                <a:latin typeface="Times New Roman" pitchFamily="18" charset="0"/>
              </a:rPr>
              <a:t> + 1)</a:t>
            </a:r>
            <a:r>
              <a:rPr lang="en-US" altLang="ja-JP" sz="1800" dirty="0"/>
              <a:t> </a:t>
            </a:r>
            <a:r>
              <a:rPr lang="ja-JP" altLang="en-US" sz="1800" dirty="0"/>
              <a:t>入力の関数が表現できることをいう</a:t>
            </a:r>
            <a:endParaRPr lang="en-US" altLang="ja-JP" sz="1800" dirty="0"/>
          </a:p>
        </p:txBody>
      </p:sp>
      <p:graphicFrame>
        <p:nvGraphicFramePr>
          <p:cNvPr id="6" name="Group 153"/>
          <p:cNvGraphicFramePr>
            <a:graphicFrameLocks/>
          </p:cNvGraphicFramePr>
          <p:nvPr/>
        </p:nvGraphicFramePr>
        <p:xfrm>
          <a:off x="2315958" y="2528991"/>
          <a:ext cx="2699750" cy="3414461"/>
        </p:xfrm>
        <a:graphic>
          <a:graphicData uri="http://schemas.openxmlformats.org/drawingml/2006/table">
            <a:tbl>
              <a:tblPr/>
              <a:tblGrid>
                <a:gridCol w="539750">
                  <a:extLst>
                    <a:ext uri="{9D8B030D-6E8A-4147-A177-3AD203B41FA5}">
                      <a16:colId xmlns:a16="http://schemas.microsoft.com/office/drawing/2014/main" val="20000"/>
                    </a:ext>
                  </a:extLst>
                </a:gridCol>
                <a:gridCol w="432000">
                  <a:extLst>
                    <a:ext uri="{9D8B030D-6E8A-4147-A177-3AD203B41FA5}">
                      <a16:colId xmlns:a16="http://schemas.microsoft.com/office/drawing/2014/main" val="20001"/>
                    </a:ext>
                  </a:extLst>
                </a:gridCol>
                <a:gridCol w="432000">
                  <a:extLst>
                    <a:ext uri="{9D8B030D-6E8A-4147-A177-3AD203B41FA5}">
                      <a16:colId xmlns:a16="http://schemas.microsoft.com/office/drawing/2014/main" val="20002"/>
                    </a:ext>
                  </a:extLst>
                </a:gridCol>
                <a:gridCol w="432000">
                  <a:extLst>
                    <a:ext uri="{9D8B030D-6E8A-4147-A177-3AD203B41FA5}">
                      <a16:colId xmlns:a16="http://schemas.microsoft.com/office/drawing/2014/main" val="20003"/>
                    </a:ext>
                  </a:extLst>
                </a:gridCol>
                <a:gridCol w="432000">
                  <a:extLst>
                    <a:ext uri="{9D8B030D-6E8A-4147-A177-3AD203B41FA5}">
                      <a16:colId xmlns:a16="http://schemas.microsoft.com/office/drawing/2014/main" val="20004"/>
                    </a:ext>
                  </a:extLst>
                </a:gridCol>
                <a:gridCol w="432000">
                  <a:extLst>
                    <a:ext uri="{9D8B030D-6E8A-4147-A177-3AD203B41FA5}">
                      <a16:colId xmlns:a16="http://schemas.microsoft.com/office/drawing/2014/main" val="20005"/>
                    </a:ext>
                  </a:extLst>
                </a:gridCol>
              </a:tblGrid>
              <a:tr h="542925">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1" u="none" strike="noStrike" cap="none" normalizeH="0" baseline="0" dirty="0">
                          <a:ln>
                            <a:noFill/>
                          </a:ln>
                          <a:solidFill>
                            <a:schemeClr val="tx1"/>
                          </a:solidFill>
                          <a:effectLst/>
                          <a:latin typeface="Times New Roman" pitchFamily="18" charset="0"/>
                          <a:ea typeface="MeiryoKe_PGothic" pitchFamily="50" charset="-128"/>
                        </a:rPr>
                        <a:t>i</a:t>
                      </a:r>
                      <a:r>
                        <a:rPr kumimoji="0" lang="en-US" altLang="ja-JP" sz="2000" b="0" i="1" u="none" strike="noStrike" cap="none" normalizeH="0" baseline="-25000" dirty="0">
                          <a:ln>
                            <a:noFill/>
                          </a:ln>
                          <a:solidFill>
                            <a:schemeClr val="tx1"/>
                          </a:solidFill>
                          <a:effectLst/>
                          <a:latin typeface="Times New Roman" pitchFamily="18" charset="0"/>
                          <a:ea typeface="MeiryoKe_PGothic" pitchFamily="50" charset="-128"/>
                        </a:rPr>
                        <a:t>n</a:t>
                      </a:r>
                      <a:r>
                        <a:rPr kumimoji="0" lang="en-US" altLang="ja-JP" sz="2000" b="0" i="0" u="none" strike="noStrike" cap="none" normalizeH="0" baseline="-25000" dirty="0">
                          <a:ln>
                            <a:noFill/>
                          </a:ln>
                          <a:solidFill>
                            <a:schemeClr val="tx1"/>
                          </a:solidFill>
                          <a:effectLst/>
                          <a:latin typeface="Times New Roman" pitchFamily="18" charset="0"/>
                          <a:ea typeface="MeiryoKe_PGothic" pitchFamily="50" charset="-128"/>
                        </a:rPr>
                        <a:t>+1</a:t>
                      </a:r>
                    </a:p>
                  </a:txBody>
                  <a:tcPr anchor="ctr" horzOverflow="overflow">
                    <a:lnL cap="flat">
                      <a:noFill/>
                    </a:lnL>
                    <a:lnR w="635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1" u="none" strike="noStrike" cap="none" normalizeH="0" baseline="0" dirty="0">
                          <a:ln>
                            <a:noFill/>
                          </a:ln>
                          <a:solidFill>
                            <a:schemeClr val="tx1"/>
                          </a:solidFill>
                          <a:effectLst/>
                          <a:latin typeface="Times New Roman" pitchFamily="18" charset="0"/>
                          <a:ea typeface="MeiryoKe_PGothic" pitchFamily="50" charset="-128"/>
                        </a:rPr>
                        <a:t>i</a:t>
                      </a:r>
                      <a:r>
                        <a:rPr kumimoji="0" lang="en-US" altLang="ja-JP" sz="2000" b="0" i="1" u="none" strike="noStrike" cap="none" normalizeH="0" baseline="-25000" dirty="0">
                          <a:ln>
                            <a:noFill/>
                          </a:ln>
                          <a:solidFill>
                            <a:schemeClr val="tx1"/>
                          </a:solidFill>
                          <a:effectLst/>
                          <a:latin typeface="Times New Roman" pitchFamily="18" charset="0"/>
                          <a:ea typeface="MeiryoKe_PGothic" pitchFamily="50" charset="-128"/>
                        </a:rPr>
                        <a:t>n</a:t>
                      </a:r>
                    </a:p>
                  </a:txBody>
                  <a:tcPr anchor="ctr" horzOverflow="overflow">
                    <a:lnL w="6350" cap="flat" cmpd="sng" algn="ctr">
                      <a:solidFill>
                        <a:schemeClr val="tx1"/>
                      </a:solid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dirty="0">
                          <a:ln>
                            <a:noFill/>
                          </a:ln>
                          <a:solidFill>
                            <a:schemeClr val="tx1"/>
                          </a:solidFill>
                          <a:effectLst/>
                          <a:latin typeface="Times New Roman" pitchFamily="18" charset="0"/>
                          <a:ea typeface="MeiryoKe_PGothic" pitchFamily="50" charset="-128"/>
                        </a:rPr>
                        <a:t>…</a:t>
                      </a:r>
                    </a:p>
                  </a:txBody>
                  <a:tcPr anchor="ctr" horzOverflow="overflow">
                    <a:lnL cap="flat">
                      <a:noFill/>
                    </a:lnL>
                    <a:lnR cap="flat">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1" u="none" strike="noStrike" cap="none" normalizeH="0" baseline="0" dirty="0">
                          <a:ln>
                            <a:noFill/>
                          </a:ln>
                          <a:solidFill>
                            <a:schemeClr val="tx1"/>
                          </a:solidFill>
                          <a:effectLst/>
                          <a:latin typeface="Times New Roman" pitchFamily="18" charset="0"/>
                          <a:ea typeface="MeiryoKe_PGothic" pitchFamily="50" charset="-128"/>
                        </a:rPr>
                        <a:t>i</a:t>
                      </a:r>
                      <a:r>
                        <a:rPr kumimoji="0" lang="en-US" altLang="ja-JP" sz="2000" b="0" i="0" u="none" strike="noStrike" cap="none" normalizeH="0" baseline="-25000" dirty="0">
                          <a:ln>
                            <a:noFill/>
                          </a:ln>
                          <a:solidFill>
                            <a:schemeClr val="tx1"/>
                          </a:solidFill>
                          <a:effectLst/>
                          <a:latin typeface="Times New Roman" pitchFamily="18" charset="0"/>
                          <a:ea typeface="MeiryoKe_PGothic" pitchFamily="50" charset="-128"/>
                        </a:rPr>
                        <a:t>2</a:t>
                      </a:r>
                    </a:p>
                  </a:txBody>
                  <a:tcPr anchor="ctr" horzOverflow="overflow">
                    <a:lnL cap="flat">
                      <a:noFill/>
                    </a:lnL>
                    <a:lnR cap="flat">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1" u="none" strike="noStrike" cap="none" normalizeH="0" baseline="0" dirty="0">
                          <a:ln>
                            <a:noFill/>
                          </a:ln>
                          <a:solidFill>
                            <a:schemeClr val="tx1"/>
                          </a:solidFill>
                          <a:effectLst/>
                          <a:latin typeface="Times New Roman" pitchFamily="18" charset="0"/>
                          <a:ea typeface="MeiryoKe_PGothic" pitchFamily="50" charset="-128"/>
                        </a:rPr>
                        <a:t>i</a:t>
                      </a:r>
                      <a:r>
                        <a:rPr kumimoji="0" lang="en-US" altLang="ja-JP" sz="2000" b="0" i="0" u="none" strike="noStrike" cap="none" normalizeH="0" baseline="-25000" dirty="0">
                          <a:ln>
                            <a:noFill/>
                          </a:ln>
                          <a:solidFill>
                            <a:schemeClr val="tx1"/>
                          </a:solidFill>
                          <a:effectLst/>
                          <a:latin typeface="Times New Roman" pitchFamily="18" charset="0"/>
                          <a:ea typeface="MeiryoKe_PGothic" pitchFamily="50" charset="-128"/>
                        </a:rPr>
                        <a:t>1</a:t>
                      </a:r>
                    </a:p>
                  </a:txBody>
                  <a:tcPr anchor="ctr"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1" u="none" strike="noStrike" cap="none" normalizeH="0" baseline="0" dirty="0">
                          <a:ln>
                            <a:noFill/>
                          </a:ln>
                          <a:solidFill>
                            <a:schemeClr val="tx1"/>
                          </a:solidFill>
                          <a:effectLst/>
                          <a:latin typeface="Times New Roman" pitchFamily="18" charset="0"/>
                          <a:ea typeface="MeiryoKe_PGothic" pitchFamily="50" charset="-128"/>
                        </a:rPr>
                        <a:t>o</a:t>
                      </a:r>
                      <a:endParaRPr kumimoji="0" lang="en-US" altLang="ja-JP" sz="2000" b="0" i="0" u="none" strike="noStrike" cap="none" normalizeH="0" baseline="-25000" dirty="0">
                        <a:ln>
                          <a:noFill/>
                        </a:ln>
                        <a:solidFill>
                          <a:schemeClr val="tx1"/>
                        </a:solidFill>
                        <a:effectLst/>
                        <a:latin typeface="Times New Roman" pitchFamily="18" charset="0"/>
                        <a:ea typeface="MeiryoKe_PGothic" pitchFamily="50" charset="-128"/>
                      </a:endParaRPr>
                    </a:p>
                  </a:txBody>
                  <a:tcPr anchor="ctr" horzOverflow="overflow">
                    <a:lnL w="12700" cap="flat" cmpd="sng" algn="ctr">
                      <a:solidFill>
                        <a:schemeClr val="tx1"/>
                      </a:solid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65125">
                <a:tc rowSpan="4">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w="12700" cap="flat" cmpd="sng" algn="ctr">
                      <a:solidFill>
                        <a:schemeClr val="tx1"/>
                      </a:solid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cap="flat">
                      <a:noFill/>
                    </a:lnB>
                    <a:lnTlToBr>
                      <a:noFill/>
                    </a:lnTlToBr>
                    <a:lnBlToTr>
                      <a:noFill/>
                    </a:lnBlToTr>
                    <a:solidFill>
                      <a:schemeClr val="accent5">
                        <a:alpha val="50000"/>
                      </a:schemeClr>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a:t>
                      </a:r>
                    </a:p>
                  </a:txBody>
                  <a:tcPr anchor="ctr" horzOverflow="overflow">
                    <a:lnL cap="flat">
                      <a:noFill/>
                    </a:lnL>
                    <a:lnR cap="flat">
                      <a:noFill/>
                    </a:lnR>
                    <a:lnT w="28575" cap="flat" cmpd="sng" algn="ctr">
                      <a:solidFill>
                        <a:schemeClr val="tx1"/>
                      </a:solidFill>
                      <a:prstDash val="solid"/>
                      <a:round/>
                      <a:headEnd type="none" w="med" len="med"/>
                      <a:tailEnd type="none" w="med" len="med"/>
                    </a:lnT>
                    <a:lnB cap="flat">
                      <a:noFill/>
                    </a:lnB>
                    <a:lnTlToBr>
                      <a:noFill/>
                    </a:lnTlToBr>
                    <a:lnBlToTr>
                      <a:noFill/>
                    </a:lnBlToTr>
                    <a:solidFill>
                      <a:schemeClr val="accent5">
                        <a:alpha val="50000"/>
                      </a:schemeClr>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cap="flat">
                      <a:noFill/>
                    </a:lnL>
                    <a:lnR cap="flat">
                      <a:noFill/>
                    </a:lnR>
                    <a:lnT w="28575" cap="flat" cmpd="sng" algn="ctr">
                      <a:solidFill>
                        <a:schemeClr val="tx1"/>
                      </a:solidFill>
                      <a:prstDash val="solid"/>
                      <a:round/>
                      <a:headEnd type="none" w="med" len="med"/>
                      <a:tailEnd type="none" w="med" len="med"/>
                    </a:lnT>
                    <a:lnB cap="flat">
                      <a:noFill/>
                    </a:lnB>
                    <a:lnTlToBr>
                      <a:noFill/>
                    </a:lnTlToBr>
                    <a:lnBlToTr>
                      <a:noFill/>
                    </a:lnBlToTr>
                    <a:solidFill>
                      <a:schemeClr val="accent5">
                        <a:alpha val="50000"/>
                      </a:schemeClr>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cap="flat">
                      <a:noFill/>
                    </a:lnB>
                    <a:lnTlToBr>
                      <a:noFill/>
                    </a:lnTlToBr>
                    <a:lnBlToTr>
                      <a:noFill/>
                    </a:lnBlToTr>
                    <a:solidFill>
                      <a:schemeClr val="accent5">
                        <a:alpha val="50000"/>
                      </a:schemeClr>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endParaRPr kumimoji="0" lang="ja-JP" altLang="ja-JP" sz="1600" b="0" i="0" u="none" strike="noStrike" cap="none" normalizeH="0" baseline="0" dirty="0">
                        <a:ln>
                          <a:noFill/>
                        </a:ln>
                        <a:solidFill>
                          <a:schemeClr val="tx1"/>
                        </a:solidFill>
                        <a:effectLst/>
                        <a:latin typeface="Times New Roman" pitchFamily="18" charset="0"/>
                        <a:ea typeface="MeiryoKe_PGothic" pitchFamily="50" charset="-128"/>
                      </a:endParaRPr>
                    </a:p>
                  </a:txBody>
                  <a:tcPr anchor="ctr" horzOverflow="overflow">
                    <a:lnL w="12700" cap="flat" cmpd="sng" algn="ctr">
                      <a:solidFill>
                        <a:schemeClr val="tx1"/>
                      </a:solid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cap="flat">
                      <a:noFill/>
                    </a:lnB>
                    <a:lnTlToBr>
                      <a:noFill/>
                    </a:lnTlToBr>
                    <a:lnBlToTr>
                      <a:noFill/>
                    </a:lnBlToTr>
                    <a:solidFill>
                      <a:schemeClr val="accent5">
                        <a:alpha val="50000"/>
                      </a:schemeClr>
                    </a:solidFill>
                  </a:tcPr>
                </a:tc>
                <a:extLst>
                  <a:ext uri="{0D108BD9-81ED-4DB2-BD59-A6C34878D82A}">
                    <a16:rowId xmlns:a16="http://schemas.microsoft.com/office/drawing/2014/main" val="10001"/>
                  </a:ext>
                </a:extLst>
              </a:tr>
              <a:tr h="365125">
                <a:tc vMerge="1">
                  <a:txBody>
                    <a:bodyPr/>
                    <a:lstStyle/>
                    <a:p>
                      <a:endParaRPr kumimoji="1" lang="ja-JP" altLang="en-US"/>
                    </a:p>
                  </a:txBody>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w="12700" cap="flat" cmpd="sng" algn="ctr">
                      <a:solidFill>
                        <a:schemeClr val="tx1"/>
                      </a:solidFill>
                      <a:prstDash val="solid"/>
                      <a:round/>
                      <a:headEnd type="none" w="med" len="med"/>
                      <a:tailEnd type="none" w="med" len="med"/>
                    </a:lnL>
                    <a:lnR cap="flat">
                      <a:noFill/>
                    </a:lnR>
                    <a:lnT cap="flat">
                      <a:noFill/>
                    </a:lnT>
                    <a:lnB cap="flat">
                      <a:noFill/>
                    </a:lnB>
                    <a:lnTlToBr>
                      <a:noFill/>
                    </a:lnTlToBr>
                    <a:lnBlToTr>
                      <a:noFill/>
                    </a:lnBlToTr>
                    <a:solidFill>
                      <a:schemeClr val="accent5">
                        <a:alpha val="50000"/>
                      </a:schemeClr>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a:t>
                      </a:r>
                    </a:p>
                  </a:txBody>
                  <a:tcPr anchor="ctr" horzOverflow="overflow">
                    <a:lnL cap="flat">
                      <a:noFill/>
                    </a:lnL>
                    <a:lnR cap="flat">
                      <a:noFill/>
                    </a:lnR>
                    <a:lnT cap="flat">
                      <a:noFill/>
                    </a:lnT>
                    <a:lnB cap="flat">
                      <a:noFill/>
                    </a:lnB>
                    <a:lnTlToBr>
                      <a:noFill/>
                    </a:lnTlToBr>
                    <a:lnBlToTr>
                      <a:noFill/>
                    </a:lnBlToTr>
                    <a:solidFill>
                      <a:schemeClr val="accent5">
                        <a:alpha val="50000"/>
                      </a:schemeClr>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cap="flat">
                      <a:noFill/>
                    </a:lnL>
                    <a:lnR cap="flat">
                      <a:noFill/>
                    </a:lnR>
                    <a:lnT cap="flat">
                      <a:noFill/>
                    </a:lnT>
                    <a:lnB cap="flat">
                      <a:noFill/>
                    </a:lnB>
                    <a:lnTlToBr>
                      <a:noFill/>
                    </a:lnTlToBr>
                    <a:lnBlToTr>
                      <a:noFill/>
                    </a:lnBlToTr>
                    <a:solidFill>
                      <a:schemeClr val="accent5">
                        <a:alpha val="50000"/>
                      </a:schemeClr>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cap="flat">
                      <a:noFill/>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solidFill>
                      <a:schemeClr val="accent5">
                        <a:alpha val="50000"/>
                      </a:schemeClr>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endParaRPr kumimoji="0" lang="ja-JP" altLang="ja-JP" sz="1600" b="0" i="0" u="none" strike="noStrike" cap="none" normalizeH="0" baseline="0" dirty="0">
                        <a:ln>
                          <a:noFill/>
                        </a:ln>
                        <a:solidFill>
                          <a:schemeClr val="tx1"/>
                        </a:solidFill>
                        <a:effectLst/>
                        <a:latin typeface="Times New Roman" pitchFamily="18" charset="0"/>
                        <a:ea typeface="MeiryoKe_PGothic" pitchFamily="50" charset="-128"/>
                      </a:endParaRPr>
                    </a:p>
                  </a:txBody>
                  <a:tcPr anchor="ctr" horzOverflow="overflow">
                    <a:lnL w="12700" cap="flat" cmpd="sng" algn="ctr">
                      <a:solidFill>
                        <a:schemeClr val="tx1"/>
                      </a:solidFill>
                      <a:prstDash val="solid"/>
                      <a:round/>
                      <a:headEnd type="none" w="med" len="med"/>
                      <a:tailEnd type="none" w="med" len="med"/>
                    </a:lnL>
                    <a:lnR cap="flat">
                      <a:noFill/>
                    </a:lnR>
                    <a:lnT cap="flat">
                      <a:noFill/>
                    </a:lnT>
                    <a:lnB cap="flat">
                      <a:noFill/>
                    </a:lnB>
                    <a:lnTlToBr>
                      <a:noFill/>
                    </a:lnTlToBr>
                    <a:lnBlToTr>
                      <a:noFill/>
                    </a:lnBlToTr>
                    <a:solidFill>
                      <a:schemeClr val="accent5">
                        <a:alpha val="50000"/>
                      </a:schemeClr>
                    </a:solidFill>
                  </a:tcPr>
                </a:tc>
                <a:extLst>
                  <a:ext uri="{0D108BD9-81ED-4DB2-BD59-A6C34878D82A}">
                    <a16:rowId xmlns:a16="http://schemas.microsoft.com/office/drawing/2014/main" val="10002"/>
                  </a:ext>
                </a:extLst>
              </a:tr>
              <a:tr h="344488">
                <a:tc vMerge="1">
                  <a:txBody>
                    <a:bodyPr/>
                    <a:lstStyle/>
                    <a:p>
                      <a:endParaRPr kumimoji="1" lang="ja-JP" altLang="en-US"/>
                    </a:p>
                  </a:txBody>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a:t>
                      </a:r>
                    </a:p>
                  </a:txBody>
                  <a:tcPr vert="eaVert" anchor="b" horzOverflow="overflow">
                    <a:lnL w="12700" cap="flat" cmpd="sng" algn="ctr">
                      <a:solidFill>
                        <a:schemeClr val="tx1"/>
                      </a:solidFill>
                      <a:prstDash val="solid"/>
                      <a:round/>
                      <a:headEnd type="none" w="med" len="med"/>
                      <a:tailEnd type="none" w="med" len="med"/>
                    </a:lnL>
                    <a:lnR cap="flat">
                      <a:noFill/>
                    </a:lnR>
                    <a:lnT cap="flat">
                      <a:noFill/>
                    </a:lnT>
                    <a:lnB cap="flat">
                      <a:noFill/>
                    </a:lnB>
                    <a:lnTlToBr>
                      <a:noFill/>
                    </a:lnTlToBr>
                    <a:lnBlToTr>
                      <a:noFill/>
                    </a:lnBlToTr>
                    <a:solidFill>
                      <a:schemeClr val="accent5">
                        <a:alpha val="50000"/>
                      </a:schemeClr>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a:t>
                      </a:r>
                    </a:p>
                  </a:txBody>
                  <a:tcPr vert="eaVert" anchor="b" horzOverflow="overflow">
                    <a:lnL cap="flat">
                      <a:noFill/>
                    </a:lnL>
                    <a:lnR cap="flat">
                      <a:noFill/>
                    </a:lnR>
                    <a:lnT cap="flat">
                      <a:noFill/>
                    </a:lnT>
                    <a:lnB cap="flat">
                      <a:noFill/>
                    </a:lnB>
                    <a:lnTlToBr>
                      <a:noFill/>
                    </a:lnTlToBr>
                    <a:lnBlToTr>
                      <a:noFill/>
                    </a:lnBlToTr>
                    <a:solidFill>
                      <a:schemeClr val="accent5">
                        <a:alpha val="50000"/>
                      </a:schemeClr>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a:t>
                      </a:r>
                    </a:p>
                  </a:txBody>
                  <a:tcPr vert="eaVert" anchor="b" horzOverflow="overflow">
                    <a:lnL cap="flat">
                      <a:noFill/>
                    </a:lnL>
                    <a:lnR cap="flat">
                      <a:noFill/>
                    </a:lnR>
                    <a:lnT cap="flat">
                      <a:noFill/>
                    </a:lnT>
                    <a:lnB cap="flat">
                      <a:noFill/>
                    </a:lnB>
                    <a:lnTlToBr>
                      <a:noFill/>
                    </a:lnTlToBr>
                    <a:lnBlToTr>
                      <a:noFill/>
                    </a:lnBlToTr>
                    <a:solidFill>
                      <a:schemeClr val="accent5">
                        <a:alpha val="50000"/>
                      </a:schemeClr>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a:t>
                      </a:r>
                    </a:p>
                  </a:txBody>
                  <a:tcPr vert="eaVert" anchor="b" horzOverflow="overflow">
                    <a:lnL cap="flat">
                      <a:noFill/>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solidFill>
                      <a:schemeClr val="accent5">
                        <a:alpha val="50000"/>
                      </a:schemeClr>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a:t>
                      </a:r>
                    </a:p>
                  </a:txBody>
                  <a:tcPr vert="eaVert" anchor="b" horzOverflow="overflow">
                    <a:lnL w="12700" cap="flat" cmpd="sng" algn="ctr">
                      <a:solidFill>
                        <a:schemeClr val="tx1"/>
                      </a:solidFill>
                      <a:prstDash val="solid"/>
                      <a:round/>
                      <a:headEnd type="none" w="med" len="med"/>
                      <a:tailEnd type="none" w="med" len="med"/>
                    </a:lnL>
                    <a:lnR cap="flat">
                      <a:noFill/>
                    </a:lnR>
                    <a:lnT cap="flat">
                      <a:noFill/>
                    </a:lnT>
                    <a:lnB cap="flat">
                      <a:noFill/>
                    </a:lnB>
                    <a:lnTlToBr>
                      <a:noFill/>
                    </a:lnTlToBr>
                    <a:lnBlToTr>
                      <a:noFill/>
                    </a:lnBlToTr>
                    <a:solidFill>
                      <a:schemeClr val="accent5">
                        <a:alpha val="50000"/>
                      </a:schemeClr>
                    </a:solidFill>
                  </a:tcPr>
                </a:tc>
                <a:extLst>
                  <a:ext uri="{0D108BD9-81ED-4DB2-BD59-A6C34878D82A}">
                    <a16:rowId xmlns:a16="http://schemas.microsoft.com/office/drawing/2014/main" val="10003"/>
                  </a:ext>
                </a:extLst>
              </a:tr>
              <a:tr h="363538">
                <a:tc vMerge="1">
                  <a:txBody>
                    <a:bodyPr/>
                    <a:lstStyle/>
                    <a:p>
                      <a:endParaRPr kumimoji="1" lang="ja-JP" altLang="en-US"/>
                    </a:p>
                  </a:txBody>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w="12700" cap="flat" cmpd="sng" algn="ctr">
                      <a:solidFill>
                        <a:schemeClr val="tx1"/>
                      </a:solidFill>
                      <a:prstDash val="solid"/>
                      <a:round/>
                      <a:headEnd type="none" w="med" len="med"/>
                      <a:tailEnd type="none" w="med" len="med"/>
                    </a:lnL>
                    <a:lnR cap="flat">
                      <a:noFill/>
                    </a:lnR>
                    <a:lnT cap="flat">
                      <a:noFill/>
                    </a:lnT>
                    <a:lnB w="12700" cap="flat" cmpd="sng" algn="ctr">
                      <a:solidFill>
                        <a:schemeClr val="tx1"/>
                      </a:solidFill>
                      <a:prstDash val="solid"/>
                      <a:round/>
                      <a:headEnd type="none" w="med" len="med"/>
                      <a:tailEnd type="none" w="med" len="med"/>
                    </a:lnB>
                    <a:lnTlToBr>
                      <a:noFill/>
                    </a:lnTlToBr>
                    <a:lnBlToTr>
                      <a:noFill/>
                    </a:lnBlToTr>
                    <a:solidFill>
                      <a:schemeClr val="accent5">
                        <a:alpha val="50000"/>
                      </a:schemeClr>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a:t>
                      </a:r>
                    </a:p>
                  </a:txBody>
                  <a:tcPr anchor="ctr" horzOverflow="overflow">
                    <a:lnL cap="flat">
                      <a:noFill/>
                    </a:lnL>
                    <a:lnR cap="flat">
                      <a:noFill/>
                    </a:lnR>
                    <a:lnT cap="flat">
                      <a:noFill/>
                    </a:lnT>
                    <a:lnB w="12700" cap="flat" cmpd="sng" algn="ctr">
                      <a:solidFill>
                        <a:schemeClr val="tx1"/>
                      </a:solidFill>
                      <a:prstDash val="solid"/>
                      <a:round/>
                      <a:headEnd type="none" w="med" len="med"/>
                      <a:tailEnd type="none" w="med" len="med"/>
                    </a:lnB>
                    <a:lnTlToBr>
                      <a:noFill/>
                    </a:lnTlToBr>
                    <a:lnBlToTr>
                      <a:noFill/>
                    </a:lnBlToTr>
                    <a:solidFill>
                      <a:schemeClr val="accent5">
                        <a:alpha val="50000"/>
                      </a:schemeClr>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cap="flat">
                      <a:noFill/>
                    </a:lnL>
                    <a:lnR cap="flat">
                      <a:noFill/>
                    </a:lnR>
                    <a:lnT cap="flat">
                      <a:noFill/>
                    </a:lnT>
                    <a:lnB w="12700" cap="flat" cmpd="sng" algn="ctr">
                      <a:solidFill>
                        <a:schemeClr val="tx1"/>
                      </a:solidFill>
                      <a:prstDash val="solid"/>
                      <a:round/>
                      <a:headEnd type="none" w="med" len="med"/>
                      <a:tailEnd type="none" w="med" len="med"/>
                    </a:lnB>
                    <a:lnTlToBr>
                      <a:noFill/>
                    </a:lnTlToBr>
                    <a:lnBlToTr>
                      <a:noFill/>
                    </a:lnBlToTr>
                    <a:solidFill>
                      <a:schemeClr val="accent5">
                        <a:alpha val="50000"/>
                      </a:schemeClr>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cap="flat">
                      <a:noFill/>
                    </a:lnL>
                    <a:lnR w="12700" cap="flat" cmpd="sng" algn="ctr">
                      <a:solidFill>
                        <a:schemeClr val="tx1"/>
                      </a:solidFill>
                      <a:prstDash val="solid"/>
                      <a:round/>
                      <a:headEnd type="none" w="med" len="med"/>
                      <a:tailEnd type="none" w="med" len="med"/>
                    </a:lnR>
                    <a:lnT cap="flat">
                      <a:noFill/>
                    </a:lnT>
                    <a:lnB w="12700" cap="flat" cmpd="sng" algn="ctr">
                      <a:solidFill>
                        <a:schemeClr val="tx1"/>
                      </a:solidFill>
                      <a:prstDash val="solid"/>
                      <a:round/>
                      <a:headEnd type="none" w="med" len="med"/>
                      <a:tailEnd type="none" w="med" len="med"/>
                    </a:lnB>
                    <a:lnTlToBr>
                      <a:noFill/>
                    </a:lnTlToBr>
                    <a:lnBlToTr>
                      <a:noFill/>
                    </a:lnBlToTr>
                    <a:solidFill>
                      <a:schemeClr val="accent5">
                        <a:alpha val="50000"/>
                      </a:schemeClr>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endParaRPr kumimoji="0" lang="ja-JP" altLang="ja-JP" sz="1600" b="0" i="0" u="none" strike="noStrike" cap="none" normalizeH="0" baseline="0" dirty="0">
                        <a:ln>
                          <a:noFill/>
                        </a:ln>
                        <a:solidFill>
                          <a:schemeClr val="tx1"/>
                        </a:solidFill>
                        <a:effectLst/>
                        <a:latin typeface="Times New Roman" pitchFamily="18" charset="0"/>
                        <a:ea typeface="MeiryoKe_PGothic" pitchFamily="50" charset="-128"/>
                      </a:endParaRPr>
                    </a:p>
                  </a:txBody>
                  <a:tcPr anchor="ctr" horzOverflow="overflow">
                    <a:lnL w="12700" cap="flat" cmpd="sng" algn="ctr">
                      <a:solidFill>
                        <a:schemeClr val="tx1"/>
                      </a:solidFill>
                      <a:prstDash val="solid"/>
                      <a:round/>
                      <a:headEnd type="none" w="med" len="med"/>
                      <a:tailEnd type="none" w="med" len="med"/>
                    </a:lnL>
                    <a:lnR cap="flat">
                      <a:noFill/>
                    </a:lnR>
                    <a:lnT cap="flat">
                      <a:noFill/>
                    </a:lnT>
                    <a:lnB w="12700" cap="flat" cmpd="sng" algn="ctr">
                      <a:solidFill>
                        <a:schemeClr val="tx1"/>
                      </a:solidFill>
                      <a:prstDash val="solid"/>
                      <a:round/>
                      <a:headEnd type="none" w="med" len="med"/>
                      <a:tailEnd type="none" w="med" len="med"/>
                    </a:lnB>
                    <a:lnTlToBr>
                      <a:noFill/>
                    </a:lnTlToBr>
                    <a:lnBlToTr>
                      <a:noFill/>
                    </a:lnBlToTr>
                    <a:solidFill>
                      <a:schemeClr val="accent5">
                        <a:alpha val="50000"/>
                      </a:schemeClr>
                    </a:solidFill>
                  </a:tcPr>
                </a:tc>
                <a:extLst>
                  <a:ext uri="{0D108BD9-81ED-4DB2-BD59-A6C34878D82A}">
                    <a16:rowId xmlns:a16="http://schemas.microsoft.com/office/drawing/2014/main" val="10004"/>
                  </a:ext>
                </a:extLst>
              </a:tr>
              <a:tr h="363538">
                <a:tc rowSpan="4">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cap="flat">
                      <a:noFill/>
                    </a:lnB>
                    <a:lnTlToBr>
                      <a:noFill/>
                    </a:lnTlToBr>
                    <a:lnBlToTr>
                      <a:noFill/>
                    </a:lnBlToTr>
                    <a:solidFill>
                      <a:schemeClr val="accent6">
                        <a:alpha val="50000"/>
                      </a:schemeClr>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a:t>
                      </a:r>
                    </a:p>
                  </a:txBody>
                  <a:tcPr anchor="ctr" horzOverflow="overflow">
                    <a:lnL cap="flat">
                      <a:noFill/>
                    </a:lnL>
                    <a:lnR cap="flat">
                      <a:noFill/>
                    </a:lnR>
                    <a:lnT w="12700" cap="flat" cmpd="sng" algn="ctr">
                      <a:solidFill>
                        <a:schemeClr val="tx1"/>
                      </a:solidFill>
                      <a:prstDash val="solid"/>
                      <a:round/>
                      <a:headEnd type="none" w="med" len="med"/>
                      <a:tailEnd type="none" w="med" len="med"/>
                    </a:lnT>
                    <a:lnB cap="flat">
                      <a:noFill/>
                    </a:lnB>
                    <a:lnTlToBr>
                      <a:noFill/>
                    </a:lnTlToBr>
                    <a:lnBlToTr>
                      <a:noFill/>
                    </a:lnBlToTr>
                    <a:solidFill>
                      <a:schemeClr val="accent6">
                        <a:alpha val="50000"/>
                      </a:schemeClr>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cap="flat">
                      <a:noFill/>
                    </a:lnL>
                    <a:lnR cap="flat">
                      <a:noFill/>
                    </a:lnR>
                    <a:lnT w="12700" cap="flat" cmpd="sng" algn="ctr">
                      <a:solidFill>
                        <a:schemeClr val="tx1"/>
                      </a:solidFill>
                      <a:prstDash val="solid"/>
                      <a:round/>
                      <a:headEnd type="none" w="med" len="med"/>
                      <a:tailEnd type="none" w="med" len="med"/>
                    </a:lnT>
                    <a:lnB cap="flat">
                      <a:noFill/>
                    </a:lnB>
                    <a:lnTlToBr>
                      <a:noFill/>
                    </a:lnTlToBr>
                    <a:lnBlToTr>
                      <a:noFill/>
                    </a:lnBlToTr>
                    <a:solidFill>
                      <a:schemeClr val="accent6">
                        <a:alpha val="50000"/>
                      </a:schemeClr>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cap="flat">
                      <a:noFill/>
                    </a:lnB>
                    <a:lnTlToBr>
                      <a:noFill/>
                    </a:lnTlToBr>
                    <a:lnBlToTr>
                      <a:noFill/>
                    </a:lnBlToTr>
                    <a:solidFill>
                      <a:schemeClr val="accent6">
                        <a:alpha val="50000"/>
                      </a:schemeClr>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endParaRPr kumimoji="0" lang="ja-JP" altLang="ja-JP" sz="1600" b="0" i="0" u="none" strike="noStrike" cap="none" normalizeH="0" baseline="0" dirty="0">
                        <a:ln>
                          <a:noFill/>
                        </a:ln>
                        <a:solidFill>
                          <a:schemeClr val="tx1"/>
                        </a:solidFill>
                        <a:effectLst/>
                        <a:latin typeface="Times New Roman" pitchFamily="18" charset="0"/>
                        <a:ea typeface="MeiryoKe_PGothic" pitchFamily="50" charset="-128"/>
                      </a:endParaRPr>
                    </a:p>
                  </a:txBody>
                  <a:tcPr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cap="flat">
                      <a:noFill/>
                    </a:lnB>
                    <a:lnTlToBr>
                      <a:noFill/>
                    </a:lnTlToBr>
                    <a:lnBlToTr>
                      <a:noFill/>
                    </a:lnBlToTr>
                    <a:solidFill>
                      <a:schemeClr val="accent6">
                        <a:alpha val="50000"/>
                      </a:schemeClr>
                    </a:solidFill>
                  </a:tcPr>
                </a:tc>
                <a:extLst>
                  <a:ext uri="{0D108BD9-81ED-4DB2-BD59-A6C34878D82A}">
                    <a16:rowId xmlns:a16="http://schemas.microsoft.com/office/drawing/2014/main" val="10005"/>
                  </a:ext>
                </a:extLst>
              </a:tr>
              <a:tr h="366713">
                <a:tc vMerge="1">
                  <a:txBody>
                    <a:bodyPr/>
                    <a:lstStyle/>
                    <a:p>
                      <a:endParaRPr kumimoji="1" lang="ja-JP" altLang="en-US"/>
                    </a:p>
                  </a:txBody>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w="12700" cap="flat" cmpd="sng" algn="ctr">
                      <a:solidFill>
                        <a:schemeClr val="tx1"/>
                      </a:solidFill>
                      <a:prstDash val="solid"/>
                      <a:round/>
                      <a:headEnd type="none" w="med" len="med"/>
                      <a:tailEnd type="none" w="med" len="med"/>
                    </a:lnL>
                    <a:lnR cap="flat">
                      <a:noFill/>
                    </a:lnR>
                    <a:lnT cap="flat">
                      <a:noFill/>
                    </a:lnT>
                    <a:lnB cap="flat">
                      <a:noFill/>
                    </a:lnB>
                    <a:lnTlToBr>
                      <a:noFill/>
                    </a:lnTlToBr>
                    <a:lnBlToTr>
                      <a:noFill/>
                    </a:lnBlToTr>
                    <a:solidFill>
                      <a:schemeClr val="accent6">
                        <a:alpha val="50000"/>
                      </a:schemeClr>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a:t>
                      </a:r>
                    </a:p>
                  </a:txBody>
                  <a:tcPr anchor="ctr" horzOverflow="overflow">
                    <a:lnL cap="flat">
                      <a:noFill/>
                    </a:lnL>
                    <a:lnR cap="flat">
                      <a:noFill/>
                    </a:lnR>
                    <a:lnT cap="flat">
                      <a:noFill/>
                    </a:lnT>
                    <a:lnB cap="flat">
                      <a:noFill/>
                    </a:lnB>
                    <a:lnTlToBr>
                      <a:noFill/>
                    </a:lnTlToBr>
                    <a:lnBlToTr>
                      <a:noFill/>
                    </a:lnBlToTr>
                    <a:solidFill>
                      <a:schemeClr val="accent6">
                        <a:alpha val="50000"/>
                      </a:schemeClr>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cap="flat">
                      <a:noFill/>
                    </a:lnL>
                    <a:lnR cap="flat">
                      <a:noFill/>
                    </a:lnR>
                    <a:lnT cap="flat">
                      <a:noFill/>
                    </a:lnT>
                    <a:lnB cap="flat">
                      <a:noFill/>
                    </a:lnB>
                    <a:lnTlToBr>
                      <a:noFill/>
                    </a:lnTlToBr>
                    <a:lnBlToTr>
                      <a:noFill/>
                    </a:lnBlToTr>
                    <a:solidFill>
                      <a:schemeClr val="accent6">
                        <a:alpha val="50000"/>
                      </a:schemeClr>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cap="flat">
                      <a:noFill/>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solidFill>
                      <a:schemeClr val="accent6">
                        <a:alpha val="50000"/>
                      </a:schemeClr>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endParaRPr kumimoji="0" lang="ja-JP" altLang="ja-JP" sz="1600" b="0" i="0" u="none" strike="noStrike" cap="none" normalizeH="0" baseline="0" dirty="0">
                        <a:ln>
                          <a:noFill/>
                        </a:ln>
                        <a:solidFill>
                          <a:schemeClr val="tx1"/>
                        </a:solidFill>
                        <a:effectLst/>
                        <a:latin typeface="Times New Roman" pitchFamily="18" charset="0"/>
                        <a:ea typeface="MeiryoKe_PGothic" pitchFamily="50" charset="-128"/>
                      </a:endParaRPr>
                    </a:p>
                  </a:txBody>
                  <a:tcPr anchor="ctr" horzOverflow="overflow">
                    <a:lnL w="12700" cap="flat" cmpd="sng" algn="ctr">
                      <a:solidFill>
                        <a:schemeClr val="tx1"/>
                      </a:solidFill>
                      <a:prstDash val="solid"/>
                      <a:round/>
                      <a:headEnd type="none" w="med" len="med"/>
                      <a:tailEnd type="none" w="med" len="med"/>
                    </a:lnL>
                    <a:lnR cap="flat">
                      <a:noFill/>
                    </a:lnR>
                    <a:lnT cap="flat">
                      <a:noFill/>
                    </a:lnT>
                    <a:lnB cap="flat">
                      <a:noFill/>
                    </a:lnB>
                    <a:lnTlToBr>
                      <a:noFill/>
                    </a:lnTlToBr>
                    <a:lnBlToTr>
                      <a:noFill/>
                    </a:lnBlToTr>
                    <a:solidFill>
                      <a:schemeClr val="accent6">
                        <a:alpha val="50000"/>
                      </a:schemeClr>
                    </a:solidFill>
                  </a:tcPr>
                </a:tc>
                <a:extLst>
                  <a:ext uri="{0D108BD9-81ED-4DB2-BD59-A6C34878D82A}">
                    <a16:rowId xmlns:a16="http://schemas.microsoft.com/office/drawing/2014/main" val="10006"/>
                  </a:ext>
                </a:extLst>
              </a:tr>
              <a:tr h="344488">
                <a:tc vMerge="1">
                  <a:txBody>
                    <a:bodyPr/>
                    <a:lstStyle/>
                    <a:p>
                      <a:endParaRPr kumimoji="1" lang="ja-JP" altLang="en-US"/>
                    </a:p>
                  </a:txBody>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a:t>
                      </a:r>
                    </a:p>
                  </a:txBody>
                  <a:tcPr vert="eaVert" anchor="b" horzOverflow="overflow">
                    <a:lnL w="12700" cap="flat" cmpd="sng" algn="ctr">
                      <a:solidFill>
                        <a:schemeClr val="tx1"/>
                      </a:solidFill>
                      <a:prstDash val="solid"/>
                      <a:round/>
                      <a:headEnd type="none" w="med" len="med"/>
                      <a:tailEnd type="none" w="med" len="med"/>
                    </a:lnL>
                    <a:lnR cap="flat">
                      <a:noFill/>
                    </a:lnR>
                    <a:lnT cap="flat">
                      <a:noFill/>
                    </a:lnT>
                    <a:lnB cap="flat">
                      <a:noFill/>
                    </a:lnB>
                    <a:lnTlToBr>
                      <a:noFill/>
                    </a:lnTlToBr>
                    <a:lnBlToTr>
                      <a:noFill/>
                    </a:lnBlToTr>
                    <a:solidFill>
                      <a:schemeClr val="accent6">
                        <a:alpha val="50000"/>
                      </a:schemeClr>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a:t>
                      </a:r>
                    </a:p>
                  </a:txBody>
                  <a:tcPr vert="eaVert" anchor="b" horzOverflow="overflow">
                    <a:lnL cap="flat">
                      <a:noFill/>
                    </a:lnL>
                    <a:lnR cap="flat">
                      <a:noFill/>
                    </a:lnR>
                    <a:lnT cap="flat">
                      <a:noFill/>
                    </a:lnT>
                    <a:lnB cap="flat">
                      <a:noFill/>
                    </a:lnB>
                    <a:lnTlToBr>
                      <a:noFill/>
                    </a:lnTlToBr>
                    <a:lnBlToTr>
                      <a:noFill/>
                    </a:lnBlToTr>
                    <a:solidFill>
                      <a:schemeClr val="accent6">
                        <a:alpha val="50000"/>
                      </a:schemeClr>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a:t>
                      </a:r>
                    </a:p>
                  </a:txBody>
                  <a:tcPr vert="eaVert" anchor="b" horzOverflow="overflow">
                    <a:lnL cap="flat">
                      <a:noFill/>
                    </a:lnL>
                    <a:lnR cap="flat">
                      <a:noFill/>
                    </a:lnR>
                    <a:lnT cap="flat">
                      <a:noFill/>
                    </a:lnT>
                    <a:lnB cap="flat">
                      <a:noFill/>
                    </a:lnB>
                    <a:lnTlToBr>
                      <a:noFill/>
                    </a:lnTlToBr>
                    <a:lnBlToTr>
                      <a:noFill/>
                    </a:lnBlToTr>
                    <a:solidFill>
                      <a:schemeClr val="accent6">
                        <a:alpha val="50000"/>
                      </a:schemeClr>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a:t>
                      </a:r>
                    </a:p>
                  </a:txBody>
                  <a:tcPr vert="eaVert" anchor="b" horzOverflow="overflow">
                    <a:lnL cap="flat">
                      <a:noFill/>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solidFill>
                      <a:schemeClr val="accent6">
                        <a:alpha val="50000"/>
                      </a:schemeClr>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a:t>
                      </a:r>
                    </a:p>
                  </a:txBody>
                  <a:tcPr vert="eaVert" anchor="b" horzOverflow="overflow">
                    <a:lnL w="12700" cap="flat" cmpd="sng" algn="ctr">
                      <a:solidFill>
                        <a:schemeClr val="tx1"/>
                      </a:solidFill>
                      <a:prstDash val="solid"/>
                      <a:round/>
                      <a:headEnd type="none" w="med" len="med"/>
                      <a:tailEnd type="none" w="med" len="med"/>
                    </a:lnL>
                    <a:lnR cap="flat">
                      <a:noFill/>
                    </a:lnR>
                    <a:lnT cap="flat">
                      <a:noFill/>
                    </a:lnT>
                    <a:lnB cap="flat">
                      <a:noFill/>
                    </a:lnB>
                    <a:lnTlToBr>
                      <a:noFill/>
                    </a:lnTlToBr>
                    <a:lnBlToTr>
                      <a:noFill/>
                    </a:lnBlToTr>
                    <a:solidFill>
                      <a:schemeClr val="accent6">
                        <a:alpha val="50000"/>
                      </a:schemeClr>
                    </a:solidFill>
                  </a:tcPr>
                </a:tc>
                <a:extLst>
                  <a:ext uri="{0D108BD9-81ED-4DB2-BD59-A6C34878D82A}">
                    <a16:rowId xmlns:a16="http://schemas.microsoft.com/office/drawing/2014/main" val="10007"/>
                  </a:ext>
                </a:extLst>
              </a:tr>
              <a:tr h="266700">
                <a:tc vMerge="1">
                  <a:txBody>
                    <a:bodyPr/>
                    <a:lstStyle/>
                    <a:p>
                      <a:endParaRPr kumimoji="1" lang="ja-JP" altLang="en-US"/>
                    </a:p>
                  </a:txBody>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w="12700" cap="flat" cmpd="sng" algn="ctr">
                      <a:solidFill>
                        <a:schemeClr val="tx1"/>
                      </a:solidFill>
                      <a:prstDash val="solid"/>
                      <a:round/>
                      <a:headEnd type="none" w="med" len="med"/>
                      <a:tailEnd type="none" w="med" len="med"/>
                    </a:lnL>
                    <a:lnR cap="flat">
                      <a:noFill/>
                    </a:lnR>
                    <a:lnT cap="flat">
                      <a:noFill/>
                    </a:lnT>
                    <a:lnB w="28575" cap="flat" cmpd="sng" algn="ctr">
                      <a:solidFill>
                        <a:schemeClr val="tx1"/>
                      </a:solidFill>
                      <a:prstDash val="solid"/>
                      <a:round/>
                      <a:headEnd type="none" w="med" len="med"/>
                      <a:tailEnd type="none" w="med" len="med"/>
                    </a:lnB>
                    <a:lnTlToBr>
                      <a:noFill/>
                    </a:lnTlToBr>
                    <a:lnBlToTr>
                      <a:noFill/>
                    </a:lnBlToTr>
                    <a:solidFill>
                      <a:schemeClr val="accent6">
                        <a:alpha val="50000"/>
                      </a:schemeClr>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a:t>
                      </a:r>
                    </a:p>
                  </a:txBody>
                  <a:tcPr anchor="ctr" horzOverflow="overflow">
                    <a:lnL cap="flat">
                      <a:noFill/>
                    </a:lnL>
                    <a:lnR cap="flat">
                      <a:noFill/>
                    </a:lnR>
                    <a:lnT cap="flat">
                      <a:noFill/>
                    </a:lnT>
                    <a:lnB w="28575" cap="flat" cmpd="sng" algn="ctr">
                      <a:solidFill>
                        <a:schemeClr val="tx1"/>
                      </a:solidFill>
                      <a:prstDash val="solid"/>
                      <a:round/>
                      <a:headEnd type="none" w="med" len="med"/>
                      <a:tailEnd type="none" w="med" len="med"/>
                    </a:lnB>
                    <a:lnTlToBr>
                      <a:noFill/>
                    </a:lnTlToBr>
                    <a:lnBlToTr>
                      <a:noFill/>
                    </a:lnBlToTr>
                    <a:solidFill>
                      <a:schemeClr val="accent6">
                        <a:alpha val="50000"/>
                      </a:schemeClr>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cap="flat">
                      <a:noFill/>
                    </a:lnL>
                    <a:lnR cap="flat">
                      <a:noFill/>
                    </a:lnR>
                    <a:lnT cap="flat">
                      <a:noFill/>
                    </a:lnT>
                    <a:lnB w="28575" cap="flat" cmpd="sng" algn="ctr">
                      <a:solidFill>
                        <a:schemeClr val="tx1"/>
                      </a:solidFill>
                      <a:prstDash val="solid"/>
                      <a:round/>
                      <a:headEnd type="none" w="med" len="med"/>
                      <a:tailEnd type="none" w="med" len="med"/>
                    </a:lnB>
                    <a:lnTlToBr>
                      <a:noFill/>
                    </a:lnTlToBr>
                    <a:lnBlToTr>
                      <a:noFill/>
                    </a:lnBlToTr>
                    <a:solidFill>
                      <a:schemeClr val="accent6">
                        <a:alpha val="50000"/>
                      </a:schemeClr>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cap="flat">
                      <a:noFill/>
                    </a:lnL>
                    <a:lnR w="12700" cap="flat" cmpd="sng" algn="ctr">
                      <a:solidFill>
                        <a:schemeClr val="tx1"/>
                      </a:solidFill>
                      <a:prstDash val="solid"/>
                      <a:round/>
                      <a:headEnd type="none" w="med" len="med"/>
                      <a:tailEnd type="none" w="med" len="med"/>
                    </a:lnR>
                    <a:lnT cap="flat">
                      <a:noFill/>
                    </a:lnT>
                    <a:lnB w="28575" cap="flat" cmpd="sng" algn="ctr">
                      <a:solidFill>
                        <a:schemeClr val="tx1"/>
                      </a:solidFill>
                      <a:prstDash val="solid"/>
                      <a:round/>
                      <a:headEnd type="none" w="med" len="med"/>
                      <a:tailEnd type="none" w="med" len="med"/>
                    </a:lnB>
                    <a:lnTlToBr>
                      <a:noFill/>
                    </a:lnTlToBr>
                    <a:lnBlToTr>
                      <a:noFill/>
                    </a:lnBlToTr>
                    <a:solidFill>
                      <a:schemeClr val="accent6">
                        <a:alpha val="50000"/>
                      </a:schemeClr>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endParaRPr kumimoji="0" lang="ja-JP" altLang="ja-JP" sz="1600" b="0" i="0" u="none" strike="noStrike" cap="none" normalizeH="0" baseline="0" dirty="0">
                        <a:ln>
                          <a:noFill/>
                        </a:ln>
                        <a:solidFill>
                          <a:schemeClr val="tx1"/>
                        </a:solidFill>
                        <a:effectLst/>
                        <a:latin typeface="Times New Roman" pitchFamily="18" charset="0"/>
                        <a:ea typeface="MeiryoKe_PGothic" pitchFamily="50" charset="-128"/>
                      </a:endParaRPr>
                    </a:p>
                  </a:txBody>
                  <a:tcPr anchor="ctr" horzOverflow="overflow">
                    <a:lnL w="12700" cap="flat" cmpd="sng" algn="ctr">
                      <a:solidFill>
                        <a:schemeClr val="tx1"/>
                      </a:solidFill>
                      <a:prstDash val="solid"/>
                      <a:round/>
                      <a:headEnd type="none" w="med" len="med"/>
                      <a:tailEnd type="none" w="med" len="med"/>
                    </a:lnL>
                    <a:lnR cap="flat">
                      <a:noFill/>
                    </a:lnR>
                    <a:lnT cap="flat">
                      <a:noFill/>
                    </a:lnT>
                    <a:lnB w="28575" cap="flat" cmpd="sng" algn="ctr">
                      <a:solidFill>
                        <a:schemeClr val="tx1"/>
                      </a:solidFill>
                      <a:prstDash val="solid"/>
                      <a:round/>
                      <a:headEnd type="none" w="med" len="med"/>
                      <a:tailEnd type="none" w="med" len="med"/>
                    </a:lnB>
                    <a:lnTlToBr>
                      <a:noFill/>
                    </a:lnTlToBr>
                    <a:lnBlToTr>
                      <a:noFill/>
                    </a:lnBlToTr>
                    <a:solidFill>
                      <a:schemeClr val="accent6">
                        <a:alpha val="50000"/>
                      </a:schemeClr>
                    </a:solidFill>
                  </a:tcPr>
                </a:tc>
                <a:extLst>
                  <a:ext uri="{0D108BD9-81ED-4DB2-BD59-A6C34878D82A}">
                    <a16:rowId xmlns:a16="http://schemas.microsoft.com/office/drawing/2014/main" val="10008"/>
                  </a:ext>
                </a:extLst>
              </a:tr>
            </a:tbl>
          </a:graphicData>
        </a:graphic>
      </p:graphicFrame>
      <p:sp>
        <p:nvSpPr>
          <p:cNvPr id="7" name="Text Box 143"/>
          <p:cNvSpPr txBox="1">
            <a:spLocks noChangeArrowheads="1"/>
          </p:cNvSpPr>
          <p:nvPr/>
        </p:nvSpPr>
        <p:spPr bwMode="auto">
          <a:xfrm>
            <a:off x="6772875" y="2708633"/>
            <a:ext cx="3575050" cy="719138"/>
          </a:xfrm>
          <a:prstGeom prst="rect">
            <a:avLst/>
          </a:prstGeom>
          <a:noFill/>
          <a:ln w="9525">
            <a:noFill/>
            <a:miter lim="800000"/>
            <a:headEnd/>
            <a:tailEnd/>
          </a:ln>
          <a:effectLst/>
        </p:spPr>
        <p:txBody>
          <a:bodyPr wrap="none" anchor="ctr"/>
          <a:lstStyle/>
          <a:p>
            <a:pPr algn="ctr"/>
            <a:r>
              <a:rPr lang="en-US" altLang="ja-JP" sz="2800" i="1" dirty="0">
                <a:latin typeface="+mn-ea"/>
              </a:rPr>
              <a:t>f</a:t>
            </a:r>
            <a:r>
              <a:rPr lang="en-US" altLang="ja-JP" sz="2800" dirty="0">
                <a:latin typeface="+mn-ea"/>
              </a:rPr>
              <a:t> = </a:t>
            </a:r>
            <a:r>
              <a:rPr lang="en-US" altLang="ja-JP" sz="2800" i="1" spc="-300" dirty="0">
                <a:latin typeface="+mn-ea"/>
              </a:rPr>
              <a:t>i’</a:t>
            </a:r>
            <a:r>
              <a:rPr lang="en-US" altLang="ja-JP" sz="2800" i="1" spc="-300" baseline="-25000" dirty="0">
                <a:latin typeface="+mn-ea"/>
              </a:rPr>
              <a:t>n</a:t>
            </a:r>
            <a:r>
              <a:rPr lang="en-US" altLang="ja-JP" sz="2800" spc="-300" baseline="-25000" dirty="0">
                <a:latin typeface="+mn-ea"/>
              </a:rPr>
              <a:t>+1</a:t>
            </a:r>
            <a:r>
              <a:rPr kumimoji="0" lang="en-US" altLang="ja-JP" sz="2000" b="1" dirty="0">
                <a:latin typeface="+mn-ea"/>
              </a:rPr>
              <a:t>∙ </a:t>
            </a:r>
            <a:r>
              <a:rPr lang="en-US" altLang="ja-JP" sz="2800" i="1" spc="-150" dirty="0">
                <a:solidFill>
                  <a:schemeClr val="accent5"/>
                </a:solidFill>
                <a:latin typeface="+mn-ea"/>
              </a:rPr>
              <a:t>f</a:t>
            </a:r>
            <a:r>
              <a:rPr lang="en-US" altLang="ja-JP" sz="2800" i="1" spc="-150" baseline="-25000" dirty="0">
                <a:solidFill>
                  <a:schemeClr val="accent5"/>
                </a:solidFill>
                <a:latin typeface="+mn-ea"/>
              </a:rPr>
              <a:t>n</a:t>
            </a:r>
            <a:r>
              <a:rPr lang="en-US" altLang="ja-JP" sz="2800" spc="-150" baseline="30000" dirty="0">
                <a:solidFill>
                  <a:schemeClr val="accent5"/>
                </a:solidFill>
                <a:latin typeface="+mn-ea"/>
              </a:rPr>
              <a:t>0</a:t>
            </a:r>
            <a:r>
              <a:rPr lang="en-US" altLang="ja-JP" sz="2800" dirty="0">
                <a:latin typeface="+mn-ea"/>
              </a:rPr>
              <a:t> + </a:t>
            </a:r>
            <a:r>
              <a:rPr lang="en-US" altLang="ja-JP" sz="2800" i="1" dirty="0">
                <a:latin typeface="+mn-ea"/>
              </a:rPr>
              <a:t>i</a:t>
            </a:r>
            <a:r>
              <a:rPr lang="en-US" altLang="ja-JP" sz="2800" i="1" baseline="-25000" dirty="0">
                <a:latin typeface="+mn-ea"/>
              </a:rPr>
              <a:t>n</a:t>
            </a:r>
            <a:r>
              <a:rPr lang="en-US" altLang="ja-JP" sz="2800" baseline="-25000" dirty="0">
                <a:latin typeface="+mn-ea"/>
              </a:rPr>
              <a:t>+1</a:t>
            </a:r>
            <a:r>
              <a:rPr kumimoji="0" lang="en-US" altLang="ja-JP" sz="2000" b="1" dirty="0">
                <a:latin typeface="+mn-ea"/>
              </a:rPr>
              <a:t>∙ </a:t>
            </a:r>
            <a:r>
              <a:rPr lang="en-US" altLang="ja-JP" sz="2800" i="1" spc="-150" dirty="0">
                <a:solidFill>
                  <a:schemeClr val="accent6"/>
                </a:solidFill>
                <a:latin typeface="+mn-ea"/>
              </a:rPr>
              <a:t>f</a:t>
            </a:r>
            <a:r>
              <a:rPr lang="en-US" altLang="ja-JP" sz="2800" i="1" spc="-150" baseline="-25000" dirty="0">
                <a:solidFill>
                  <a:schemeClr val="accent6"/>
                </a:solidFill>
                <a:latin typeface="+mn-ea"/>
              </a:rPr>
              <a:t>n</a:t>
            </a:r>
            <a:r>
              <a:rPr lang="en-US" altLang="ja-JP" sz="2800" spc="-150" baseline="30000" dirty="0">
                <a:solidFill>
                  <a:schemeClr val="accent6"/>
                </a:solidFill>
                <a:latin typeface="+mn-ea"/>
              </a:rPr>
              <a:t>1</a:t>
            </a:r>
          </a:p>
        </p:txBody>
      </p:sp>
      <p:sp>
        <p:nvSpPr>
          <p:cNvPr id="8" name="Rectangle 144"/>
          <p:cNvSpPr>
            <a:spLocks noChangeArrowheads="1"/>
          </p:cNvSpPr>
          <p:nvPr/>
        </p:nvSpPr>
        <p:spPr bwMode="auto">
          <a:xfrm>
            <a:off x="6816009" y="3399826"/>
            <a:ext cx="719137" cy="720725"/>
          </a:xfrm>
          <a:prstGeom prst="rect">
            <a:avLst/>
          </a:prstGeom>
          <a:solidFill>
            <a:schemeClr val="accent5">
              <a:alpha val="50000"/>
            </a:schemeClr>
          </a:solidFill>
          <a:ln w="28575">
            <a:solidFill>
              <a:schemeClr val="tx1"/>
            </a:solidFill>
            <a:miter lim="800000"/>
            <a:headEnd/>
            <a:tailEnd/>
          </a:ln>
          <a:effectLst/>
        </p:spPr>
        <p:txBody>
          <a:bodyPr wrap="none" anchor="ctr"/>
          <a:lstStyle/>
          <a:p>
            <a:pPr algn="ctr"/>
            <a:r>
              <a:rPr lang="en-US" altLang="ja-JP" sz="2400" i="1" spc="-150" dirty="0">
                <a:ea typeface="MeiryoKe_PGothic" pitchFamily="50" charset="-128"/>
              </a:rPr>
              <a:t>f</a:t>
            </a:r>
            <a:r>
              <a:rPr lang="en-US" altLang="ja-JP" sz="2400" i="1" spc="-150" baseline="-25000" dirty="0">
                <a:ea typeface="MeiryoKe_PGothic" pitchFamily="50" charset="-128"/>
              </a:rPr>
              <a:t>n</a:t>
            </a:r>
            <a:r>
              <a:rPr lang="en-US" altLang="ja-JP" sz="2400" spc="-150" baseline="30000" dirty="0">
                <a:ea typeface="MeiryoKe_PGothic" pitchFamily="50" charset="-128"/>
              </a:rPr>
              <a:t>0</a:t>
            </a:r>
          </a:p>
        </p:txBody>
      </p:sp>
      <p:sp>
        <p:nvSpPr>
          <p:cNvPr id="9" name="Rectangle 145"/>
          <p:cNvSpPr>
            <a:spLocks noChangeArrowheads="1"/>
          </p:cNvSpPr>
          <p:nvPr/>
        </p:nvSpPr>
        <p:spPr bwMode="auto">
          <a:xfrm>
            <a:off x="6816009" y="4841275"/>
            <a:ext cx="720725" cy="719138"/>
          </a:xfrm>
          <a:prstGeom prst="rect">
            <a:avLst/>
          </a:prstGeom>
          <a:solidFill>
            <a:schemeClr val="accent6">
              <a:alpha val="50000"/>
            </a:schemeClr>
          </a:solidFill>
          <a:ln w="28575">
            <a:solidFill>
              <a:schemeClr val="tx1"/>
            </a:solidFill>
            <a:miter lim="800000"/>
            <a:headEnd/>
            <a:tailEnd/>
          </a:ln>
          <a:effectLst/>
        </p:spPr>
        <p:txBody>
          <a:bodyPr wrap="none" anchor="ctr"/>
          <a:lstStyle/>
          <a:p>
            <a:pPr algn="ctr"/>
            <a:r>
              <a:rPr lang="en-US" altLang="ja-JP" sz="2400" i="1" spc="-150" dirty="0">
                <a:ea typeface="MeiryoKe_PGothic" pitchFamily="50" charset="-128"/>
              </a:rPr>
              <a:t>f</a:t>
            </a:r>
            <a:r>
              <a:rPr lang="en-US" altLang="ja-JP" sz="2400" i="1" spc="-150" baseline="-25000" dirty="0">
                <a:ea typeface="MeiryoKe_PGothic" pitchFamily="50" charset="-128"/>
              </a:rPr>
              <a:t>n</a:t>
            </a:r>
            <a:r>
              <a:rPr lang="en-US" altLang="ja-JP" sz="2400" spc="-150" baseline="30000" dirty="0">
                <a:ea typeface="MeiryoKe_PGothic" pitchFamily="50" charset="-128"/>
              </a:rPr>
              <a:t>1</a:t>
            </a:r>
          </a:p>
        </p:txBody>
      </p:sp>
      <p:sp>
        <p:nvSpPr>
          <p:cNvPr id="10" name="Line 101"/>
          <p:cNvSpPr>
            <a:spLocks noChangeShapeType="1"/>
          </p:cNvSpPr>
          <p:nvPr/>
        </p:nvSpPr>
        <p:spPr bwMode="auto">
          <a:xfrm>
            <a:off x="10255818" y="4661251"/>
            <a:ext cx="360048" cy="0"/>
          </a:xfrm>
          <a:prstGeom prst="line">
            <a:avLst/>
          </a:prstGeom>
          <a:noFill/>
          <a:ln w="9525">
            <a:solidFill>
              <a:schemeClr val="tx1"/>
            </a:solidFill>
            <a:round/>
            <a:headEnd/>
            <a:tailEnd/>
          </a:ln>
          <a:effectLst/>
        </p:spPr>
        <p:txBody>
          <a:bodyPr/>
          <a:lstStyle/>
          <a:p>
            <a:endParaRPr lang="ja-JP" altLang="en-US" dirty="0">
              <a:ea typeface="MeiryoKe_PGothic" pitchFamily="50" charset="-128"/>
            </a:endParaRPr>
          </a:p>
        </p:txBody>
      </p:sp>
      <p:pic>
        <p:nvPicPr>
          <p:cNvPr id="11" name="Picture 90" descr="AND"/>
          <p:cNvPicPr>
            <a:picLocks noChangeAspect="1" noChangeArrowheads="1"/>
          </p:cNvPicPr>
          <p:nvPr/>
        </p:nvPicPr>
        <p:blipFill>
          <a:blip r:embed="rId3" cstate="print"/>
          <a:srcRect/>
          <a:stretch>
            <a:fillRect/>
          </a:stretch>
        </p:blipFill>
        <p:spPr bwMode="auto">
          <a:xfrm>
            <a:off x="8355256" y="3583964"/>
            <a:ext cx="1079500" cy="720725"/>
          </a:xfrm>
          <a:prstGeom prst="rect">
            <a:avLst/>
          </a:prstGeom>
          <a:noFill/>
        </p:spPr>
      </p:pic>
      <p:pic>
        <p:nvPicPr>
          <p:cNvPr id="12" name="Picture 92" descr="AND"/>
          <p:cNvPicPr>
            <a:picLocks noChangeAspect="1" noChangeArrowheads="1"/>
          </p:cNvPicPr>
          <p:nvPr/>
        </p:nvPicPr>
        <p:blipFill>
          <a:blip r:embed="rId3" cstate="print"/>
          <a:srcRect/>
          <a:stretch>
            <a:fillRect/>
          </a:stretch>
        </p:blipFill>
        <p:spPr bwMode="auto">
          <a:xfrm>
            <a:off x="8366379" y="5030173"/>
            <a:ext cx="1079500" cy="720725"/>
          </a:xfrm>
          <a:prstGeom prst="rect">
            <a:avLst/>
          </a:prstGeom>
          <a:noFill/>
        </p:spPr>
      </p:pic>
      <p:sp>
        <p:nvSpPr>
          <p:cNvPr id="13" name="Line 93"/>
          <p:cNvSpPr>
            <a:spLocks noChangeShapeType="1"/>
          </p:cNvSpPr>
          <p:nvPr/>
        </p:nvSpPr>
        <p:spPr bwMode="auto">
          <a:xfrm>
            <a:off x="7536105" y="3761131"/>
            <a:ext cx="901695" cy="3808"/>
          </a:xfrm>
          <a:prstGeom prst="line">
            <a:avLst/>
          </a:prstGeom>
          <a:noFill/>
          <a:ln w="9525">
            <a:solidFill>
              <a:schemeClr val="tx1"/>
            </a:solidFill>
            <a:round/>
            <a:headEnd/>
            <a:tailEnd/>
          </a:ln>
          <a:effectLst/>
        </p:spPr>
        <p:txBody>
          <a:bodyPr/>
          <a:lstStyle/>
          <a:p>
            <a:endParaRPr lang="ja-JP" altLang="en-US" dirty="0">
              <a:ea typeface="MeiryoKe_PGothic" pitchFamily="50" charset="-128"/>
            </a:endParaRPr>
          </a:p>
        </p:txBody>
      </p:sp>
      <p:sp>
        <p:nvSpPr>
          <p:cNvPr id="14" name="Line 94"/>
          <p:cNvSpPr>
            <a:spLocks noChangeShapeType="1"/>
          </p:cNvSpPr>
          <p:nvPr/>
        </p:nvSpPr>
        <p:spPr bwMode="auto">
          <a:xfrm>
            <a:off x="7536104" y="5201323"/>
            <a:ext cx="919474" cy="0"/>
          </a:xfrm>
          <a:prstGeom prst="line">
            <a:avLst/>
          </a:prstGeom>
          <a:noFill/>
          <a:ln w="9525">
            <a:solidFill>
              <a:schemeClr val="tx1"/>
            </a:solidFill>
            <a:round/>
            <a:headEnd/>
            <a:tailEnd/>
          </a:ln>
          <a:effectLst/>
        </p:spPr>
        <p:txBody>
          <a:bodyPr/>
          <a:lstStyle/>
          <a:p>
            <a:endParaRPr lang="ja-JP" altLang="en-US" dirty="0">
              <a:ea typeface="MeiryoKe_PGothic" pitchFamily="50" charset="-128"/>
            </a:endParaRPr>
          </a:p>
        </p:txBody>
      </p:sp>
      <p:sp>
        <p:nvSpPr>
          <p:cNvPr id="15" name="Freeform 95"/>
          <p:cNvSpPr>
            <a:spLocks/>
          </p:cNvSpPr>
          <p:nvPr/>
        </p:nvSpPr>
        <p:spPr bwMode="auto">
          <a:xfrm>
            <a:off x="8094917" y="4130061"/>
            <a:ext cx="360363" cy="1806591"/>
          </a:xfrm>
          <a:custGeom>
            <a:avLst/>
            <a:gdLst/>
            <a:ahLst/>
            <a:cxnLst>
              <a:cxn ang="0">
                <a:pos x="0" y="1248"/>
              </a:cxn>
              <a:cxn ang="0">
                <a:pos x="0" y="0"/>
              </a:cxn>
              <a:cxn ang="0">
                <a:pos x="453" y="0"/>
              </a:cxn>
            </a:cxnLst>
            <a:rect l="0" t="0" r="r" b="b"/>
            <a:pathLst>
              <a:path w="453" h="1248">
                <a:moveTo>
                  <a:pt x="0" y="1248"/>
                </a:moveTo>
                <a:lnTo>
                  <a:pt x="0" y="0"/>
                </a:lnTo>
                <a:lnTo>
                  <a:pt x="453" y="0"/>
                </a:lnTo>
              </a:path>
            </a:pathLst>
          </a:custGeom>
          <a:noFill/>
          <a:ln w="9525" cap="flat" cmpd="sng">
            <a:solidFill>
              <a:schemeClr val="tx1"/>
            </a:solidFill>
            <a:prstDash val="solid"/>
            <a:round/>
            <a:headEnd type="none" w="med" len="med"/>
            <a:tailEnd type="none" w="med" len="med"/>
          </a:ln>
          <a:effectLst/>
        </p:spPr>
        <p:txBody>
          <a:bodyPr/>
          <a:lstStyle/>
          <a:p>
            <a:endParaRPr lang="ja-JP" altLang="en-US" dirty="0">
              <a:ea typeface="MeiryoKe_PGothic" pitchFamily="50" charset="-128"/>
            </a:endParaRPr>
          </a:p>
        </p:txBody>
      </p:sp>
      <p:sp>
        <p:nvSpPr>
          <p:cNvPr id="16" name="Line 96"/>
          <p:cNvSpPr>
            <a:spLocks noChangeShapeType="1"/>
          </p:cNvSpPr>
          <p:nvPr/>
        </p:nvSpPr>
        <p:spPr bwMode="auto">
          <a:xfrm>
            <a:off x="8094917" y="5569922"/>
            <a:ext cx="360363" cy="1588"/>
          </a:xfrm>
          <a:prstGeom prst="line">
            <a:avLst/>
          </a:prstGeom>
          <a:noFill/>
          <a:ln w="9525">
            <a:solidFill>
              <a:schemeClr val="tx1"/>
            </a:solidFill>
            <a:round/>
            <a:headEnd type="oval" w="med" len="med"/>
            <a:tailEnd/>
          </a:ln>
          <a:effectLst/>
        </p:spPr>
        <p:txBody>
          <a:bodyPr/>
          <a:lstStyle/>
          <a:p>
            <a:endParaRPr lang="ja-JP" altLang="en-US" dirty="0">
              <a:ea typeface="MeiryoKe_PGothic" pitchFamily="50" charset="-128"/>
            </a:endParaRPr>
          </a:p>
        </p:txBody>
      </p:sp>
      <p:pic>
        <p:nvPicPr>
          <p:cNvPr id="17" name="Picture 91" descr="NOT"/>
          <p:cNvPicPr>
            <a:picLocks noChangeAspect="1" noChangeArrowheads="1"/>
          </p:cNvPicPr>
          <p:nvPr/>
        </p:nvPicPr>
        <p:blipFill>
          <a:blip r:embed="rId4" cstate="print"/>
          <a:srcRect/>
          <a:stretch>
            <a:fillRect/>
          </a:stretch>
        </p:blipFill>
        <p:spPr bwMode="auto">
          <a:xfrm rot="16200000">
            <a:off x="7737729" y="4307860"/>
            <a:ext cx="717550" cy="720725"/>
          </a:xfrm>
          <a:prstGeom prst="rect">
            <a:avLst/>
          </a:prstGeom>
          <a:noFill/>
        </p:spPr>
      </p:pic>
      <p:sp>
        <p:nvSpPr>
          <p:cNvPr id="18" name="Freeform 98"/>
          <p:cNvSpPr>
            <a:spLocks/>
          </p:cNvSpPr>
          <p:nvPr/>
        </p:nvSpPr>
        <p:spPr bwMode="auto">
          <a:xfrm>
            <a:off x="9176004" y="3950673"/>
            <a:ext cx="539750" cy="530555"/>
          </a:xfrm>
          <a:custGeom>
            <a:avLst/>
            <a:gdLst/>
            <a:ahLst/>
            <a:cxnLst>
              <a:cxn ang="0">
                <a:pos x="0" y="0"/>
              </a:cxn>
              <a:cxn ang="0">
                <a:pos x="227" y="0"/>
              </a:cxn>
              <a:cxn ang="0">
                <a:pos x="227" y="283"/>
              </a:cxn>
              <a:cxn ang="0">
                <a:pos x="453" y="283"/>
              </a:cxn>
            </a:cxnLst>
            <a:rect l="0" t="0" r="r" b="b"/>
            <a:pathLst>
              <a:path w="453" h="283">
                <a:moveTo>
                  <a:pt x="0" y="0"/>
                </a:moveTo>
                <a:lnTo>
                  <a:pt x="227" y="0"/>
                </a:lnTo>
                <a:lnTo>
                  <a:pt x="227" y="283"/>
                </a:lnTo>
                <a:lnTo>
                  <a:pt x="453" y="283"/>
                </a:lnTo>
              </a:path>
            </a:pathLst>
          </a:custGeom>
          <a:noFill/>
          <a:ln w="9525" cap="flat" cmpd="sng">
            <a:solidFill>
              <a:schemeClr val="tx1"/>
            </a:solidFill>
            <a:prstDash val="solid"/>
            <a:round/>
            <a:headEnd type="none" w="med" len="med"/>
            <a:tailEnd type="none" w="med" len="med"/>
          </a:ln>
          <a:effectLst/>
        </p:spPr>
        <p:txBody>
          <a:bodyPr/>
          <a:lstStyle/>
          <a:p>
            <a:endParaRPr lang="ja-JP" altLang="en-US" dirty="0">
              <a:ea typeface="MeiryoKe_PGothic" pitchFamily="50" charset="-128"/>
            </a:endParaRPr>
          </a:p>
        </p:txBody>
      </p:sp>
      <p:sp>
        <p:nvSpPr>
          <p:cNvPr id="19" name="Freeform 99"/>
          <p:cNvSpPr>
            <a:spLocks/>
          </p:cNvSpPr>
          <p:nvPr/>
        </p:nvSpPr>
        <p:spPr bwMode="auto">
          <a:xfrm flipV="1">
            <a:off x="9176004" y="4841275"/>
            <a:ext cx="539750" cy="547672"/>
          </a:xfrm>
          <a:custGeom>
            <a:avLst/>
            <a:gdLst/>
            <a:ahLst/>
            <a:cxnLst>
              <a:cxn ang="0">
                <a:pos x="0" y="0"/>
              </a:cxn>
              <a:cxn ang="0">
                <a:pos x="227" y="0"/>
              </a:cxn>
              <a:cxn ang="0">
                <a:pos x="227" y="283"/>
              </a:cxn>
              <a:cxn ang="0">
                <a:pos x="453" y="283"/>
              </a:cxn>
            </a:cxnLst>
            <a:rect l="0" t="0" r="r" b="b"/>
            <a:pathLst>
              <a:path w="453" h="283">
                <a:moveTo>
                  <a:pt x="0" y="0"/>
                </a:moveTo>
                <a:lnTo>
                  <a:pt x="227" y="0"/>
                </a:lnTo>
                <a:lnTo>
                  <a:pt x="227" y="283"/>
                </a:lnTo>
                <a:lnTo>
                  <a:pt x="453" y="283"/>
                </a:lnTo>
              </a:path>
            </a:pathLst>
          </a:custGeom>
          <a:noFill/>
          <a:ln w="9525" cap="flat" cmpd="sng">
            <a:solidFill>
              <a:schemeClr val="tx1"/>
            </a:solidFill>
            <a:prstDash val="solid"/>
            <a:round/>
            <a:headEnd type="none" w="med" len="med"/>
            <a:tailEnd type="none" w="med" len="med"/>
          </a:ln>
          <a:effectLst/>
        </p:spPr>
        <p:txBody>
          <a:bodyPr/>
          <a:lstStyle/>
          <a:p>
            <a:endParaRPr lang="ja-JP" altLang="en-US" dirty="0">
              <a:ea typeface="MeiryoKe_PGothic" pitchFamily="50" charset="-128"/>
            </a:endParaRPr>
          </a:p>
        </p:txBody>
      </p:sp>
      <p:pic>
        <p:nvPicPr>
          <p:cNvPr id="20" name="Picture 100" descr="OR"/>
          <p:cNvPicPr>
            <a:picLocks noChangeAspect="1" noChangeArrowheads="1"/>
          </p:cNvPicPr>
          <p:nvPr/>
        </p:nvPicPr>
        <p:blipFill>
          <a:blip r:embed="rId5" cstate="print"/>
          <a:srcRect/>
          <a:stretch>
            <a:fillRect/>
          </a:stretch>
        </p:blipFill>
        <p:spPr bwMode="auto">
          <a:xfrm>
            <a:off x="9535722" y="4301203"/>
            <a:ext cx="1079500" cy="717550"/>
          </a:xfrm>
          <a:prstGeom prst="rect">
            <a:avLst/>
          </a:prstGeom>
          <a:noFill/>
        </p:spPr>
      </p:pic>
      <p:sp>
        <p:nvSpPr>
          <p:cNvPr id="21" name="Rectangle 111"/>
          <p:cNvSpPr>
            <a:spLocks noChangeArrowheads="1"/>
          </p:cNvSpPr>
          <p:nvPr/>
        </p:nvSpPr>
        <p:spPr bwMode="auto">
          <a:xfrm>
            <a:off x="7672885" y="5588666"/>
            <a:ext cx="360362" cy="360363"/>
          </a:xfrm>
          <a:prstGeom prst="rect">
            <a:avLst/>
          </a:prstGeom>
          <a:noFill/>
          <a:ln w="28575">
            <a:noFill/>
            <a:miter lim="800000"/>
            <a:headEnd/>
            <a:tailEnd/>
          </a:ln>
          <a:effectLst/>
        </p:spPr>
        <p:txBody>
          <a:bodyPr wrap="none" anchor="ctr"/>
          <a:lstStyle/>
          <a:p>
            <a:pPr algn="ctr"/>
            <a:r>
              <a:rPr lang="en-US" altLang="ja-JP" sz="2000" i="1" dirty="0">
                <a:ea typeface="MeiryoKe_PGothic" pitchFamily="50" charset="-128"/>
              </a:rPr>
              <a:t>i</a:t>
            </a:r>
            <a:r>
              <a:rPr lang="en-US" altLang="ja-JP" sz="2000" i="1" baseline="-25000" dirty="0">
                <a:ea typeface="MeiryoKe_PGothic" pitchFamily="50" charset="-128"/>
              </a:rPr>
              <a:t>n</a:t>
            </a:r>
            <a:r>
              <a:rPr lang="en-US" altLang="ja-JP" sz="2000" baseline="-25000" dirty="0">
                <a:ea typeface="MeiryoKe_PGothic" pitchFamily="50" charset="-128"/>
                <a:cs typeface="Times New Roman" pitchFamily="18" charset="0"/>
              </a:rPr>
              <a:t>+</a:t>
            </a:r>
            <a:r>
              <a:rPr lang="en-US" altLang="ja-JP" sz="2000" baseline="-25000" dirty="0">
                <a:ea typeface="MeiryoKe_PGothic" pitchFamily="50" charset="-128"/>
              </a:rPr>
              <a:t>1</a:t>
            </a:r>
          </a:p>
        </p:txBody>
      </p:sp>
      <p:sp>
        <p:nvSpPr>
          <p:cNvPr id="22" name="Line 93"/>
          <p:cNvSpPr>
            <a:spLocks noChangeShapeType="1"/>
          </p:cNvSpPr>
          <p:nvPr/>
        </p:nvSpPr>
        <p:spPr bwMode="auto">
          <a:xfrm>
            <a:off x="5915889" y="3491095"/>
            <a:ext cx="901695" cy="3808"/>
          </a:xfrm>
          <a:prstGeom prst="line">
            <a:avLst/>
          </a:prstGeom>
          <a:noFill/>
          <a:ln w="9525">
            <a:solidFill>
              <a:schemeClr val="tx1"/>
            </a:solidFill>
            <a:round/>
            <a:headEnd/>
            <a:tailEnd/>
          </a:ln>
          <a:effectLst/>
        </p:spPr>
        <p:txBody>
          <a:bodyPr/>
          <a:lstStyle/>
          <a:p>
            <a:endParaRPr lang="ja-JP" altLang="en-US" dirty="0">
              <a:ea typeface="MeiryoKe_PGothic" pitchFamily="50" charset="-128"/>
            </a:endParaRPr>
          </a:p>
        </p:txBody>
      </p:sp>
      <p:sp>
        <p:nvSpPr>
          <p:cNvPr id="23" name="Line 93"/>
          <p:cNvSpPr>
            <a:spLocks noChangeShapeType="1"/>
          </p:cNvSpPr>
          <p:nvPr/>
        </p:nvSpPr>
        <p:spPr bwMode="auto">
          <a:xfrm>
            <a:off x="6095913" y="3671119"/>
            <a:ext cx="720096" cy="0"/>
          </a:xfrm>
          <a:prstGeom prst="line">
            <a:avLst/>
          </a:prstGeom>
          <a:noFill/>
          <a:ln w="9525">
            <a:solidFill>
              <a:schemeClr val="tx1"/>
            </a:solidFill>
            <a:round/>
            <a:headEnd/>
            <a:tailEnd/>
          </a:ln>
          <a:effectLst/>
        </p:spPr>
        <p:txBody>
          <a:bodyPr/>
          <a:lstStyle/>
          <a:p>
            <a:endParaRPr lang="ja-JP" altLang="en-US" dirty="0">
              <a:ea typeface="MeiryoKe_PGothic" pitchFamily="50" charset="-128"/>
            </a:endParaRPr>
          </a:p>
        </p:txBody>
      </p:sp>
      <p:sp>
        <p:nvSpPr>
          <p:cNvPr id="24" name="Line 93"/>
          <p:cNvSpPr>
            <a:spLocks noChangeShapeType="1"/>
          </p:cNvSpPr>
          <p:nvPr/>
        </p:nvSpPr>
        <p:spPr bwMode="auto">
          <a:xfrm>
            <a:off x="6455961" y="4031167"/>
            <a:ext cx="360048" cy="0"/>
          </a:xfrm>
          <a:prstGeom prst="line">
            <a:avLst/>
          </a:prstGeom>
          <a:noFill/>
          <a:ln w="9525">
            <a:solidFill>
              <a:schemeClr val="tx1"/>
            </a:solidFill>
            <a:round/>
            <a:headEnd/>
            <a:tailEnd/>
          </a:ln>
          <a:effectLst/>
        </p:spPr>
        <p:txBody>
          <a:bodyPr/>
          <a:lstStyle/>
          <a:p>
            <a:endParaRPr lang="ja-JP" altLang="en-US" dirty="0">
              <a:ea typeface="MeiryoKe_PGothic" pitchFamily="50" charset="-128"/>
            </a:endParaRPr>
          </a:p>
        </p:txBody>
      </p:sp>
      <p:sp>
        <p:nvSpPr>
          <p:cNvPr id="25" name="Line 93"/>
          <p:cNvSpPr>
            <a:spLocks noChangeShapeType="1"/>
          </p:cNvSpPr>
          <p:nvPr/>
        </p:nvSpPr>
        <p:spPr bwMode="auto">
          <a:xfrm>
            <a:off x="5915889" y="4931287"/>
            <a:ext cx="901695" cy="3808"/>
          </a:xfrm>
          <a:prstGeom prst="line">
            <a:avLst/>
          </a:prstGeom>
          <a:noFill/>
          <a:ln w="9525">
            <a:solidFill>
              <a:schemeClr val="tx1"/>
            </a:solidFill>
            <a:round/>
            <a:headEnd/>
            <a:tailEnd/>
          </a:ln>
          <a:effectLst/>
        </p:spPr>
        <p:txBody>
          <a:bodyPr/>
          <a:lstStyle/>
          <a:p>
            <a:endParaRPr lang="ja-JP" altLang="en-US" dirty="0">
              <a:ea typeface="MeiryoKe_PGothic" pitchFamily="50" charset="-128"/>
            </a:endParaRPr>
          </a:p>
        </p:txBody>
      </p:sp>
      <p:sp>
        <p:nvSpPr>
          <p:cNvPr id="26" name="Line 93"/>
          <p:cNvSpPr>
            <a:spLocks noChangeShapeType="1"/>
          </p:cNvSpPr>
          <p:nvPr/>
        </p:nvSpPr>
        <p:spPr bwMode="auto">
          <a:xfrm>
            <a:off x="6095913" y="5111311"/>
            <a:ext cx="720096" cy="0"/>
          </a:xfrm>
          <a:prstGeom prst="line">
            <a:avLst/>
          </a:prstGeom>
          <a:noFill/>
          <a:ln w="9525">
            <a:solidFill>
              <a:schemeClr val="tx1"/>
            </a:solidFill>
            <a:round/>
            <a:headEnd/>
            <a:tailEnd/>
          </a:ln>
          <a:effectLst/>
        </p:spPr>
        <p:txBody>
          <a:bodyPr/>
          <a:lstStyle/>
          <a:p>
            <a:endParaRPr lang="ja-JP" altLang="en-US" dirty="0">
              <a:ea typeface="MeiryoKe_PGothic" pitchFamily="50" charset="-128"/>
            </a:endParaRPr>
          </a:p>
        </p:txBody>
      </p:sp>
      <p:sp>
        <p:nvSpPr>
          <p:cNvPr id="27" name="Line 93"/>
          <p:cNvSpPr>
            <a:spLocks noChangeShapeType="1"/>
          </p:cNvSpPr>
          <p:nvPr/>
        </p:nvSpPr>
        <p:spPr bwMode="auto">
          <a:xfrm>
            <a:off x="6455961" y="5471359"/>
            <a:ext cx="360048" cy="0"/>
          </a:xfrm>
          <a:prstGeom prst="line">
            <a:avLst/>
          </a:prstGeom>
          <a:noFill/>
          <a:ln w="9525">
            <a:solidFill>
              <a:schemeClr val="tx1"/>
            </a:solidFill>
            <a:round/>
            <a:headEnd/>
            <a:tailEnd/>
          </a:ln>
          <a:effectLst/>
        </p:spPr>
        <p:txBody>
          <a:bodyPr/>
          <a:lstStyle/>
          <a:p>
            <a:endParaRPr lang="ja-JP" altLang="en-US" dirty="0">
              <a:ea typeface="MeiryoKe_PGothic" pitchFamily="50" charset="-128"/>
            </a:endParaRPr>
          </a:p>
        </p:txBody>
      </p:sp>
      <p:sp>
        <p:nvSpPr>
          <p:cNvPr id="28" name="Line 93"/>
          <p:cNvSpPr>
            <a:spLocks noChangeShapeType="1"/>
          </p:cNvSpPr>
          <p:nvPr/>
        </p:nvSpPr>
        <p:spPr bwMode="auto">
          <a:xfrm flipV="1">
            <a:off x="5915889" y="3491095"/>
            <a:ext cx="0" cy="1440192"/>
          </a:xfrm>
          <a:prstGeom prst="line">
            <a:avLst/>
          </a:prstGeom>
          <a:noFill/>
          <a:ln w="9525">
            <a:solidFill>
              <a:schemeClr val="tx1"/>
            </a:solidFill>
            <a:round/>
            <a:headEnd/>
            <a:tailEnd/>
          </a:ln>
          <a:effectLst/>
        </p:spPr>
        <p:txBody>
          <a:bodyPr/>
          <a:lstStyle/>
          <a:p>
            <a:endParaRPr lang="ja-JP" altLang="en-US" dirty="0">
              <a:ea typeface="MeiryoKe_PGothic" pitchFamily="50" charset="-128"/>
            </a:endParaRPr>
          </a:p>
        </p:txBody>
      </p:sp>
      <p:sp>
        <p:nvSpPr>
          <p:cNvPr id="29" name="Line 93"/>
          <p:cNvSpPr>
            <a:spLocks noChangeShapeType="1"/>
          </p:cNvSpPr>
          <p:nvPr/>
        </p:nvSpPr>
        <p:spPr bwMode="auto">
          <a:xfrm flipV="1">
            <a:off x="6095912" y="3671119"/>
            <a:ext cx="0" cy="1440192"/>
          </a:xfrm>
          <a:prstGeom prst="line">
            <a:avLst/>
          </a:prstGeom>
          <a:noFill/>
          <a:ln w="9525">
            <a:solidFill>
              <a:schemeClr val="tx1"/>
            </a:solidFill>
            <a:round/>
            <a:headEnd/>
            <a:tailEnd/>
          </a:ln>
          <a:effectLst/>
        </p:spPr>
        <p:txBody>
          <a:bodyPr/>
          <a:lstStyle/>
          <a:p>
            <a:endParaRPr lang="ja-JP" altLang="en-US" dirty="0">
              <a:ea typeface="MeiryoKe_PGothic" pitchFamily="50" charset="-128"/>
            </a:endParaRPr>
          </a:p>
        </p:txBody>
      </p:sp>
      <p:sp>
        <p:nvSpPr>
          <p:cNvPr id="30" name="Line 93"/>
          <p:cNvSpPr>
            <a:spLocks noChangeShapeType="1"/>
          </p:cNvSpPr>
          <p:nvPr/>
        </p:nvSpPr>
        <p:spPr bwMode="auto">
          <a:xfrm flipV="1">
            <a:off x="6455960" y="4031167"/>
            <a:ext cx="0" cy="1440192"/>
          </a:xfrm>
          <a:prstGeom prst="line">
            <a:avLst/>
          </a:prstGeom>
          <a:noFill/>
          <a:ln w="9525">
            <a:solidFill>
              <a:schemeClr val="tx1"/>
            </a:solidFill>
            <a:round/>
            <a:headEnd/>
            <a:tailEnd/>
          </a:ln>
          <a:effectLst/>
        </p:spPr>
        <p:txBody>
          <a:bodyPr/>
          <a:lstStyle/>
          <a:p>
            <a:endParaRPr lang="ja-JP" altLang="en-US" dirty="0">
              <a:ea typeface="MeiryoKe_PGothic" pitchFamily="50" charset="-128"/>
            </a:endParaRPr>
          </a:p>
        </p:txBody>
      </p:sp>
      <p:sp>
        <p:nvSpPr>
          <p:cNvPr id="31" name="Line 93"/>
          <p:cNvSpPr>
            <a:spLocks noChangeShapeType="1"/>
          </p:cNvSpPr>
          <p:nvPr/>
        </p:nvSpPr>
        <p:spPr bwMode="auto">
          <a:xfrm>
            <a:off x="5485182" y="4031167"/>
            <a:ext cx="430706" cy="0"/>
          </a:xfrm>
          <a:prstGeom prst="line">
            <a:avLst/>
          </a:prstGeom>
          <a:noFill/>
          <a:ln w="9525">
            <a:solidFill>
              <a:schemeClr val="tx1"/>
            </a:solidFill>
            <a:round/>
            <a:headEnd/>
            <a:tailEnd type="oval"/>
          </a:ln>
          <a:effectLst/>
        </p:spPr>
        <p:txBody>
          <a:bodyPr/>
          <a:lstStyle/>
          <a:p>
            <a:endParaRPr lang="ja-JP" altLang="en-US" dirty="0">
              <a:ea typeface="MeiryoKe_PGothic" pitchFamily="50" charset="-128"/>
            </a:endParaRPr>
          </a:p>
        </p:txBody>
      </p:sp>
      <p:sp>
        <p:nvSpPr>
          <p:cNvPr id="32" name="Line 93"/>
          <p:cNvSpPr>
            <a:spLocks noChangeShapeType="1"/>
          </p:cNvSpPr>
          <p:nvPr/>
        </p:nvSpPr>
        <p:spPr bwMode="auto">
          <a:xfrm>
            <a:off x="5485182" y="4211191"/>
            <a:ext cx="610730" cy="0"/>
          </a:xfrm>
          <a:prstGeom prst="line">
            <a:avLst/>
          </a:prstGeom>
          <a:noFill/>
          <a:ln w="9525">
            <a:solidFill>
              <a:schemeClr val="tx1"/>
            </a:solidFill>
            <a:round/>
            <a:headEnd/>
            <a:tailEnd type="oval"/>
          </a:ln>
          <a:effectLst/>
        </p:spPr>
        <p:txBody>
          <a:bodyPr/>
          <a:lstStyle/>
          <a:p>
            <a:endParaRPr lang="ja-JP" altLang="en-US" dirty="0">
              <a:ea typeface="MeiryoKe_PGothic" pitchFamily="50" charset="-128"/>
            </a:endParaRPr>
          </a:p>
        </p:txBody>
      </p:sp>
      <p:sp>
        <p:nvSpPr>
          <p:cNvPr id="33" name="Line 93"/>
          <p:cNvSpPr>
            <a:spLocks noChangeShapeType="1"/>
          </p:cNvSpPr>
          <p:nvPr/>
        </p:nvSpPr>
        <p:spPr bwMode="auto">
          <a:xfrm>
            <a:off x="5485182" y="4571239"/>
            <a:ext cx="970778" cy="0"/>
          </a:xfrm>
          <a:prstGeom prst="line">
            <a:avLst/>
          </a:prstGeom>
          <a:noFill/>
          <a:ln w="9525">
            <a:solidFill>
              <a:schemeClr val="tx1"/>
            </a:solidFill>
            <a:round/>
            <a:headEnd/>
            <a:tailEnd type="oval"/>
          </a:ln>
          <a:effectLst/>
        </p:spPr>
        <p:txBody>
          <a:bodyPr/>
          <a:lstStyle/>
          <a:p>
            <a:endParaRPr lang="ja-JP" altLang="en-US" dirty="0">
              <a:ea typeface="MeiryoKe_PGothic" pitchFamily="50" charset="-128"/>
            </a:endParaRPr>
          </a:p>
        </p:txBody>
      </p:sp>
      <p:sp>
        <p:nvSpPr>
          <p:cNvPr id="34" name="Rectangle 19"/>
          <p:cNvSpPr>
            <a:spLocks noChangeArrowheads="1"/>
          </p:cNvSpPr>
          <p:nvPr/>
        </p:nvSpPr>
        <p:spPr bwMode="auto">
          <a:xfrm>
            <a:off x="5125135" y="3671120"/>
            <a:ext cx="360363" cy="360363"/>
          </a:xfrm>
          <a:prstGeom prst="rect">
            <a:avLst/>
          </a:prstGeom>
          <a:noFill/>
          <a:ln w="28575">
            <a:noFill/>
            <a:miter lim="800000"/>
            <a:headEnd/>
            <a:tailEnd/>
          </a:ln>
          <a:effectLst/>
        </p:spPr>
        <p:txBody>
          <a:bodyPr wrap="none" anchor="ctr"/>
          <a:lstStyle/>
          <a:p>
            <a:pPr algn="ctr"/>
            <a:r>
              <a:rPr lang="en-US" altLang="ja-JP" sz="2000" i="1" dirty="0">
                <a:ea typeface="MeiryoKe_PGothic" pitchFamily="50" charset="-128"/>
              </a:rPr>
              <a:t>i</a:t>
            </a:r>
            <a:r>
              <a:rPr lang="en-US" altLang="ja-JP" sz="2000" baseline="-25000" dirty="0">
                <a:ea typeface="MeiryoKe_PGothic" pitchFamily="50" charset="-128"/>
              </a:rPr>
              <a:t>1</a:t>
            </a:r>
          </a:p>
        </p:txBody>
      </p:sp>
      <p:sp>
        <p:nvSpPr>
          <p:cNvPr id="35" name="Rectangle 19"/>
          <p:cNvSpPr>
            <a:spLocks noChangeArrowheads="1"/>
          </p:cNvSpPr>
          <p:nvPr/>
        </p:nvSpPr>
        <p:spPr bwMode="auto">
          <a:xfrm>
            <a:off x="5125135" y="3941156"/>
            <a:ext cx="360363" cy="360363"/>
          </a:xfrm>
          <a:prstGeom prst="rect">
            <a:avLst/>
          </a:prstGeom>
          <a:noFill/>
          <a:ln w="28575">
            <a:noFill/>
            <a:miter lim="800000"/>
            <a:headEnd/>
            <a:tailEnd/>
          </a:ln>
          <a:effectLst/>
        </p:spPr>
        <p:txBody>
          <a:bodyPr wrap="none" anchor="ctr"/>
          <a:lstStyle/>
          <a:p>
            <a:pPr algn="ctr"/>
            <a:r>
              <a:rPr lang="en-US" altLang="ja-JP" sz="2000" i="1" dirty="0">
                <a:ea typeface="MeiryoKe_PGothic" pitchFamily="50" charset="-128"/>
              </a:rPr>
              <a:t>i</a:t>
            </a:r>
            <a:r>
              <a:rPr lang="en-US" altLang="ja-JP" sz="2000" baseline="-25000" dirty="0">
                <a:ea typeface="MeiryoKe_PGothic" pitchFamily="50" charset="-128"/>
              </a:rPr>
              <a:t>2</a:t>
            </a:r>
          </a:p>
        </p:txBody>
      </p:sp>
      <p:sp>
        <p:nvSpPr>
          <p:cNvPr id="36" name="Rectangle 19"/>
          <p:cNvSpPr>
            <a:spLocks noChangeArrowheads="1"/>
          </p:cNvSpPr>
          <p:nvPr/>
        </p:nvSpPr>
        <p:spPr bwMode="auto">
          <a:xfrm>
            <a:off x="5125135" y="4481228"/>
            <a:ext cx="360363" cy="360363"/>
          </a:xfrm>
          <a:prstGeom prst="rect">
            <a:avLst/>
          </a:prstGeom>
          <a:noFill/>
          <a:ln w="28575">
            <a:noFill/>
            <a:miter lim="800000"/>
            <a:headEnd/>
            <a:tailEnd/>
          </a:ln>
          <a:effectLst/>
        </p:spPr>
        <p:txBody>
          <a:bodyPr wrap="none" anchor="ctr"/>
          <a:lstStyle/>
          <a:p>
            <a:pPr algn="ctr"/>
            <a:r>
              <a:rPr lang="en-US" altLang="ja-JP" sz="2000" i="1" dirty="0">
                <a:ea typeface="MeiryoKe_PGothic" pitchFamily="50" charset="-128"/>
              </a:rPr>
              <a:t>i</a:t>
            </a:r>
            <a:r>
              <a:rPr lang="en-US" altLang="ja-JP" sz="2000" i="1" baseline="-25000" dirty="0">
                <a:ea typeface="MeiryoKe_PGothic" pitchFamily="50" charset="-128"/>
              </a:rPr>
              <a:t>n</a:t>
            </a:r>
          </a:p>
        </p:txBody>
      </p:sp>
      <p:sp>
        <p:nvSpPr>
          <p:cNvPr id="37" name="Rectangle 19"/>
          <p:cNvSpPr>
            <a:spLocks noChangeArrowheads="1"/>
          </p:cNvSpPr>
          <p:nvPr/>
        </p:nvSpPr>
        <p:spPr bwMode="auto">
          <a:xfrm>
            <a:off x="5215147" y="4211192"/>
            <a:ext cx="360363" cy="360363"/>
          </a:xfrm>
          <a:prstGeom prst="rect">
            <a:avLst/>
          </a:prstGeom>
          <a:noFill/>
          <a:ln w="28575">
            <a:noFill/>
            <a:miter lim="800000"/>
            <a:headEnd/>
            <a:tailEnd/>
          </a:ln>
          <a:effectLst/>
        </p:spPr>
        <p:txBody>
          <a:bodyPr vert="eaVert" wrap="none" anchor="ctr"/>
          <a:lstStyle/>
          <a:p>
            <a:pPr lvl="0" algn="r">
              <a:lnSpc>
                <a:spcPct val="120000"/>
              </a:lnSpc>
              <a:spcBef>
                <a:spcPct val="20000"/>
              </a:spcBef>
              <a:buClr>
                <a:srgbClr val="FF9999"/>
              </a:buClr>
            </a:pPr>
            <a:r>
              <a:rPr kumimoji="0" lang="en-US" altLang="ja-JP" sz="1600" dirty="0">
                <a:solidFill>
                  <a:srgbClr val="000000"/>
                </a:solidFill>
                <a:ea typeface="MeiryoKe_PGothic" pitchFamily="50" charset="-128"/>
              </a:rPr>
              <a:t>…</a:t>
            </a:r>
          </a:p>
        </p:txBody>
      </p:sp>
      <p:sp>
        <p:nvSpPr>
          <p:cNvPr id="38" name="Rectangle 19"/>
          <p:cNvSpPr>
            <a:spLocks noChangeArrowheads="1"/>
          </p:cNvSpPr>
          <p:nvPr/>
        </p:nvSpPr>
        <p:spPr bwMode="auto">
          <a:xfrm>
            <a:off x="6475315" y="3671120"/>
            <a:ext cx="360363" cy="360363"/>
          </a:xfrm>
          <a:prstGeom prst="rect">
            <a:avLst/>
          </a:prstGeom>
          <a:noFill/>
          <a:ln w="28575">
            <a:noFill/>
            <a:miter lim="800000"/>
            <a:headEnd/>
            <a:tailEnd/>
          </a:ln>
          <a:effectLst/>
        </p:spPr>
        <p:txBody>
          <a:bodyPr vert="eaVert" wrap="none" anchor="b"/>
          <a:lstStyle/>
          <a:p>
            <a:pPr lvl="0" algn="ctr">
              <a:lnSpc>
                <a:spcPct val="120000"/>
              </a:lnSpc>
              <a:spcBef>
                <a:spcPct val="20000"/>
              </a:spcBef>
              <a:buClr>
                <a:srgbClr val="FF9999"/>
              </a:buClr>
            </a:pPr>
            <a:r>
              <a:rPr kumimoji="0" lang="en-US" altLang="ja-JP" sz="1600" dirty="0">
                <a:solidFill>
                  <a:srgbClr val="000000"/>
                </a:solidFill>
                <a:ea typeface="MeiryoKe_PGothic" pitchFamily="50" charset="-128"/>
              </a:rPr>
              <a:t>…</a:t>
            </a:r>
          </a:p>
        </p:txBody>
      </p:sp>
      <p:sp>
        <p:nvSpPr>
          <p:cNvPr id="39" name="Rectangle 19"/>
          <p:cNvSpPr>
            <a:spLocks noChangeArrowheads="1"/>
          </p:cNvSpPr>
          <p:nvPr/>
        </p:nvSpPr>
        <p:spPr bwMode="auto">
          <a:xfrm>
            <a:off x="6475315" y="5111312"/>
            <a:ext cx="360363" cy="360363"/>
          </a:xfrm>
          <a:prstGeom prst="rect">
            <a:avLst/>
          </a:prstGeom>
          <a:noFill/>
          <a:ln w="28575">
            <a:noFill/>
            <a:miter lim="800000"/>
            <a:headEnd/>
            <a:tailEnd/>
          </a:ln>
          <a:effectLst/>
        </p:spPr>
        <p:txBody>
          <a:bodyPr vert="eaVert" wrap="none" anchor="b"/>
          <a:lstStyle/>
          <a:p>
            <a:pPr lvl="0" algn="ctr">
              <a:lnSpc>
                <a:spcPct val="120000"/>
              </a:lnSpc>
              <a:spcBef>
                <a:spcPct val="20000"/>
              </a:spcBef>
              <a:buClr>
                <a:srgbClr val="FF9999"/>
              </a:buClr>
            </a:pPr>
            <a:r>
              <a:rPr kumimoji="0" lang="en-US" altLang="ja-JP" sz="1600" dirty="0">
                <a:solidFill>
                  <a:srgbClr val="000000"/>
                </a:solidFill>
                <a:ea typeface="MeiryoKe_PGothic" pitchFamily="50" charset="-128"/>
              </a:rPr>
              <a:t>…</a:t>
            </a:r>
          </a:p>
        </p:txBody>
      </p:sp>
      <p:sp>
        <p:nvSpPr>
          <p:cNvPr id="2" name="Rectangle 224">
            <a:extLst>
              <a:ext uri="{FF2B5EF4-FFF2-40B4-BE49-F238E27FC236}">
                <a16:creationId xmlns:a16="http://schemas.microsoft.com/office/drawing/2014/main" id="{C4A19956-19E9-68F8-56A3-BC1416D4CEA0}"/>
              </a:ext>
            </a:extLst>
          </p:cNvPr>
          <p:cNvSpPr txBox="1">
            <a:spLocks noChangeArrowheads="1"/>
          </p:cNvSpPr>
          <p:nvPr/>
        </p:nvSpPr>
        <p:spPr bwMode="auto">
          <a:xfrm>
            <a:off x="2495962" y="6039029"/>
            <a:ext cx="7740085" cy="720008"/>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marL="360000" indent="-360000" algn="l" rtl="0" eaLnBrk="1" fontAlgn="base" hangingPunct="1">
              <a:lnSpc>
                <a:spcPct val="110000"/>
              </a:lnSpc>
              <a:spcBef>
                <a:spcPts val="2400"/>
              </a:spcBef>
              <a:spcAft>
                <a:spcPts val="600"/>
              </a:spcAft>
              <a:buClr>
                <a:schemeClr val="accent4"/>
              </a:buClr>
              <a:buFont typeface="Wingdings" panose="05000000000000000000" pitchFamily="2" charset="2"/>
              <a:buChar char="n"/>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1pPr>
            <a:lvl2pPr marL="720000" indent="-360000" algn="l" rtl="0" eaLnBrk="1" fontAlgn="base" hangingPunct="1">
              <a:lnSpc>
                <a:spcPct val="110000"/>
              </a:lnSpc>
              <a:spcBef>
                <a:spcPts val="300"/>
              </a:spcBef>
              <a:spcAft>
                <a:spcPts val="300"/>
              </a:spcAft>
              <a:buClr>
                <a:schemeClr val="accent4">
                  <a:lumMod val="60000"/>
                  <a:lumOff val="40000"/>
                </a:schemeClr>
              </a:buClr>
              <a:buSzPct val="90000"/>
              <a:buFont typeface="Wingdings" panose="05000000000000000000" pitchFamily="2" charset="2"/>
              <a:buChar char="l"/>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2pPr>
            <a:lvl3pPr marL="1080000" indent="-360000" algn="l" rtl="0" eaLnBrk="1" fontAlgn="base" hangingPunct="1">
              <a:lnSpc>
                <a:spcPct val="110000"/>
              </a:lnSpc>
              <a:spcBef>
                <a:spcPts val="300"/>
              </a:spcBef>
              <a:spcAft>
                <a:spcPts val="100"/>
              </a:spcAft>
              <a:buClr>
                <a:schemeClr val="accent4">
                  <a:lumMod val="60000"/>
                  <a:lumOff val="40000"/>
                </a:schemeClr>
              </a:buClr>
              <a:buSzPct val="70000"/>
              <a:buFont typeface="メイリオ" panose="020B0604030504040204" pitchFamily="50" charset="-128"/>
              <a:buChar char="○"/>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3pPr>
            <a:lvl4pPr marL="1440000" indent="-360000" algn="l" rtl="0" eaLnBrk="1" fontAlgn="base" hangingPunct="1">
              <a:lnSpc>
                <a:spcPct val="100000"/>
              </a:lnSpc>
              <a:spcBef>
                <a:spcPts val="300"/>
              </a:spcBef>
              <a:spcAft>
                <a:spcPts val="100"/>
              </a:spcAft>
              <a:buClr>
                <a:schemeClr val="accent4">
                  <a:lumMod val="60000"/>
                  <a:lumOff val="40000"/>
                </a:schemeClr>
              </a:buClr>
              <a:buSzPct val="60000"/>
              <a:buFont typeface="メイリオ" panose="020B0604030504040204" pitchFamily="50" charset="-128"/>
              <a:buChar char="◇"/>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4pPr>
            <a:lvl5pPr marL="1800000" indent="-360000" algn="l" rtl="0" eaLnBrk="1" fontAlgn="base" hangingPunct="1">
              <a:lnSpc>
                <a:spcPct val="110000"/>
              </a:lnSpc>
              <a:spcBef>
                <a:spcPts val="300"/>
              </a:spcBef>
              <a:spcAft>
                <a:spcPts val="100"/>
              </a:spcAft>
              <a:buClr>
                <a:schemeClr val="accent4">
                  <a:lumMod val="60000"/>
                  <a:lumOff val="40000"/>
                </a:schemeClr>
              </a:buClr>
              <a:buSzPct val="80000"/>
              <a:buFont typeface="メイリオ" panose="020B0604030504040204" pitchFamily="50" charset="-128"/>
              <a:buChar char="＋"/>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5pPr>
            <a:lvl6pPr marL="1885950" indent="-195263" algn="l" rtl="0" eaLnBrk="1" fontAlgn="base" hangingPunct="1">
              <a:spcBef>
                <a:spcPct val="20000"/>
              </a:spcBef>
              <a:spcAft>
                <a:spcPct val="0"/>
              </a:spcAft>
              <a:buClr>
                <a:schemeClr val="hlink"/>
              </a:buClr>
              <a:buChar char="•"/>
              <a:tabLst>
                <a:tab pos="1543050" algn="l"/>
              </a:tabLst>
              <a:defRPr kumimoji="1" sz="1500">
                <a:solidFill>
                  <a:schemeClr val="tx1"/>
                </a:solidFill>
                <a:latin typeface="+mn-lt"/>
                <a:ea typeface="+mn-ea"/>
              </a:defRPr>
            </a:lvl6pPr>
            <a:lvl7pPr marL="2228850" indent="-195263" algn="l" rtl="0" eaLnBrk="1" fontAlgn="base" hangingPunct="1">
              <a:spcBef>
                <a:spcPct val="20000"/>
              </a:spcBef>
              <a:spcAft>
                <a:spcPct val="0"/>
              </a:spcAft>
              <a:buClr>
                <a:schemeClr val="hlink"/>
              </a:buClr>
              <a:buChar char="•"/>
              <a:tabLst>
                <a:tab pos="1543050" algn="l"/>
              </a:tabLst>
              <a:defRPr kumimoji="1" sz="1500">
                <a:solidFill>
                  <a:schemeClr val="tx1"/>
                </a:solidFill>
                <a:latin typeface="+mn-lt"/>
                <a:ea typeface="+mn-ea"/>
              </a:defRPr>
            </a:lvl7pPr>
            <a:lvl8pPr marL="2571750" indent="-195263" algn="l" rtl="0" eaLnBrk="1" fontAlgn="base" hangingPunct="1">
              <a:spcBef>
                <a:spcPct val="20000"/>
              </a:spcBef>
              <a:spcAft>
                <a:spcPct val="0"/>
              </a:spcAft>
              <a:buClr>
                <a:schemeClr val="hlink"/>
              </a:buClr>
              <a:buChar char="•"/>
              <a:tabLst>
                <a:tab pos="1543050" algn="l"/>
              </a:tabLst>
              <a:defRPr kumimoji="1" sz="1500">
                <a:solidFill>
                  <a:schemeClr val="tx1"/>
                </a:solidFill>
                <a:latin typeface="+mn-lt"/>
                <a:ea typeface="+mn-ea"/>
              </a:defRPr>
            </a:lvl8pPr>
            <a:lvl9pPr marL="2914650" indent="-195263" algn="l" rtl="0" eaLnBrk="1" fontAlgn="base" hangingPunct="1">
              <a:spcBef>
                <a:spcPct val="20000"/>
              </a:spcBef>
              <a:spcAft>
                <a:spcPct val="0"/>
              </a:spcAft>
              <a:buClr>
                <a:schemeClr val="hlink"/>
              </a:buClr>
              <a:buChar char="•"/>
              <a:tabLst>
                <a:tab pos="1543050" algn="l"/>
              </a:tabLst>
              <a:defRPr kumimoji="1" sz="1500">
                <a:solidFill>
                  <a:schemeClr val="tx1"/>
                </a:solidFill>
                <a:latin typeface="+mn-lt"/>
                <a:ea typeface="+mn-ea"/>
              </a:defRPr>
            </a:lvl9pPr>
          </a:lstStyle>
          <a:p>
            <a:pPr lvl="1"/>
            <a:r>
              <a:rPr lang="ja-JP" altLang="en-US" sz="1400" spc="-150" dirty="0">
                <a:latin typeface="+mn-ea"/>
                <a:ea typeface="+mn-ea"/>
              </a:rPr>
              <a:t>任意の論理関数 </a:t>
            </a:r>
            <a:r>
              <a:rPr lang="en-US" altLang="ja-JP" sz="1400" i="1" spc="-150" dirty="0">
                <a:solidFill>
                  <a:schemeClr val="accent5"/>
                </a:solidFill>
                <a:latin typeface="+mn-ea"/>
              </a:rPr>
              <a:t>f</a:t>
            </a:r>
            <a:r>
              <a:rPr lang="en-US" altLang="ja-JP" sz="1400" i="1" spc="-150" baseline="-25000" dirty="0">
                <a:solidFill>
                  <a:schemeClr val="accent5"/>
                </a:solidFill>
                <a:latin typeface="+mn-ea"/>
              </a:rPr>
              <a:t>n</a:t>
            </a:r>
            <a:r>
              <a:rPr lang="en-US" altLang="ja-JP" sz="1400" spc="-150" baseline="30000" dirty="0">
                <a:solidFill>
                  <a:schemeClr val="accent5"/>
                </a:solidFill>
                <a:latin typeface="+mn-ea"/>
              </a:rPr>
              <a:t>0  </a:t>
            </a:r>
            <a:r>
              <a:rPr lang="en-US" altLang="ja-JP" sz="1400" i="1" spc="-150" dirty="0">
                <a:solidFill>
                  <a:schemeClr val="accent6"/>
                </a:solidFill>
                <a:latin typeface="+mn-ea"/>
              </a:rPr>
              <a:t>f</a:t>
            </a:r>
            <a:r>
              <a:rPr lang="en-US" altLang="ja-JP" sz="1400" i="1" spc="-150" baseline="-25000" dirty="0">
                <a:solidFill>
                  <a:schemeClr val="accent6"/>
                </a:solidFill>
                <a:latin typeface="+mn-ea"/>
              </a:rPr>
              <a:t>n</a:t>
            </a:r>
            <a:r>
              <a:rPr lang="en-US" altLang="ja-JP" sz="1400" spc="-150" baseline="30000" dirty="0">
                <a:solidFill>
                  <a:schemeClr val="accent6"/>
                </a:solidFill>
                <a:latin typeface="+mn-ea"/>
              </a:rPr>
              <a:t>1 </a:t>
            </a:r>
            <a:r>
              <a:rPr lang="ja-JP" altLang="en-US" sz="1400" spc="-150" dirty="0">
                <a:solidFill>
                  <a:schemeClr val="accent6"/>
                </a:solidFill>
                <a:latin typeface="+mn-ea"/>
                <a:ea typeface="+mn-ea"/>
              </a:rPr>
              <a:t> </a:t>
            </a:r>
            <a:r>
              <a:rPr lang="ja-JP" altLang="en-US" sz="1400" spc="-150" dirty="0">
                <a:latin typeface="+mn-ea"/>
                <a:ea typeface="+mn-ea"/>
              </a:rPr>
              <a:t>が表現できるので，それらの結果を</a:t>
            </a:r>
            <a:r>
              <a:rPr lang="en-US" altLang="ja-JP" sz="1400" i="1" dirty="0">
                <a:latin typeface="+mn-ea"/>
              </a:rPr>
              <a:t>i</a:t>
            </a:r>
            <a:r>
              <a:rPr lang="en-US" altLang="ja-JP" sz="1400" i="1" baseline="-25000" dirty="0">
                <a:latin typeface="+mn-ea"/>
              </a:rPr>
              <a:t>n</a:t>
            </a:r>
            <a:r>
              <a:rPr lang="en-US" altLang="ja-JP" sz="1400" baseline="-25000" dirty="0">
                <a:latin typeface="+mn-ea"/>
              </a:rPr>
              <a:t>+1</a:t>
            </a:r>
            <a:r>
              <a:rPr lang="ja-JP" altLang="en-US" sz="1400" spc="-150" dirty="0">
                <a:latin typeface="+mn-ea"/>
                <a:ea typeface="+mn-ea"/>
              </a:rPr>
              <a:t>を使って選択</a:t>
            </a:r>
            <a:endParaRPr lang="en-US" altLang="ja-JP" sz="1400" spc="-150" dirty="0">
              <a:latin typeface="+mn-ea"/>
              <a:ea typeface="+mn-ea"/>
            </a:endParaRPr>
          </a:p>
          <a:p>
            <a:pPr lvl="1"/>
            <a:r>
              <a:rPr lang="ja-JP" altLang="en-US" sz="1400" dirty="0">
                <a:latin typeface="+mn-ea"/>
              </a:rPr>
              <a:t>この選択部分は </a:t>
            </a:r>
            <a:r>
              <a:rPr lang="en-US" altLang="ja-JP" sz="1400" dirty="0">
                <a:latin typeface="+mn-ea"/>
              </a:rPr>
              <a:t>AND/OR/NOT </a:t>
            </a:r>
            <a:r>
              <a:rPr lang="ja-JP" altLang="en-US" sz="1400" dirty="0">
                <a:latin typeface="+mn-ea"/>
              </a:rPr>
              <a:t>で作れる</a:t>
            </a:r>
            <a:endParaRPr lang="en-US" altLang="ja-JP" sz="1400" dirty="0">
              <a:latin typeface="+mn-ea"/>
            </a:endParaRPr>
          </a:p>
        </p:txBody>
      </p:sp>
    </p:spTree>
    <p:extLst>
      <p:ext uri="{BB962C8B-B14F-4D97-AF65-F5344CB8AC3E}">
        <p14:creationId xmlns:p14="http://schemas.microsoft.com/office/powerpoint/2010/main" val="173626597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4">
            <a:extLst>
              <a:ext uri="{FF2B5EF4-FFF2-40B4-BE49-F238E27FC236}">
                <a16:creationId xmlns:a16="http://schemas.microsoft.com/office/drawing/2014/main" id="{606586F9-6C36-61A6-23F7-111392D1F063}"/>
              </a:ext>
            </a:extLst>
          </p:cNvPr>
          <p:cNvSpPr>
            <a:spLocks noGrp="1"/>
          </p:cNvSpPr>
          <p:nvPr>
            <p:ph type="title"/>
          </p:nvPr>
        </p:nvSpPr>
        <p:spPr/>
        <p:txBody>
          <a:bodyPr/>
          <a:lstStyle/>
          <a:p>
            <a:r>
              <a:rPr lang="ja-JP" altLang="en-US" dirty="0"/>
              <a:t>スイッチからコンピュータを作る</a:t>
            </a:r>
            <a:endParaRPr lang="en-US" dirty="0"/>
          </a:p>
        </p:txBody>
      </p:sp>
      <p:sp>
        <p:nvSpPr>
          <p:cNvPr id="6" name="コンテンツ プレースホルダー 5">
            <a:extLst>
              <a:ext uri="{FF2B5EF4-FFF2-40B4-BE49-F238E27FC236}">
                <a16:creationId xmlns:a16="http://schemas.microsoft.com/office/drawing/2014/main" id="{C5366AB5-271B-B1D3-AAAD-F3B904C622CE}"/>
              </a:ext>
            </a:extLst>
          </p:cNvPr>
          <p:cNvSpPr>
            <a:spLocks noGrp="1"/>
          </p:cNvSpPr>
          <p:nvPr>
            <p:ph sz="quarter" idx="10"/>
          </p:nvPr>
        </p:nvSpPr>
        <p:spPr>
          <a:xfrm>
            <a:off x="1775952" y="1358977"/>
            <a:ext cx="8640096" cy="5220058"/>
          </a:xfrm>
        </p:spPr>
        <p:txBody>
          <a:bodyPr anchor="t"/>
          <a:lstStyle/>
          <a:p>
            <a:r>
              <a:rPr lang="ja-JP" altLang="en-US" dirty="0"/>
              <a:t>スイッチから </a:t>
            </a:r>
            <a:r>
              <a:rPr lang="en-US" altLang="ja-JP" dirty="0"/>
              <a:t>NOT</a:t>
            </a:r>
            <a:r>
              <a:rPr lang="ja-JP" altLang="en-US" dirty="0"/>
              <a:t>，</a:t>
            </a:r>
            <a:r>
              <a:rPr lang="en-US" altLang="ja-JP" dirty="0"/>
              <a:t>AND</a:t>
            </a:r>
            <a:r>
              <a:rPr lang="ja-JP" altLang="en-US" dirty="0"/>
              <a:t>，</a:t>
            </a:r>
            <a:r>
              <a:rPr lang="en-US" altLang="ja-JP" dirty="0"/>
              <a:t>OR </a:t>
            </a:r>
            <a:r>
              <a:rPr lang="ja-JP" altLang="en-US" dirty="0"/>
              <a:t>を作る手順</a:t>
            </a:r>
            <a:endParaRPr lang="en-US" altLang="ja-JP" dirty="0"/>
          </a:p>
          <a:p>
            <a:pPr marL="817200" lvl="1" indent="-457200">
              <a:buFont typeface="+mj-lt"/>
              <a:buAutoNum type="arabicPeriod"/>
            </a:pPr>
            <a:r>
              <a:rPr lang="ja-JP" altLang="en-US" dirty="0"/>
              <a:t>スイッチを組み合わせて </a:t>
            </a:r>
            <a:r>
              <a:rPr lang="en-US" altLang="ja-JP" dirty="0"/>
              <a:t>NOT </a:t>
            </a:r>
            <a:r>
              <a:rPr lang="ja-JP" altLang="en-US" dirty="0"/>
              <a:t>と </a:t>
            </a:r>
            <a:r>
              <a:rPr lang="en-US" altLang="ja-JP" dirty="0"/>
              <a:t>NAND </a:t>
            </a:r>
            <a:r>
              <a:rPr lang="ja-JP" altLang="en-US" dirty="0"/>
              <a:t>を作る</a:t>
            </a:r>
            <a:endParaRPr lang="en-US" altLang="ja-JP" dirty="0"/>
          </a:p>
          <a:p>
            <a:pPr marL="817200" lvl="1" indent="-457200">
              <a:buFont typeface="+mj-lt"/>
              <a:buAutoNum type="arabicPeriod"/>
            </a:pPr>
            <a:r>
              <a:rPr lang="en-US" dirty="0"/>
              <a:t>NOT </a:t>
            </a:r>
            <a:r>
              <a:rPr lang="ja-JP" altLang="en-US" dirty="0"/>
              <a:t>と </a:t>
            </a:r>
            <a:r>
              <a:rPr lang="en-US" altLang="ja-JP" dirty="0"/>
              <a:t>NAND </a:t>
            </a:r>
            <a:r>
              <a:rPr lang="ja-JP" altLang="en-US" dirty="0"/>
              <a:t>を組み合わせて </a:t>
            </a:r>
            <a:r>
              <a:rPr lang="en-US" altLang="ja-JP" dirty="0"/>
              <a:t>AND </a:t>
            </a:r>
            <a:r>
              <a:rPr lang="ja-JP" altLang="en-US" dirty="0"/>
              <a:t>と </a:t>
            </a:r>
            <a:r>
              <a:rPr lang="en-US" altLang="ja-JP" dirty="0"/>
              <a:t>OR </a:t>
            </a:r>
            <a:r>
              <a:rPr lang="ja-JP" altLang="en-US" dirty="0"/>
              <a:t>を作る</a:t>
            </a:r>
            <a:endParaRPr lang="en-US" altLang="ja-JP" dirty="0"/>
          </a:p>
          <a:p>
            <a:r>
              <a:rPr lang="en-US" altLang="ja-JP" dirty="0"/>
              <a:t>NOT</a:t>
            </a:r>
            <a:r>
              <a:rPr lang="ja-JP" altLang="en-US" dirty="0"/>
              <a:t>，</a:t>
            </a:r>
            <a:r>
              <a:rPr lang="en-US" altLang="ja-JP" dirty="0"/>
              <a:t>AND</a:t>
            </a:r>
            <a:r>
              <a:rPr lang="ja-JP" altLang="en-US" dirty="0"/>
              <a:t>，</a:t>
            </a:r>
            <a:r>
              <a:rPr lang="en-US" altLang="ja-JP" dirty="0"/>
              <a:t>OR </a:t>
            </a:r>
            <a:r>
              <a:rPr lang="ja-JP" altLang="en-US" dirty="0"/>
              <a:t>からコンピュータを作る手順</a:t>
            </a:r>
            <a:endParaRPr lang="en-US" altLang="ja-JP" dirty="0"/>
          </a:p>
          <a:p>
            <a:pPr marL="817200" lvl="1" indent="-457200">
              <a:buFont typeface="+mj-lt"/>
              <a:buAutoNum type="arabicPeriod"/>
            </a:pPr>
            <a:r>
              <a:rPr lang="en-US" altLang="ja-JP" dirty="0"/>
              <a:t>NOT</a:t>
            </a:r>
            <a:r>
              <a:rPr lang="ja-JP" altLang="en-US" dirty="0"/>
              <a:t>，</a:t>
            </a:r>
            <a:r>
              <a:rPr lang="en-US" altLang="ja-JP" dirty="0"/>
              <a:t>AND</a:t>
            </a:r>
            <a:r>
              <a:rPr lang="ja-JP" altLang="en-US" dirty="0"/>
              <a:t>，</a:t>
            </a:r>
            <a:r>
              <a:rPr lang="en-US" altLang="ja-JP" dirty="0"/>
              <a:t>OR </a:t>
            </a:r>
            <a:r>
              <a:rPr lang="ja-JP" altLang="en-US" dirty="0"/>
              <a:t>を使うと任意の論理回路が作れる</a:t>
            </a:r>
            <a:endParaRPr lang="en-US" altLang="ja-JP" dirty="0"/>
          </a:p>
          <a:p>
            <a:pPr marL="817200" lvl="1" indent="-457200">
              <a:buFont typeface="+mj-lt"/>
              <a:buAutoNum type="arabicPeriod"/>
            </a:pPr>
            <a:r>
              <a:rPr lang="ja-JP" altLang="en-US" dirty="0"/>
              <a:t>任意の論理回路を使うと </a:t>
            </a:r>
            <a:r>
              <a:rPr lang="en-US" altLang="ja-JP" dirty="0"/>
              <a:t>CPU </a:t>
            </a:r>
            <a:r>
              <a:rPr lang="ja-JP" altLang="en-US" dirty="0"/>
              <a:t>の部品が作れる</a:t>
            </a:r>
            <a:endParaRPr lang="en-US" altLang="ja-JP" dirty="0"/>
          </a:p>
          <a:p>
            <a:pPr lvl="2"/>
            <a:r>
              <a:rPr lang="en-US" altLang="ja-JP" dirty="0"/>
              <a:t>PC</a:t>
            </a:r>
            <a:r>
              <a:rPr lang="ja-JP" altLang="en-US" dirty="0"/>
              <a:t>，レジスタ，演算器，メモリ･･･</a:t>
            </a:r>
            <a:endParaRPr lang="en-US" altLang="ja-JP" dirty="0"/>
          </a:p>
          <a:p>
            <a:pPr marL="817200" lvl="1" indent="-457200">
              <a:buFont typeface="+mj-lt"/>
              <a:buAutoNum type="arabicPeriod"/>
            </a:pPr>
            <a:r>
              <a:rPr lang="ja-JP" altLang="en-US" dirty="0"/>
              <a:t>それらを組み合わせるとコンピュータができる</a:t>
            </a:r>
            <a:endParaRPr lang="en-US" dirty="0"/>
          </a:p>
        </p:txBody>
      </p:sp>
    </p:spTree>
    <p:extLst>
      <p:ext uri="{BB962C8B-B14F-4D97-AF65-F5344CB8AC3E}">
        <p14:creationId xmlns:p14="http://schemas.microsoft.com/office/powerpoint/2010/main" val="263146099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F48D921-750E-E86A-3624-6989799238AC}"/>
              </a:ext>
            </a:extLst>
          </p:cNvPr>
          <p:cNvSpPr>
            <a:spLocks noGrp="1"/>
          </p:cNvSpPr>
          <p:nvPr>
            <p:ph type="title"/>
          </p:nvPr>
        </p:nvSpPr>
        <p:spPr/>
        <p:txBody>
          <a:bodyPr/>
          <a:lstStyle/>
          <a:p>
            <a:r>
              <a:rPr kumimoji="1" lang="ja-JP" altLang="en-US" dirty="0"/>
              <a:t>つまり，</a:t>
            </a:r>
            <a:endParaRPr kumimoji="1" lang="en-US" dirty="0"/>
          </a:p>
        </p:txBody>
      </p:sp>
      <p:sp>
        <p:nvSpPr>
          <p:cNvPr id="3" name="コンテンツ プレースホルダー 2">
            <a:extLst>
              <a:ext uri="{FF2B5EF4-FFF2-40B4-BE49-F238E27FC236}">
                <a16:creationId xmlns:a16="http://schemas.microsoft.com/office/drawing/2014/main" id="{0C9930CE-86B6-FE67-225C-3AFDA19E5E74}"/>
              </a:ext>
            </a:extLst>
          </p:cNvPr>
          <p:cNvSpPr>
            <a:spLocks noGrp="1"/>
          </p:cNvSpPr>
          <p:nvPr>
            <p:ph sz="quarter" idx="10"/>
          </p:nvPr>
        </p:nvSpPr>
        <p:spPr/>
        <p:txBody>
          <a:bodyPr/>
          <a:lstStyle/>
          <a:p>
            <a:r>
              <a:rPr kumimoji="1" lang="ja-JP" altLang="en-US" b="1" dirty="0">
                <a:solidFill>
                  <a:schemeClr val="accent5"/>
                </a:solidFill>
              </a:rPr>
              <a:t>なんらかの入力に従って </a:t>
            </a:r>
            <a:r>
              <a:rPr kumimoji="1" lang="en-US" altLang="ja-JP" b="1" dirty="0">
                <a:solidFill>
                  <a:schemeClr val="accent5"/>
                </a:solidFill>
              </a:rPr>
              <a:t>ON/OFF </a:t>
            </a:r>
            <a:r>
              <a:rPr kumimoji="1" lang="ja-JP" altLang="en-US" b="1" dirty="0">
                <a:solidFill>
                  <a:schemeClr val="accent5"/>
                </a:solidFill>
              </a:rPr>
              <a:t>できるスイッチがあれば，</a:t>
            </a:r>
            <a:br>
              <a:rPr kumimoji="1" lang="en-US" altLang="ja-JP" b="1" dirty="0">
                <a:solidFill>
                  <a:schemeClr val="accent5"/>
                </a:solidFill>
              </a:rPr>
            </a:br>
            <a:r>
              <a:rPr kumimoji="1" lang="ja-JP" altLang="en-US" b="1" dirty="0">
                <a:solidFill>
                  <a:schemeClr val="accent5"/>
                </a:solidFill>
              </a:rPr>
              <a:t>それでコンピュータが作れる</a:t>
            </a:r>
            <a:endParaRPr kumimoji="1" lang="en-US" altLang="ja-JP" b="1" dirty="0">
              <a:solidFill>
                <a:schemeClr val="accent5"/>
              </a:solidFill>
            </a:endParaRPr>
          </a:p>
          <a:p>
            <a:pPr lvl="1"/>
            <a:endParaRPr lang="en-US" b="1" dirty="0">
              <a:solidFill>
                <a:schemeClr val="accent5"/>
              </a:solidFill>
            </a:endParaRPr>
          </a:p>
          <a:p>
            <a:pPr lvl="1"/>
            <a:r>
              <a:rPr kumimoji="1" lang="ja-JP" altLang="en-US" dirty="0"/>
              <a:t>具体的な回路の組み方は，回路の種別ごとに違う事もある</a:t>
            </a:r>
            <a:endParaRPr kumimoji="1" lang="en-US" altLang="ja-JP" dirty="0"/>
          </a:p>
          <a:p>
            <a:pPr lvl="1"/>
            <a:r>
              <a:rPr kumimoji="1" lang="en-US" altLang="ja-JP" dirty="0"/>
              <a:t>NAND </a:t>
            </a:r>
            <a:r>
              <a:rPr kumimoji="1" lang="ja-JP" altLang="en-US" dirty="0"/>
              <a:t>さえ出来ればこっちのもの</a:t>
            </a:r>
            <a:endParaRPr kumimoji="1" lang="en-US" dirty="0"/>
          </a:p>
        </p:txBody>
      </p:sp>
    </p:spTree>
    <p:extLst>
      <p:ext uri="{BB962C8B-B14F-4D97-AF65-F5344CB8AC3E}">
        <p14:creationId xmlns:p14="http://schemas.microsoft.com/office/powerpoint/2010/main" val="324371988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914724B-30AA-344A-14D3-CE865807F5A4}"/>
              </a:ext>
            </a:extLst>
          </p:cNvPr>
          <p:cNvSpPr>
            <a:spLocks noGrp="1"/>
          </p:cNvSpPr>
          <p:nvPr>
            <p:ph type="title"/>
          </p:nvPr>
        </p:nvSpPr>
        <p:spPr/>
        <p:txBody>
          <a:bodyPr/>
          <a:lstStyle/>
          <a:p>
            <a:r>
              <a:rPr kumimoji="1" lang="ja-JP" altLang="en-US" dirty="0"/>
              <a:t>真空管（三極管）</a:t>
            </a:r>
            <a:endParaRPr kumimoji="1" lang="en-US" dirty="0"/>
          </a:p>
        </p:txBody>
      </p:sp>
      <p:sp>
        <p:nvSpPr>
          <p:cNvPr id="3" name="コンテンツ プレースホルダー 2">
            <a:extLst>
              <a:ext uri="{FF2B5EF4-FFF2-40B4-BE49-F238E27FC236}">
                <a16:creationId xmlns:a16="http://schemas.microsoft.com/office/drawing/2014/main" id="{28FDF9AE-FE2C-50D4-5264-356FC112DD77}"/>
              </a:ext>
            </a:extLst>
          </p:cNvPr>
          <p:cNvSpPr>
            <a:spLocks noGrp="1"/>
          </p:cNvSpPr>
          <p:nvPr>
            <p:ph sz="quarter" idx="10"/>
          </p:nvPr>
        </p:nvSpPr>
        <p:spPr>
          <a:xfrm>
            <a:off x="2135956" y="1088974"/>
            <a:ext cx="8280092" cy="900010"/>
          </a:xfrm>
        </p:spPr>
        <p:txBody>
          <a:bodyPr/>
          <a:lstStyle/>
          <a:p>
            <a:r>
              <a:rPr kumimoji="1" lang="ja-JP" altLang="en-US" dirty="0"/>
              <a:t>電球にカソードとグリッド，プレートなどの電極を追加したもの</a:t>
            </a:r>
            <a:endParaRPr kumimoji="1" lang="en-US" dirty="0"/>
          </a:p>
        </p:txBody>
      </p:sp>
      <p:sp>
        <p:nvSpPr>
          <p:cNvPr id="4" name="楕円 3">
            <a:extLst>
              <a:ext uri="{FF2B5EF4-FFF2-40B4-BE49-F238E27FC236}">
                <a16:creationId xmlns:a16="http://schemas.microsoft.com/office/drawing/2014/main" id="{39394E1B-9C93-F0C9-6FF8-BF0858031730}"/>
              </a:ext>
            </a:extLst>
          </p:cNvPr>
          <p:cNvSpPr/>
          <p:nvPr/>
        </p:nvSpPr>
        <p:spPr bwMode="auto">
          <a:xfrm>
            <a:off x="7716019" y="3248998"/>
            <a:ext cx="1260014" cy="1260014"/>
          </a:xfrm>
          <a:prstGeom prst="ellipse">
            <a:avLst/>
          </a:prstGeom>
          <a:ln>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US" dirty="0">
              <a:solidFill>
                <a:schemeClr val="tx1">
                  <a:lumMod val="75000"/>
                  <a:lumOff val="25000"/>
                </a:schemeClr>
              </a:solidFill>
              <a:latin typeface="+mn-ea"/>
            </a:endParaRPr>
          </a:p>
        </p:txBody>
      </p:sp>
      <p:pic>
        <p:nvPicPr>
          <p:cNvPr id="2050" name="Picture 2" descr="undefined">
            <a:extLst>
              <a:ext uri="{FF2B5EF4-FFF2-40B4-BE49-F238E27FC236}">
                <a16:creationId xmlns:a16="http://schemas.microsoft.com/office/drawing/2014/main" id="{A04C1AAC-4A16-6AAE-A64B-46B562D0686A}"/>
              </a:ext>
            </a:extLst>
          </p:cNvPr>
          <p:cNvPicPr>
            <a:picLocks noChangeAspect="1" noChangeArrowheads="1"/>
          </p:cNvPicPr>
          <p:nvPr/>
        </p:nvPicPr>
        <p:blipFill>
          <a:blip r:embed="rId2" cstate="print">
            <a:extLst>
              <a:ext uri="{28A0092B-C50C-407E-A947-70E740481C1C}">
                <a14:useLocalDpi xmlns:a14="http://schemas.microsoft.com/office/drawing/2010/main"/>
              </a:ext>
            </a:extLst>
          </a:blip>
          <a:srcRect/>
          <a:stretch>
            <a:fillRect/>
          </a:stretch>
        </p:blipFill>
        <p:spPr bwMode="auto">
          <a:xfrm>
            <a:off x="5195991" y="1898984"/>
            <a:ext cx="1142861" cy="3519001"/>
          </a:xfrm>
          <a:prstGeom prst="rect">
            <a:avLst/>
          </a:prstGeom>
          <a:noFill/>
          <a:extLst>
            <a:ext uri="{909E8E84-426E-40DD-AFC4-6F175D3DCCD1}">
              <a14:hiddenFill xmlns:a14="http://schemas.microsoft.com/office/drawing/2010/main">
                <a:solidFill>
                  <a:srgbClr val="FFFFFF"/>
                </a:solidFill>
              </a14:hiddenFill>
            </a:ext>
          </a:extLst>
        </p:spPr>
      </p:pic>
      <p:sp>
        <p:nvSpPr>
          <p:cNvPr id="6" name="テキスト ボックス 5">
            <a:extLst>
              <a:ext uri="{FF2B5EF4-FFF2-40B4-BE49-F238E27FC236}">
                <a16:creationId xmlns:a16="http://schemas.microsoft.com/office/drawing/2014/main" id="{01C2E457-8E8A-88C5-CDFD-C4F42641BAB8}"/>
              </a:ext>
            </a:extLst>
          </p:cNvPr>
          <p:cNvSpPr txBox="1"/>
          <p:nvPr/>
        </p:nvSpPr>
        <p:spPr>
          <a:xfrm>
            <a:off x="2135957" y="5769026"/>
            <a:ext cx="5310059" cy="738664"/>
          </a:xfrm>
          <a:prstGeom prst="rect">
            <a:avLst/>
          </a:prstGeom>
          <a:noFill/>
        </p:spPr>
        <p:txBody>
          <a:bodyPr wrap="square">
            <a:spAutoFit/>
          </a:bodyPr>
          <a:lstStyle/>
          <a:p>
            <a:r>
              <a:rPr lang="ja-JP" altLang="en-US" sz="1400" dirty="0">
                <a:solidFill>
                  <a:schemeClr val="tx1">
                    <a:lumMod val="75000"/>
                    <a:lumOff val="25000"/>
                  </a:schemeClr>
                </a:solidFill>
              </a:rPr>
              <a:t>画像は </a:t>
            </a:r>
            <a:r>
              <a:rPr lang="en-US" altLang="ja-JP" sz="1400" dirty="0">
                <a:solidFill>
                  <a:schemeClr val="tx1">
                    <a:lumMod val="75000"/>
                    <a:lumOff val="25000"/>
                  </a:schemeClr>
                </a:solidFill>
                <a:hlinkClick r:id="rId3">
                  <a:extLst>
                    <a:ext uri="{A12FA001-AC4F-418D-AE19-62706E023703}">
                      <ahyp:hlinkClr xmlns:ahyp="http://schemas.microsoft.com/office/drawing/2018/hyperlinkcolor" val="tx"/>
                    </a:ext>
                  </a:extLst>
                </a:hlinkClick>
              </a:rPr>
              <a:t>https://en.wikipedia.org/wiki/Triode</a:t>
            </a:r>
            <a:r>
              <a:rPr lang="en-US" altLang="ja-JP" sz="1400" dirty="0">
                <a:solidFill>
                  <a:schemeClr val="tx1">
                    <a:lumMod val="75000"/>
                    <a:lumOff val="25000"/>
                  </a:schemeClr>
                </a:solidFill>
              </a:rPr>
              <a:t> </a:t>
            </a:r>
            <a:r>
              <a:rPr lang="ja-JP" altLang="en-US" sz="1400" dirty="0">
                <a:solidFill>
                  <a:schemeClr val="tx1">
                    <a:lumMod val="75000"/>
                    <a:lumOff val="25000"/>
                  </a:schemeClr>
                </a:solidFill>
              </a:rPr>
              <a:t>より</a:t>
            </a:r>
            <a:endParaRPr lang="en-US" altLang="ja-JP" sz="1400" dirty="0">
              <a:solidFill>
                <a:schemeClr val="tx1">
                  <a:lumMod val="75000"/>
                  <a:lumOff val="25000"/>
                </a:schemeClr>
              </a:solidFill>
            </a:endParaRPr>
          </a:p>
          <a:p>
            <a:r>
              <a:rPr lang="en-US" altLang="ja-JP" sz="1400" dirty="0">
                <a:solidFill>
                  <a:schemeClr val="tx1">
                    <a:lumMod val="75000"/>
                    <a:lumOff val="25000"/>
                  </a:schemeClr>
                </a:solidFill>
                <a:latin typeface="Arial" panose="020B0604020202020204" pitchFamily="34" charset="0"/>
              </a:rPr>
              <a:t>De Forest </a:t>
            </a:r>
            <a:r>
              <a:rPr lang="en-US" altLang="ja-JP" sz="1400" dirty="0" err="1">
                <a:solidFill>
                  <a:schemeClr val="tx1">
                    <a:lumMod val="75000"/>
                    <a:lumOff val="25000"/>
                  </a:schemeClr>
                </a:solidFill>
                <a:latin typeface="Arial" panose="020B0604020202020204" pitchFamily="34" charset="0"/>
              </a:rPr>
              <a:t>Audion</a:t>
            </a:r>
            <a:r>
              <a:rPr lang="en-US" altLang="ja-JP" sz="1400" dirty="0">
                <a:solidFill>
                  <a:schemeClr val="tx1">
                    <a:lumMod val="75000"/>
                    <a:lumOff val="25000"/>
                  </a:schemeClr>
                </a:solidFill>
                <a:latin typeface="Arial" panose="020B0604020202020204" pitchFamily="34" charset="0"/>
              </a:rPr>
              <a:t> tube </a:t>
            </a:r>
            <a:r>
              <a:rPr lang="ja-JP" altLang="en-US" sz="1400" dirty="0">
                <a:solidFill>
                  <a:schemeClr val="tx1">
                    <a:lumMod val="75000"/>
                    <a:lumOff val="25000"/>
                  </a:schemeClr>
                </a:solidFill>
                <a:latin typeface="Arial" panose="020B0604020202020204" pitchFamily="34" charset="0"/>
              </a:rPr>
              <a:t>と </a:t>
            </a:r>
            <a:r>
              <a:rPr lang="en-US" altLang="ja-JP" sz="1400" dirty="0" err="1">
                <a:solidFill>
                  <a:schemeClr val="tx1">
                    <a:lumMod val="75000"/>
                    <a:lumOff val="25000"/>
                  </a:schemeClr>
                </a:solidFill>
                <a:latin typeface="Arial" panose="020B0604020202020204" pitchFamily="34" charset="0"/>
              </a:rPr>
              <a:t>Lieben</a:t>
            </a:r>
            <a:r>
              <a:rPr lang="en-US" altLang="ja-JP" sz="1400" dirty="0">
                <a:solidFill>
                  <a:schemeClr val="tx1">
                    <a:lumMod val="75000"/>
                    <a:lumOff val="25000"/>
                  </a:schemeClr>
                </a:solidFill>
                <a:latin typeface="Arial" panose="020B0604020202020204" pitchFamily="34" charset="0"/>
              </a:rPr>
              <a:t>-Reisz tube </a:t>
            </a:r>
            <a:br>
              <a:rPr lang="en-US" altLang="ja-JP" sz="1400" dirty="0">
                <a:solidFill>
                  <a:schemeClr val="tx1">
                    <a:lumMod val="75000"/>
                    <a:lumOff val="25000"/>
                  </a:schemeClr>
                </a:solidFill>
                <a:latin typeface="Arial" panose="020B0604020202020204" pitchFamily="34" charset="0"/>
              </a:rPr>
            </a:br>
            <a:r>
              <a:rPr lang="en-US" altLang="ja-JP" sz="1400" dirty="0">
                <a:solidFill>
                  <a:schemeClr val="tx1">
                    <a:lumMod val="75000"/>
                    <a:lumOff val="25000"/>
                  </a:schemeClr>
                </a:solidFill>
                <a:latin typeface="Arial" panose="020B0604020202020204" pitchFamily="34" charset="0"/>
              </a:rPr>
              <a:t>1900 </a:t>
            </a:r>
            <a:r>
              <a:rPr lang="ja-JP" altLang="en-US" sz="1400" dirty="0">
                <a:solidFill>
                  <a:schemeClr val="tx1">
                    <a:lumMod val="75000"/>
                    <a:lumOff val="25000"/>
                  </a:schemeClr>
                </a:solidFill>
                <a:latin typeface="Arial" panose="020B0604020202020204" pitchFamily="34" charset="0"/>
              </a:rPr>
              <a:t>年過ぎの発明</a:t>
            </a:r>
            <a:endParaRPr lang="en-US" altLang="ja-JP" sz="1400" dirty="0">
              <a:solidFill>
                <a:schemeClr val="tx1">
                  <a:lumMod val="75000"/>
                  <a:lumOff val="25000"/>
                </a:schemeClr>
              </a:solidFill>
            </a:endParaRPr>
          </a:p>
        </p:txBody>
      </p:sp>
      <p:cxnSp>
        <p:nvCxnSpPr>
          <p:cNvPr id="8" name="直線コネクタ 7">
            <a:extLst>
              <a:ext uri="{FF2B5EF4-FFF2-40B4-BE49-F238E27FC236}">
                <a16:creationId xmlns:a16="http://schemas.microsoft.com/office/drawing/2014/main" id="{39160491-C71D-5E59-EA26-91D9B52C3CA8}"/>
              </a:ext>
            </a:extLst>
          </p:cNvPr>
          <p:cNvCxnSpPr>
            <a:cxnSpLocks/>
          </p:cNvCxnSpPr>
          <p:nvPr/>
        </p:nvCxnSpPr>
        <p:spPr bwMode="auto">
          <a:xfrm>
            <a:off x="7986021" y="3969006"/>
            <a:ext cx="720008" cy="0"/>
          </a:xfrm>
          <a:prstGeom prst="line">
            <a:avLst/>
          </a:prstGeom>
          <a:ln cap="rnd">
            <a:headEnd type="none" w="med" len="med"/>
            <a:tailEnd type="none" w="med" len="med"/>
          </a:ln>
          <a:effectLst/>
        </p:spPr>
        <p:style>
          <a:lnRef idx="3">
            <a:schemeClr val="accent4"/>
          </a:lnRef>
          <a:fillRef idx="0">
            <a:schemeClr val="accent4"/>
          </a:fillRef>
          <a:effectRef idx="2">
            <a:schemeClr val="accent4"/>
          </a:effectRef>
          <a:fontRef idx="minor">
            <a:schemeClr val="tx1"/>
          </a:fontRef>
        </p:style>
      </p:cxnSp>
      <p:cxnSp>
        <p:nvCxnSpPr>
          <p:cNvPr id="10" name="直線コネクタ 9">
            <a:extLst>
              <a:ext uri="{FF2B5EF4-FFF2-40B4-BE49-F238E27FC236}">
                <a16:creationId xmlns:a16="http://schemas.microsoft.com/office/drawing/2014/main" id="{50D41FF3-3967-5CE6-B0FA-9A0E277DE8BF}"/>
              </a:ext>
            </a:extLst>
          </p:cNvPr>
          <p:cNvCxnSpPr>
            <a:cxnSpLocks/>
          </p:cNvCxnSpPr>
          <p:nvPr/>
        </p:nvCxnSpPr>
        <p:spPr bwMode="auto">
          <a:xfrm flipV="1">
            <a:off x="7986021" y="3969007"/>
            <a:ext cx="0" cy="90001"/>
          </a:xfrm>
          <a:prstGeom prst="line">
            <a:avLst/>
          </a:prstGeom>
          <a:ln cap="rnd">
            <a:headEnd type="none" w="med" len="med"/>
            <a:tailEnd type="none" w="med" len="med"/>
          </a:ln>
          <a:effectLst/>
        </p:spPr>
        <p:style>
          <a:lnRef idx="3">
            <a:schemeClr val="accent4"/>
          </a:lnRef>
          <a:fillRef idx="0">
            <a:schemeClr val="accent4"/>
          </a:fillRef>
          <a:effectRef idx="2">
            <a:schemeClr val="accent4"/>
          </a:effectRef>
          <a:fontRef idx="minor">
            <a:schemeClr val="tx1"/>
          </a:fontRef>
        </p:style>
      </p:cxnSp>
      <p:cxnSp>
        <p:nvCxnSpPr>
          <p:cNvPr id="13" name="直線コネクタ 12">
            <a:extLst>
              <a:ext uri="{FF2B5EF4-FFF2-40B4-BE49-F238E27FC236}">
                <a16:creationId xmlns:a16="http://schemas.microsoft.com/office/drawing/2014/main" id="{695BE07C-BB2E-B8EA-2E3A-6D5CD30970E1}"/>
              </a:ext>
            </a:extLst>
          </p:cNvPr>
          <p:cNvCxnSpPr>
            <a:cxnSpLocks/>
          </p:cNvCxnSpPr>
          <p:nvPr/>
        </p:nvCxnSpPr>
        <p:spPr bwMode="auto">
          <a:xfrm flipV="1">
            <a:off x="8706029" y="3969007"/>
            <a:ext cx="0" cy="90001"/>
          </a:xfrm>
          <a:prstGeom prst="line">
            <a:avLst/>
          </a:prstGeom>
          <a:ln cap="rnd">
            <a:headEnd type="none" w="med" len="med"/>
            <a:tailEnd type="none" w="med" len="med"/>
          </a:ln>
          <a:effectLst/>
        </p:spPr>
        <p:style>
          <a:lnRef idx="3">
            <a:schemeClr val="accent4"/>
          </a:lnRef>
          <a:fillRef idx="0">
            <a:schemeClr val="accent4"/>
          </a:fillRef>
          <a:effectRef idx="2">
            <a:schemeClr val="accent4"/>
          </a:effectRef>
          <a:fontRef idx="minor">
            <a:schemeClr val="tx1"/>
          </a:fontRef>
        </p:style>
      </p:cxnSp>
      <p:cxnSp>
        <p:nvCxnSpPr>
          <p:cNvPr id="14" name="直線コネクタ 13">
            <a:extLst>
              <a:ext uri="{FF2B5EF4-FFF2-40B4-BE49-F238E27FC236}">
                <a16:creationId xmlns:a16="http://schemas.microsoft.com/office/drawing/2014/main" id="{D3BA62D9-6870-E648-798F-F2314D2DD5C4}"/>
              </a:ext>
            </a:extLst>
          </p:cNvPr>
          <p:cNvCxnSpPr>
            <a:cxnSpLocks/>
          </p:cNvCxnSpPr>
          <p:nvPr/>
        </p:nvCxnSpPr>
        <p:spPr bwMode="auto">
          <a:xfrm>
            <a:off x="8616029" y="3789004"/>
            <a:ext cx="90001" cy="0"/>
          </a:xfrm>
          <a:prstGeom prst="line">
            <a:avLst/>
          </a:prstGeom>
          <a:ln cap="rnd">
            <a:headEnd type="none" w="med" len="med"/>
            <a:tailEnd type="none" w="med" len="med"/>
          </a:ln>
          <a:effectLst/>
        </p:spPr>
        <p:style>
          <a:lnRef idx="3">
            <a:schemeClr val="accent4"/>
          </a:lnRef>
          <a:fillRef idx="0">
            <a:schemeClr val="accent4"/>
          </a:fillRef>
          <a:effectRef idx="2">
            <a:schemeClr val="accent4"/>
          </a:effectRef>
          <a:fontRef idx="minor">
            <a:schemeClr val="tx1"/>
          </a:fontRef>
        </p:style>
      </p:cxnSp>
      <p:cxnSp>
        <p:nvCxnSpPr>
          <p:cNvPr id="16" name="直線コネクタ 15">
            <a:extLst>
              <a:ext uri="{FF2B5EF4-FFF2-40B4-BE49-F238E27FC236}">
                <a16:creationId xmlns:a16="http://schemas.microsoft.com/office/drawing/2014/main" id="{1ED418AF-AD75-ED9D-FFAC-773FB4731659}"/>
              </a:ext>
            </a:extLst>
          </p:cNvPr>
          <p:cNvCxnSpPr>
            <a:cxnSpLocks/>
          </p:cNvCxnSpPr>
          <p:nvPr/>
        </p:nvCxnSpPr>
        <p:spPr bwMode="auto">
          <a:xfrm>
            <a:off x="8436027" y="3789004"/>
            <a:ext cx="90001" cy="0"/>
          </a:xfrm>
          <a:prstGeom prst="line">
            <a:avLst/>
          </a:prstGeom>
          <a:ln cap="rnd">
            <a:headEnd type="none" w="med" len="med"/>
            <a:tailEnd type="none" w="med" len="med"/>
          </a:ln>
          <a:effectLst/>
        </p:spPr>
        <p:style>
          <a:lnRef idx="3">
            <a:schemeClr val="accent4"/>
          </a:lnRef>
          <a:fillRef idx="0">
            <a:schemeClr val="accent4"/>
          </a:fillRef>
          <a:effectRef idx="2">
            <a:schemeClr val="accent4"/>
          </a:effectRef>
          <a:fontRef idx="minor">
            <a:schemeClr val="tx1"/>
          </a:fontRef>
        </p:style>
      </p:cxnSp>
      <p:cxnSp>
        <p:nvCxnSpPr>
          <p:cNvPr id="17" name="直線コネクタ 16">
            <a:extLst>
              <a:ext uri="{FF2B5EF4-FFF2-40B4-BE49-F238E27FC236}">
                <a16:creationId xmlns:a16="http://schemas.microsoft.com/office/drawing/2014/main" id="{791DFD4F-2A13-12B1-B05D-C79D225A4E31}"/>
              </a:ext>
            </a:extLst>
          </p:cNvPr>
          <p:cNvCxnSpPr>
            <a:cxnSpLocks/>
          </p:cNvCxnSpPr>
          <p:nvPr/>
        </p:nvCxnSpPr>
        <p:spPr bwMode="auto">
          <a:xfrm>
            <a:off x="8256025" y="3789004"/>
            <a:ext cx="90001" cy="0"/>
          </a:xfrm>
          <a:prstGeom prst="line">
            <a:avLst/>
          </a:prstGeom>
          <a:ln cap="rnd">
            <a:headEnd type="none" w="med" len="med"/>
            <a:tailEnd type="none" w="med" len="med"/>
          </a:ln>
          <a:effectLst/>
        </p:spPr>
        <p:style>
          <a:lnRef idx="3">
            <a:schemeClr val="accent4"/>
          </a:lnRef>
          <a:fillRef idx="0">
            <a:schemeClr val="accent4"/>
          </a:fillRef>
          <a:effectRef idx="2">
            <a:schemeClr val="accent4"/>
          </a:effectRef>
          <a:fontRef idx="minor">
            <a:schemeClr val="tx1"/>
          </a:fontRef>
        </p:style>
      </p:cxnSp>
      <p:cxnSp>
        <p:nvCxnSpPr>
          <p:cNvPr id="18" name="直線コネクタ 17">
            <a:extLst>
              <a:ext uri="{FF2B5EF4-FFF2-40B4-BE49-F238E27FC236}">
                <a16:creationId xmlns:a16="http://schemas.microsoft.com/office/drawing/2014/main" id="{A3EA0A3D-7ACD-D5CF-0571-57FEE70C643E}"/>
              </a:ext>
            </a:extLst>
          </p:cNvPr>
          <p:cNvCxnSpPr>
            <a:cxnSpLocks/>
          </p:cNvCxnSpPr>
          <p:nvPr/>
        </p:nvCxnSpPr>
        <p:spPr bwMode="auto">
          <a:xfrm>
            <a:off x="8076023" y="3789004"/>
            <a:ext cx="90001" cy="0"/>
          </a:xfrm>
          <a:prstGeom prst="line">
            <a:avLst/>
          </a:prstGeom>
          <a:ln cap="rnd">
            <a:headEnd type="none" w="med" len="med"/>
            <a:tailEnd type="none" w="med" len="med"/>
          </a:ln>
          <a:effectLst/>
        </p:spPr>
        <p:style>
          <a:lnRef idx="3">
            <a:schemeClr val="accent4"/>
          </a:lnRef>
          <a:fillRef idx="0">
            <a:schemeClr val="accent4"/>
          </a:fillRef>
          <a:effectRef idx="2">
            <a:schemeClr val="accent4"/>
          </a:effectRef>
          <a:fontRef idx="minor">
            <a:schemeClr val="tx1"/>
          </a:fontRef>
        </p:style>
      </p:cxnSp>
      <p:cxnSp>
        <p:nvCxnSpPr>
          <p:cNvPr id="22" name="直線コネクタ 21">
            <a:extLst>
              <a:ext uri="{FF2B5EF4-FFF2-40B4-BE49-F238E27FC236}">
                <a16:creationId xmlns:a16="http://schemas.microsoft.com/office/drawing/2014/main" id="{CDC78133-ED19-9CA4-6BFA-D43BEB7D7DD7}"/>
              </a:ext>
            </a:extLst>
          </p:cNvPr>
          <p:cNvCxnSpPr>
            <a:cxnSpLocks/>
          </p:cNvCxnSpPr>
          <p:nvPr/>
        </p:nvCxnSpPr>
        <p:spPr bwMode="auto">
          <a:xfrm flipV="1">
            <a:off x="8166023" y="4059007"/>
            <a:ext cx="180002" cy="180002"/>
          </a:xfrm>
          <a:prstGeom prst="line">
            <a:avLst/>
          </a:prstGeom>
          <a:ln cap="rnd">
            <a:headEnd type="none" w="med" len="med"/>
            <a:tailEnd type="none" w="med" len="med"/>
          </a:ln>
          <a:effectLst/>
        </p:spPr>
        <p:style>
          <a:lnRef idx="3">
            <a:schemeClr val="accent4"/>
          </a:lnRef>
          <a:fillRef idx="0">
            <a:schemeClr val="accent4"/>
          </a:fillRef>
          <a:effectRef idx="2">
            <a:schemeClr val="accent4"/>
          </a:effectRef>
          <a:fontRef idx="minor">
            <a:schemeClr val="tx1"/>
          </a:fontRef>
        </p:style>
      </p:cxnSp>
      <p:cxnSp>
        <p:nvCxnSpPr>
          <p:cNvPr id="25" name="直線コネクタ 24">
            <a:extLst>
              <a:ext uri="{FF2B5EF4-FFF2-40B4-BE49-F238E27FC236}">
                <a16:creationId xmlns:a16="http://schemas.microsoft.com/office/drawing/2014/main" id="{5A7AE018-AA41-D25F-56CB-D1BCD4AEFDD1}"/>
              </a:ext>
            </a:extLst>
          </p:cNvPr>
          <p:cNvCxnSpPr>
            <a:cxnSpLocks/>
          </p:cNvCxnSpPr>
          <p:nvPr/>
        </p:nvCxnSpPr>
        <p:spPr bwMode="auto">
          <a:xfrm>
            <a:off x="8346025" y="4059007"/>
            <a:ext cx="180002" cy="180002"/>
          </a:xfrm>
          <a:prstGeom prst="line">
            <a:avLst/>
          </a:prstGeom>
          <a:ln cap="rnd">
            <a:headEnd type="none" w="med" len="med"/>
            <a:tailEnd type="none" w="med" len="med"/>
          </a:ln>
          <a:effectLst/>
        </p:spPr>
        <p:style>
          <a:lnRef idx="3">
            <a:schemeClr val="accent4"/>
          </a:lnRef>
          <a:fillRef idx="0">
            <a:schemeClr val="accent4"/>
          </a:fillRef>
          <a:effectRef idx="2">
            <a:schemeClr val="accent4"/>
          </a:effectRef>
          <a:fontRef idx="minor">
            <a:schemeClr val="tx1"/>
          </a:fontRef>
        </p:style>
      </p:cxnSp>
      <p:cxnSp>
        <p:nvCxnSpPr>
          <p:cNvPr id="28" name="直線コネクタ 27">
            <a:extLst>
              <a:ext uri="{FF2B5EF4-FFF2-40B4-BE49-F238E27FC236}">
                <a16:creationId xmlns:a16="http://schemas.microsoft.com/office/drawing/2014/main" id="{0DEF974A-A3DE-F912-EDB3-B3407C3EB68B}"/>
              </a:ext>
            </a:extLst>
          </p:cNvPr>
          <p:cNvCxnSpPr>
            <a:cxnSpLocks/>
          </p:cNvCxnSpPr>
          <p:nvPr/>
        </p:nvCxnSpPr>
        <p:spPr bwMode="auto">
          <a:xfrm>
            <a:off x="7986021" y="3609002"/>
            <a:ext cx="720008" cy="0"/>
          </a:xfrm>
          <a:prstGeom prst="line">
            <a:avLst/>
          </a:prstGeom>
          <a:ln cap="rnd">
            <a:headEnd type="none" w="med" len="med"/>
            <a:tailEnd type="none" w="med" len="med"/>
          </a:ln>
          <a:effectLst/>
        </p:spPr>
        <p:style>
          <a:lnRef idx="3">
            <a:schemeClr val="accent4"/>
          </a:lnRef>
          <a:fillRef idx="0">
            <a:schemeClr val="accent4"/>
          </a:fillRef>
          <a:effectRef idx="2">
            <a:schemeClr val="accent4"/>
          </a:effectRef>
          <a:fontRef idx="minor">
            <a:schemeClr val="tx1"/>
          </a:fontRef>
        </p:style>
      </p:cxnSp>
      <p:cxnSp>
        <p:nvCxnSpPr>
          <p:cNvPr id="29" name="直線コネクタ 28">
            <a:extLst>
              <a:ext uri="{FF2B5EF4-FFF2-40B4-BE49-F238E27FC236}">
                <a16:creationId xmlns:a16="http://schemas.microsoft.com/office/drawing/2014/main" id="{E03B0ED5-6CDB-CCEB-D4EC-7B7AC418A7BC}"/>
              </a:ext>
            </a:extLst>
          </p:cNvPr>
          <p:cNvCxnSpPr>
            <a:cxnSpLocks/>
          </p:cNvCxnSpPr>
          <p:nvPr/>
        </p:nvCxnSpPr>
        <p:spPr bwMode="auto">
          <a:xfrm>
            <a:off x="7356014" y="3789004"/>
            <a:ext cx="720008" cy="0"/>
          </a:xfrm>
          <a:prstGeom prst="line">
            <a:avLst/>
          </a:prstGeom>
          <a:ln w="6350" cap="rnd">
            <a:headEnd type="none" w="med" len="med"/>
            <a:tailEnd type="none" w="med" len="med"/>
          </a:ln>
          <a:effectLst/>
        </p:spPr>
        <p:style>
          <a:lnRef idx="3">
            <a:schemeClr val="accent4"/>
          </a:lnRef>
          <a:fillRef idx="0">
            <a:schemeClr val="accent4"/>
          </a:fillRef>
          <a:effectRef idx="2">
            <a:schemeClr val="accent4"/>
          </a:effectRef>
          <a:fontRef idx="minor">
            <a:schemeClr val="tx1"/>
          </a:fontRef>
        </p:style>
      </p:cxnSp>
      <p:cxnSp>
        <p:nvCxnSpPr>
          <p:cNvPr id="30" name="直線コネクタ 29">
            <a:extLst>
              <a:ext uri="{FF2B5EF4-FFF2-40B4-BE49-F238E27FC236}">
                <a16:creationId xmlns:a16="http://schemas.microsoft.com/office/drawing/2014/main" id="{2441B73F-667A-C20D-7689-61FC07EA47F8}"/>
              </a:ext>
            </a:extLst>
          </p:cNvPr>
          <p:cNvCxnSpPr>
            <a:cxnSpLocks/>
          </p:cNvCxnSpPr>
          <p:nvPr/>
        </p:nvCxnSpPr>
        <p:spPr bwMode="auto">
          <a:xfrm flipV="1">
            <a:off x="8346025" y="3068996"/>
            <a:ext cx="0" cy="540006"/>
          </a:xfrm>
          <a:prstGeom prst="line">
            <a:avLst/>
          </a:prstGeom>
          <a:ln w="6350" cap="rnd">
            <a:headEnd type="none" w="med" len="med"/>
            <a:tailEnd type="none" w="med" len="med"/>
          </a:ln>
          <a:effectLst/>
        </p:spPr>
        <p:style>
          <a:lnRef idx="3">
            <a:schemeClr val="accent4"/>
          </a:lnRef>
          <a:fillRef idx="0">
            <a:schemeClr val="accent4"/>
          </a:fillRef>
          <a:effectRef idx="2">
            <a:schemeClr val="accent4"/>
          </a:effectRef>
          <a:fontRef idx="minor">
            <a:schemeClr val="tx1"/>
          </a:fontRef>
        </p:style>
      </p:cxnSp>
      <p:cxnSp>
        <p:nvCxnSpPr>
          <p:cNvPr id="32" name="直線コネクタ 31">
            <a:extLst>
              <a:ext uri="{FF2B5EF4-FFF2-40B4-BE49-F238E27FC236}">
                <a16:creationId xmlns:a16="http://schemas.microsoft.com/office/drawing/2014/main" id="{D9C688C6-B45D-782B-69F8-70700C4A7D23}"/>
              </a:ext>
            </a:extLst>
          </p:cNvPr>
          <p:cNvCxnSpPr>
            <a:cxnSpLocks/>
          </p:cNvCxnSpPr>
          <p:nvPr/>
        </p:nvCxnSpPr>
        <p:spPr bwMode="auto">
          <a:xfrm flipV="1">
            <a:off x="8166023" y="4239009"/>
            <a:ext cx="0" cy="540006"/>
          </a:xfrm>
          <a:prstGeom prst="line">
            <a:avLst/>
          </a:prstGeom>
          <a:ln w="6350" cap="rnd">
            <a:headEnd type="none" w="med" len="med"/>
            <a:tailEnd type="none" w="med" len="med"/>
          </a:ln>
          <a:effectLst/>
        </p:spPr>
        <p:style>
          <a:lnRef idx="3">
            <a:schemeClr val="accent4"/>
          </a:lnRef>
          <a:fillRef idx="0">
            <a:schemeClr val="accent4"/>
          </a:fillRef>
          <a:effectRef idx="2">
            <a:schemeClr val="accent4"/>
          </a:effectRef>
          <a:fontRef idx="minor">
            <a:schemeClr val="tx1"/>
          </a:fontRef>
        </p:style>
      </p:cxnSp>
      <p:cxnSp>
        <p:nvCxnSpPr>
          <p:cNvPr id="33" name="直線コネクタ 32">
            <a:extLst>
              <a:ext uri="{FF2B5EF4-FFF2-40B4-BE49-F238E27FC236}">
                <a16:creationId xmlns:a16="http://schemas.microsoft.com/office/drawing/2014/main" id="{F2D20371-79DC-3D61-26E0-131EE3E83AA6}"/>
              </a:ext>
            </a:extLst>
          </p:cNvPr>
          <p:cNvCxnSpPr>
            <a:cxnSpLocks/>
          </p:cNvCxnSpPr>
          <p:nvPr/>
        </p:nvCxnSpPr>
        <p:spPr bwMode="auto">
          <a:xfrm flipV="1">
            <a:off x="8526027" y="4239009"/>
            <a:ext cx="0" cy="540006"/>
          </a:xfrm>
          <a:prstGeom prst="line">
            <a:avLst/>
          </a:prstGeom>
          <a:ln w="6350" cap="rnd">
            <a:headEnd type="none" w="med" len="med"/>
            <a:tailEnd type="none" w="med" len="med"/>
          </a:ln>
          <a:effectLst/>
        </p:spPr>
        <p:style>
          <a:lnRef idx="3">
            <a:schemeClr val="accent4"/>
          </a:lnRef>
          <a:fillRef idx="0">
            <a:schemeClr val="accent4"/>
          </a:fillRef>
          <a:effectRef idx="2">
            <a:schemeClr val="accent4"/>
          </a:effectRef>
          <a:fontRef idx="minor">
            <a:schemeClr val="tx1"/>
          </a:fontRef>
        </p:style>
      </p:cxnSp>
      <p:cxnSp>
        <p:nvCxnSpPr>
          <p:cNvPr id="35" name="直線コネクタ 34">
            <a:extLst>
              <a:ext uri="{FF2B5EF4-FFF2-40B4-BE49-F238E27FC236}">
                <a16:creationId xmlns:a16="http://schemas.microsoft.com/office/drawing/2014/main" id="{3F722863-93FD-AA45-E9B0-57A3C2B65BD4}"/>
              </a:ext>
            </a:extLst>
          </p:cNvPr>
          <p:cNvCxnSpPr>
            <a:cxnSpLocks/>
          </p:cNvCxnSpPr>
          <p:nvPr/>
        </p:nvCxnSpPr>
        <p:spPr bwMode="auto">
          <a:xfrm flipV="1">
            <a:off x="7986021" y="4059007"/>
            <a:ext cx="0" cy="720008"/>
          </a:xfrm>
          <a:prstGeom prst="line">
            <a:avLst/>
          </a:prstGeom>
          <a:ln w="6350" cap="rnd">
            <a:headEnd type="none" w="med" len="med"/>
            <a:tailEnd type="none" w="med" len="med"/>
          </a:ln>
          <a:effectLst/>
        </p:spPr>
        <p:style>
          <a:lnRef idx="3">
            <a:schemeClr val="accent4"/>
          </a:lnRef>
          <a:fillRef idx="0">
            <a:schemeClr val="accent4"/>
          </a:fillRef>
          <a:effectRef idx="2">
            <a:schemeClr val="accent4"/>
          </a:effectRef>
          <a:fontRef idx="minor">
            <a:schemeClr val="tx1"/>
          </a:fontRef>
        </p:style>
      </p:cxnSp>
      <p:sp>
        <p:nvSpPr>
          <p:cNvPr id="37" name="Rectangle 93">
            <a:extLst>
              <a:ext uri="{FF2B5EF4-FFF2-40B4-BE49-F238E27FC236}">
                <a16:creationId xmlns:a16="http://schemas.microsoft.com/office/drawing/2014/main" id="{2F5DC869-19F2-8204-79D7-637DAC24868F}"/>
              </a:ext>
            </a:extLst>
          </p:cNvPr>
          <p:cNvSpPr>
            <a:spLocks noChangeArrowheads="1"/>
          </p:cNvSpPr>
          <p:nvPr/>
        </p:nvSpPr>
        <p:spPr bwMode="auto">
          <a:xfrm>
            <a:off x="8346026" y="2798993"/>
            <a:ext cx="361079" cy="360004"/>
          </a:xfrm>
          <a:prstGeom prst="rect">
            <a:avLst/>
          </a:prstGeom>
          <a:noFill/>
          <a:ln w="12700" algn="ctr">
            <a:noFill/>
            <a:miter lim="800000"/>
            <a:headEnd/>
            <a:tailEnd/>
          </a:ln>
          <a:effectLst/>
        </p:spPr>
        <p:txBody>
          <a:bodyPr wrap="none" lIns="90000" tIns="46800" rIns="90000" bIns="46800" anchor="ctr"/>
          <a:lstStyle/>
          <a:p>
            <a:r>
              <a:rPr lang="en-US" altLang="ja-JP" dirty="0"/>
              <a:t>Plate (anode)</a:t>
            </a:r>
          </a:p>
        </p:txBody>
      </p:sp>
      <p:sp>
        <p:nvSpPr>
          <p:cNvPr id="38" name="Rectangle 93">
            <a:extLst>
              <a:ext uri="{FF2B5EF4-FFF2-40B4-BE49-F238E27FC236}">
                <a16:creationId xmlns:a16="http://schemas.microsoft.com/office/drawing/2014/main" id="{95155F01-F072-5F10-5E8E-4D8A5BAFCCFD}"/>
              </a:ext>
            </a:extLst>
          </p:cNvPr>
          <p:cNvSpPr>
            <a:spLocks noChangeArrowheads="1"/>
          </p:cNvSpPr>
          <p:nvPr/>
        </p:nvSpPr>
        <p:spPr bwMode="auto">
          <a:xfrm>
            <a:off x="6816009" y="3429000"/>
            <a:ext cx="361079" cy="360004"/>
          </a:xfrm>
          <a:prstGeom prst="rect">
            <a:avLst/>
          </a:prstGeom>
          <a:noFill/>
          <a:ln w="12700" algn="ctr">
            <a:noFill/>
            <a:miter lim="800000"/>
            <a:headEnd/>
            <a:tailEnd/>
          </a:ln>
          <a:effectLst/>
        </p:spPr>
        <p:txBody>
          <a:bodyPr wrap="none" lIns="90000" tIns="46800" rIns="90000" bIns="46800" anchor="ctr"/>
          <a:lstStyle/>
          <a:p>
            <a:r>
              <a:rPr lang="en-US" altLang="ja-JP" dirty="0"/>
              <a:t>Grid</a:t>
            </a:r>
          </a:p>
        </p:txBody>
      </p:sp>
      <p:sp>
        <p:nvSpPr>
          <p:cNvPr id="39" name="Rectangle 93">
            <a:extLst>
              <a:ext uri="{FF2B5EF4-FFF2-40B4-BE49-F238E27FC236}">
                <a16:creationId xmlns:a16="http://schemas.microsoft.com/office/drawing/2014/main" id="{7EA9552E-EF68-CFCF-D91C-44B02B9B18CE}"/>
              </a:ext>
            </a:extLst>
          </p:cNvPr>
          <p:cNvSpPr>
            <a:spLocks noChangeArrowheads="1"/>
          </p:cNvSpPr>
          <p:nvPr/>
        </p:nvSpPr>
        <p:spPr bwMode="auto">
          <a:xfrm>
            <a:off x="8526028" y="4419011"/>
            <a:ext cx="361079" cy="360004"/>
          </a:xfrm>
          <a:prstGeom prst="rect">
            <a:avLst/>
          </a:prstGeom>
          <a:noFill/>
          <a:ln w="12700" algn="ctr">
            <a:noFill/>
            <a:miter lim="800000"/>
            <a:headEnd/>
            <a:tailEnd/>
          </a:ln>
          <a:effectLst/>
        </p:spPr>
        <p:txBody>
          <a:bodyPr wrap="none" lIns="90000" tIns="46800" rIns="90000" bIns="46800" anchor="ctr"/>
          <a:lstStyle/>
          <a:p>
            <a:r>
              <a:rPr lang="en-US" altLang="ja-JP" dirty="0"/>
              <a:t>Heater</a:t>
            </a:r>
          </a:p>
        </p:txBody>
      </p:sp>
      <p:sp>
        <p:nvSpPr>
          <p:cNvPr id="40" name="Rectangle 93">
            <a:extLst>
              <a:ext uri="{FF2B5EF4-FFF2-40B4-BE49-F238E27FC236}">
                <a16:creationId xmlns:a16="http://schemas.microsoft.com/office/drawing/2014/main" id="{21257B0F-A9E1-FB2D-02FA-465265D69E06}"/>
              </a:ext>
            </a:extLst>
          </p:cNvPr>
          <p:cNvSpPr>
            <a:spLocks noChangeArrowheads="1"/>
          </p:cNvSpPr>
          <p:nvPr/>
        </p:nvSpPr>
        <p:spPr bwMode="auto">
          <a:xfrm>
            <a:off x="6996011" y="4419011"/>
            <a:ext cx="361079" cy="360004"/>
          </a:xfrm>
          <a:prstGeom prst="rect">
            <a:avLst/>
          </a:prstGeom>
          <a:noFill/>
          <a:ln w="12700" algn="ctr">
            <a:noFill/>
            <a:miter lim="800000"/>
            <a:headEnd/>
            <a:tailEnd/>
          </a:ln>
          <a:effectLst/>
        </p:spPr>
        <p:txBody>
          <a:bodyPr wrap="none" lIns="90000" tIns="46800" rIns="90000" bIns="46800" anchor="ctr"/>
          <a:lstStyle/>
          <a:p>
            <a:r>
              <a:rPr lang="en-US" altLang="ja-JP" dirty="0"/>
              <a:t>Cathode</a:t>
            </a:r>
          </a:p>
        </p:txBody>
      </p:sp>
      <p:pic>
        <p:nvPicPr>
          <p:cNvPr id="2052" name="Picture 4" descr="undefined">
            <a:extLst>
              <a:ext uri="{FF2B5EF4-FFF2-40B4-BE49-F238E27FC236}">
                <a16:creationId xmlns:a16="http://schemas.microsoft.com/office/drawing/2014/main" id="{D1F6FCD5-ED27-EF77-37C0-7D5AA6793D94}"/>
              </a:ext>
            </a:extLst>
          </p:cNvPr>
          <p:cNvPicPr>
            <a:picLocks noChangeAspect="1" noChangeArrowheads="1"/>
          </p:cNvPicPr>
          <p:nvPr/>
        </p:nvPicPr>
        <p:blipFill>
          <a:blip r:embed="rId4" cstate="hqprint">
            <a:extLst>
              <a:ext uri="{28A0092B-C50C-407E-A947-70E740481C1C}">
                <a14:useLocalDpi xmlns:a14="http://schemas.microsoft.com/office/drawing/2010/main"/>
              </a:ext>
            </a:extLst>
          </a:blip>
          <a:srcRect/>
          <a:stretch>
            <a:fillRect/>
          </a:stretch>
        </p:blipFill>
        <p:spPr bwMode="auto">
          <a:xfrm>
            <a:off x="2765964" y="3158998"/>
            <a:ext cx="1710019" cy="11723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2633956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4CD660D-2F02-2611-DF3D-F83A6880E053}"/>
              </a:ext>
            </a:extLst>
          </p:cNvPr>
          <p:cNvSpPr>
            <a:spLocks noGrp="1"/>
          </p:cNvSpPr>
          <p:nvPr>
            <p:ph type="title"/>
          </p:nvPr>
        </p:nvSpPr>
        <p:spPr/>
        <p:txBody>
          <a:bodyPr/>
          <a:lstStyle/>
          <a:p>
            <a:r>
              <a:rPr kumimoji="1" lang="ja-JP" altLang="en-US" dirty="0"/>
              <a:t>真空管の動作</a:t>
            </a:r>
            <a:endParaRPr kumimoji="1" lang="en-US" dirty="0"/>
          </a:p>
        </p:txBody>
      </p:sp>
      <p:sp>
        <p:nvSpPr>
          <p:cNvPr id="3" name="コンテンツ プレースホルダー 2">
            <a:extLst>
              <a:ext uri="{FF2B5EF4-FFF2-40B4-BE49-F238E27FC236}">
                <a16:creationId xmlns:a16="http://schemas.microsoft.com/office/drawing/2014/main" id="{AF6E3B63-7583-224B-E404-5F2D56EA2BD2}"/>
              </a:ext>
            </a:extLst>
          </p:cNvPr>
          <p:cNvSpPr>
            <a:spLocks noGrp="1"/>
          </p:cNvSpPr>
          <p:nvPr>
            <p:ph sz="quarter" idx="10"/>
          </p:nvPr>
        </p:nvSpPr>
        <p:spPr>
          <a:xfrm>
            <a:off x="1775952" y="1178976"/>
            <a:ext cx="8280092" cy="5220059"/>
          </a:xfrm>
        </p:spPr>
        <p:txBody>
          <a:bodyPr anchor="t"/>
          <a:lstStyle/>
          <a:p>
            <a:r>
              <a:rPr kumimoji="1" lang="ja-JP" altLang="en-US" dirty="0"/>
              <a:t>動作：</a:t>
            </a:r>
            <a:endParaRPr kumimoji="1" lang="en-US" altLang="ja-JP" dirty="0"/>
          </a:p>
          <a:p>
            <a:pPr marL="817200" lvl="1" indent="-457200">
              <a:buFont typeface="+mj-lt"/>
              <a:buAutoNum type="arabicPeriod"/>
            </a:pPr>
            <a:r>
              <a:rPr lang="en-US" altLang="ja-JP" dirty="0"/>
              <a:t>Plate </a:t>
            </a:r>
            <a:r>
              <a:rPr lang="ja-JP" altLang="en-US" dirty="0"/>
              <a:t>に正の電圧を，</a:t>
            </a:r>
            <a:r>
              <a:rPr lang="en-US" altLang="ja-JP" dirty="0"/>
              <a:t>Cathode </a:t>
            </a:r>
            <a:r>
              <a:rPr lang="ja-JP" altLang="en-US" dirty="0"/>
              <a:t>に負の電圧をかける</a:t>
            </a:r>
            <a:endParaRPr lang="en-US" altLang="ja-JP" dirty="0"/>
          </a:p>
          <a:p>
            <a:pPr marL="817200" lvl="1" indent="-457200">
              <a:buFont typeface="+mj-lt"/>
              <a:buAutoNum type="arabicPeriod"/>
            </a:pPr>
            <a:r>
              <a:rPr kumimoji="1" lang="en-US" altLang="ja-JP" dirty="0"/>
              <a:t>Heater</a:t>
            </a:r>
            <a:r>
              <a:rPr kumimoji="1" lang="ja-JP" altLang="en-US" dirty="0"/>
              <a:t>（電球のフィラメント）に電源を接続</a:t>
            </a:r>
            <a:endParaRPr kumimoji="1" lang="en-US" altLang="ja-JP" dirty="0"/>
          </a:p>
          <a:p>
            <a:pPr marL="817200" lvl="1" indent="-457200">
              <a:buFont typeface="+mj-lt"/>
              <a:buAutoNum type="arabicPeriod"/>
            </a:pPr>
            <a:r>
              <a:rPr kumimoji="1" lang="ja-JP" altLang="en-US" dirty="0"/>
              <a:t>暖められた </a:t>
            </a:r>
            <a:r>
              <a:rPr kumimoji="1" lang="en-US" altLang="ja-JP" dirty="0"/>
              <a:t>Cathode </a:t>
            </a:r>
            <a:r>
              <a:rPr kumimoji="1" lang="ja-JP" altLang="en-US" dirty="0"/>
              <a:t>が電子を放出</a:t>
            </a:r>
            <a:endParaRPr kumimoji="1" lang="en-US" altLang="ja-JP" dirty="0"/>
          </a:p>
          <a:p>
            <a:pPr marL="817200" lvl="1" indent="-457200">
              <a:buFont typeface="+mj-lt"/>
              <a:buAutoNum type="arabicPeriod"/>
            </a:pPr>
            <a:r>
              <a:rPr lang="en-US" altLang="ja-JP" dirty="0"/>
              <a:t>Plate </a:t>
            </a:r>
            <a:r>
              <a:rPr lang="ja-JP" altLang="en-US" dirty="0"/>
              <a:t>に電子が吸い寄せられる</a:t>
            </a:r>
            <a:endParaRPr lang="en-US" altLang="ja-JP" dirty="0"/>
          </a:p>
          <a:p>
            <a:pPr lvl="2"/>
            <a:r>
              <a:rPr kumimoji="1" lang="ja-JP" altLang="en-US" dirty="0"/>
              <a:t>電子が移動する </a:t>
            </a:r>
            <a:r>
              <a:rPr kumimoji="1" lang="en-US" altLang="ja-JP" dirty="0"/>
              <a:t>= </a:t>
            </a:r>
            <a:r>
              <a:rPr kumimoji="1" lang="ja-JP" altLang="en-US" dirty="0"/>
              <a:t>それらの間に電流が流れる</a:t>
            </a:r>
            <a:endParaRPr kumimoji="1" lang="en-US" altLang="ja-JP" dirty="0"/>
          </a:p>
          <a:p>
            <a:r>
              <a:rPr kumimoji="1" lang="ja-JP" altLang="en-US" dirty="0"/>
              <a:t>スイッチング</a:t>
            </a:r>
            <a:endParaRPr kumimoji="1" lang="en-US" altLang="ja-JP" dirty="0"/>
          </a:p>
          <a:p>
            <a:pPr lvl="1"/>
            <a:r>
              <a:rPr kumimoji="1" lang="ja-JP" altLang="en-US" dirty="0"/>
              <a:t>なにもしなければ </a:t>
            </a:r>
            <a:r>
              <a:rPr kumimoji="1" lang="en-US" altLang="ja-JP" dirty="0"/>
              <a:t>Grid </a:t>
            </a:r>
            <a:r>
              <a:rPr kumimoji="1" lang="ja-JP" altLang="en-US" dirty="0"/>
              <a:t>は網なので電子は</a:t>
            </a:r>
            <a:br>
              <a:rPr kumimoji="1" lang="en-US" altLang="ja-JP" dirty="0"/>
            </a:br>
            <a:r>
              <a:rPr kumimoji="1" lang="ja-JP" altLang="en-US" dirty="0"/>
              <a:t>すき間を通過</a:t>
            </a:r>
            <a:endParaRPr kumimoji="1" lang="en-US" altLang="ja-JP" dirty="0"/>
          </a:p>
          <a:p>
            <a:pPr lvl="1"/>
            <a:r>
              <a:rPr kumimoji="1" lang="en-US" altLang="ja-JP" dirty="0"/>
              <a:t>Grid </a:t>
            </a:r>
            <a:r>
              <a:rPr kumimoji="1" lang="ja-JP" altLang="en-US" dirty="0"/>
              <a:t>に負の電圧をかける</a:t>
            </a:r>
            <a:endParaRPr kumimoji="1" lang="en-US" altLang="ja-JP" dirty="0"/>
          </a:p>
          <a:p>
            <a:pPr lvl="1"/>
            <a:r>
              <a:rPr kumimoji="1" lang="ja-JP" altLang="en-US" dirty="0"/>
              <a:t>負同士ではじきあうので，電子が上にいけなくなり電流が </a:t>
            </a:r>
            <a:r>
              <a:rPr kumimoji="1" lang="en-US" altLang="ja-JP" dirty="0"/>
              <a:t>OFF</a:t>
            </a:r>
            <a:endParaRPr kumimoji="1" lang="en-US" dirty="0">
              <a:solidFill>
                <a:schemeClr val="accent5"/>
              </a:solidFill>
            </a:endParaRPr>
          </a:p>
        </p:txBody>
      </p:sp>
      <p:sp>
        <p:nvSpPr>
          <p:cNvPr id="4" name="楕円 3">
            <a:extLst>
              <a:ext uri="{FF2B5EF4-FFF2-40B4-BE49-F238E27FC236}">
                <a16:creationId xmlns:a16="http://schemas.microsoft.com/office/drawing/2014/main" id="{65D0F838-8850-9E51-F8B3-AC2AEE335F96}"/>
              </a:ext>
            </a:extLst>
          </p:cNvPr>
          <p:cNvSpPr/>
          <p:nvPr/>
        </p:nvSpPr>
        <p:spPr bwMode="auto">
          <a:xfrm>
            <a:off x="8616028" y="3609002"/>
            <a:ext cx="1260014" cy="1260014"/>
          </a:xfrm>
          <a:prstGeom prst="ellipse">
            <a:avLst/>
          </a:prstGeom>
          <a:ln>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US" dirty="0">
              <a:solidFill>
                <a:schemeClr val="tx1">
                  <a:lumMod val="75000"/>
                  <a:lumOff val="25000"/>
                </a:schemeClr>
              </a:solidFill>
              <a:latin typeface="+mn-ea"/>
            </a:endParaRPr>
          </a:p>
        </p:txBody>
      </p:sp>
      <p:cxnSp>
        <p:nvCxnSpPr>
          <p:cNvPr id="5" name="直線コネクタ 4">
            <a:extLst>
              <a:ext uri="{FF2B5EF4-FFF2-40B4-BE49-F238E27FC236}">
                <a16:creationId xmlns:a16="http://schemas.microsoft.com/office/drawing/2014/main" id="{DA77C0D3-3FEB-4EB8-7A30-D66E2D33C4BD}"/>
              </a:ext>
            </a:extLst>
          </p:cNvPr>
          <p:cNvCxnSpPr>
            <a:cxnSpLocks/>
          </p:cNvCxnSpPr>
          <p:nvPr/>
        </p:nvCxnSpPr>
        <p:spPr bwMode="auto">
          <a:xfrm>
            <a:off x="8886030" y="4329010"/>
            <a:ext cx="720008" cy="0"/>
          </a:xfrm>
          <a:prstGeom prst="line">
            <a:avLst/>
          </a:prstGeom>
          <a:ln cap="rnd">
            <a:headEnd type="none" w="med" len="med"/>
            <a:tailEnd type="none" w="med" len="med"/>
          </a:ln>
          <a:effectLst/>
        </p:spPr>
        <p:style>
          <a:lnRef idx="3">
            <a:schemeClr val="accent4"/>
          </a:lnRef>
          <a:fillRef idx="0">
            <a:schemeClr val="accent4"/>
          </a:fillRef>
          <a:effectRef idx="2">
            <a:schemeClr val="accent4"/>
          </a:effectRef>
          <a:fontRef idx="minor">
            <a:schemeClr val="tx1"/>
          </a:fontRef>
        </p:style>
      </p:cxnSp>
      <p:cxnSp>
        <p:nvCxnSpPr>
          <p:cNvPr id="6" name="直線コネクタ 5">
            <a:extLst>
              <a:ext uri="{FF2B5EF4-FFF2-40B4-BE49-F238E27FC236}">
                <a16:creationId xmlns:a16="http://schemas.microsoft.com/office/drawing/2014/main" id="{C3976CAB-E9CB-2822-5CC2-E6AD89474D74}"/>
              </a:ext>
            </a:extLst>
          </p:cNvPr>
          <p:cNvCxnSpPr>
            <a:cxnSpLocks/>
          </p:cNvCxnSpPr>
          <p:nvPr/>
        </p:nvCxnSpPr>
        <p:spPr bwMode="auto">
          <a:xfrm flipV="1">
            <a:off x="8886030" y="4329011"/>
            <a:ext cx="0" cy="90001"/>
          </a:xfrm>
          <a:prstGeom prst="line">
            <a:avLst/>
          </a:prstGeom>
          <a:ln cap="rnd">
            <a:headEnd type="none" w="med" len="med"/>
            <a:tailEnd type="none" w="med" len="med"/>
          </a:ln>
          <a:effectLst/>
        </p:spPr>
        <p:style>
          <a:lnRef idx="3">
            <a:schemeClr val="accent4"/>
          </a:lnRef>
          <a:fillRef idx="0">
            <a:schemeClr val="accent4"/>
          </a:fillRef>
          <a:effectRef idx="2">
            <a:schemeClr val="accent4"/>
          </a:effectRef>
          <a:fontRef idx="minor">
            <a:schemeClr val="tx1"/>
          </a:fontRef>
        </p:style>
      </p:cxnSp>
      <p:cxnSp>
        <p:nvCxnSpPr>
          <p:cNvPr id="7" name="直線コネクタ 6">
            <a:extLst>
              <a:ext uri="{FF2B5EF4-FFF2-40B4-BE49-F238E27FC236}">
                <a16:creationId xmlns:a16="http://schemas.microsoft.com/office/drawing/2014/main" id="{D036E5CD-2325-646E-5170-BC9113EE7538}"/>
              </a:ext>
            </a:extLst>
          </p:cNvPr>
          <p:cNvCxnSpPr>
            <a:cxnSpLocks/>
          </p:cNvCxnSpPr>
          <p:nvPr/>
        </p:nvCxnSpPr>
        <p:spPr bwMode="auto">
          <a:xfrm flipV="1">
            <a:off x="9606038" y="4329011"/>
            <a:ext cx="0" cy="90001"/>
          </a:xfrm>
          <a:prstGeom prst="line">
            <a:avLst/>
          </a:prstGeom>
          <a:ln cap="rnd">
            <a:headEnd type="none" w="med" len="med"/>
            <a:tailEnd type="none" w="med" len="med"/>
          </a:ln>
          <a:effectLst/>
        </p:spPr>
        <p:style>
          <a:lnRef idx="3">
            <a:schemeClr val="accent4"/>
          </a:lnRef>
          <a:fillRef idx="0">
            <a:schemeClr val="accent4"/>
          </a:fillRef>
          <a:effectRef idx="2">
            <a:schemeClr val="accent4"/>
          </a:effectRef>
          <a:fontRef idx="minor">
            <a:schemeClr val="tx1"/>
          </a:fontRef>
        </p:style>
      </p:cxnSp>
      <p:cxnSp>
        <p:nvCxnSpPr>
          <p:cNvPr id="8" name="直線コネクタ 7">
            <a:extLst>
              <a:ext uri="{FF2B5EF4-FFF2-40B4-BE49-F238E27FC236}">
                <a16:creationId xmlns:a16="http://schemas.microsoft.com/office/drawing/2014/main" id="{1D2F36E7-776A-9669-D12F-D40D6F04AC40}"/>
              </a:ext>
            </a:extLst>
          </p:cNvPr>
          <p:cNvCxnSpPr>
            <a:cxnSpLocks/>
          </p:cNvCxnSpPr>
          <p:nvPr/>
        </p:nvCxnSpPr>
        <p:spPr bwMode="auto">
          <a:xfrm>
            <a:off x="9516038" y="4149008"/>
            <a:ext cx="90001" cy="0"/>
          </a:xfrm>
          <a:prstGeom prst="line">
            <a:avLst/>
          </a:prstGeom>
          <a:ln cap="rnd">
            <a:headEnd type="none" w="med" len="med"/>
            <a:tailEnd type="none" w="med" len="med"/>
          </a:ln>
          <a:effectLst/>
        </p:spPr>
        <p:style>
          <a:lnRef idx="3">
            <a:schemeClr val="accent4"/>
          </a:lnRef>
          <a:fillRef idx="0">
            <a:schemeClr val="accent4"/>
          </a:fillRef>
          <a:effectRef idx="2">
            <a:schemeClr val="accent4"/>
          </a:effectRef>
          <a:fontRef idx="minor">
            <a:schemeClr val="tx1"/>
          </a:fontRef>
        </p:style>
      </p:cxnSp>
      <p:cxnSp>
        <p:nvCxnSpPr>
          <p:cNvPr id="9" name="直線コネクタ 8">
            <a:extLst>
              <a:ext uri="{FF2B5EF4-FFF2-40B4-BE49-F238E27FC236}">
                <a16:creationId xmlns:a16="http://schemas.microsoft.com/office/drawing/2014/main" id="{F8680BFB-2777-C484-57A9-3B5C2EEC7E16}"/>
              </a:ext>
            </a:extLst>
          </p:cNvPr>
          <p:cNvCxnSpPr>
            <a:cxnSpLocks/>
          </p:cNvCxnSpPr>
          <p:nvPr/>
        </p:nvCxnSpPr>
        <p:spPr bwMode="auto">
          <a:xfrm>
            <a:off x="9336036" y="4149008"/>
            <a:ext cx="90001" cy="0"/>
          </a:xfrm>
          <a:prstGeom prst="line">
            <a:avLst/>
          </a:prstGeom>
          <a:ln cap="rnd">
            <a:headEnd type="none" w="med" len="med"/>
            <a:tailEnd type="none" w="med" len="med"/>
          </a:ln>
          <a:effectLst/>
        </p:spPr>
        <p:style>
          <a:lnRef idx="3">
            <a:schemeClr val="accent4"/>
          </a:lnRef>
          <a:fillRef idx="0">
            <a:schemeClr val="accent4"/>
          </a:fillRef>
          <a:effectRef idx="2">
            <a:schemeClr val="accent4"/>
          </a:effectRef>
          <a:fontRef idx="minor">
            <a:schemeClr val="tx1"/>
          </a:fontRef>
        </p:style>
      </p:cxnSp>
      <p:cxnSp>
        <p:nvCxnSpPr>
          <p:cNvPr id="10" name="直線コネクタ 9">
            <a:extLst>
              <a:ext uri="{FF2B5EF4-FFF2-40B4-BE49-F238E27FC236}">
                <a16:creationId xmlns:a16="http://schemas.microsoft.com/office/drawing/2014/main" id="{354DE72C-48BF-5394-28DB-B8363ECE98AD}"/>
              </a:ext>
            </a:extLst>
          </p:cNvPr>
          <p:cNvCxnSpPr>
            <a:cxnSpLocks/>
          </p:cNvCxnSpPr>
          <p:nvPr/>
        </p:nvCxnSpPr>
        <p:spPr bwMode="auto">
          <a:xfrm>
            <a:off x="9156034" y="4149008"/>
            <a:ext cx="90001" cy="0"/>
          </a:xfrm>
          <a:prstGeom prst="line">
            <a:avLst/>
          </a:prstGeom>
          <a:ln cap="rnd">
            <a:headEnd type="none" w="med" len="med"/>
            <a:tailEnd type="none" w="med" len="med"/>
          </a:ln>
          <a:effectLst/>
        </p:spPr>
        <p:style>
          <a:lnRef idx="3">
            <a:schemeClr val="accent4"/>
          </a:lnRef>
          <a:fillRef idx="0">
            <a:schemeClr val="accent4"/>
          </a:fillRef>
          <a:effectRef idx="2">
            <a:schemeClr val="accent4"/>
          </a:effectRef>
          <a:fontRef idx="minor">
            <a:schemeClr val="tx1"/>
          </a:fontRef>
        </p:style>
      </p:cxnSp>
      <p:cxnSp>
        <p:nvCxnSpPr>
          <p:cNvPr id="11" name="直線コネクタ 10">
            <a:extLst>
              <a:ext uri="{FF2B5EF4-FFF2-40B4-BE49-F238E27FC236}">
                <a16:creationId xmlns:a16="http://schemas.microsoft.com/office/drawing/2014/main" id="{1B702B6C-DF20-8803-0B75-10B8DB60CFA7}"/>
              </a:ext>
            </a:extLst>
          </p:cNvPr>
          <p:cNvCxnSpPr>
            <a:cxnSpLocks/>
          </p:cNvCxnSpPr>
          <p:nvPr/>
        </p:nvCxnSpPr>
        <p:spPr bwMode="auto">
          <a:xfrm>
            <a:off x="8976032" y="4149008"/>
            <a:ext cx="90001" cy="0"/>
          </a:xfrm>
          <a:prstGeom prst="line">
            <a:avLst/>
          </a:prstGeom>
          <a:ln cap="rnd">
            <a:headEnd type="none" w="med" len="med"/>
            <a:tailEnd type="none" w="med" len="med"/>
          </a:ln>
          <a:effectLst/>
        </p:spPr>
        <p:style>
          <a:lnRef idx="3">
            <a:schemeClr val="accent4"/>
          </a:lnRef>
          <a:fillRef idx="0">
            <a:schemeClr val="accent4"/>
          </a:fillRef>
          <a:effectRef idx="2">
            <a:schemeClr val="accent4"/>
          </a:effectRef>
          <a:fontRef idx="minor">
            <a:schemeClr val="tx1"/>
          </a:fontRef>
        </p:style>
      </p:cxnSp>
      <p:cxnSp>
        <p:nvCxnSpPr>
          <p:cNvPr id="12" name="直線コネクタ 11">
            <a:extLst>
              <a:ext uri="{FF2B5EF4-FFF2-40B4-BE49-F238E27FC236}">
                <a16:creationId xmlns:a16="http://schemas.microsoft.com/office/drawing/2014/main" id="{E0DB4673-2E7E-54FD-D7FF-CC1D2CE85577}"/>
              </a:ext>
            </a:extLst>
          </p:cNvPr>
          <p:cNvCxnSpPr>
            <a:cxnSpLocks/>
          </p:cNvCxnSpPr>
          <p:nvPr/>
        </p:nvCxnSpPr>
        <p:spPr bwMode="auto">
          <a:xfrm flipV="1">
            <a:off x="9066032" y="4419011"/>
            <a:ext cx="180002" cy="180002"/>
          </a:xfrm>
          <a:prstGeom prst="line">
            <a:avLst/>
          </a:prstGeom>
          <a:ln cap="rnd">
            <a:headEnd type="none" w="med" len="med"/>
            <a:tailEnd type="none" w="med" len="med"/>
          </a:ln>
          <a:effectLst/>
        </p:spPr>
        <p:style>
          <a:lnRef idx="3">
            <a:schemeClr val="accent4"/>
          </a:lnRef>
          <a:fillRef idx="0">
            <a:schemeClr val="accent4"/>
          </a:fillRef>
          <a:effectRef idx="2">
            <a:schemeClr val="accent4"/>
          </a:effectRef>
          <a:fontRef idx="minor">
            <a:schemeClr val="tx1"/>
          </a:fontRef>
        </p:style>
      </p:cxnSp>
      <p:cxnSp>
        <p:nvCxnSpPr>
          <p:cNvPr id="13" name="直線コネクタ 12">
            <a:extLst>
              <a:ext uri="{FF2B5EF4-FFF2-40B4-BE49-F238E27FC236}">
                <a16:creationId xmlns:a16="http://schemas.microsoft.com/office/drawing/2014/main" id="{F2353922-6CB8-7E99-0BB1-ADDCC3CD744F}"/>
              </a:ext>
            </a:extLst>
          </p:cNvPr>
          <p:cNvCxnSpPr>
            <a:cxnSpLocks/>
          </p:cNvCxnSpPr>
          <p:nvPr/>
        </p:nvCxnSpPr>
        <p:spPr bwMode="auto">
          <a:xfrm>
            <a:off x="9246034" y="4419011"/>
            <a:ext cx="180002" cy="180002"/>
          </a:xfrm>
          <a:prstGeom prst="line">
            <a:avLst/>
          </a:prstGeom>
          <a:ln cap="rnd">
            <a:headEnd type="none" w="med" len="med"/>
            <a:tailEnd type="none" w="med" len="med"/>
          </a:ln>
          <a:effectLst/>
        </p:spPr>
        <p:style>
          <a:lnRef idx="3">
            <a:schemeClr val="accent4"/>
          </a:lnRef>
          <a:fillRef idx="0">
            <a:schemeClr val="accent4"/>
          </a:fillRef>
          <a:effectRef idx="2">
            <a:schemeClr val="accent4"/>
          </a:effectRef>
          <a:fontRef idx="minor">
            <a:schemeClr val="tx1"/>
          </a:fontRef>
        </p:style>
      </p:cxnSp>
      <p:cxnSp>
        <p:nvCxnSpPr>
          <p:cNvPr id="14" name="直線コネクタ 13">
            <a:extLst>
              <a:ext uri="{FF2B5EF4-FFF2-40B4-BE49-F238E27FC236}">
                <a16:creationId xmlns:a16="http://schemas.microsoft.com/office/drawing/2014/main" id="{A73D3CA2-3F71-2077-CE8B-A251097D53E0}"/>
              </a:ext>
            </a:extLst>
          </p:cNvPr>
          <p:cNvCxnSpPr>
            <a:cxnSpLocks/>
          </p:cNvCxnSpPr>
          <p:nvPr/>
        </p:nvCxnSpPr>
        <p:spPr bwMode="auto">
          <a:xfrm>
            <a:off x="8886030" y="3969006"/>
            <a:ext cx="720008" cy="0"/>
          </a:xfrm>
          <a:prstGeom prst="line">
            <a:avLst/>
          </a:prstGeom>
          <a:ln cap="rnd">
            <a:headEnd type="none" w="med" len="med"/>
            <a:tailEnd type="none" w="med" len="med"/>
          </a:ln>
          <a:effectLst/>
        </p:spPr>
        <p:style>
          <a:lnRef idx="3">
            <a:schemeClr val="accent4"/>
          </a:lnRef>
          <a:fillRef idx="0">
            <a:schemeClr val="accent4"/>
          </a:fillRef>
          <a:effectRef idx="2">
            <a:schemeClr val="accent4"/>
          </a:effectRef>
          <a:fontRef idx="minor">
            <a:schemeClr val="tx1"/>
          </a:fontRef>
        </p:style>
      </p:cxnSp>
      <p:cxnSp>
        <p:nvCxnSpPr>
          <p:cNvPr id="15" name="直線コネクタ 14">
            <a:extLst>
              <a:ext uri="{FF2B5EF4-FFF2-40B4-BE49-F238E27FC236}">
                <a16:creationId xmlns:a16="http://schemas.microsoft.com/office/drawing/2014/main" id="{798F9031-D91B-9D6D-07E2-FC5F73C2033B}"/>
              </a:ext>
            </a:extLst>
          </p:cNvPr>
          <p:cNvCxnSpPr>
            <a:cxnSpLocks/>
          </p:cNvCxnSpPr>
          <p:nvPr/>
        </p:nvCxnSpPr>
        <p:spPr bwMode="auto">
          <a:xfrm>
            <a:off x="8256023" y="4149008"/>
            <a:ext cx="720008" cy="0"/>
          </a:xfrm>
          <a:prstGeom prst="line">
            <a:avLst/>
          </a:prstGeom>
          <a:ln w="6350" cap="rnd">
            <a:headEnd type="none" w="med" len="med"/>
            <a:tailEnd type="none" w="med" len="med"/>
          </a:ln>
          <a:effectLst/>
        </p:spPr>
        <p:style>
          <a:lnRef idx="3">
            <a:schemeClr val="accent4"/>
          </a:lnRef>
          <a:fillRef idx="0">
            <a:schemeClr val="accent4"/>
          </a:fillRef>
          <a:effectRef idx="2">
            <a:schemeClr val="accent4"/>
          </a:effectRef>
          <a:fontRef idx="minor">
            <a:schemeClr val="tx1"/>
          </a:fontRef>
        </p:style>
      </p:cxnSp>
      <p:cxnSp>
        <p:nvCxnSpPr>
          <p:cNvPr id="16" name="直線コネクタ 15">
            <a:extLst>
              <a:ext uri="{FF2B5EF4-FFF2-40B4-BE49-F238E27FC236}">
                <a16:creationId xmlns:a16="http://schemas.microsoft.com/office/drawing/2014/main" id="{478B4D91-8E99-CB77-6E33-E238A9DB4B47}"/>
              </a:ext>
            </a:extLst>
          </p:cNvPr>
          <p:cNvCxnSpPr>
            <a:cxnSpLocks/>
          </p:cNvCxnSpPr>
          <p:nvPr/>
        </p:nvCxnSpPr>
        <p:spPr bwMode="auto">
          <a:xfrm flipV="1">
            <a:off x="9246034" y="3429000"/>
            <a:ext cx="0" cy="540006"/>
          </a:xfrm>
          <a:prstGeom prst="line">
            <a:avLst/>
          </a:prstGeom>
          <a:ln w="6350" cap="rnd">
            <a:headEnd type="none" w="med" len="med"/>
            <a:tailEnd type="none" w="med" len="med"/>
          </a:ln>
          <a:effectLst/>
        </p:spPr>
        <p:style>
          <a:lnRef idx="3">
            <a:schemeClr val="accent4"/>
          </a:lnRef>
          <a:fillRef idx="0">
            <a:schemeClr val="accent4"/>
          </a:fillRef>
          <a:effectRef idx="2">
            <a:schemeClr val="accent4"/>
          </a:effectRef>
          <a:fontRef idx="minor">
            <a:schemeClr val="tx1"/>
          </a:fontRef>
        </p:style>
      </p:cxnSp>
      <p:cxnSp>
        <p:nvCxnSpPr>
          <p:cNvPr id="17" name="直線コネクタ 16">
            <a:extLst>
              <a:ext uri="{FF2B5EF4-FFF2-40B4-BE49-F238E27FC236}">
                <a16:creationId xmlns:a16="http://schemas.microsoft.com/office/drawing/2014/main" id="{7647A1D0-BDEF-BFB4-0A79-2D56B33528BB}"/>
              </a:ext>
            </a:extLst>
          </p:cNvPr>
          <p:cNvCxnSpPr>
            <a:cxnSpLocks/>
          </p:cNvCxnSpPr>
          <p:nvPr/>
        </p:nvCxnSpPr>
        <p:spPr bwMode="auto">
          <a:xfrm flipV="1">
            <a:off x="9066032" y="4599013"/>
            <a:ext cx="0" cy="540006"/>
          </a:xfrm>
          <a:prstGeom prst="line">
            <a:avLst/>
          </a:prstGeom>
          <a:ln w="6350" cap="rnd">
            <a:headEnd type="none" w="med" len="med"/>
            <a:tailEnd type="none" w="med" len="med"/>
          </a:ln>
          <a:effectLst/>
        </p:spPr>
        <p:style>
          <a:lnRef idx="3">
            <a:schemeClr val="accent4"/>
          </a:lnRef>
          <a:fillRef idx="0">
            <a:schemeClr val="accent4"/>
          </a:fillRef>
          <a:effectRef idx="2">
            <a:schemeClr val="accent4"/>
          </a:effectRef>
          <a:fontRef idx="minor">
            <a:schemeClr val="tx1"/>
          </a:fontRef>
        </p:style>
      </p:cxnSp>
      <p:cxnSp>
        <p:nvCxnSpPr>
          <p:cNvPr id="18" name="直線コネクタ 17">
            <a:extLst>
              <a:ext uri="{FF2B5EF4-FFF2-40B4-BE49-F238E27FC236}">
                <a16:creationId xmlns:a16="http://schemas.microsoft.com/office/drawing/2014/main" id="{F82C4B8B-8B93-936A-8300-F0E0647CB5C1}"/>
              </a:ext>
            </a:extLst>
          </p:cNvPr>
          <p:cNvCxnSpPr>
            <a:cxnSpLocks/>
          </p:cNvCxnSpPr>
          <p:nvPr/>
        </p:nvCxnSpPr>
        <p:spPr bwMode="auto">
          <a:xfrm flipV="1">
            <a:off x="9426036" y="4599013"/>
            <a:ext cx="0" cy="540006"/>
          </a:xfrm>
          <a:prstGeom prst="line">
            <a:avLst/>
          </a:prstGeom>
          <a:ln w="6350" cap="rnd">
            <a:headEnd type="none" w="med" len="med"/>
            <a:tailEnd type="none" w="med" len="med"/>
          </a:ln>
          <a:effectLst/>
        </p:spPr>
        <p:style>
          <a:lnRef idx="3">
            <a:schemeClr val="accent4"/>
          </a:lnRef>
          <a:fillRef idx="0">
            <a:schemeClr val="accent4"/>
          </a:fillRef>
          <a:effectRef idx="2">
            <a:schemeClr val="accent4"/>
          </a:effectRef>
          <a:fontRef idx="minor">
            <a:schemeClr val="tx1"/>
          </a:fontRef>
        </p:style>
      </p:cxnSp>
      <p:cxnSp>
        <p:nvCxnSpPr>
          <p:cNvPr id="19" name="直線コネクタ 18">
            <a:extLst>
              <a:ext uri="{FF2B5EF4-FFF2-40B4-BE49-F238E27FC236}">
                <a16:creationId xmlns:a16="http://schemas.microsoft.com/office/drawing/2014/main" id="{22B15DB4-ABB7-C29C-C640-BE6476F64166}"/>
              </a:ext>
            </a:extLst>
          </p:cNvPr>
          <p:cNvCxnSpPr>
            <a:cxnSpLocks/>
          </p:cNvCxnSpPr>
          <p:nvPr/>
        </p:nvCxnSpPr>
        <p:spPr bwMode="auto">
          <a:xfrm flipV="1">
            <a:off x="8886030" y="4419011"/>
            <a:ext cx="0" cy="720008"/>
          </a:xfrm>
          <a:prstGeom prst="line">
            <a:avLst/>
          </a:prstGeom>
          <a:ln w="6350" cap="rnd">
            <a:headEnd type="none" w="med" len="med"/>
            <a:tailEnd type="none" w="med" len="med"/>
          </a:ln>
          <a:effectLst/>
        </p:spPr>
        <p:style>
          <a:lnRef idx="3">
            <a:schemeClr val="accent4"/>
          </a:lnRef>
          <a:fillRef idx="0">
            <a:schemeClr val="accent4"/>
          </a:fillRef>
          <a:effectRef idx="2">
            <a:schemeClr val="accent4"/>
          </a:effectRef>
          <a:fontRef idx="minor">
            <a:schemeClr val="tx1"/>
          </a:fontRef>
        </p:style>
      </p:cxnSp>
      <p:sp>
        <p:nvSpPr>
          <p:cNvPr id="20" name="Rectangle 93">
            <a:extLst>
              <a:ext uri="{FF2B5EF4-FFF2-40B4-BE49-F238E27FC236}">
                <a16:creationId xmlns:a16="http://schemas.microsoft.com/office/drawing/2014/main" id="{32DA5D25-38A0-DAAA-B66B-06A16886F1C7}"/>
              </a:ext>
            </a:extLst>
          </p:cNvPr>
          <p:cNvSpPr>
            <a:spLocks noChangeArrowheads="1"/>
          </p:cNvSpPr>
          <p:nvPr/>
        </p:nvSpPr>
        <p:spPr bwMode="auto">
          <a:xfrm>
            <a:off x="9246035" y="3158997"/>
            <a:ext cx="361079" cy="360004"/>
          </a:xfrm>
          <a:prstGeom prst="rect">
            <a:avLst/>
          </a:prstGeom>
          <a:noFill/>
          <a:ln w="12700" algn="ctr">
            <a:noFill/>
            <a:miter lim="800000"/>
            <a:headEnd/>
            <a:tailEnd/>
          </a:ln>
          <a:effectLst/>
        </p:spPr>
        <p:txBody>
          <a:bodyPr wrap="none" lIns="90000" tIns="46800" rIns="90000" bIns="46800" anchor="ctr"/>
          <a:lstStyle/>
          <a:p>
            <a:r>
              <a:rPr lang="en-US" altLang="ja-JP" dirty="0"/>
              <a:t>Plate (anode)</a:t>
            </a:r>
          </a:p>
        </p:txBody>
      </p:sp>
      <p:sp>
        <p:nvSpPr>
          <p:cNvPr id="21" name="Rectangle 93">
            <a:extLst>
              <a:ext uri="{FF2B5EF4-FFF2-40B4-BE49-F238E27FC236}">
                <a16:creationId xmlns:a16="http://schemas.microsoft.com/office/drawing/2014/main" id="{3DC293EC-F468-8704-CE25-043E2B5C124A}"/>
              </a:ext>
            </a:extLst>
          </p:cNvPr>
          <p:cNvSpPr>
            <a:spLocks noChangeArrowheads="1"/>
          </p:cNvSpPr>
          <p:nvPr/>
        </p:nvSpPr>
        <p:spPr bwMode="auto">
          <a:xfrm>
            <a:off x="7716018" y="3789004"/>
            <a:ext cx="361079" cy="360004"/>
          </a:xfrm>
          <a:prstGeom prst="rect">
            <a:avLst/>
          </a:prstGeom>
          <a:noFill/>
          <a:ln w="12700" algn="ctr">
            <a:noFill/>
            <a:miter lim="800000"/>
            <a:headEnd/>
            <a:tailEnd/>
          </a:ln>
          <a:effectLst/>
        </p:spPr>
        <p:txBody>
          <a:bodyPr wrap="none" lIns="90000" tIns="46800" rIns="90000" bIns="46800" anchor="ctr"/>
          <a:lstStyle/>
          <a:p>
            <a:r>
              <a:rPr lang="en-US" altLang="ja-JP" dirty="0"/>
              <a:t>Grid</a:t>
            </a:r>
          </a:p>
        </p:txBody>
      </p:sp>
      <p:sp>
        <p:nvSpPr>
          <p:cNvPr id="22" name="Rectangle 93">
            <a:extLst>
              <a:ext uri="{FF2B5EF4-FFF2-40B4-BE49-F238E27FC236}">
                <a16:creationId xmlns:a16="http://schemas.microsoft.com/office/drawing/2014/main" id="{0770669C-BDC8-FF44-9577-3310FFC591FA}"/>
              </a:ext>
            </a:extLst>
          </p:cNvPr>
          <p:cNvSpPr>
            <a:spLocks noChangeArrowheads="1"/>
          </p:cNvSpPr>
          <p:nvPr/>
        </p:nvSpPr>
        <p:spPr bwMode="auto">
          <a:xfrm>
            <a:off x="9426037" y="4779015"/>
            <a:ext cx="361079" cy="360004"/>
          </a:xfrm>
          <a:prstGeom prst="rect">
            <a:avLst/>
          </a:prstGeom>
          <a:noFill/>
          <a:ln w="12700" algn="ctr">
            <a:noFill/>
            <a:miter lim="800000"/>
            <a:headEnd/>
            <a:tailEnd/>
          </a:ln>
          <a:effectLst/>
        </p:spPr>
        <p:txBody>
          <a:bodyPr wrap="none" lIns="90000" tIns="46800" rIns="90000" bIns="46800" anchor="ctr"/>
          <a:lstStyle/>
          <a:p>
            <a:r>
              <a:rPr lang="en-US" altLang="ja-JP" dirty="0"/>
              <a:t>Heater</a:t>
            </a:r>
          </a:p>
        </p:txBody>
      </p:sp>
      <p:sp>
        <p:nvSpPr>
          <p:cNvPr id="23" name="Rectangle 93">
            <a:extLst>
              <a:ext uri="{FF2B5EF4-FFF2-40B4-BE49-F238E27FC236}">
                <a16:creationId xmlns:a16="http://schemas.microsoft.com/office/drawing/2014/main" id="{5F68E55F-49DA-0CDD-8255-03F968360535}"/>
              </a:ext>
            </a:extLst>
          </p:cNvPr>
          <p:cNvSpPr>
            <a:spLocks noChangeArrowheads="1"/>
          </p:cNvSpPr>
          <p:nvPr/>
        </p:nvSpPr>
        <p:spPr bwMode="auto">
          <a:xfrm>
            <a:off x="7896020" y="4779015"/>
            <a:ext cx="361079" cy="360004"/>
          </a:xfrm>
          <a:prstGeom prst="rect">
            <a:avLst/>
          </a:prstGeom>
          <a:noFill/>
          <a:ln w="12700" algn="ctr">
            <a:noFill/>
            <a:miter lim="800000"/>
            <a:headEnd/>
            <a:tailEnd/>
          </a:ln>
          <a:effectLst/>
        </p:spPr>
        <p:txBody>
          <a:bodyPr wrap="none" lIns="90000" tIns="46800" rIns="90000" bIns="46800" anchor="ctr"/>
          <a:lstStyle/>
          <a:p>
            <a:r>
              <a:rPr lang="en-US" altLang="ja-JP" dirty="0"/>
              <a:t>Cathode</a:t>
            </a:r>
          </a:p>
        </p:txBody>
      </p:sp>
    </p:spTree>
    <p:extLst>
      <p:ext uri="{BB962C8B-B14F-4D97-AF65-F5344CB8AC3E}">
        <p14:creationId xmlns:p14="http://schemas.microsoft.com/office/powerpoint/2010/main" val="297467024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4CD660D-2F02-2611-DF3D-F83A6880E053}"/>
              </a:ext>
            </a:extLst>
          </p:cNvPr>
          <p:cNvSpPr>
            <a:spLocks noGrp="1"/>
          </p:cNvSpPr>
          <p:nvPr>
            <p:ph type="title"/>
          </p:nvPr>
        </p:nvSpPr>
        <p:spPr/>
        <p:txBody>
          <a:bodyPr/>
          <a:lstStyle/>
          <a:p>
            <a:r>
              <a:rPr kumimoji="1" lang="ja-JP" altLang="en-US" dirty="0"/>
              <a:t>真空管</a:t>
            </a:r>
            <a:endParaRPr kumimoji="1" lang="en-US" dirty="0"/>
          </a:p>
        </p:txBody>
      </p:sp>
      <p:sp>
        <p:nvSpPr>
          <p:cNvPr id="3" name="コンテンツ プレースホルダー 2">
            <a:extLst>
              <a:ext uri="{FF2B5EF4-FFF2-40B4-BE49-F238E27FC236}">
                <a16:creationId xmlns:a16="http://schemas.microsoft.com/office/drawing/2014/main" id="{AF6E3B63-7583-224B-E404-5F2D56EA2BD2}"/>
              </a:ext>
            </a:extLst>
          </p:cNvPr>
          <p:cNvSpPr>
            <a:spLocks noGrp="1"/>
          </p:cNvSpPr>
          <p:nvPr>
            <p:ph sz="quarter" idx="10"/>
          </p:nvPr>
        </p:nvSpPr>
        <p:spPr>
          <a:xfrm>
            <a:off x="1775952" y="908973"/>
            <a:ext cx="8280092" cy="1170013"/>
          </a:xfrm>
        </p:spPr>
        <p:txBody>
          <a:bodyPr anchor="ctr"/>
          <a:lstStyle/>
          <a:p>
            <a:r>
              <a:rPr kumimoji="1" lang="en-US" altLang="ja-JP" dirty="0"/>
              <a:t>Grid </a:t>
            </a:r>
            <a:r>
              <a:rPr kumimoji="1" lang="ja-JP" altLang="en-US" dirty="0"/>
              <a:t>にかける電圧で，</a:t>
            </a:r>
            <a:r>
              <a:rPr kumimoji="1" lang="en-US" altLang="ja-JP" dirty="0"/>
              <a:t>Cathode </a:t>
            </a:r>
            <a:r>
              <a:rPr kumimoji="1" lang="ja-JP" altLang="en-US" dirty="0"/>
              <a:t>と </a:t>
            </a:r>
            <a:r>
              <a:rPr kumimoji="1" lang="en-US" altLang="ja-JP" dirty="0"/>
              <a:t>Plate </a:t>
            </a:r>
            <a:r>
              <a:rPr kumimoji="1" lang="ja-JP" altLang="en-US" dirty="0"/>
              <a:t>を </a:t>
            </a:r>
            <a:r>
              <a:rPr kumimoji="1" lang="en-US" altLang="ja-JP" dirty="0"/>
              <a:t>ON/OFF </a:t>
            </a:r>
            <a:r>
              <a:rPr kumimoji="1" lang="ja-JP" altLang="en-US" dirty="0"/>
              <a:t>できる</a:t>
            </a:r>
            <a:endParaRPr kumimoji="1" lang="en-US" altLang="ja-JP" dirty="0"/>
          </a:p>
          <a:p>
            <a:pPr lvl="1"/>
            <a:r>
              <a:rPr kumimoji="1" lang="ja-JP" altLang="en-US" dirty="0">
                <a:solidFill>
                  <a:schemeClr val="accent5"/>
                </a:solidFill>
              </a:rPr>
              <a:t>つまり，これでもコンピュータが作れる</a:t>
            </a:r>
            <a:endParaRPr kumimoji="1" lang="en-US" dirty="0">
              <a:solidFill>
                <a:schemeClr val="accent5"/>
              </a:solidFill>
            </a:endParaRPr>
          </a:p>
        </p:txBody>
      </p:sp>
      <p:sp>
        <p:nvSpPr>
          <p:cNvPr id="4" name="楕円 3">
            <a:extLst>
              <a:ext uri="{FF2B5EF4-FFF2-40B4-BE49-F238E27FC236}">
                <a16:creationId xmlns:a16="http://schemas.microsoft.com/office/drawing/2014/main" id="{65D0F838-8850-9E51-F8B3-AC2AEE335F96}"/>
              </a:ext>
            </a:extLst>
          </p:cNvPr>
          <p:cNvSpPr/>
          <p:nvPr/>
        </p:nvSpPr>
        <p:spPr bwMode="auto">
          <a:xfrm>
            <a:off x="5105989" y="2348988"/>
            <a:ext cx="1260014" cy="1260014"/>
          </a:xfrm>
          <a:prstGeom prst="ellipse">
            <a:avLst/>
          </a:prstGeom>
          <a:ln>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US" dirty="0">
              <a:solidFill>
                <a:schemeClr val="tx1">
                  <a:lumMod val="75000"/>
                  <a:lumOff val="25000"/>
                </a:schemeClr>
              </a:solidFill>
              <a:latin typeface="+mn-ea"/>
            </a:endParaRPr>
          </a:p>
        </p:txBody>
      </p:sp>
      <p:cxnSp>
        <p:nvCxnSpPr>
          <p:cNvPr id="5" name="直線コネクタ 4">
            <a:extLst>
              <a:ext uri="{FF2B5EF4-FFF2-40B4-BE49-F238E27FC236}">
                <a16:creationId xmlns:a16="http://schemas.microsoft.com/office/drawing/2014/main" id="{DA77C0D3-3FEB-4EB8-7A30-D66E2D33C4BD}"/>
              </a:ext>
            </a:extLst>
          </p:cNvPr>
          <p:cNvCxnSpPr>
            <a:cxnSpLocks/>
          </p:cNvCxnSpPr>
          <p:nvPr/>
        </p:nvCxnSpPr>
        <p:spPr bwMode="auto">
          <a:xfrm>
            <a:off x="5375991" y="3068996"/>
            <a:ext cx="720008" cy="0"/>
          </a:xfrm>
          <a:prstGeom prst="line">
            <a:avLst/>
          </a:prstGeom>
          <a:ln cap="rnd">
            <a:headEnd type="none" w="med" len="med"/>
            <a:tailEnd type="none" w="med" len="med"/>
          </a:ln>
          <a:effectLst/>
        </p:spPr>
        <p:style>
          <a:lnRef idx="3">
            <a:schemeClr val="accent4"/>
          </a:lnRef>
          <a:fillRef idx="0">
            <a:schemeClr val="accent4"/>
          </a:fillRef>
          <a:effectRef idx="2">
            <a:schemeClr val="accent4"/>
          </a:effectRef>
          <a:fontRef idx="minor">
            <a:schemeClr val="tx1"/>
          </a:fontRef>
        </p:style>
      </p:cxnSp>
      <p:cxnSp>
        <p:nvCxnSpPr>
          <p:cNvPr id="6" name="直線コネクタ 5">
            <a:extLst>
              <a:ext uri="{FF2B5EF4-FFF2-40B4-BE49-F238E27FC236}">
                <a16:creationId xmlns:a16="http://schemas.microsoft.com/office/drawing/2014/main" id="{C3976CAB-E9CB-2822-5CC2-E6AD89474D74}"/>
              </a:ext>
            </a:extLst>
          </p:cNvPr>
          <p:cNvCxnSpPr>
            <a:cxnSpLocks/>
          </p:cNvCxnSpPr>
          <p:nvPr/>
        </p:nvCxnSpPr>
        <p:spPr bwMode="auto">
          <a:xfrm flipV="1">
            <a:off x="5375991" y="3068997"/>
            <a:ext cx="0" cy="90001"/>
          </a:xfrm>
          <a:prstGeom prst="line">
            <a:avLst/>
          </a:prstGeom>
          <a:ln cap="rnd">
            <a:headEnd type="none" w="med" len="med"/>
            <a:tailEnd type="none" w="med" len="med"/>
          </a:ln>
          <a:effectLst/>
        </p:spPr>
        <p:style>
          <a:lnRef idx="3">
            <a:schemeClr val="accent4"/>
          </a:lnRef>
          <a:fillRef idx="0">
            <a:schemeClr val="accent4"/>
          </a:fillRef>
          <a:effectRef idx="2">
            <a:schemeClr val="accent4"/>
          </a:effectRef>
          <a:fontRef idx="minor">
            <a:schemeClr val="tx1"/>
          </a:fontRef>
        </p:style>
      </p:cxnSp>
      <p:cxnSp>
        <p:nvCxnSpPr>
          <p:cNvPr id="7" name="直線コネクタ 6">
            <a:extLst>
              <a:ext uri="{FF2B5EF4-FFF2-40B4-BE49-F238E27FC236}">
                <a16:creationId xmlns:a16="http://schemas.microsoft.com/office/drawing/2014/main" id="{D036E5CD-2325-646E-5170-BC9113EE7538}"/>
              </a:ext>
            </a:extLst>
          </p:cNvPr>
          <p:cNvCxnSpPr>
            <a:cxnSpLocks/>
          </p:cNvCxnSpPr>
          <p:nvPr/>
        </p:nvCxnSpPr>
        <p:spPr bwMode="auto">
          <a:xfrm flipV="1">
            <a:off x="6095999" y="3068997"/>
            <a:ext cx="0" cy="90001"/>
          </a:xfrm>
          <a:prstGeom prst="line">
            <a:avLst/>
          </a:prstGeom>
          <a:ln cap="rnd">
            <a:headEnd type="none" w="med" len="med"/>
            <a:tailEnd type="none" w="med" len="med"/>
          </a:ln>
          <a:effectLst/>
        </p:spPr>
        <p:style>
          <a:lnRef idx="3">
            <a:schemeClr val="accent4"/>
          </a:lnRef>
          <a:fillRef idx="0">
            <a:schemeClr val="accent4"/>
          </a:fillRef>
          <a:effectRef idx="2">
            <a:schemeClr val="accent4"/>
          </a:effectRef>
          <a:fontRef idx="minor">
            <a:schemeClr val="tx1"/>
          </a:fontRef>
        </p:style>
      </p:cxnSp>
      <p:cxnSp>
        <p:nvCxnSpPr>
          <p:cNvPr id="8" name="直線コネクタ 7">
            <a:extLst>
              <a:ext uri="{FF2B5EF4-FFF2-40B4-BE49-F238E27FC236}">
                <a16:creationId xmlns:a16="http://schemas.microsoft.com/office/drawing/2014/main" id="{1D2F36E7-776A-9669-D12F-D40D6F04AC40}"/>
              </a:ext>
            </a:extLst>
          </p:cNvPr>
          <p:cNvCxnSpPr>
            <a:cxnSpLocks/>
          </p:cNvCxnSpPr>
          <p:nvPr/>
        </p:nvCxnSpPr>
        <p:spPr bwMode="auto">
          <a:xfrm>
            <a:off x="6005999" y="2888994"/>
            <a:ext cx="90001" cy="0"/>
          </a:xfrm>
          <a:prstGeom prst="line">
            <a:avLst/>
          </a:prstGeom>
          <a:ln cap="rnd">
            <a:headEnd type="none" w="med" len="med"/>
            <a:tailEnd type="none" w="med" len="med"/>
          </a:ln>
          <a:effectLst/>
        </p:spPr>
        <p:style>
          <a:lnRef idx="3">
            <a:schemeClr val="accent4"/>
          </a:lnRef>
          <a:fillRef idx="0">
            <a:schemeClr val="accent4"/>
          </a:fillRef>
          <a:effectRef idx="2">
            <a:schemeClr val="accent4"/>
          </a:effectRef>
          <a:fontRef idx="minor">
            <a:schemeClr val="tx1"/>
          </a:fontRef>
        </p:style>
      </p:cxnSp>
      <p:cxnSp>
        <p:nvCxnSpPr>
          <p:cNvPr id="9" name="直線コネクタ 8">
            <a:extLst>
              <a:ext uri="{FF2B5EF4-FFF2-40B4-BE49-F238E27FC236}">
                <a16:creationId xmlns:a16="http://schemas.microsoft.com/office/drawing/2014/main" id="{F8680BFB-2777-C484-57A9-3B5C2EEC7E16}"/>
              </a:ext>
            </a:extLst>
          </p:cNvPr>
          <p:cNvCxnSpPr>
            <a:cxnSpLocks/>
          </p:cNvCxnSpPr>
          <p:nvPr/>
        </p:nvCxnSpPr>
        <p:spPr bwMode="auto">
          <a:xfrm>
            <a:off x="5825997" y="2888994"/>
            <a:ext cx="90001" cy="0"/>
          </a:xfrm>
          <a:prstGeom prst="line">
            <a:avLst/>
          </a:prstGeom>
          <a:ln cap="rnd">
            <a:headEnd type="none" w="med" len="med"/>
            <a:tailEnd type="none" w="med" len="med"/>
          </a:ln>
          <a:effectLst/>
        </p:spPr>
        <p:style>
          <a:lnRef idx="3">
            <a:schemeClr val="accent4"/>
          </a:lnRef>
          <a:fillRef idx="0">
            <a:schemeClr val="accent4"/>
          </a:fillRef>
          <a:effectRef idx="2">
            <a:schemeClr val="accent4"/>
          </a:effectRef>
          <a:fontRef idx="minor">
            <a:schemeClr val="tx1"/>
          </a:fontRef>
        </p:style>
      </p:cxnSp>
      <p:cxnSp>
        <p:nvCxnSpPr>
          <p:cNvPr id="10" name="直線コネクタ 9">
            <a:extLst>
              <a:ext uri="{FF2B5EF4-FFF2-40B4-BE49-F238E27FC236}">
                <a16:creationId xmlns:a16="http://schemas.microsoft.com/office/drawing/2014/main" id="{354DE72C-48BF-5394-28DB-B8363ECE98AD}"/>
              </a:ext>
            </a:extLst>
          </p:cNvPr>
          <p:cNvCxnSpPr>
            <a:cxnSpLocks/>
          </p:cNvCxnSpPr>
          <p:nvPr/>
        </p:nvCxnSpPr>
        <p:spPr bwMode="auto">
          <a:xfrm>
            <a:off x="5645995" y="2888994"/>
            <a:ext cx="90001" cy="0"/>
          </a:xfrm>
          <a:prstGeom prst="line">
            <a:avLst/>
          </a:prstGeom>
          <a:ln cap="rnd">
            <a:headEnd type="none" w="med" len="med"/>
            <a:tailEnd type="none" w="med" len="med"/>
          </a:ln>
          <a:effectLst/>
        </p:spPr>
        <p:style>
          <a:lnRef idx="3">
            <a:schemeClr val="accent4"/>
          </a:lnRef>
          <a:fillRef idx="0">
            <a:schemeClr val="accent4"/>
          </a:fillRef>
          <a:effectRef idx="2">
            <a:schemeClr val="accent4"/>
          </a:effectRef>
          <a:fontRef idx="minor">
            <a:schemeClr val="tx1"/>
          </a:fontRef>
        </p:style>
      </p:cxnSp>
      <p:cxnSp>
        <p:nvCxnSpPr>
          <p:cNvPr id="11" name="直線コネクタ 10">
            <a:extLst>
              <a:ext uri="{FF2B5EF4-FFF2-40B4-BE49-F238E27FC236}">
                <a16:creationId xmlns:a16="http://schemas.microsoft.com/office/drawing/2014/main" id="{1B702B6C-DF20-8803-0B75-10B8DB60CFA7}"/>
              </a:ext>
            </a:extLst>
          </p:cNvPr>
          <p:cNvCxnSpPr>
            <a:cxnSpLocks/>
          </p:cNvCxnSpPr>
          <p:nvPr/>
        </p:nvCxnSpPr>
        <p:spPr bwMode="auto">
          <a:xfrm>
            <a:off x="5465993" y="2888994"/>
            <a:ext cx="90001" cy="0"/>
          </a:xfrm>
          <a:prstGeom prst="line">
            <a:avLst/>
          </a:prstGeom>
          <a:ln cap="rnd">
            <a:headEnd type="none" w="med" len="med"/>
            <a:tailEnd type="none" w="med" len="med"/>
          </a:ln>
          <a:effectLst/>
        </p:spPr>
        <p:style>
          <a:lnRef idx="3">
            <a:schemeClr val="accent4"/>
          </a:lnRef>
          <a:fillRef idx="0">
            <a:schemeClr val="accent4"/>
          </a:fillRef>
          <a:effectRef idx="2">
            <a:schemeClr val="accent4"/>
          </a:effectRef>
          <a:fontRef idx="minor">
            <a:schemeClr val="tx1"/>
          </a:fontRef>
        </p:style>
      </p:cxnSp>
      <p:cxnSp>
        <p:nvCxnSpPr>
          <p:cNvPr id="12" name="直線コネクタ 11">
            <a:extLst>
              <a:ext uri="{FF2B5EF4-FFF2-40B4-BE49-F238E27FC236}">
                <a16:creationId xmlns:a16="http://schemas.microsoft.com/office/drawing/2014/main" id="{E0DB4673-2E7E-54FD-D7FF-CC1D2CE85577}"/>
              </a:ext>
            </a:extLst>
          </p:cNvPr>
          <p:cNvCxnSpPr>
            <a:cxnSpLocks/>
          </p:cNvCxnSpPr>
          <p:nvPr/>
        </p:nvCxnSpPr>
        <p:spPr bwMode="auto">
          <a:xfrm flipV="1">
            <a:off x="5555993" y="3158997"/>
            <a:ext cx="180002" cy="180002"/>
          </a:xfrm>
          <a:prstGeom prst="line">
            <a:avLst/>
          </a:prstGeom>
          <a:ln cap="rnd">
            <a:headEnd type="none" w="med" len="med"/>
            <a:tailEnd type="none" w="med" len="med"/>
          </a:ln>
          <a:effectLst/>
        </p:spPr>
        <p:style>
          <a:lnRef idx="3">
            <a:schemeClr val="accent4"/>
          </a:lnRef>
          <a:fillRef idx="0">
            <a:schemeClr val="accent4"/>
          </a:fillRef>
          <a:effectRef idx="2">
            <a:schemeClr val="accent4"/>
          </a:effectRef>
          <a:fontRef idx="minor">
            <a:schemeClr val="tx1"/>
          </a:fontRef>
        </p:style>
      </p:cxnSp>
      <p:cxnSp>
        <p:nvCxnSpPr>
          <p:cNvPr id="13" name="直線コネクタ 12">
            <a:extLst>
              <a:ext uri="{FF2B5EF4-FFF2-40B4-BE49-F238E27FC236}">
                <a16:creationId xmlns:a16="http://schemas.microsoft.com/office/drawing/2014/main" id="{F2353922-6CB8-7E99-0BB1-ADDCC3CD744F}"/>
              </a:ext>
            </a:extLst>
          </p:cNvPr>
          <p:cNvCxnSpPr>
            <a:cxnSpLocks/>
          </p:cNvCxnSpPr>
          <p:nvPr/>
        </p:nvCxnSpPr>
        <p:spPr bwMode="auto">
          <a:xfrm>
            <a:off x="5735995" y="3158997"/>
            <a:ext cx="180002" cy="180002"/>
          </a:xfrm>
          <a:prstGeom prst="line">
            <a:avLst/>
          </a:prstGeom>
          <a:ln cap="rnd">
            <a:headEnd type="none" w="med" len="med"/>
            <a:tailEnd type="none" w="med" len="med"/>
          </a:ln>
          <a:effectLst/>
        </p:spPr>
        <p:style>
          <a:lnRef idx="3">
            <a:schemeClr val="accent4"/>
          </a:lnRef>
          <a:fillRef idx="0">
            <a:schemeClr val="accent4"/>
          </a:fillRef>
          <a:effectRef idx="2">
            <a:schemeClr val="accent4"/>
          </a:effectRef>
          <a:fontRef idx="minor">
            <a:schemeClr val="tx1"/>
          </a:fontRef>
        </p:style>
      </p:cxnSp>
      <p:cxnSp>
        <p:nvCxnSpPr>
          <p:cNvPr id="14" name="直線コネクタ 13">
            <a:extLst>
              <a:ext uri="{FF2B5EF4-FFF2-40B4-BE49-F238E27FC236}">
                <a16:creationId xmlns:a16="http://schemas.microsoft.com/office/drawing/2014/main" id="{A73D3CA2-3F71-2077-CE8B-A251097D53E0}"/>
              </a:ext>
            </a:extLst>
          </p:cNvPr>
          <p:cNvCxnSpPr>
            <a:cxnSpLocks/>
          </p:cNvCxnSpPr>
          <p:nvPr/>
        </p:nvCxnSpPr>
        <p:spPr bwMode="auto">
          <a:xfrm>
            <a:off x="5375991" y="2708992"/>
            <a:ext cx="720008" cy="0"/>
          </a:xfrm>
          <a:prstGeom prst="line">
            <a:avLst/>
          </a:prstGeom>
          <a:ln cap="rnd">
            <a:headEnd type="none" w="med" len="med"/>
            <a:tailEnd type="none" w="med" len="med"/>
          </a:ln>
          <a:effectLst/>
        </p:spPr>
        <p:style>
          <a:lnRef idx="3">
            <a:schemeClr val="accent4"/>
          </a:lnRef>
          <a:fillRef idx="0">
            <a:schemeClr val="accent4"/>
          </a:fillRef>
          <a:effectRef idx="2">
            <a:schemeClr val="accent4"/>
          </a:effectRef>
          <a:fontRef idx="minor">
            <a:schemeClr val="tx1"/>
          </a:fontRef>
        </p:style>
      </p:cxnSp>
      <p:cxnSp>
        <p:nvCxnSpPr>
          <p:cNvPr id="15" name="直線コネクタ 14">
            <a:extLst>
              <a:ext uri="{FF2B5EF4-FFF2-40B4-BE49-F238E27FC236}">
                <a16:creationId xmlns:a16="http://schemas.microsoft.com/office/drawing/2014/main" id="{798F9031-D91B-9D6D-07E2-FC5F73C2033B}"/>
              </a:ext>
            </a:extLst>
          </p:cNvPr>
          <p:cNvCxnSpPr>
            <a:cxnSpLocks/>
          </p:cNvCxnSpPr>
          <p:nvPr/>
        </p:nvCxnSpPr>
        <p:spPr bwMode="auto">
          <a:xfrm>
            <a:off x="4745984" y="2888994"/>
            <a:ext cx="720008" cy="0"/>
          </a:xfrm>
          <a:prstGeom prst="line">
            <a:avLst/>
          </a:prstGeom>
          <a:ln w="6350" cap="rnd">
            <a:headEnd type="none" w="med" len="med"/>
            <a:tailEnd type="none" w="med" len="med"/>
          </a:ln>
          <a:effectLst/>
        </p:spPr>
        <p:style>
          <a:lnRef idx="3">
            <a:schemeClr val="accent4"/>
          </a:lnRef>
          <a:fillRef idx="0">
            <a:schemeClr val="accent4"/>
          </a:fillRef>
          <a:effectRef idx="2">
            <a:schemeClr val="accent4"/>
          </a:effectRef>
          <a:fontRef idx="minor">
            <a:schemeClr val="tx1"/>
          </a:fontRef>
        </p:style>
      </p:cxnSp>
      <p:cxnSp>
        <p:nvCxnSpPr>
          <p:cNvPr id="16" name="直線コネクタ 15">
            <a:extLst>
              <a:ext uri="{FF2B5EF4-FFF2-40B4-BE49-F238E27FC236}">
                <a16:creationId xmlns:a16="http://schemas.microsoft.com/office/drawing/2014/main" id="{478B4D91-8E99-CB77-6E33-E238A9DB4B47}"/>
              </a:ext>
            </a:extLst>
          </p:cNvPr>
          <p:cNvCxnSpPr>
            <a:cxnSpLocks/>
          </p:cNvCxnSpPr>
          <p:nvPr/>
        </p:nvCxnSpPr>
        <p:spPr bwMode="auto">
          <a:xfrm flipV="1">
            <a:off x="5735995" y="2168986"/>
            <a:ext cx="0" cy="540006"/>
          </a:xfrm>
          <a:prstGeom prst="line">
            <a:avLst/>
          </a:prstGeom>
          <a:ln w="6350" cap="rnd">
            <a:headEnd type="none" w="med" len="med"/>
            <a:tailEnd type="none" w="med" len="med"/>
          </a:ln>
          <a:effectLst/>
        </p:spPr>
        <p:style>
          <a:lnRef idx="3">
            <a:schemeClr val="accent4"/>
          </a:lnRef>
          <a:fillRef idx="0">
            <a:schemeClr val="accent4"/>
          </a:fillRef>
          <a:effectRef idx="2">
            <a:schemeClr val="accent4"/>
          </a:effectRef>
          <a:fontRef idx="minor">
            <a:schemeClr val="tx1"/>
          </a:fontRef>
        </p:style>
      </p:cxnSp>
      <p:cxnSp>
        <p:nvCxnSpPr>
          <p:cNvPr id="17" name="直線コネクタ 16">
            <a:extLst>
              <a:ext uri="{FF2B5EF4-FFF2-40B4-BE49-F238E27FC236}">
                <a16:creationId xmlns:a16="http://schemas.microsoft.com/office/drawing/2014/main" id="{7647A1D0-BDEF-BFB4-0A79-2D56B33528BB}"/>
              </a:ext>
            </a:extLst>
          </p:cNvPr>
          <p:cNvCxnSpPr>
            <a:cxnSpLocks/>
          </p:cNvCxnSpPr>
          <p:nvPr/>
        </p:nvCxnSpPr>
        <p:spPr bwMode="auto">
          <a:xfrm flipV="1">
            <a:off x="5555993" y="3338999"/>
            <a:ext cx="0" cy="540006"/>
          </a:xfrm>
          <a:prstGeom prst="line">
            <a:avLst/>
          </a:prstGeom>
          <a:ln w="6350" cap="rnd">
            <a:headEnd type="none" w="med" len="med"/>
            <a:tailEnd type="none" w="med" len="med"/>
          </a:ln>
          <a:effectLst/>
        </p:spPr>
        <p:style>
          <a:lnRef idx="3">
            <a:schemeClr val="accent4"/>
          </a:lnRef>
          <a:fillRef idx="0">
            <a:schemeClr val="accent4"/>
          </a:fillRef>
          <a:effectRef idx="2">
            <a:schemeClr val="accent4"/>
          </a:effectRef>
          <a:fontRef idx="minor">
            <a:schemeClr val="tx1"/>
          </a:fontRef>
        </p:style>
      </p:cxnSp>
      <p:cxnSp>
        <p:nvCxnSpPr>
          <p:cNvPr id="18" name="直線コネクタ 17">
            <a:extLst>
              <a:ext uri="{FF2B5EF4-FFF2-40B4-BE49-F238E27FC236}">
                <a16:creationId xmlns:a16="http://schemas.microsoft.com/office/drawing/2014/main" id="{F82C4B8B-8B93-936A-8300-F0E0647CB5C1}"/>
              </a:ext>
            </a:extLst>
          </p:cNvPr>
          <p:cNvCxnSpPr>
            <a:cxnSpLocks/>
          </p:cNvCxnSpPr>
          <p:nvPr/>
        </p:nvCxnSpPr>
        <p:spPr bwMode="auto">
          <a:xfrm flipV="1">
            <a:off x="5915997" y="3338999"/>
            <a:ext cx="0" cy="540006"/>
          </a:xfrm>
          <a:prstGeom prst="line">
            <a:avLst/>
          </a:prstGeom>
          <a:ln w="6350" cap="rnd">
            <a:headEnd type="none" w="med" len="med"/>
            <a:tailEnd type="none" w="med" len="med"/>
          </a:ln>
          <a:effectLst/>
        </p:spPr>
        <p:style>
          <a:lnRef idx="3">
            <a:schemeClr val="accent4"/>
          </a:lnRef>
          <a:fillRef idx="0">
            <a:schemeClr val="accent4"/>
          </a:fillRef>
          <a:effectRef idx="2">
            <a:schemeClr val="accent4"/>
          </a:effectRef>
          <a:fontRef idx="minor">
            <a:schemeClr val="tx1"/>
          </a:fontRef>
        </p:style>
      </p:cxnSp>
      <p:cxnSp>
        <p:nvCxnSpPr>
          <p:cNvPr id="19" name="直線コネクタ 18">
            <a:extLst>
              <a:ext uri="{FF2B5EF4-FFF2-40B4-BE49-F238E27FC236}">
                <a16:creationId xmlns:a16="http://schemas.microsoft.com/office/drawing/2014/main" id="{22B15DB4-ABB7-C29C-C640-BE6476F64166}"/>
              </a:ext>
            </a:extLst>
          </p:cNvPr>
          <p:cNvCxnSpPr>
            <a:cxnSpLocks/>
          </p:cNvCxnSpPr>
          <p:nvPr/>
        </p:nvCxnSpPr>
        <p:spPr bwMode="auto">
          <a:xfrm flipV="1">
            <a:off x="5375991" y="3158997"/>
            <a:ext cx="0" cy="720008"/>
          </a:xfrm>
          <a:prstGeom prst="line">
            <a:avLst/>
          </a:prstGeom>
          <a:ln w="6350" cap="rnd">
            <a:headEnd type="none" w="med" len="med"/>
            <a:tailEnd type="none" w="med" len="med"/>
          </a:ln>
          <a:effectLst/>
        </p:spPr>
        <p:style>
          <a:lnRef idx="3">
            <a:schemeClr val="accent4"/>
          </a:lnRef>
          <a:fillRef idx="0">
            <a:schemeClr val="accent4"/>
          </a:fillRef>
          <a:effectRef idx="2">
            <a:schemeClr val="accent4"/>
          </a:effectRef>
          <a:fontRef idx="minor">
            <a:schemeClr val="tx1"/>
          </a:fontRef>
        </p:style>
      </p:cxnSp>
      <p:sp>
        <p:nvSpPr>
          <p:cNvPr id="20" name="Rectangle 93">
            <a:extLst>
              <a:ext uri="{FF2B5EF4-FFF2-40B4-BE49-F238E27FC236}">
                <a16:creationId xmlns:a16="http://schemas.microsoft.com/office/drawing/2014/main" id="{32DA5D25-38A0-DAAA-B66B-06A16886F1C7}"/>
              </a:ext>
            </a:extLst>
          </p:cNvPr>
          <p:cNvSpPr>
            <a:spLocks noChangeArrowheads="1"/>
          </p:cNvSpPr>
          <p:nvPr/>
        </p:nvSpPr>
        <p:spPr bwMode="auto">
          <a:xfrm>
            <a:off x="5735996" y="1898983"/>
            <a:ext cx="361079" cy="360004"/>
          </a:xfrm>
          <a:prstGeom prst="rect">
            <a:avLst/>
          </a:prstGeom>
          <a:noFill/>
          <a:ln w="12700" algn="ctr">
            <a:noFill/>
            <a:miter lim="800000"/>
            <a:headEnd/>
            <a:tailEnd/>
          </a:ln>
          <a:effectLst/>
        </p:spPr>
        <p:txBody>
          <a:bodyPr wrap="none" lIns="90000" tIns="46800" rIns="90000" bIns="46800" anchor="ctr"/>
          <a:lstStyle/>
          <a:p>
            <a:r>
              <a:rPr lang="en-US" altLang="ja-JP" dirty="0"/>
              <a:t>Plate (anode)</a:t>
            </a:r>
          </a:p>
        </p:txBody>
      </p:sp>
      <p:sp>
        <p:nvSpPr>
          <p:cNvPr id="21" name="Rectangle 93">
            <a:extLst>
              <a:ext uri="{FF2B5EF4-FFF2-40B4-BE49-F238E27FC236}">
                <a16:creationId xmlns:a16="http://schemas.microsoft.com/office/drawing/2014/main" id="{3DC293EC-F468-8704-CE25-043E2B5C124A}"/>
              </a:ext>
            </a:extLst>
          </p:cNvPr>
          <p:cNvSpPr>
            <a:spLocks noChangeArrowheads="1"/>
          </p:cNvSpPr>
          <p:nvPr/>
        </p:nvSpPr>
        <p:spPr bwMode="auto">
          <a:xfrm>
            <a:off x="4205979" y="2528990"/>
            <a:ext cx="361079" cy="360004"/>
          </a:xfrm>
          <a:prstGeom prst="rect">
            <a:avLst/>
          </a:prstGeom>
          <a:noFill/>
          <a:ln w="12700" algn="ctr">
            <a:noFill/>
            <a:miter lim="800000"/>
            <a:headEnd/>
            <a:tailEnd/>
          </a:ln>
          <a:effectLst/>
        </p:spPr>
        <p:txBody>
          <a:bodyPr wrap="none" lIns="90000" tIns="46800" rIns="90000" bIns="46800" anchor="ctr"/>
          <a:lstStyle/>
          <a:p>
            <a:r>
              <a:rPr lang="en-US" altLang="ja-JP" dirty="0"/>
              <a:t>Grid</a:t>
            </a:r>
          </a:p>
        </p:txBody>
      </p:sp>
      <p:sp>
        <p:nvSpPr>
          <p:cNvPr id="22" name="Rectangle 93">
            <a:extLst>
              <a:ext uri="{FF2B5EF4-FFF2-40B4-BE49-F238E27FC236}">
                <a16:creationId xmlns:a16="http://schemas.microsoft.com/office/drawing/2014/main" id="{0770669C-BDC8-FF44-9577-3310FFC591FA}"/>
              </a:ext>
            </a:extLst>
          </p:cNvPr>
          <p:cNvSpPr>
            <a:spLocks noChangeArrowheads="1"/>
          </p:cNvSpPr>
          <p:nvPr/>
        </p:nvSpPr>
        <p:spPr bwMode="auto">
          <a:xfrm>
            <a:off x="5915998" y="3519001"/>
            <a:ext cx="361079" cy="360004"/>
          </a:xfrm>
          <a:prstGeom prst="rect">
            <a:avLst/>
          </a:prstGeom>
          <a:noFill/>
          <a:ln w="12700" algn="ctr">
            <a:noFill/>
            <a:miter lim="800000"/>
            <a:headEnd/>
            <a:tailEnd/>
          </a:ln>
          <a:effectLst/>
        </p:spPr>
        <p:txBody>
          <a:bodyPr wrap="none" lIns="90000" tIns="46800" rIns="90000" bIns="46800" anchor="ctr"/>
          <a:lstStyle/>
          <a:p>
            <a:r>
              <a:rPr lang="en-US" altLang="ja-JP" dirty="0"/>
              <a:t>Heater</a:t>
            </a:r>
          </a:p>
        </p:txBody>
      </p:sp>
      <p:sp>
        <p:nvSpPr>
          <p:cNvPr id="23" name="Rectangle 93">
            <a:extLst>
              <a:ext uri="{FF2B5EF4-FFF2-40B4-BE49-F238E27FC236}">
                <a16:creationId xmlns:a16="http://schemas.microsoft.com/office/drawing/2014/main" id="{5F68E55F-49DA-0CDD-8255-03F968360535}"/>
              </a:ext>
            </a:extLst>
          </p:cNvPr>
          <p:cNvSpPr>
            <a:spLocks noChangeArrowheads="1"/>
          </p:cNvSpPr>
          <p:nvPr/>
        </p:nvSpPr>
        <p:spPr bwMode="auto">
          <a:xfrm>
            <a:off x="4385981" y="3519001"/>
            <a:ext cx="361079" cy="360004"/>
          </a:xfrm>
          <a:prstGeom prst="rect">
            <a:avLst/>
          </a:prstGeom>
          <a:noFill/>
          <a:ln w="12700" algn="ctr">
            <a:noFill/>
            <a:miter lim="800000"/>
            <a:headEnd/>
            <a:tailEnd/>
          </a:ln>
          <a:effectLst/>
        </p:spPr>
        <p:txBody>
          <a:bodyPr wrap="none" lIns="90000" tIns="46800" rIns="90000" bIns="46800" anchor="ctr"/>
          <a:lstStyle/>
          <a:p>
            <a:r>
              <a:rPr lang="en-US" altLang="ja-JP" dirty="0"/>
              <a:t>Cathode</a:t>
            </a:r>
          </a:p>
        </p:txBody>
      </p:sp>
      <p:pic>
        <p:nvPicPr>
          <p:cNvPr id="23554" name="Picture 2" descr="undefined">
            <a:extLst>
              <a:ext uri="{FF2B5EF4-FFF2-40B4-BE49-F238E27FC236}">
                <a16:creationId xmlns:a16="http://schemas.microsoft.com/office/drawing/2014/main" id="{D628AE51-4AA4-93B1-4F4A-F4BEEC42BA19}"/>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3657225" y="4995444"/>
            <a:ext cx="2557293" cy="1846934"/>
          </a:xfrm>
          <a:prstGeom prst="rect">
            <a:avLst/>
          </a:prstGeom>
          <a:noFill/>
          <a:extLst>
            <a:ext uri="{909E8E84-426E-40DD-AFC4-6F175D3DCCD1}">
              <a14:hiddenFill xmlns:a14="http://schemas.microsoft.com/office/drawing/2010/main">
                <a:solidFill>
                  <a:srgbClr val="FFFFFF"/>
                </a:solidFill>
              </a14:hiddenFill>
            </a:ext>
          </a:extLst>
        </p:spPr>
      </p:pic>
      <p:pic>
        <p:nvPicPr>
          <p:cNvPr id="23556" name="Picture 4" descr="undefined">
            <a:extLst>
              <a:ext uri="{FF2B5EF4-FFF2-40B4-BE49-F238E27FC236}">
                <a16:creationId xmlns:a16="http://schemas.microsoft.com/office/drawing/2014/main" id="{1B329A1B-2FFB-DCEA-68ED-78AF9E5A230C}"/>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6726008" y="4995444"/>
            <a:ext cx="1881271" cy="1714576"/>
          </a:xfrm>
          <a:prstGeom prst="rect">
            <a:avLst/>
          </a:prstGeom>
          <a:noFill/>
          <a:extLst>
            <a:ext uri="{909E8E84-426E-40DD-AFC4-6F175D3DCCD1}">
              <a14:hiddenFill xmlns:a14="http://schemas.microsoft.com/office/drawing/2010/main">
                <a:solidFill>
                  <a:srgbClr val="FFFFFF"/>
                </a:solidFill>
              </a14:hiddenFill>
            </a:ext>
          </a:extLst>
        </p:spPr>
      </p:pic>
      <p:sp>
        <p:nvSpPr>
          <p:cNvPr id="26" name="コンテンツ プレースホルダー 2">
            <a:extLst>
              <a:ext uri="{FF2B5EF4-FFF2-40B4-BE49-F238E27FC236}">
                <a16:creationId xmlns:a16="http://schemas.microsoft.com/office/drawing/2014/main" id="{140A2EBF-6519-8661-B9B7-32675DB4CB65}"/>
              </a:ext>
            </a:extLst>
          </p:cNvPr>
          <p:cNvSpPr txBox="1">
            <a:spLocks/>
          </p:cNvSpPr>
          <p:nvPr/>
        </p:nvSpPr>
        <p:spPr bwMode="auto">
          <a:xfrm>
            <a:off x="1775952" y="3789005"/>
            <a:ext cx="8280092" cy="117001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marL="360000" indent="-360000" algn="l" rtl="0" eaLnBrk="1" fontAlgn="base" hangingPunct="1">
              <a:lnSpc>
                <a:spcPct val="110000"/>
              </a:lnSpc>
              <a:spcBef>
                <a:spcPts val="2400"/>
              </a:spcBef>
              <a:spcAft>
                <a:spcPts val="600"/>
              </a:spcAft>
              <a:buClr>
                <a:schemeClr val="accent4"/>
              </a:buClr>
              <a:buFont typeface="Wingdings" panose="05000000000000000000" pitchFamily="2" charset="2"/>
              <a:buChar char="n"/>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1pPr>
            <a:lvl2pPr marL="720000" indent="-360000" algn="l" rtl="0" eaLnBrk="1" fontAlgn="base" hangingPunct="1">
              <a:lnSpc>
                <a:spcPct val="110000"/>
              </a:lnSpc>
              <a:spcBef>
                <a:spcPts val="300"/>
              </a:spcBef>
              <a:spcAft>
                <a:spcPts val="300"/>
              </a:spcAft>
              <a:buClr>
                <a:schemeClr val="accent4">
                  <a:lumMod val="60000"/>
                  <a:lumOff val="40000"/>
                </a:schemeClr>
              </a:buClr>
              <a:buSzPct val="90000"/>
              <a:buFont typeface="Wingdings" panose="05000000000000000000" pitchFamily="2" charset="2"/>
              <a:buChar char="l"/>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2pPr>
            <a:lvl3pPr marL="1080000" indent="-360000" algn="l" rtl="0" eaLnBrk="1" fontAlgn="base" hangingPunct="1">
              <a:lnSpc>
                <a:spcPct val="110000"/>
              </a:lnSpc>
              <a:spcBef>
                <a:spcPts val="300"/>
              </a:spcBef>
              <a:spcAft>
                <a:spcPts val="100"/>
              </a:spcAft>
              <a:buClr>
                <a:schemeClr val="accent4">
                  <a:lumMod val="60000"/>
                  <a:lumOff val="40000"/>
                </a:schemeClr>
              </a:buClr>
              <a:buSzPct val="70000"/>
              <a:buFont typeface="メイリオ" panose="020B0604030504040204" pitchFamily="50" charset="-128"/>
              <a:buChar char="○"/>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3pPr>
            <a:lvl4pPr marL="1440000" indent="-360000" algn="l" rtl="0" eaLnBrk="1" fontAlgn="base" hangingPunct="1">
              <a:lnSpc>
                <a:spcPct val="100000"/>
              </a:lnSpc>
              <a:spcBef>
                <a:spcPts val="300"/>
              </a:spcBef>
              <a:spcAft>
                <a:spcPts val="100"/>
              </a:spcAft>
              <a:buClr>
                <a:schemeClr val="accent4">
                  <a:lumMod val="60000"/>
                  <a:lumOff val="40000"/>
                </a:schemeClr>
              </a:buClr>
              <a:buSzPct val="60000"/>
              <a:buFont typeface="メイリオ" panose="020B0604030504040204" pitchFamily="50" charset="-128"/>
              <a:buChar char="◇"/>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4pPr>
            <a:lvl5pPr marL="1800000" indent="-360000" algn="l" rtl="0" eaLnBrk="1" fontAlgn="base" hangingPunct="1">
              <a:lnSpc>
                <a:spcPct val="110000"/>
              </a:lnSpc>
              <a:spcBef>
                <a:spcPts val="300"/>
              </a:spcBef>
              <a:spcAft>
                <a:spcPts val="100"/>
              </a:spcAft>
              <a:buClr>
                <a:schemeClr val="accent4">
                  <a:lumMod val="60000"/>
                  <a:lumOff val="40000"/>
                </a:schemeClr>
              </a:buClr>
              <a:buSzPct val="80000"/>
              <a:buFont typeface="メイリオ" panose="020B0604030504040204" pitchFamily="50" charset="-128"/>
              <a:buChar char="＋"/>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5pPr>
            <a:lvl6pPr marL="1885950" indent="-195263" algn="l" rtl="0" eaLnBrk="1" fontAlgn="base" hangingPunct="1">
              <a:spcBef>
                <a:spcPct val="20000"/>
              </a:spcBef>
              <a:spcAft>
                <a:spcPct val="0"/>
              </a:spcAft>
              <a:buClr>
                <a:schemeClr val="hlink"/>
              </a:buClr>
              <a:buChar char="•"/>
              <a:tabLst>
                <a:tab pos="1543050" algn="l"/>
              </a:tabLst>
              <a:defRPr kumimoji="1" sz="1500">
                <a:solidFill>
                  <a:schemeClr val="tx1"/>
                </a:solidFill>
                <a:latin typeface="+mn-lt"/>
                <a:ea typeface="+mn-ea"/>
              </a:defRPr>
            </a:lvl6pPr>
            <a:lvl7pPr marL="2228850" indent="-195263" algn="l" rtl="0" eaLnBrk="1" fontAlgn="base" hangingPunct="1">
              <a:spcBef>
                <a:spcPct val="20000"/>
              </a:spcBef>
              <a:spcAft>
                <a:spcPct val="0"/>
              </a:spcAft>
              <a:buClr>
                <a:schemeClr val="hlink"/>
              </a:buClr>
              <a:buChar char="•"/>
              <a:tabLst>
                <a:tab pos="1543050" algn="l"/>
              </a:tabLst>
              <a:defRPr kumimoji="1" sz="1500">
                <a:solidFill>
                  <a:schemeClr val="tx1"/>
                </a:solidFill>
                <a:latin typeface="+mn-lt"/>
                <a:ea typeface="+mn-ea"/>
              </a:defRPr>
            </a:lvl7pPr>
            <a:lvl8pPr marL="2571750" indent="-195263" algn="l" rtl="0" eaLnBrk="1" fontAlgn="base" hangingPunct="1">
              <a:spcBef>
                <a:spcPct val="20000"/>
              </a:spcBef>
              <a:spcAft>
                <a:spcPct val="0"/>
              </a:spcAft>
              <a:buClr>
                <a:schemeClr val="hlink"/>
              </a:buClr>
              <a:buChar char="•"/>
              <a:tabLst>
                <a:tab pos="1543050" algn="l"/>
              </a:tabLst>
              <a:defRPr kumimoji="1" sz="1500">
                <a:solidFill>
                  <a:schemeClr val="tx1"/>
                </a:solidFill>
                <a:latin typeface="+mn-lt"/>
                <a:ea typeface="+mn-ea"/>
              </a:defRPr>
            </a:lvl8pPr>
            <a:lvl9pPr marL="2914650" indent="-195263" algn="l" rtl="0" eaLnBrk="1" fontAlgn="base" hangingPunct="1">
              <a:spcBef>
                <a:spcPct val="20000"/>
              </a:spcBef>
              <a:spcAft>
                <a:spcPct val="0"/>
              </a:spcAft>
              <a:buClr>
                <a:schemeClr val="hlink"/>
              </a:buClr>
              <a:buChar char="•"/>
              <a:tabLst>
                <a:tab pos="1543050" algn="l"/>
              </a:tabLst>
              <a:defRPr kumimoji="1" sz="1500">
                <a:solidFill>
                  <a:schemeClr val="tx1"/>
                </a:solidFill>
                <a:latin typeface="+mn-lt"/>
                <a:ea typeface="+mn-ea"/>
              </a:defRPr>
            </a:lvl9pPr>
          </a:lstStyle>
          <a:p>
            <a:r>
              <a:rPr lang="en-US" altLang="ja-JP" kern="0" dirty="0"/>
              <a:t>ENIAC (1945)</a:t>
            </a:r>
          </a:p>
          <a:p>
            <a:pPr lvl="1"/>
            <a:r>
              <a:rPr lang="ja-JP" altLang="en-US" kern="0" dirty="0"/>
              <a:t>世界で最初の汎用コンピュータ</a:t>
            </a:r>
            <a:endParaRPr lang="en-US" altLang="ja-JP" kern="0" dirty="0"/>
          </a:p>
          <a:p>
            <a:pPr lvl="1"/>
            <a:r>
              <a:rPr lang="en-US" kern="0" dirty="0"/>
              <a:t>18,000 </a:t>
            </a:r>
            <a:r>
              <a:rPr lang="ja-JP" altLang="en-US" kern="0" dirty="0"/>
              <a:t>個の真空管で出来ている</a:t>
            </a:r>
            <a:endParaRPr lang="en-US" kern="0" dirty="0"/>
          </a:p>
        </p:txBody>
      </p:sp>
    </p:spTree>
    <p:extLst>
      <p:ext uri="{BB962C8B-B14F-4D97-AF65-F5344CB8AC3E}">
        <p14:creationId xmlns:p14="http://schemas.microsoft.com/office/powerpoint/2010/main" val="195244799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4CD660D-2F02-2611-DF3D-F83A6880E053}"/>
              </a:ext>
            </a:extLst>
          </p:cNvPr>
          <p:cNvSpPr>
            <a:spLocks noGrp="1"/>
          </p:cNvSpPr>
          <p:nvPr>
            <p:ph type="title"/>
          </p:nvPr>
        </p:nvSpPr>
        <p:spPr/>
        <p:txBody>
          <a:bodyPr/>
          <a:lstStyle/>
          <a:p>
            <a:r>
              <a:rPr kumimoji="1" lang="ja-JP" altLang="en-US" dirty="0"/>
              <a:t>レッドストーン回路</a:t>
            </a:r>
            <a:endParaRPr kumimoji="1" lang="en-US" dirty="0"/>
          </a:p>
        </p:txBody>
      </p:sp>
      <p:sp>
        <p:nvSpPr>
          <p:cNvPr id="3" name="コンテンツ プレースホルダー 2">
            <a:extLst>
              <a:ext uri="{FF2B5EF4-FFF2-40B4-BE49-F238E27FC236}">
                <a16:creationId xmlns:a16="http://schemas.microsoft.com/office/drawing/2014/main" id="{AF6E3B63-7583-224B-E404-5F2D56EA2BD2}"/>
              </a:ext>
            </a:extLst>
          </p:cNvPr>
          <p:cNvSpPr>
            <a:spLocks noGrp="1"/>
          </p:cNvSpPr>
          <p:nvPr>
            <p:ph sz="quarter" idx="10"/>
          </p:nvPr>
        </p:nvSpPr>
        <p:spPr>
          <a:xfrm>
            <a:off x="2135956" y="1358977"/>
            <a:ext cx="8280092" cy="815924"/>
          </a:xfrm>
        </p:spPr>
        <p:txBody>
          <a:bodyPr/>
          <a:lstStyle/>
          <a:p>
            <a:r>
              <a:rPr kumimoji="1" lang="en-US" altLang="ja-JP" dirty="0"/>
              <a:t>Minecraft </a:t>
            </a:r>
            <a:r>
              <a:rPr kumimoji="1" lang="ja-JP" altLang="en-US" dirty="0"/>
              <a:t>というゲームの中で作られている回路</a:t>
            </a:r>
            <a:endParaRPr kumimoji="1" lang="en-US" altLang="ja-JP" dirty="0"/>
          </a:p>
          <a:p>
            <a:pPr lvl="1"/>
            <a:r>
              <a:rPr kumimoji="1" lang="en-US" dirty="0">
                <a:hlinkClick r:id="rId2"/>
              </a:rPr>
              <a:t>https://www.minecraft.net/ja-jp</a:t>
            </a:r>
            <a:r>
              <a:rPr lang="en-US" dirty="0"/>
              <a:t> </a:t>
            </a:r>
          </a:p>
          <a:p>
            <a:pPr lvl="1"/>
            <a:r>
              <a:rPr kumimoji="1" lang="ja-JP" altLang="en-US" dirty="0"/>
              <a:t>もともとは箱庭でブロックをおいて色々つくって遊ぶゲーム</a:t>
            </a:r>
            <a:endParaRPr kumimoji="1" lang="en-US" dirty="0"/>
          </a:p>
        </p:txBody>
      </p:sp>
      <p:pic>
        <p:nvPicPr>
          <p:cNvPr id="6" name="図 5">
            <a:extLst>
              <a:ext uri="{FF2B5EF4-FFF2-40B4-BE49-F238E27FC236}">
                <a16:creationId xmlns:a16="http://schemas.microsoft.com/office/drawing/2014/main" id="{0DA1304B-F56A-088F-D9E3-36337E7278ED}"/>
              </a:ext>
            </a:extLst>
          </p:cNvPr>
          <p:cNvPicPr>
            <a:picLocks noChangeAspect="1"/>
          </p:cNvPicPr>
          <p:nvPr/>
        </p:nvPicPr>
        <p:blipFill>
          <a:blip r:embed="rId3"/>
          <a:stretch>
            <a:fillRect/>
          </a:stretch>
        </p:blipFill>
        <p:spPr>
          <a:xfrm>
            <a:off x="2495960" y="2618992"/>
            <a:ext cx="7265902" cy="4050045"/>
          </a:xfrm>
          <a:prstGeom prst="rect">
            <a:avLst/>
          </a:prstGeom>
        </p:spPr>
      </p:pic>
    </p:spTree>
    <p:extLst>
      <p:ext uri="{BB962C8B-B14F-4D97-AF65-F5344CB8AC3E}">
        <p14:creationId xmlns:p14="http://schemas.microsoft.com/office/powerpoint/2010/main" val="420677297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4CD660D-2F02-2611-DF3D-F83A6880E053}"/>
              </a:ext>
            </a:extLst>
          </p:cNvPr>
          <p:cNvSpPr>
            <a:spLocks noGrp="1"/>
          </p:cNvSpPr>
          <p:nvPr>
            <p:ph type="title"/>
          </p:nvPr>
        </p:nvSpPr>
        <p:spPr/>
        <p:txBody>
          <a:bodyPr/>
          <a:lstStyle/>
          <a:p>
            <a:r>
              <a:rPr kumimoji="1" lang="ja-JP" altLang="en-US" dirty="0"/>
              <a:t>レッドストーン回路</a:t>
            </a:r>
            <a:endParaRPr kumimoji="1" lang="en-US" dirty="0"/>
          </a:p>
        </p:txBody>
      </p:sp>
      <p:sp>
        <p:nvSpPr>
          <p:cNvPr id="3" name="コンテンツ プレースホルダー 2">
            <a:extLst>
              <a:ext uri="{FF2B5EF4-FFF2-40B4-BE49-F238E27FC236}">
                <a16:creationId xmlns:a16="http://schemas.microsoft.com/office/drawing/2014/main" id="{AF6E3B63-7583-224B-E404-5F2D56EA2BD2}"/>
              </a:ext>
            </a:extLst>
          </p:cNvPr>
          <p:cNvSpPr>
            <a:spLocks noGrp="1"/>
          </p:cNvSpPr>
          <p:nvPr>
            <p:ph sz="quarter" idx="10"/>
          </p:nvPr>
        </p:nvSpPr>
        <p:spPr>
          <a:xfrm>
            <a:off x="2135956" y="1268977"/>
            <a:ext cx="8280092" cy="1445931"/>
          </a:xfrm>
        </p:spPr>
        <p:txBody>
          <a:bodyPr/>
          <a:lstStyle/>
          <a:p>
            <a:r>
              <a:rPr kumimoji="1" lang="ja-JP" altLang="en-US" dirty="0"/>
              <a:t>「レッドストーン」と言うゲーム内の要素を利用</a:t>
            </a:r>
            <a:endParaRPr kumimoji="1" lang="en-US" altLang="ja-JP" dirty="0"/>
          </a:p>
          <a:p>
            <a:pPr lvl="1"/>
            <a:r>
              <a:rPr kumimoji="1" lang="ja-JP" altLang="en-US" dirty="0"/>
              <a:t>有効と無効の状態を持つ</a:t>
            </a:r>
            <a:endParaRPr kumimoji="1" lang="en-US" altLang="ja-JP" dirty="0"/>
          </a:p>
          <a:p>
            <a:pPr lvl="1"/>
            <a:r>
              <a:rPr kumimoji="1" lang="ja-JP" altLang="en-US" dirty="0"/>
              <a:t>スイッチと扉を繋げて，遠くから開けたり閉じたりとかする</a:t>
            </a:r>
            <a:endParaRPr kumimoji="1" lang="en-US" altLang="ja-JP" dirty="0"/>
          </a:p>
          <a:p>
            <a:r>
              <a:rPr kumimoji="1" lang="ja-JP" altLang="en-US" dirty="0">
                <a:solidFill>
                  <a:schemeClr val="accent5"/>
                </a:solidFill>
              </a:rPr>
              <a:t>これも入力で出力を制御出来ていることに誰かが気づいた</a:t>
            </a:r>
            <a:endParaRPr kumimoji="1" lang="en-US" dirty="0">
              <a:solidFill>
                <a:schemeClr val="accent5"/>
              </a:solidFill>
            </a:endParaRPr>
          </a:p>
        </p:txBody>
      </p:sp>
      <p:pic>
        <p:nvPicPr>
          <p:cNvPr id="25602" name="Picture 2">
            <a:extLst>
              <a:ext uri="{FF2B5EF4-FFF2-40B4-BE49-F238E27FC236}">
                <a16:creationId xmlns:a16="http://schemas.microsoft.com/office/drawing/2014/main" id="{B845DFDA-B3A7-755F-8DDB-CF88F6DDCB3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495961" y="4239010"/>
            <a:ext cx="3401987" cy="1803171"/>
          </a:xfrm>
          <a:prstGeom prst="rect">
            <a:avLst/>
          </a:prstGeom>
          <a:noFill/>
          <a:extLst>
            <a:ext uri="{909E8E84-426E-40DD-AFC4-6F175D3DCCD1}">
              <a14:hiddenFill xmlns:a14="http://schemas.microsoft.com/office/drawing/2010/main">
                <a:solidFill>
                  <a:srgbClr val="FFFFFF"/>
                </a:solidFill>
              </a14:hiddenFill>
            </a:ext>
          </a:extLst>
        </p:spPr>
      </p:pic>
      <p:pic>
        <p:nvPicPr>
          <p:cNvPr id="25604" name="Picture 4">
            <a:extLst>
              <a:ext uri="{FF2B5EF4-FFF2-40B4-BE49-F238E27FC236}">
                <a16:creationId xmlns:a16="http://schemas.microsoft.com/office/drawing/2014/main" id="{2EAFD79E-6BEF-192B-F0C6-B7A33BC090F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46006" y="3248998"/>
            <a:ext cx="3202705" cy="2799046"/>
          </a:xfrm>
          <a:prstGeom prst="rect">
            <a:avLst/>
          </a:prstGeom>
          <a:noFill/>
          <a:extLst>
            <a:ext uri="{909E8E84-426E-40DD-AFC4-6F175D3DCCD1}">
              <a14:hiddenFill xmlns:a14="http://schemas.microsoft.com/office/drawing/2010/main">
                <a:solidFill>
                  <a:srgbClr val="FFFFFF"/>
                </a:solidFill>
              </a14:hiddenFill>
            </a:ext>
          </a:extLst>
        </p:spPr>
      </p:pic>
      <p:sp>
        <p:nvSpPr>
          <p:cNvPr id="5" name="テキスト ボックス 4">
            <a:extLst>
              <a:ext uri="{FF2B5EF4-FFF2-40B4-BE49-F238E27FC236}">
                <a16:creationId xmlns:a16="http://schemas.microsoft.com/office/drawing/2014/main" id="{7F39E439-730E-CADD-4D05-817C28753F45}"/>
              </a:ext>
            </a:extLst>
          </p:cNvPr>
          <p:cNvSpPr txBox="1"/>
          <p:nvPr/>
        </p:nvSpPr>
        <p:spPr>
          <a:xfrm>
            <a:off x="2135957" y="6399033"/>
            <a:ext cx="8010089" cy="369332"/>
          </a:xfrm>
          <a:prstGeom prst="rect">
            <a:avLst/>
          </a:prstGeom>
          <a:noFill/>
        </p:spPr>
        <p:txBody>
          <a:bodyPr wrap="square">
            <a:spAutoFit/>
          </a:bodyPr>
          <a:lstStyle/>
          <a:p>
            <a:r>
              <a:rPr lang="ja-JP" altLang="en-US" dirty="0"/>
              <a:t>画像は </a:t>
            </a:r>
            <a:r>
              <a:rPr lang="en-US" altLang="ja-JP" dirty="0">
                <a:hlinkClick r:id="rId4"/>
              </a:rPr>
              <a:t>https://minecraft.fandom.com/wiki/Redstone_circuits/Logic</a:t>
            </a:r>
            <a:r>
              <a:rPr lang="en-US" altLang="ja-JP" dirty="0"/>
              <a:t> </a:t>
            </a:r>
            <a:r>
              <a:rPr lang="ja-JP" altLang="en-US" dirty="0"/>
              <a:t>より</a:t>
            </a:r>
            <a:endParaRPr lang="en-US" dirty="0"/>
          </a:p>
        </p:txBody>
      </p:sp>
      <p:sp>
        <p:nvSpPr>
          <p:cNvPr id="6" name="Rectangle 93">
            <a:extLst>
              <a:ext uri="{FF2B5EF4-FFF2-40B4-BE49-F238E27FC236}">
                <a16:creationId xmlns:a16="http://schemas.microsoft.com/office/drawing/2014/main" id="{AE324D97-E62A-26EE-CAD0-E6883AEF6EE2}"/>
              </a:ext>
            </a:extLst>
          </p:cNvPr>
          <p:cNvSpPr>
            <a:spLocks noChangeArrowheads="1"/>
          </p:cNvSpPr>
          <p:nvPr/>
        </p:nvSpPr>
        <p:spPr bwMode="auto">
          <a:xfrm>
            <a:off x="2405960" y="3519001"/>
            <a:ext cx="361079" cy="360004"/>
          </a:xfrm>
          <a:prstGeom prst="rect">
            <a:avLst/>
          </a:prstGeom>
          <a:noFill/>
          <a:ln w="12700" algn="ctr">
            <a:noFill/>
            <a:miter lim="800000"/>
            <a:headEnd/>
            <a:tailEnd/>
          </a:ln>
          <a:effectLst/>
        </p:spPr>
        <p:txBody>
          <a:bodyPr wrap="none" lIns="90000" tIns="46800" rIns="90000" bIns="46800" anchor="ctr"/>
          <a:lstStyle/>
          <a:p>
            <a:r>
              <a:rPr lang="en-US" altLang="ja-JP" dirty="0"/>
              <a:t>AND </a:t>
            </a:r>
            <a:r>
              <a:rPr lang="ja-JP" altLang="en-US" dirty="0"/>
              <a:t>ゲート</a:t>
            </a:r>
            <a:endParaRPr lang="en-US" altLang="ja-JP" dirty="0"/>
          </a:p>
          <a:p>
            <a:r>
              <a:rPr lang="ja-JP" altLang="en-US" dirty="0"/>
              <a:t>右のスイッチを２つとも入れると</a:t>
            </a:r>
            <a:endParaRPr lang="en-US" altLang="ja-JP" dirty="0"/>
          </a:p>
          <a:p>
            <a:r>
              <a:rPr lang="ja-JP" altLang="en-US" dirty="0"/>
              <a:t>左側が赤くなる</a:t>
            </a:r>
            <a:endParaRPr lang="en-US" altLang="ja-JP" dirty="0"/>
          </a:p>
        </p:txBody>
      </p:sp>
    </p:spTree>
    <p:extLst>
      <p:ext uri="{BB962C8B-B14F-4D97-AF65-F5344CB8AC3E}">
        <p14:creationId xmlns:p14="http://schemas.microsoft.com/office/powerpoint/2010/main" val="220730515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C8AD7D5-B625-30A8-A6FF-8D986E8ABB6F}"/>
              </a:ext>
            </a:extLst>
          </p:cNvPr>
          <p:cNvSpPr>
            <a:spLocks noGrp="1"/>
          </p:cNvSpPr>
          <p:nvPr>
            <p:ph type="title"/>
          </p:nvPr>
        </p:nvSpPr>
        <p:spPr/>
        <p:txBody>
          <a:bodyPr/>
          <a:lstStyle/>
          <a:p>
            <a:r>
              <a:rPr kumimoji="1" lang="ja-JP" altLang="en-US" dirty="0"/>
              <a:t>入力で出力を制御出来ればコンピュータが作れる</a:t>
            </a:r>
            <a:endParaRPr kumimoji="1" lang="en-US" dirty="0"/>
          </a:p>
        </p:txBody>
      </p:sp>
      <p:pic>
        <p:nvPicPr>
          <p:cNvPr id="26626" name="Picture 2">
            <a:extLst>
              <a:ext uri="{FF2B5EF4-FFF2-40B4-BE49-F238E27FC236}">
                <a16:creationId xmlns:a16="http://schemas.microsoft.com/office/drawing/2014/main" id="{0AC7C0F8-03F3-DC95-824D-7E10C681572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15958" y="1448979"/>
            <a:ext cx="6667500" cy="3152775"/>
          </a:xfrm>
          <a:prstGeom prst="rect">
            <a:avLst/>
          </a:prstGeom>
          <a:noFill/>
          <a:extLst>
            <a:ext uri="{909E8E84-426E-40DD-AFC4-6F175D3DCCD1}">
              <a14:hiddenFill xmlns:a14="http://schemas.microsoft.com/office/drawing/2010/main">
                <a:solidFill>
                  <a:srgbClr val="FFFFFF"/>
                </a:solidFill>
              </a14:hiddenFill>
            </a:ext>
          </a:extLst>
        </p:spPr>
      </p:pic>
      <p:sp>
        <p:nvSpPr>
          <p:cNvPr id="5" name="テキスト ボックス 4">
            <a:extLst>
              <a:ext uri="{FF2B5EF4-FFF2-40B4-BE49-F238E27FC236}">
                <a16:creationId xmlns:a16="http://schemas.microsoft.com/office/drawing/2014/main" id="{AB1528C8-0902-0A6A-DD73-52AE1B730BAD}"/>
              </a:ext>
            </a:extLst>
          </p:cNvPr>
          <p:cNvSpPr txBox="1"/>
          <p:nvPr/>
        </p:nvSpPr>
        <p:spPr>
          <a:xfrm>
            <a:off x="2585961" y="5319022"/>
            <a:ext cx="5940066" cy="646331"/>
          </a:xfrm>
          <a:prstGeom prst="rect">
            <a:avLst/>
          </a:prstGeom>
          <a:noFill/>
        </p:spPr>
        <p:txBody>
          <a:bodyPr wrap="square">
            <a:spAutoFit/>
          </a:bodyPr>
          <a:lstStyle/>
          <a:p>
            <a:r>
              <a:rPr lang="ja-JP" altLang="en-US" dirty="0"/>
              <a:t>画像は </a:t>
            </a:r>
            <a:r>
              <a:rPr lang="en-US" altLang="ja-JP" dirty="0">
                <a:hlinkClick r:id="rId3"/>
              </a:rPr>
              <a:t>https://mcpedl.com/raffis-calculator-2-map/</a:t>
            </a:r>
            <a:r>
              <a:rPr lang="en-US" altLang="ja-JP" dirty="0"/>
              <a:t> </a:t>
            </a:r>
            <a:r>
              <a:rPr lang="ja-JP" altLang="en-US" dirty="0"/>
              <a:t>より</a:t>
            </a:r>
            <a:endParaRPr lang="en-US" altLang="ja-JP" dirty="0"/>
          </a:p>
          <a:p>
            <a:r>
              <a:rPr lang="ja-JP" altLang="en-US" dirty="0"/>
              <a:t>四則演算ができる計算機･･･らしい</a:t>
            </a:r>
            <a:endParaRPr lang="en-US" dirty="0"/>
          </a:p>
        </p:txBody>
      </p:sp>
    </p:spTree>
    <p:extLst>
      <p:ext uri="{BB962C8B-B14F-4D97-AF65-F5344CB8AC3E}">
        <p14:creationId xmlns:p14="http://schemas.microsoft.com/office/powerpoint/2010/main" val="197926738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D7266D6-B96E-65E6-7F22-EE6E908B034B}"/>
              </a:ext>
            </a:extLst>
          </p:cNvPr>
          <p:cNvSpPr>
            <a:spLocks noGrp="1"/>
          </p:cNvSpPr>
          <p:nvPr>
            <p:ph type="title"/>
          </p:nvPr>
        </p:nvSpPr>
        <p:spPr/>
        <p:txBody>
          <a:bodyPr/>
          <a:lstStyle/>
          <a:p>
            <a:r>
              <a:rPr kumimoji="1" lang="ja-JP" altLang="en-US" dirty="0"/>
              <a:t>もくじ</a:t>
            </a:r>
            <a:endParaRPr kumimoji="1" lang="en-US" dirty="0"/>
          </a:p>
        </p:txBody>
      </p:sp>
      <p:sp>
        <p:nvSpPr>
          <p:cNvPr id="3" name="テキスト プレースホルダー 2">
            <a:extLst>
              <a:ext uri="{FF2B5EF4-FFF2-40B4-BE49-F238E27FC236}">
                <a16:creationId xmlns:a16="http://schemas.microsoft.com/office/drawing/2014/main" id="{EB01F441-6291-F9A3-20EB-B24D0CF591A1}"/>
              </a:ext>
            </a:extLst>
          </p:cNvPr>
          <p:cNvSpPr>
            <a:spLocks noGrp="1"/>
          </p:cNvSpPr>
          <p:nvPr>
            <p:ph type="body" sz="quarter" idx="10"/>
          </p:nvPr>
        </p:nvSpPr>
        <p:spPr/>
        <p:txBody>
          <a:bodyPr/>
          <a:lstStyle/>
          <a:p>
            <a:pPr marL="817200" lvl="1" indent="-457200">
              <a:buFont typeface="+mj-lt"/>
              <a:buAutoNum type="arabicPeriod"/>
            </a:pPr>
            <a:r>
              <a:rPr kumimoji="1" lang="en-US" altLang="ja-JP" dirty="0"/>
              <a:t>CMOS </a:t>
            </a:r>
            <a:r>
              <a:rPr kumimoji="1" lang="ja-JP" altLang="en-US" dirty="0"/>
              <a:t>と水流システム</a:t>
            </a:r>
            <a:endParaRPr kumimoji="1" lang="en-US" altLang="ja-JP" dirty="0"/>
          </a:p>
          <a:p>
            <a:pPr marL="817200" lvl="1" indent="-457200">
              <a:buFont typeface="+mj-lt"/>
              <a:buAutoNum type="arabicPeriod"/>
            </a:pPr>
            <a:endParaRPr kumimoji="1" lang="en-US" altLang="ja-JP" dirty="0"/>
          </a:p>
          <a:p>
            <a:pPr marL="817200" lvl="1" indent="-457200">
              <a:buFont typeface="+mj-lt"/>
              <a:buAutoNum type="arabicPeriod"/>
            </a:pPr>
            <a:r>
              <a:rPr kumimoji="1" lang="ja-JP" altLang="en-US" dirty="0"/>
              <a:t>スイッチがあればコンピュータが作れる</a:t>
            </a:r>
            <a:endParaRPr kumimoji="1" lang="en-US" altLang="ja-JP" dirty="0"/>
          </a:p>
          <a:p>
            <a:pPr marL="817200" lvl="1" indent="-457200">
              <a:buFont typeface="+mj-lt"/>
              <a:buAutoNum type="arabicPeriod"/>
            </a:pPr>
            <a:endParaRPr kumimoji="1" lang="en-US" altLang="ja-JP" dirty="0"/>
          </a:p>
          <a:p>
            <a:pPr marL="817200" lvl="1" indent="-457200">
              <a:buFont typeface="+mj-lt"/>
              <a:buAutoNum type="arabicPeriod"/>
            </a:pPr>
            <a:r>
              <a:rPr lang="en-US" altLang="ja-JP" b="1" dirty="0">
                <a:solidFill>
                  <a:schemeClr val="accent5"/>
                </a:solidFill>
              </a:rPr>
              <a:t>CMOS </a:t>
            </a:r>
            <a:r>
              <a:rPr lang="ja-JP" altLang="en-US" b="1" dirty="0">
                <a:solidFill>
                  <a:schemeClr val="accent5"/>
                </a:solidFill>
              </a:rPr>
              <a:t>と水流システムの消費エネルギー</a:t>
            </a:r>
            <a:endParaRPr kumimoji="1" lang="en-US" b="1" dirty="0">
              <a:solidFill>
                <a:schemeClr val="accent5"/>
              </a:solidFill>
            </a:endParaRPr>
          </a:p>
        </p:txBody>
      </p:sp>
    </p:spTree>
    <p:extLst>
      <p:ext uri="{BB962C8B-B14F-4D97-AF65-F5344CB8AC3E}">
        <p14:creationId xmlns:p14="http://schemas.microsoft.com/office/powerpoint/2010/main" val="150694071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CMOS </a:t>
            </a:r>
            <a:r>
              <a:rPr kumimoji="1" lang="ja-JP" altLang="en-US" dirty="0"/>
              <a:t>回路におけるスイッチングの消費エネルギー</a:t>
            </a:r>
          </a:p>
        </p:txBody>
      </p:sp>
      <p:sp>
        <p:nvSpPr>
          <p:cNvPr id="3" name="テキスト プレースホルダー 2"/>
          <p:cNvSpPr>
            <a:spLocks noGrp="1"/>
          </p:cNvSpPr>
          <p:nvPr>
            <p:ph type="body" sz="quarter" idx="10"/>
          </p:nvPr>
        </p:nvSpPr>
        <p:spPr>
          <a:xfrm>
            <a:off x="2225957" y="4779323"/>
            <a:ext cx="8262041" cy="1439709"/>
          </a:xfrm>
        </p:spPr>
        <p:txBody>
          <a:bodyPr/>
          <a:lstStyle/>
          <a:p>
            <a:r>
              <a:rPr lang="en-US" altLang="ja-JP" dirty="0">
                <a:solidFill>
                  <a:schemeClr val="accent5"/>
                </a:solidFill>
              </a:rPr>
              <a:t>CMOS </a:t>
            </a:r>
            <a:r>
              <a:rPr lang="ja-JP" altLang="en-US" dirty="0">
                <a:solidFill>
                  <a:schemeClr val="accent5"/>
                </a:solidFill>
              </a:rPr>
              <a:t>回路は，コンデンサに連動したスイッチとみなせる</a:t>
            </a:r>
            <a:br>
              <a:rPr lang="en-US" altLang="ja-JP" dirty="0">
                <a:solidFill>
                  <a:schemeClr val="accent5"/>
                </a:solidFill>
              </a:rPr>
            </a:br>
            <a:r>
              <a:rPr lang="ja-JP" altLang="en-US" dirty="0"/>
              <a:t>（</a:t>
            </a:r>
            <a:r>
              <a:rPr lang="en-US" altLang="ja-JP" dirty="0"/>
              <a:t>MOS </a:t>
            </a:r>
            <a:r>
              <a:rPr lang="ja-JP" altLang="en-US" dirty="0"/>
              <a:t>構造のゲートのところがコンデンサになってる</a:t>
            </a:r>
            <a:endParaRPr lang="en-US" altLang="ja-JP" dirty="0"/>
          </a:p>
          <a:p>
            <a:pPr lvl="1"/>
            <a:r>
              <a:rPr lang="ja-JP" altLang="en-US" dirty="0"/>
              <a:t>コンデンサが充電状態：下のスイッチが</a:t>
            </a:r>
            <a:r>
              <a:rPr lang="en-US" altLang="ja-JP" dirty="0"/>
              <a:t>ON</a:t>
            </a:r>
          </a:p>
          <a:p>
            <a:pPr lvl="1"/>
            <a:r>
              <a:rPr lang="ja-JP" altLang="en-US" dirty="0"/>
              <a:t>コンデンサが放電状態：上のスイッチが</a:t>
            </a:r>
            <a:r>
              <a:rPr lang="en-US" altLang="ja-JP" dirty="0"/>
              <a:t>ON</a:t>
            </a:r>
          </a:p>
          <a:p>
            <a:r>
              <a:rPr lang="ja-JP" altLang="en-US" dirty="0"/>
              <a:t>主に計算で消費されるエネルギー：</a:t>
            </a:r>
            <a:endParaRPr lang="en-US" altLang="ja-JP" dirty="0"/>
          </a:p>
          <a:p>
            <a:pPr lvl="1"/>
            <a:r>
              <a:rPr lang="ja-JP" altLang="en-US" dirty="0">
                <a:solidFill>
                  <a:schemeClr val="accent5"/>
                </a:solidFill>
              </a:rPr>
              <a:t>スイッチを </a:t>
            </a:r>
            <a:r>
              <a:rPr lang="en-US" altLang="ja-JP" dirty="0">
                <a:solidFill>
                  <a:schemeClr val="accent5"/>
                </a:solidFill>
              </a:rPr>
              <a:t>ON/OFF </a:t>
            </a:r>
            <a:r>
              <a:rPr lang="ja-JP" altLang="en-US" dirty="0">
                <a:solidFill>
                  <a:schemeClr val="accent5"/>
                </a:solidFill>
              </a:rPr>
              <a:t>するためのコンデンサへの充放電で消費</a:t>
            </a:r>
            <a:endParaRPr lang="en-US" altLang="ja-JP" dirty="0">
              <a:solidFill>
                <a:schemeClr val="accent5"/>
              </a:solidFill>
            </a:endParaRPr>
          </a:p>
          <a:p>
            <a:pPr lvl="1"/>
            <a:endParaRPr lang="en-US" altLang="ja-JP" dirty="0"/>
          </a:p>
        </p:txBody>
      </p:sp>
      <p:grpSp>
        <p:nvGrpSpPr>
          <p:cNvPr id="214" name="グループ化 213">
            <a:extLst>
              <a:ext uri="{FF2B5EF4-FFF2-40B4-BE49-F238E27FC236}">
                <a16:creationId xmlns:a16="http://schemas.microsoft.com/office/drawing/2014/main" id="{4138FE45-F132-8B96-CFAB-DC4E53E8D20F}"/>
              </a:ext>
            </a:extLst>
          </p:cNvPr>
          <p:cNvGrpSpPr/>
          <p:nvPr/>
        </p:nvGrpSpPr>
        <p:grpSpPr>
          <a:xfrm rot="5400000">
            <a:off x="9882942" y="2265889"/>
            <a:ext cx="67531" cy="337533"/>
            <a:chOff x="3401870" y="728700"/>
            <a:chExt cx="180020" cy="405045"/>
          </a:xfrm>
        </p:grpSpPr>
        <p:cxnSp>
          <p:nvCxnSpPr>
            <p:cNvPr id="216" name="直線コネクタ 215">
              <a:extLst>
                <a:ext uri="{FF2B5EF4-FFF2-40B4-BE49-F238E27FC236}">
                  <a16:creationId xmlns:a16="http://schemas.microsoft.com/office/drawing/2014/main" id="{2344D971-E8D2-B33A-E0EC-C60C729F1422}"/>
                </a:ext>
              </a:extLst>
            </p:cNvPr>
            <p:cNvCxnSpPr/>
            <p:nvPr/>
          </p:nvCxnSpPr>
          <p:spPr>
            <a:xfrm>
              <a:off x="3401870" y="773705"/>
              <a:ext cx="180020" cy="45005"/>
            </a:xfrm>
            <a:prstGeom prst="line">
              <a:avLst/>
            </a:prstGeom>
            <a:ln w="28575" cap="rnd">
              <a:solidFill>
                <a:schemeClr val="accent6"/>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217" name="直線コネクタ 216">
              <a:extLst>
                <a:ext uri="{FF2B5EF4-FFF2-40B4-BE49-F238E27FC236}">
                  <a16:creationId xmlns:a16="http://schemas.microsoft.com/office/drawing/2014/main" id="{4A2ACF78-DD22-1B82-736F-7EFA9A625C1E}"/>
                </a:ext>
              </a:extLst>
            </p:cNvPr>
            <p:cNvCxnSpPr/>
            <p:nvPr/>
          </p:nvCxnSpPr>
          <p:spPr>
            <a:xfrm flipV="1">
              <a:off x="3401870" y="818710"/>
              <a:ext cx="180020" cy="45006"/>
            </a:xfrm>
            <a:prstGeom prst="line">
              <a:avLst/>
            </a:prstGeom>
            <a:ln w="28575" cap="rnd">
              <a:solidFill>
                <a:schemeClr val="accent6"/>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218" name="直線コネクタ 217">
              <a:extLst>
                <a:ext uri="{FF2B5EF4-FFF2-40B4-BE49-F238E27FC236}">
                  <a16:creationId xmlns:a16="http://schemas.microsoft.com/office/drawing/2014/main" id="{95BC2369-1B8B-E105-7C3C-CA0D9DF55463}"/>
                </a:ext>
              </a:extLst>
            </p:cNvPr>
            <p:cNvCxnSpPr/>
            <p:nvPr/>
          </p:nvCxnSpPr>
          <p:spPr>
            <a:xfrm>
              <a:off x="3401870" y="863715"/>
              <a:ext cx="180020" cy="45005"/>
            </a:xfrm>
            <a:prstGeom prst="line">
              <a:avLst/>
            </a:prstGeom>
            <a:ln w="28575" cap="rnd">
              <a:solidFill>
                <a:schemeClr val="accent6"/>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221" name="直線コネクタ 220">
              <a:extLst>
                <a:ext uri="{FF2B5EF4-FFF2-40B4-BE49-F238E27FC236}">
                  <a16:creationId xmlns:a16="http://schemas.microsoft.com/office/drawing/2014/main" id="{95AB4AE5-80E2-79E3-6D41-973C5A045ED9}"/>
                </a:ext>
              </a:extLst>
            </p:cNvPr>
            <p:cNvCxnSpPr/>
            <p:nvPr/>
          </p:nvCxnSpPr>
          <p:spPr>
            <a:xfrm flipV="1">
              <a:off x="3401870" y="908720"/>
              <a:ext cx="180020" cy="45006"/>
            </a:xfrm>
            <a:prstGeom prst="line">
              <a:avLst/>
            </a:prstGeom>
            <a:ln w="28575" cap="rnd">
              <a:solidFill>
                <a:schemeClr val="accent6"/>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222" name="直線コネクタ 221">
              <a:extLst>
                <a:ext uri="{FF2B5EF4-FFF2-40B4-BE49-F238E27FC236}">
                  <a16:creationId xmlns:a16="http://schemas.microsoft.com/office/drawing/2014/main" id="{1CAF3471-7138-37B0-55BD-F231B215AF15}"/>
                </a:ext>
              </a:extLst>
            </p:cNvPr>
            <p:cNvCxnSpPr/>
            <p:nvPr/>
          </p:nvCxnSpPr>
          <p:spPr>
            <a:xfrm>
              <a:off x="3401870" y="953725"/>
              <a:ext cx="180020" cy="45005"/>
            </a:xfrm>
            <a:prstGeom prst="line">
              <a:avLst/>
            </a:prstGeom>
            <a:ln w="28575" cap="rnd">
              <a:solidFill>
                <a:schemeClr val="accent6"/>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223" name="直線コネクタ 222">
              <a:extLst>
                <a:ext uri="{FF2B5EF4-FFF2-40B4-BE49-F238E27FC236}">
                  <a16:creationId xmlns:a16="http://schemas.microsoft.com/office/drawing/2014/main" id="{52032321-6285-DD06-62D8-5F8EC4DC7637}"/>
                </a:ext>
              </a:extLst>
            </p:cNvPr>
            <p:cNvCxnSpPr/>
            <p:nvPr/>
          </p:nvCxnSpPr>
          <p:spPr>
            <a:xfrm flipV="1">
              <a:off x="3401870" y="998730"/>
              <a:ext cx="180020" cy="45006"/>
            </a:xfrm>
            <a:prstGeom prst="line">
              <a:avLst/>
            </a:prstGeom>
            <a:ln w="28575" cap="rnd">
              <a:solidFill>
                <a:schemeClr val="accent6"/>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224" name="直線コネクタ 223">
              <a:extLst>
                <a:ext uri="{FF2B5EF4-FFF2-40B4-BE49-F238E27FC236}">
                  <a16:creationId xmlns:a16="http://schemas.microsoft.com/office/drawing/2014/main" id="{FF34AF2C-A663-62BD-DA70-B2AC227EF82D}"/>
                </a:ext>
              </a:extLst>
            </p:cNvPr>
            <p:cNvCxnSpPr/>
            <p:nvPr/>
          </p:nvCxnSpPr>
          <p:spPr>
            <a:xfrm>
              <a:off x="3401870" y="1043735"/>
              <a:ext cx="180020" cy="45005"/>
            </a:xfrm>
            <a:prstGeom prst="line">
              <a:avLst/>
            </a:prstGeom>
            <a:ln w="28575" cap="rnd">
              <a:solidFill>
                <a:schemeClr val="accent6"/>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229" name="直線コネクタ 228">
              <a:extLst>
                <a:ext uri="{FF2B5EF4-FFF2-40B4-BE49-F238E27FC236}">
                  <a16:creationId xmlns:a16="http://schemas.microsoft.com/office/drawing/2014/main" id="{7749C55D-5F99-9DAF-2FD1-1028A491BC1A}"/>
                </a:ext>
              </a:extLst>
            </p:cNvPr>
            <p:cNvCxnSpPr/>
            <p:nvPr/>
          </p:nvCxnSpPr>
          <p:spPr>
            <a:xfrm flipV="1">
              <a:off x="3491880" y="1088741"/>
              <a:ext cx="90010" cy="45004"/>
            </a:xfrm>
            <a:prstGeom prst="line">
              <a:avLst/>
            </a:prstGeom>
            <a:ln w="28575" cap="rnd">
              <a:solidFill>
                <a:schemeClr val="accent6"/>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235" name="直線コネクタ 234">
              <a:extLst>
                <a:ext uri="{FF2B5EF4-FFF2-40B4-BE49-F238E27FC236}">
                  <a16:creationId xmlns:a16="http://schemas.microsoft.com/office/drawing/2014/main" id="{40EA7DEE-4031-D044-6822-92B2F837D793}"/>
                </a:ext>
              </a:extLst>
            </p:cNvPr>
            <p:cNvCxnSpPr/>
            <p:nvPr/>
          </p:nvCxnSpPr>
          <p:spPr>
            <a:xfrm flipV="1">
              <a:off x="3401870" y="728700"/>
              <a:ext cx="90010" cy="45006"/>
            </a:xfrm>
            <a:prstGeom prst="line">
              <a:avLst/>
            </a:prstGeom>
            <a:ln w="28575" cap="rnd">
              <a:solidFill>
                <a:schemeClr val="accent6"/>
              </a:solidFill>
              <a:headEnd type="none" w="sm" len="sm"/>
              <a:tailEnd type="none"/>
            </a:ln>
          </p:spPr>
          <p:style>
            <a:lnRef idx="1">
              <a:schemeClr val="accent1"/>
            </a:lnRef>
            <a:fillRef idx="0">
              <a:schemeClr val="accent1"/>
            </a:fillRef>
            <a:effectRef idx="0">
              <a:schemeClr val="accent1"/>
            </a:effectRef>
            <a:fontRef idx="minor">
              <a:schemeClr val="tx1"/>
            </a:fontRef>
          </p:style>
        </p:cxnSp>
      </p:grpSp>
      <p:grpSp>
        <p:nvGrpSpPr>
          <p:cNvPr id="238" name="グループ化 237">
            <a:extLst>
              <a:ext uri="{FF2B5EF4-FFF2-40B4-BE49-F238E27FC236}">
                <a16:creationId xmlns:a16="http://schemas.microsoft.com/office/drawing/2014/main" id="{4BE8AD4E-358E-5B39-51F8-17D80E5A1BE9}"/>
              </a:ext>
            </a:extLst>
          </p:cNvPr>
          <p:cNvGrpSpPr/>
          <p:nvPr/>
        </p:nvGrpSpPr>
        <p:grpSpPr>
          <a:xfrm>
            <a:off x="9184609" y="2708993"/>
            <a:ext cx="270012" cy="450012"/>
            <a:chOff x="5787000" y="1944000"/>
            <a:chExt cx="270012" cy="450012"/>
          </a:xfrm>
        </p:grpSpPr>
        <p:cxnSp>
          <p:nvCxnSpPr>
            <p:cNvPr id="239" name="直線コネクタ 238">
              <a:extLst>
                <a:ext uri="{FF2B5EF4-FFF2-40B4-BE49-F238E27FC236}">
                  <a16:creationId xmlns:a16="http://schemas.microsoft.com/office/drawing/2014/main" id="{3DE128E8-BC46-9AB8-8A84-D7A13B825D34}"/>
                </a:ext>
              </a:extLst>
            </p:cNvPr>
            <p:cNvCxnSpPr/>
            <p:nvPr/>
          </p:nvCxnSpPr>
          <p:spPr>
            <a:xfrm>
              <a:off x="5787000" y="1989000"/>
              <a:ext cx="225004" cy="360003"/>
            </a:xfrm>
            <a:prstGeom prst="line">
              <a:avLst/>
            </a:prstGeom>
            <a:ln w="38100" cap="rnd">
              <a:solidFill>
                <a:schemeClr val="accent6"/>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240" name="円/楕円 92">
              <a:extLst>
                <a:ext uri="{FF2B5EF4-FFF2-40B4-BE49-F238E27FC236}">
                  <a16:creationId xmlns:a16="http://schemas.microsoft.com/office/drawing/2014/main" id="{A0C04820-DDD6-09F2-A6FF-5C1AE884DB15}"/>
                </a:ext>
              </a:extLst>
            </p:cNvPr>
            <p:cNvSpPr/>
            <p:nvPr/>
          </p:nvSpPr>
          <p:spPr>
            <a:xfrm rot="16200000" flipH="1">
              <a:off x="5967000" y="2304000"/>
              <a:ext cx="90012" cy="90012"/>
            </a:xfrm>
            <a:prstGeom prst="ellipse">
              <a:avLst/>
            </a:prstGeom>
            <a:solidFill>
              <a:schemeClr val="bg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kumimoji="1" lang="ja-JP" altLang="en-US" sz="1400"/>
            </a:p>
          </p:txBody>
        </p:sp>
        <p:sp>
          <p:nvSpPr>
            <p:cNvPr id="241" name="円/楕円 93">
              <a:extLst>
                <a:ext uri="{FF2B5EF4-FFF2-40B4-BE49-F238E27FC236}">
                  <a16:creationId xmlns:a16="http://schemas.microsoft.com/office/drawing/2014/main" id="{B4661E23-D377-483F-EF1D-B4A26F504485}"/>
                </a:ext>
              </a:extLst>
            </p:cNvPr>
            <p:cNvSpPr/>
            <p:nvPr/>
          </p:nvSpPr>
          <p:spPr>
            <a:xfrm rot="16200000" flipH="1">
              <a:off x="5967000" y="1944000"/>
              <a:ext cx="90012" cy="90012"/>
            </a:xfrm>
            <a:prstGeom prst="ellipse">
              <a:avLst/>
            </a:prstGeom>
            <a:solidFill>
              <a:schemeClr val="bg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kumimoji="1" lang="ja-JP" altLang="en-US" sz="1400"/>
            </a:p>
          </p:txBody>
        </p:sp>
      </p:grpSp>
      <p:grpSp>
        <p:nvGrpSpPr>
          <p:cNvPr id="242" name="グループ化 241">
            <a:extLst>
              <a:ext uri="{FF2B5EF4-FFF2-40B4-BE49-F238E27FC236}">
                <a16:creationId xmlns:a16="http://schemas.microsoft.com/office/drawing/2014/main" id="{A28DBAEE-9030-18B9-9739-D9C07801D640}"/>
              </a:ext>
            </a:extLst>
          </p:cNvPr>
          <p:cNvGrpSpPr/>
          <p:nvPr/>
        </p:nvGrpSpPr>
        <p:grpSpPr>
          <a:xfrm>
            <a:off x="9364611" y="1718982"/>
            <a:ext cx="90012" cy="450012"/>
            <a:chOff x="5967000" y="1944000"/>
            <a:chExt cx="90012" cy="450012"/>
          </a:xfrm>
        </p:grpSpPr>
        <p:cxnSp>
          <p:nvCxnSpPr>
            <p:cNvPr id="243" name="直線コネクタ 242">
              <a:extLst>
                <a:ext uri="{FF2B5EF4-FFF2-40B4-BE49-F238E27FC236}">
                  <a16:creationId xmlns:a16="http://schemas.microsoft.com/office/drawing/2014/main" id="{D87A0057-A518-6145-C1E1-34827C7A4C20}"/>
                </a:ext>
              </a:extLst>
            </p:cNvPr>
            <p:cNvCxnSpPr>
              <a:stCxn id="245" idx="0"/>
            </p:cNvCxnSpPr>
            <p:nvPr/>
          </p:nvCxnSpPr>
          <p:spPr>
            <a:xfrm>
              <a:off x="5967000" y="1989006"/>
              <a:ext cx="45004" cy="359997"/>
            </a:xfrm>
            <a:prstGeom prst="line">
              <a:avLst/>
            </a:prstGeom>
            <a:ln w="34925" cap="rnd">
              <a:solidFill>
                <a:schemeClr val="accent6"/>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244" name="円/楕円 96">
              <a:extLst>
                <a:ext uri="{FF2B5EF4-FFF2-40B4-BE49-F238E27FC236}">
                  <a16:creationId xmlns:a16="http://schemas.microsoft.com/office/drawing/2014/main" id="{ED154FF6-A2F9-661C-F733-AD79ED0512AD}"/>
                </a:ext>
              </a:extLst>
            </p:cNvPr>
            <p:cNvSpPr/>
            <p:nvPr/>
          </p:nvSpPr>
          <p:spPr>
            <a:xfrm rot="16200000" flipH="1">
              <a:off x="5967000" y="2304000"/>
              <a:ext cx="90012" cy="90012"/>
            </a:xfrm>
            <a:prstGeom prst="ellipse">
              <a:avLst/>
            </a:prstGeom>
            <a:solidFill>
              <a:schemeClr val="bg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kumimoji="1" lang="ja-JP" altLang="en-US" sz="1400"/>
            </a:p>
          </p:txBody>
        </p:sp>
        <p:sp>
          <p:nvSpPr>
            <p:cNvPr id="245" name="円/楕円 97">
              <a:extLst>
                <a:ext uri="{FF2B5EF4-FFF2-40B4-BE49-F238E27FC236}">
                  <a16:creationId xmlns:a16="http://schemas.microsoft.com/office/drawing/2014/main" id="{69652A70-473A-D5D4-4DEC-8777F01182F5}"/>
                </a:ext>
              </a:extLst>
            </p:cNvPr>
            <p:cNvSpPr/>
            <p:nvPr/>
          </p:nvSpPr>
          <p:spPr>
            <a:xfrm rot="16200000" flipH="1">
              <a:off x="5967000" y="1944000"/>
              <a:ext cx="90012" cy="90012"/>
            </a:xfrm>
            <a:prstGeom prst="ellipse">
              <a:avLst/>
            </a:prstGeom>
            <a:solidFill>
              <a:schemeClr val="bg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kumimoji="1" lang="ja-JP" altLang="en-US" sz="1400"/>
            </a:p>
          </p:txBody>
        </p:sp>
      </p:grpSp>
      <p:grpSp>
        <p:nvGrpSpPr>
          <p:cNvPr id="246" name="グループ化 152">
            <a:extLst>
              <a:ext uri="{FF2B5EF4-FFF2-40B4-BE49-F238E27FC236}">
                <a16:creationId xmlns:a16="http://schemas.microsoft.com/office/drawing/2014/main" id="{443D5170-9D50-BD1A-5D0E-B9046AEB39D9}"/>
              </a:ext>
            </a:extLst>
          </p:cNvPr>
          <p:cNvGrpSpPr/>
          <p:nvPr/>
        </p:nvGrpSpPr>
        <p:grpSpPr>
          <a:xfrm>
            <a:off x="9291755" y="3429000"/>
            <a:ext cx="180002" cy="90001"/>
            <a:chOff x="3643306" y="4500570"/>
            <a:chExt cx="428628" cy="144464"/>
          </a:xfrm>
        </p:grpSpPr>
        <p:cxnSp>
          <p:nvCxnSpPr>
            <p:cNvPr id="247" name="直線コネクタ 246">
              <a:extLst>
                <a:ext uri="{FF2B5EF4-FFF2-40B4-BE49-F238E27FC236}">
                  <a16:creationId xmlns:a16="http://schemas.microsoft.com/office/drawing/2014/main" id="{C61662E3-2627-8284-3638-5430E43B8EB9}"/>
                </a:ext>
              </a:extLst>
            </p:cNvPr>
            <p:cNvCxnSpPr/>
            <p:nvPr/>
          </p:nvCxnSpPr>
          <p:spPr>
            <a:xfrm>
              <a:off x="3643306" y="4500570"/>
              <a:ext cx="428628"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cxnSp>
          <p:nvCxnSpPr>
            <p:cNvPr id="248" name="直線コネクタ 247">
              <a:extLst>
                <a:ext uri="{FF2B5EF4-FFF2-40B4-BE49-F238E27FC236}">
                  <a16:creationId xmlns:a16="http://schemas.microsoft.com/office/drawing/2014/main" id="{E0C0BFFC-29D8-F86E-2972-FA6441633D6D}"/>
                </a:ext>
              </a:extLst>
            </p:cNvPr>
            <p:cNvCxnSpPr/>
            <p:nvPr/>
          </p:nvCxnSpPr>
          <p:spPr>
            <a:xfrm>
              <a:off x="3714744" y="4572008"/>
              <a:ext cx="285752"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cxnSp>
          <p:nvCxnSpPr>
            <p:cNvPr id="249" name="直線コネクタ 248">
              <a:extLst>
                <a:ext uri="{FF2B5EF4-FFF2-40B4-BE49-F238E27FC236}">
                  <a16:creationId xmlns:a16="http://schemas.microsoft.com/office/drawing/2014/main" id="{99904DC4-4C9A-F183-C1DD-B89A501637FB}"/>
                </a:ext>
              </a:extLst>
            </p:cNvPr>
            <p:cNvCxnSpPr/>
            <p:nvPr/>
          </p:nvCxnSpPr>
          <p:spPr>
            <a:xfrm>
              <a:off x="3786182" y="4643446"/>
              <a:ext cx="130188"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grpSp>
      <p:cxnSp>
        <p:nvCxnSpPr>
          <p:cNvPr id="250" name="直線コネクタ 249">
            <a:extLst>
              <a:ext uri="{FF2B5EF4-FFF2-40B4-BE49-F238E27FC236}">
                <a16:creationId xmlns:a16="http://schemas.microsoft.com/office/drawing/2014/main" id="{B45F574F-2413-4CA9-C0A8-DDF8B59799DF}"/>
              </a:ext>
            </a:extLst>
          </p:cNvPr>
          <p:cNvCxnSpPr/>
          <p:nvPr/>
        </p:nvCxnSpPr>
        <p:spPr>
          <a:xfrm flipV="1">
            <a:off x="9381756" y="3158998"/>
            <a:ext cx="1" cy="270003"/>
          </a:xfrm>
          <a:prstGeom prst="line">
            <a:avLst/>
          </a:prstGeom>
          <a:ln w="3175"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grpSp>
        <p:nvGrpSpPr>
          <p:cNvPr id="251" name="グループ化 250">
            <a:extLst>
              <a:ext uri="{FF2B5EF4-FFF2-40B4-BE49-F238E27FC236}">
                <a16:creationId xmlns:a16="http://schemas.microsoft.com/office/drawing/2014/main" id="{D9BC83A5-1DF9-A020-A9D6-46E7C6AAFA68}"/>
              </a:ext>
            </a:extLst>
          </p:cNvPr>
          <p:cNvGrpSpPr/>
          <p:nvPr/>
        </p:nvGrpSpPr>
        <p:grpSpPr>
          <a:xfrm>
            <a:off x="9291755" y="1358978"/>
            <a:ext cx="180020" cy="360033"/>
            <a:chOff x="4481992" y="1268760"/>
            <a:chExt cx="180020" cy="360033"/>
          </a:xfrm>
        </p:grpSpPr>
        <p:cxnSp>
          <p:nvCxnSpPr>
            <p:cNvPr id="252" name="直線コネクタ 251">
              <a:extLst>
                <a:ext uri="{FF2B5EF4-FFF2-40B4-BE49-F238E27FC236}">
                  <a16:creationId xmlns:a16="http://schemas.microsoft.com/office/drawing/2014/main" id="{499FD040-4CE1-2FF1-7A31-D85896D0CD0F}"/>
                </a:ext>
              </a:extLst>
            </p:cNvPr>
            <p:cNvCxnSpPr/>
            <p:nvPr/>
          </p:nvCxnSpPr>
          <p:spPr>
            <a:xfrm flipV="1">
              <a:off x="4572003" y="1268760"/>
              <a:ext cx="1" cy="360033"/>
            </a:xfrm>
            <a:prstGeom prst="line">
              <a:avLst/>
            </a:prstGeom>
            <a:ln w="3175" cap="rnd">
              <a:solidFill>
                <a:srgbClr val="00000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3" name="直線コネクタ 252">
              <a:extLst>
                <a:ext uri="{FF2B5EF4-FFF2-40B4-BE49-F238E27FC236}">
                  <a16:creationId xmlns:a16="http://schemas.microsoft.com/office/drawing/2014/main" id="{500066DF-652C-90AB-E7BF-C4E15C0FDDDB}"/>
                </a:ext>
              </a:extLst>
            </p:cNvPr>
            <p:cNvCxnSpPr/>
            <p:nvPr/>
          </p:nvCxnSpPr>
          <p:spPr>
            <a:xfrm flipH="1">
              <a:off x="4481992" y="1268760"/>
              <a:ext cx="180020"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cxnSp>
        <p:nvCxnSpPr>
          <p:cNvPr id="254" name="直線コネクタ 253">
            <a:extLst>
              <a:ext uri="{FF2B5EF4-FFF2-40B4-BE49-F238E27FC236}">
                <a16:creationId xmlns:a16="http://schemas.microsoft.com/office/drawing/2014/main" id="{F3EA1980-BEC1-DF05-B977-9787F65A1F4D}"/>
              </a:ext>
            </a:extLst>
          </p:cNvPr>
          <p:cNvCxnSpPr/>
          <p:nvPr/>
        </p:nvCxnSpPr>
        <p:spPr>
          <a:xfrm flipV="1">
            <a:off x="9381756" y="2168987"/>
            <a:ext cx="1" cy="540006"/>
          </a:xfrm>
          <a:prstGeom prst="line">
            <a:avLst/>
          </a:prstGeom>
          <a:ln w="3175"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255" name="直線コネクタ 254">
            <a:extLst>
              <a:ext uri="{FF2B5EF4-FFF2-40B4-BE49-F238E27FC236}">
                <a16:creationId xmlns:a16="http://schemas.microsoft.com/office/drawing/2014/main" id="{C8A97C3B-A04C-7E05-6D25-AF41C1514611}"/>
              </a:ext>
            </a:extLst>
          </p:cNvPr>
          <p:cNvCxnSpPr/>
          <p:nvPr/>
        </p:nvCxnSpPr>
        <p:spPr>
          <a:xfrm flipH="1">
            <a:off x="9381756" y="2438990"/>
            <a:ext cx="360112" cy="0"/>
          </a:xfrm>
          <a:prstGeom prst="line">
            <a:avLst/>
          </a:prstGeom>
          <a:ln w="3175" cap="rnd">
            <a:solidFill>
              <a:srgbClr val="000000"/>
            </a:solidFill>
            <a:headEnd type="none"/>
            <a:tailEnd type="oval"/>
          </a:ln>
        </p:spPr>
        <p:style>
          <a:lnRef idx="1">
            <a:schemeClr val="accent1"/>
          </a:lnRef>
          <a:fillRef idx="0">
            <a:schemeClr val="accent1"/>
          </a:fillRef>
          <a:effectRef idx="0">
            <a:schemeClr val="accent1"/>
          </a:effectRef>
          <a:fontRef idx="minor">
            <a:schemeClr val="tx1"/>
          </a:fontRef>
        </p:style>
      </p:cxnSp>
      <p:grpSp>
        <p:nvGrpSpPr>
          <p:cNvPr id="256" name="グループ化 255">
            <a:extLst>
              <a:ext uri="{FF2B5EF4-FFF2-40B4-BE49-F238E27FC236}">
                <a16:creationId xmlns:a16="http://schemas.microsoft.com/office/drawing/2014/main" id="{8EFD628E-2952-3604-3FEB-0D801AEA1420}"/>
              </a:ext>
            </a:extLst>
          </p:cNvPr>
          <p:cNvGrpSpPr/>
          <p:nvPr/>
        </p:nvGrpSpPr>
        <p:grpSpPr>
          <a:xfrm rot="10800000">
            <a:off x="8436026" y="2258988"/>
            <a:ext cx="90012" cy="360048"/>
            <a:chOff x="2051664" y="1988808"/>
            <a:chExt cx="90012" cy="360048"/>
          </a:xfrm>
        </p:grpSpPr>
        <p:cxnSp>
          <p:nvCxnSpPr>
            <p:cNvPr id="257" name="直線コネクタ 256">
              <a:extLst>
                <a:ext uri="{FF2B5EF4-FFF2-40B4-BE49-F238E27FC236}">
                  <a16:creationId xmlns:a16="http://schemas.microsoft.com/office/drawing/2014/main" id="{080F79D0-AAF6-C5C7-4395-59E8FCA9B32B}"/>
                </a:ext>
              </a:extLst>
            </p:cNvPr>
            <p:cNvCxnSpPr/>
            <p:nvPr/>
          </p:nvCxnSpPr>
          <p:spPr>
            <a:xfrm flipH="1">
              <a:off x="2051664" y="1988808"/>
              <a:ext cx="0" cy="360048"/>
            </a:xfrm>
            <a:prstGeom prst="line">
              <a:avLst/>
            </a:prstGeom>
            <a:ln w="57150" cap="rnd">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58" name="直線コネクタ 257">
              <a:extLst>
                <a:ext uri="{FF2B5EF4-FFF2-40B4-BE49-F238E27FC236}">
                  <a16:creationId xmlns:a16="http://schemas.microsoft.com/office/drawing/2014/main" id="{1CDCD20B-6498-EDBD-101A-1CD451DAD6CF}"/>
                </a:ext>
              </a:extLst>
            </p:cNvPr>
            <p:cNvCxnSpPr/>
            <p:nvPr/>
          </p:nvCxnSpPr>
          <p:spPr>
            <a:xfrm flipH="1">
              <a:off x="2141676" y="1988808"/>
              <a:ext cx="0" cy="360048"/>
            </a:xfrm>
            <a:prstGeom prst="line">
              <a:avLst/>
            </a:prstGeom>
            <a:ln w="57150" cap="rnd">
              <a:solidFill>
                <a:schemeClr val="accent6"/>
              </a:solidFill>
            </a:ln>
          </p:spPr>
          <p:style>
            <a:lnRef idx="1">
              <a:schemeClr val="accent1"/>
            </a:lnRef>
            <a:fillRef idx="0">
              <a:schemeClr val="accent1"/>
            </a:fillRef>
            <a:effectRef idx="0">
              <a:schemeClr val="accent1"/>
            </a:effectRef>
            <a:fontRef idx="minor">
              <a:schemeClr val="tx1"/>
            </a:fontRef>
          </p:style>
        </p:cxnSp>
      </p:grpSp>
      <p:grpSp>
        <p:nvGrpSpPr>
          <p:cNvPr id="259" name="グループ化 152">
            <a:extLst>
              <a:ext uri="{FF2B5EF4-FFF2-40B4-BE49-F238E27FC236}">
                <a16:creationId xmlns:a16="http://schemas.microsoft.com/office/drawing/2014/main" id="{21CA831F-038C-0B3C-03E8-BF953732331E}"/>
              </a:ext>
            </a:extLst>
          </p:cNvPr>
          <p:cNvGrpSpPr/>
          <p:nvPr/>
        </p:nvGrpSpPr>
        <p:grpSpPr>
          <a:xfrm>
            <a:off x="8706029" y="3429001"/>
            <a:ext cx="180002" cy="90001"/>
            <a:chOff x="3643306" y="4500570"/>
            <a:chExt cx="428628" cy="144464"/>
          </a:xfrm>
        </p:grpSpPr>
        <p:cxnSp>
          <p:nvCxnSpPr>
            <p:cNvPr id="260" name="直線コネクタ 259">
              <a:extLst>
                <a:ext uri="{FF2B5EF4-FFF2-40B4-BE49-F238E27FC236}">
                  <a16:creationId xmlns:a16="http://schemas.microsoft.com/office/drawing/2014/main" id="{5997A6C3-A637-FF4C-DC5D-7F1B92858AE0}"/>
                </a:ext>
              </a:extLst>
            </p:cNvPr>
            <p:cNvCxnSpPr/>
            <p:nvPr/>
          </p:nvCxnSpPr>
          <p:spPr>
            <a:xfrm>
              <a:off x="3643306" y="4500570"/>
              <a:ext cx="428628"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cxnSp>
          <p:nvCxnSpPr>
            <p:cNvPr id="261" name="直線コネクタ 260">
              <a:extLst>
                <a:ext uri="{FF2B5EF4-FFF2-40B4-BE49-F238E27FC236}">
                  <a16:creationId xmlns:a16="http://schemas.microsoft.com/office/drawing/2014/main" id="{E214D065-1B98-516A-8CC8-ADCABC018C93}"/>
                </a:ext>
              </a:extLst>
            </p:cNvPr>
            <p:cNvCxnSpPr/>
            <p:nvPr/>
          </p:nvCxnSpPr>
          <p:spPr>
            <a:xfrm>
              <a:off x="3714744" y="4572008"/>
              <a:ext cx="285752"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cxnSp>
          <p:nvCxnSpPr>
            <p:cNvPr id="262" name="直線コネクタ 261">
              <a:extLst>
                <a:ext uri="{FF2B5EF4-FFF2-40B4-BE49-F238E27FC236}">
                  <a16:creationId xmlns:a16="http://schemas.microsoft.com/office/drawing/2014/main" id="{740DD007-BE3E-B548-2C92-E8399CDDBE03}"/>
                </a:ext>
              </a:extLst>
            </p:cNvPr>
            <p:cNvCxnSpPr/>
            <p:nvPr/>
          </p:nvCxnSpPr>
          <p:spPr>
            <a:xfrm>
              <a:off x="3786182" y="4643446"/>
              <a:ext cx="130188"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grpSp>
      <p:sp>
        <p:nvSpPr>
          <p:cNvPr id="263" name="フリーフォーム 115">
            <a:extLst>
              <a:ext uri="{FF2B5EF4-FFF2-40B4-BE49-F238E27FC236}">
                <a16:creationId xmlns:a16="http://schemas.microsoft.com/office/drawing/2014/main" id="{4705686F-3BE7-85FC-E8E8-6A5C6CE8605F}"/>
              </a:ext>
            </a:extLst>
          </p:cNvPr>
          <p:cNvSpPr/>
          <p:nvPr/>
        </p:nvSpPr>
        <p:spPr bwMode="auto">
          <a:xfrm rot="5400000" flipH="1">
            <a:off x="8166022" y="2798993"/>
            <a:ext cx="990011" cy="270003"/>
          </a:xfrm>
          <a:custGeom>
            <a:avLst/>
            <a:gdLst>
              <a:gd name="connsiteX0" fmla="*/ 0 w 1278531"/>
              <a:gd name="connsiteY0" fmla="*/ 112846 h 789920"/>
              <a:gd name="connsiteX1" fmla="*/ 1095884 w 1278531"/>
              <a:gd name="connsiteY1" fmla="*/ 112846 h 789920"/>
              <a:gd name="connsiteX2" fmla="*/ 1095884 w 1278531"/>
              <a:gd name="connsiteY2" fmla="*/ 789920 h 789920"/>
              <a:gd name="connsiteX0" fmla="*/ 0 w 1278531"/>
              <a:gd name="connsiteY0" fmla="*/ 0 h 677074"/>
              <a:gd name="connsiteX1" fmla="*/ 1095884 w 1278531"/>
              <a:gd name="connsiteY1" fmla="*/ 0 h 677074"/>
              <a:gd name="connsiteX2" fmla="*/ 1095884 w 1278531"/>
              <a:gd name="connsiteY2" fmla="*/ 677074 h 677074"/>
              <a:gd name="connsiteX0" fmla="*/ 0 w 1095884"/>
              <a:gd name="connsiteY0" fmla="*/ 0 h 677074"/>
              <a:gd name="connsiteX1" fmla="*/ 1095884 w 1095884"/>
              <a:gd name="connsiteY1" fmla="*/ 0 h 677074"/>
              <a:gd name="connsiteX2" fmla="*/ 1095884 w 1095884"/>
              <a:gd name="connsiteY2" fmla="*/ 677074 h 677074"/>
            </a:gdLst>
            <a:ahLst/>
            <a:cxnLst>
              <a:cxn ang="0">
                <a:pos x="connsiteX0" y="connsiteY0"/>
              </a:cxn>
              <a:cxn ang="0">
                <a:pos x="connsiteX1" y="connsiteY1"/>
              </a:cxn>
              <a:cxn ang="0">
                <a:pos x="connsiteX2" y="connsiteY2"/>
              </a:cxn>
            </a:cxnLst>
            <a:rect l="l" t="t" r="r" b="b"/>
            <a:pathLst>
              <a:path w="1095884" h="677074">
                <a:moveTo>
                  <a:pt x="0" y="0"/>
                </a:moveTo>
                <a:lnTo>
                  <a:pt x="1095884" y="0"/>
                </a:lnTo>
                <a:lnTo>
                  <a:pt x="1095884" y="677074"/>
                </a:lnTo>
              </a:path>
            </a:pathLst>
          </a:custGeom>
          <a:ln w="3175" cap="rnd">
            <a:headEnd type="none" w="sm" len="sm"/>
            <a:tailEnd type="none" w="sm" len="sm"/>
          </a:ln>
          <a:effectLst/>
        </p:spPr>
        <p:style>
          <a:lnRef idx="2">
            <a:schemeClr val="dk1"/>
          </a:lnRef>
          <a:fillRef idx="0">
            <a:schemeClr val="dk1"/>
          </a:fillRef>
          <a:effectRef idx="1">
            <a:schemeClr val="dk1"/>
          </a:effectRef>
          <a:fontRef idx="minor">
            <a:schemeClr val="tx1"/>
          </a:fontRef>
        </p:style>
        <p:txBody>
          <a:bodyPr vert="horz" wrap="none" lIns="90000" tIns="46800" rIns="90000" bIns="46800" numCol="1" rtlCol="0" anchor="ctr"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ja-JP" altLang="en-US" sz="1800" b="0" i="0" u="none" strike="noStrike" cap="none" normalizeH="0" baseline="0" dirty="0">
              <a:ln>
                <a:noFill/>
              </a:ln>
              <a:solidFill>
                <a:schemeClr val="tx1"/>
              </a:solidFill>
              <a:effectLst/>
              <a:latin typeface="Arial Narrow" pitchFamily="34" charset="0"/>
              <a:ea typeface="メイリオ" pitchFamily="50" charset="-128"/>
            </a:endParaRPr>
          </a:p>
        </p:txBody>
      </p:sp>
      <p:cxnSp>
        <p:nvCxnSpPr>
          <p:cNvPr id="264" name="直線コネクタ 263">
            <a:extLst>
              <a:ext uri="{FF2B5EF4-FFF2-40B4-BE49-F238E27FC236}">
                <a16:creationId xmlns:a16="http://schemas.microsoft.com/office/drawing/2014/main" id="{B318F468-6168-803F-F8EF-70207D14D222}"/>
              </a:ext>
            </a:extLst>
          </p:cNvPr>
          <p:cNvCxnSpPr/>
          <p:nvPr/>
        </p:nvCxnSpPr>
        <p:spPr>
          <a:xfrm>
            <a:off x="8256024" y="2438990"/>
            <a:ext cx="179894" cy="0"/>
          </a:xfrm>
          <a:prstGeom prst="line">
            <a:avLst/>
          </a:prstGeom>
          <a:ln w="3175" cap="rnd">
            <a:solidFill>
              <a:srgbClr val="00000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5" name="直線コネクタ 264">
            <a:extLst>
              <a:ext uri="{FF2B5EF4-FFF2-40B4-BE49-F238E27FC236}">
                <a16:creationId xmlns:a16="http://schemas.microsoft.com/office/drawing/2014/main" id="{D8FBC1A8-15AD-E0C2-7889-8A5AD1DB91AF}"/>
              </a:ext>
            </a:extLst>
          </p:cNvPr>
          <p:cNvCxnSpPr/>
          <p:nvPr/>
        </p:nvCxnSpPr>
        <p:spPr>
          <a:xfrm>
            <a:off x="7716018" y="2438990"/>
            <a:ext cx="540006" cy="0"/>
          </a:xfrm>
          <a:prstGeom prst="line">
            <a:avLst/>
          </a:prstGeom>
          <a:ln w="3175" cap="rnd">
            <a:solidFill>
              <a:srgbClr val="000000"/>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266" name="正方形/長方形 265">
            <a:extLst>
              <a:ext uri="{FF2B5EF4-FFF2-40B4-BE49-F238E27FC236}">
                <a16:creationId xmlns:a16="http://schemas.microsoft.com/office/drawing/2014/main" id="{0310D5FD-9B50-50C0-1786-C0F2D7ADE33B}"/>
              </a:ext>
            </a:extLst>
          </p:cNvPr>
          <p:cNvSpPr/>
          <p:nvPr/>
        </p:nvSpPr>
        <p:spPr bwMode="auto">
          <a:xfrm>
            <a:off x="8526027" y="998974"/>
            <a:ext cx="720008" cy="720007"/>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pPr algn="ctr"/>
            <a:r>
              <a:rPr kumimoji="1" lang="ja-JP" altLang="en-US" sz="2000" dirty="0">
                <a:solidFill>
                  <a:schemeClr val="tx1">
                    <a:lumMod val="75000"/>
                    <a:lumOff val="25000"/>
                  </a:schemeClr>
                </a:solidFill>
              </a:rPr>
              <a:t>電源</a:t>
            </a:r>
          </a:p>
        </p:txBody>
      </p:sp>
      <p:cxnSp>
        <p:nvCxnSpPr>
          <p:cNvPr id="267" name="直線コネクタ 266">
            <a:extLst>
              <a:ext uri="{FF2B5EF4-FFF2-40B4-BE49-F238E27FC236}">
                <a16:creationId xmlns:a16="http://schemas.microsoft.com/office/drawing/2014/main" id="{A9AD57C0-8778-6E8F-3F22-A563F7907E4F}"/>
              </a:ext>
            </a:extLst>
          </p:cNvPr>
          <p:cNvCxnSpPr/>
          <p:nvPr/>
        </p:nvCxnSpPr>
        <p:spPr>
          <a:xfrm>
            <a:off x="10084619" y="2438990"/>
            <a:ext cx="540006" cy="0"/>
          </a:xfrm>
          <a:prstGeom prst="line">
            <a:avLst/>
          </a:prstGeom>
          <a:ln w="3175" cap="rnd">
            <a:solidFill>
              <a:srgbClr val="000000"/>
            </a:solidFill>
            <a:headEnd type="none"/>
            <a:tailEnd type="none"/>
          </a:ln>
        </p:spPr>
        <p:style>
          <a:lnRef idx="1">
            <a:schemeClr val="accent1"/>
          </a:lnRef>
          <a:fillRef idx="0">
            <a:schemeClr val="accent1"/>
          </a:fillRef>
          <a:effectRef idx="0">
            <a:schemeClr val="accent1"/>
          </a:effectRef>
          <a:fontRef idx="minor">
            <a:schemeClr val="tx1"/>
          </a:fontRef>
        </p:style>
      </p:cxnSp>
      <p:grpSp>
        <p:nvGrpSpPr>
          <p:cNvPr id="268" name="グループ化 267">
            <a:extLst>
              <a:ext uri="{FF2B5EF4-FFF2-40B4-BE49-F238E27FC236}">
                <a16:creationId xmlns:a16="http://schemas.microsoft.com/office/drawing/2014/main" id="{16C56780-7D35-5D7B-09E5-429CE94A1EE5}"/>
              </a:ext>
            </a:extLst>
          </p:cNvPr>
          <p:cNvGrpSpPr/>
          <p:nvPr/>
        </p:nvGrpSpPr>
        <p:grpSpPr>
          <a:xfrm rot="10800000">
            <a:off x="11316058" y="2258988"/>
            <a:ext cx="90012" cy="360048"/>
            <a:chOff x="2051664" y="1988808"/>
            <a:chExt cx="90012" cy="360048"/>
          </a:xfrm>
        </p:grpSpPr>
        <p:cxnSp>
          <p:nvCxnSpPr>
            <p:cNvPr id="269" name="直線コネクタ 268">
              <a:extLst>
                <a:ext uri="{FF2B5EF4-FFF2-40B4-BE49-F238E27FC236}">
                  <a16:creationId xmlns:a16="http://schemas.microsoft.com/office/drawing/2014/main" id="{E22D757A-D2EE-D171-190C-CBE47181E54E}"/>
                </a:ext>
              </a:extLst>
            </p:cNvPr>
            <p:cNvCxnSpPr/>
            <p:nvPr/>
          </p:nvCxnSpPr>
          <p:spPr>
            <a:xfrm flipH="1">
              <a:off x="2051664" y="1988808"/>
              <a:ext cx="0" cy="360048"/>
            </a:xfrm>
            <a:prstGeom prst="line">
              <a:avLst/>
            </a:prstGeom>
            <a:ln w="57150" cap="rnd">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270" name="直線コネクタ 269">
              <a:extLst>
                <a:ext uri="{FF2B5EF4-FFF2-40B4-BE49-F238E27FC236}">
                  <a16:creationId xmlns:a16="http://schemas.microsoft.com/office/drawing/2014/main" id="{FF8B9CDE-AD5D-6999-1BCF-24F33246D53F}"/>
                </a:ext>
              </a:extLst>
            </p:cNvPr>
            <p:cNvCxnSpPr/>
            <p:nvPr/>
          </p:nvCxnSpPr>
          <p:spPr>
            <a:xfrm flipH="1">
              <a:off x="2141676" y="1988808"/>
              <a:ext cx="0" cy="360048"/>
            </a:xfrm>
            <a:prstGeom prst="line">
              <a:avLst/>
            </a:prstGeom>
            <a:ln w="57150" cap="rnd">
              <a:solidFill>
                <a:schemeClr val="accent5"/>
              </a:solidFill>
            </a:ln>
          </p:spPr>
          <p:style>
            <a:lnRef idx="1">
              <a:schemeClr val="accent1"/>
            </a:lnRef>
            <a:fillRef idx="0">
              <a:schemeClr val="accent1"/>
            </a:fillRef>
            <a:effectRef idx="0">
              <a:schemeClr val="accent1"/>
            </a:effectRef>
            <a:fontRef idx="minor">
              <a:schemeClr val="tx1"/>
            </a:fontRef>
          </p:style>
        </p:cxnSp>
      </p:grpSp>
      <p:grpSp>
        <p:nvGrpSpPr>
          <p:cNvPr id="271" name="グループ化 152">
            <a:extLst>
              <a:ext uri="{FF2B5EF4-FFF2-40B4-BE49-F238E27FC236}">
                <a16:creationId xmlns:a16="http://schemas.microsoft.com/office/drawing/2014/main" id="{6EA351C3-FCCB-F75E-1B1F-507E555136E2}"/>
              </a:ext>
            </a:extLst>
          </p:cNvPr>
          <p:cNvGrpSpPr/>
          <p:nvPr/>
        </p:nvGrpSpPr>
        <p:grpSpPr>
          <a:xfrm>
            <a:off x="11586061" y="3429001"/>
            <a:ext cx="180002" cy="90001"/>
            <a:chOff x="3643306" y="4500570"/>
            <a:chExt cx="428628" cy="144464"/>
          </a:xfrm>
        </p:grpSpPr>
        <p:cxnSp>
          <p:nvCxnSpPr>
            <p:cNvPr id="272" name="直線コネクタ 271">
              <a:extLst>
                <a:ext uri="{FF2B5EF4-FFF2-40B4-BE49-F238E27FC236}">
                  <a16:creationId xmlns:a16="http://schemas.microsoft.com/office/drawing/2014/main" id="{89FA3FE1-720F-04E8-4C56-4FEB1440C8AE}"/>
                </a:ext>
              </a:extLst>
            </p:cNvPr>
            <p:cNvCxnSpPr/>
            <p:nvPr/>
          </p:nvCxnSpPr>
          <p:spPr>
            <a:xfrm>
              <a:off x="3643306" y="4500570"/>
              <a:ext cx="428628"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cxnSp>
          <p:nvCxnSpPr>
            <p:cNvPr id="273" name="直線コネクタ 272">
              <a:extLst>
                <a:ext uri="{FF2B5EF4-FFF2-40B4-BE49-F238E27FC236}">
                  <a16:creationId xmlns:a16="http://schemas.microsoft.com/office/drawing/2014/main" id="{495B62DC-4855-6B26-250C-C7A0EC51CF3C}"/>
                </a:ext>
              </a:extLst>
            </p:cNvPr>
            <p:cNvCxnSpPr/>
            <p:nvPr/>
          </p:nvCxnSpPr>
          <p:spPr>
            <a:xfrm>
              <a:off x="3714744" y="4572008"/>
              <a:ext cx="285752"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cxnSp>
          <p:nvCxnSpPr>
            <p:cNvPr id="274" name="直線コネクタ 273">
              <a:extLst>
                <a:ext uri="{FF2B5EF4-FFF2-40B4-BE49-F238E27FC236}">
                  <a16:creationId xmlns:a16="http://schemas.microsoft.com/office/drawing/2014/main" id="{CFCFE16D-EACB-2D19-7F7B-03CFC47F898E}"/>
                </a:ext>
              </a:extLst>
            </p:cNvPr>
            <p:cNvCxnSpPr/>
            <p:nvPr/>
          </p:nvCxnSpPr>
          <p:spPr>
            <a:xfrm>
              <a:off x="3786182" y="4643446"/>
              <a:ext cx="130188"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grpSp>
      <p:sp>
        <p:nvSpPr>
          <p:cNvPr id="275" name="フリーフォーム 155">
            <a:extLst>
              <a:ext uri="{FF2B5EF4-FFF2-40B4-BE49-F238E27FC236}">
                <a16:creationId xmlns:a16="http://schemas.microsoft.com/office/drawing/2014/main" id="{F695B2BA-4E60-9D18-CD38-1016BF21E0BB}"/>
              </a:ext>
            </a:extLst>
          </p:cNvPr>
          <p:cNvSpPr/>
          <p:nvPr/>
        </p:nvSpPr>
        <p:spPr bwMode="auto">
          <a:xfrm rot="5400000" flipH="1">
            <a:off x="11046054" y="2798993"/>
            <a:ext cx="990011" cy="270003"/>
          </a:xfrm>
          <a:custGeom>
            <a:avLst/>
            <a:gdLst>
              <a:gd name="connsiteX0" fmla="*/ 0 w 1278531"/>
              <a:gd name="connsiteY0" fmla="*/ 112846 h 789920"/>
              <a:gd name="connsiteX1" fmla="*/ 1095884 w 1278531"/>
              <a:gd name="connsiteY1" fmla="*/ 112846 h 789920"/>
              <a:gd name="connsiteX2" fmla="*/ 1095884 w 1278531"/>
              <a:gd name="connsiteY2" fmla="*/ 789920 h 789920"/>
              <a:gd name="connsiteX0" fmla="*/ 0 w 1278531"/>
              <a:gd name="connsiteY0" fmla="*/ 0 h 677074"/>
              <a:gd name="connsiteX1" fmla="*/ 1095884 w 1278531"/>
              <a:gd name="connsiteY1" fmla="*/ 0 h 677074"/>
              <a:gd name="connsiteX2" fmla="*/ 1095884 w 1278531"/>
              <a:gd name="connsiteY2" fmla="*/ 677074 h 677074"/>
              <a:gd name="connsiteX0" fmla="*/ 0 w 1095884"/>
              <a:gd name="connsiteY0" fmla="*/ 0 h 677074"/>
              <a:gd name="connsiteX1" fmla="*/ 1095884 w 1095884"/>
              <a:gd name="connsiteY1" fmla="*/ 0 h 677074"/>
              <a:gd name="connsiteX2" fmla="*/ 1095884 w 1095884"/>
              <a:gd name="connsiteY2" fmla="*/ 677074 h 677074"/>
            </a:gdLst>
            <a:ahLst/>
            <a:cxnLst>
              <a:cxn ang="0">
                <a:pos x="connsiteX0" y="connsiteY0"/>
              </a:cxn>
              <a:cxn ang="0">
                <a:pos x="connsiteX1" y="connsiteY1"/>
              </a:cxn>
              <a:cxn ang="0">
                <a:pos x="connsiteX2" y="connsiteY2"/>
              </a:cxn>
            </a:cxnLst>
            <a:rect l="l" t="t" r="r" b="b"/>
            <a:pathLst>
              <a:path w="1095884" h="677074">
                <a:moveTo>
                  <a:pt x="0" y="0"/>
                </a:moveTo>
                <a:lnTo>
                  <a:pt x="1095884" y="0"/>
                </a:lnTo>
                <a:lnTo>
                  <a:pt x="1095884" y="677074"/>
                </a:lnTo>
              </a:path>
            </a:pathLst>
          </a:custGeom>
          <a:ln w="3175" cap="rnd">
            <a:headEnd type="none" w="sm" len="sm"/>
            <a:tailEnd type="none" w="sm" len="sm"/>
          </a:ln>
          <a:effectLst/>
        </p:spPr>
        <p:style>
          <a:lnRef idx="2">
            <a:schemeClr val="dk1"/>
          </a:lnRef>
          <a:fillRef idx="0">
            <a:schemeClr val="dk1"/>
          </a:fillRef>
          <a:effectRef idx="1">
            <a:schemeClr val="dk1"/>
          </a:effectRef>
          <a:fontRef idx="minor">
            <a:schemeClr val="tx1"/>
          </a:fontRef>
        </p:style>
        <p:txBody>
          <a:bodyPr vert="horz" wrap="none" lIns="90000" tIns="46800" rIns="90000" bIns="46800" numCol="1" rtlCol="0" anchor="ctr"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ja-JP" altLang="en-US" sz="1800" b="0" i="0" u="none" strike="noStrike" cap="none" normalizeH="0" baseline="0" dirty="0">
              <a:ln>
                <a:noFill/>
              </a:ln>
              <a:solidFill>
                <a:schemeClr val="tx1"/>
              </a:solidFill>
              <a:effectLst/>
              <a:latin typeface="Arial Narrow" pitchFamily="34" charset="0"/>
              <a:ea typeface="メイリオ" pitchFamily="50" charset="-128"/>
            </a:endParaRPr>
          </a:p>
        </p:txBody>
      </p:sp>
      <p:cxnSp>
        <p:nvCxnSpPr>
          <p:cNvPr id="276" name="直線コネクタ 275">
            <a:extLst>
              <a:ext uri="{FF2B5EF4-FFF2-40B4-BE49-F238E27FC236}">
                <a16:creationId xmlns:a16="http://schemas.microsoft.com/office/drawing/2014/main" id="{47B57984-C040-C905-082A-5ECF4793B7EA}"/>
              </a:ext>
            </a:extLst>
          </p:cNvPr>
          <p:cNvCxnSpPr/>
          <p:nvPr/>
        </p:nvCxnSpPr>
        <p:spPr>
          <a:xfrm>
            <a:off x="11136056" y="2438990"/>
            <a:ext cx="179894" cy="0"/>
          </a:xfrm>
          <a:prstGeom prst="line">
            <a:avLst/>
          </a:prstGeom>
          <a:ln w="3175" cap="rnd">
            <a:solidFill>
              <a:srgbClr val="00000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7" name="直線コネクタ 276">
            <a:extLst>
              <a:ext uri="{FF2B5EF4-FFF2-40B4-BE49-F238E27FC236}">
                <a16:creationId xmlns:a16="http://schemas.microsoft.com/office/drawing/2014/main" id="{BACD9FFC-92AD-AE7C-D075-4223AF5A301C}"/>
              </a:ext>
            </a:extLst>
          </p:cNvPr>
          <p:cNvCxnSpPr/>
          <p:nvPr/>
        </p:nvCxnSpPr>
        <p:spPr>
          <a:xfrm>
            <a:off x="10596050" y="2438990"/>
            <a:ext cx="540006" cy="0"/>
          </a:xfrm>
          <a:prstGeom prst="line">
            <a:avLst/>
          </a:prstGeom>
          <a:ln w="3175" cap="rnd">
            <a:solidFill>
              <a:srgbClr val="000000"/>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278" name="曲折矢印 160">
            <a:extLst>
              <a:ext uri="{FF2B5EF4-FFF2-40B4-BE49-F238E27FC236}">
                <a16:creationId xmlns:a16="http://schemas.microsoft.com/office/drawing/2014/main" id="{5CF6907F-5BAB-6A46-9EA1-8071FEFCF1EF}"/>
              </a:ext>
            </a:extLst>
          </p:cNvPr>
          <p:cNvSpPr/>
          <p:nvPr/>
        </p:nvSpPr>
        <p:spPr bwMode="auto">
          <a:xfrm rot="10800000" flipH="1">
            <a:off x="9544614" y="1628980"/>
            <a:ext cx="1620018" cy="720008"/>
          </a:xfrm>
          <a:prstGeom prst="bentArrow">
            <a:avLst>
              <a:gd name="adj1" fmla="val 9785"/>
              <a:gd name="adj2" fmla="val 13296"/>
              <a:gd name="adj3" fmla="val 8614"/>
              <a:gd name="adj4" fmla="val 19171"/>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279" name="曲折矢印 171">
            <a:extLst>
              <a:ext uri="{FF2B5EF4-FFF2-40B4-BE49-F238E27FC236}">
                <a16:creationId xmlns:a16="http://schemas.microsoft.com/office/drawing/2014/main" id="{0E1A1E00-36FE-75B6-E0DA-E6EE61A029B2}"/>
              </a:ext>
            </a:extLst>
          </p:cNvPr>
          <p:cNvSpPr/>
          <p:nvPr/>
        </p:nvSpPr>
        <p:spPr bwMode="auto">
          <a:xfrm rot="16200000" flipH="1">
            <a:off x="9859617" y="2213988"/>
            <a:ext cx="810009" cy="1620018"/>
          </a:xfrm>
          <a:prstGeom prst="bentArrow">
            <a:avLst>
              <a:gd name="adj1" fmla="val 9785"/>
              <a:gd name="adj2" fmla="val 13296"/>
              <a:gd name="adj3" fmla="val 8614"/>
              <a:gd name="adj4" fmla="val 19171"/>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grpSp>
        <p:nvGrpSpPr>
          <p:cNvPr id="4" name="グループ化 3">
            <a:extLst>
              <a:ext uri="{FF2B5EF4-FFF2-40B4-BE49-F238E27FC236}">
                <a16:creationId xmlns:a16="http://schemas.microsoft.com/office/drawing/2014/main" id="{2E3D043B-8921-48BB-8716-2573B7046D39}"/>
              </a:ext>
            </a:extLst>
          </p:cNvPr>
          <p:cNvGrpSpPr/>
          <p:nvPr/>
        </p:nvGrpSpPr>
        <p:grpSpPr>
          <a:xfrm rot="10800000">
            <a:off x="4385873" y="2618990"/>
            <a:ext cx="270036" cy="360048"/>
            <a:chOff x="1871640" y="1988808"/>
            <a:chExt cx="270036" cy="360048"/>
          </a:xfrm>
        </p:grpSpPr>
        <p:cxnSp>
          <p:nvCxnSpPr>
            <p:cNvPr id="5" name="直線コネクタ 4">
              <a:extLst>
                <a:ext uri="{FF2B5EF4-FFF2-40B4-BE49-F238E27FC236}">
                  <a16:creationId xmlns:a16="http://schemas.microsoft.com/office/drawing/2014/main" id="{E0F7A921-CD99-2AB6-ED46-61313B958459}"/>
                </a:ext>
              </a:extLst>
            </p:cNvPr>
            <p:cNvCxnSpPr/>
            <p:nvPr/>
          </p:nvCxnSpPr>
          <p:spPr>
            <a:xfrm>
              <a:off x="1871640"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6" name="直線コネクタ 5">
              <a:extLst>
                <a:ext uri="{FF2B5EF4-FFF2-40B4-BE49-F238E27FC236}">
                  <a16:creationId xmlns:a16="http://schemas.microsoft.com/office/drawing/2014/main" id="{BCB21FD5-E8EB-040D-A60C-EC04354FE39F}"/>
                </a:ext>
              </a:extLst>
            </p:cNvPr>
            <p:cNvCxnSpPr/>
            <p:nvPr/>
          </p:nvCxnSpPr>
          <p:spPr>
            <a:xfrm flipH="1">
              <a:off x="2051664"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7" name="直線コネクタ 6">
              <a:extLst>
                <a:ext uri="{FF2B5EF4-FFF2-40B4-BE49-F238E27FC236}">
                  <a16:creationId xmlns:a16="http://schemas.microsoft.com/office/drawing/2014/main" id="{D54486CB-8EBA-841E-23BD-AE07954C7872}"/>
                </a:ext>
              </a:extLst>
            </p:cNvPr>
            <p:cNvCxnSpPr/>
            <p:nvPr/>
          </p:nvCxnSpPr>
          <p:spPr>
            <a:xfrm>
              <a:off x="1871640" y="2348856"/>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8" name="直線コネクタ 7">
              <a:extLst>
                <a:ext uri="{FF2B5EF4-FFF2-40B4-BE49-F238E27FC236}">
                  <a16:creationId xmlns:a16="http://schemas.microsoft.com/office/drawing/2014/main" id="{09BB2687-37D8-E3BE-03A3-4884CEDCC5B2}"/>
                </a:ext>
              </a:extLst>
            </p:cNvPr>
            <p:cNvCxnSpPr/>
            <p:nvPr/>
          </p:nvCxnSpPr>
          <p:spPr>
            <a:xfrm flipH="1">
              <a:off x="2141676"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9" name="グループ化 8">
            <a:extLst>
              <a:ext uri="{FF2B5EF4-FFF2-40B4-BE49-F238E27FC236}">
                <a16:creationId xmlns:a16="http://schemas.microsoft.com/office/drawing/2014/main" id="{DBDCF0C7-F179-D3B2-7BC5-013CEEC00B57}"/>
              </a:ext>
            </a:extLst>
          </p:cNvPr>
          <p:cNvGrpSpPr/>
          <p:nvPr/>
        </p:nvGrpSpPr>
        <p:grpSpPr>
          <a:xfrm rot="16200000">
            <a:off x="3839401" y="2265454"/>
            <a:ext cx="726521" cy="353582"/>
            <a:chOff x="2675342" y="2348879"/>
            <a:chExt cx="906547" cy="360041"/>
          </a:xfrm>
        </p:grpSpPr>
        <p:sp>
          <p:nvSpPr>
            <p:cNvPr id="10" name="フリーフォーム 31">
              <a:extLst>
                <a:ext uri="{FF2B5EF4-FFF2-40B4-BE49-F238E27FC236}">
                  <a16:creationId xmlns:a16="http://schemas.microsoft.com/office/drawing/2014/main" id="{D634D1F8-317A-6893-AF62-16B4B575688E}"/>
                </a:ext>
              </a:extLst>
            </p:cNvPr>
            <p:cNvSpPr/>
            <p:nvPr/>
          </p:nvSpPr>
          <p:spPr bwMode="auto">
            <a:xfrm rot="16200000">
              <a:off x="2723571" y="2300650"/>
              <a:ext cx="360041" cy="456500"/>
            </a:xfrm>
            <a:custGeom>
              <a:avLst/>
              <a:gdLst>
                <a:gd name="connsiteX0" fmla="*/ 0 w 1278531"/>
                <a:gd name="connsiteY0" fmla="*/ 112846 h 789920"/>
                <a:gd name="connsiteX1" fmla="*/ 1095884 w 1278531"/>
                <a:gd name="connsiteY1" fmla="*/ 112846 h 789920"/>
                <a:gd name="connsiteX2" fmla="*/ 1095884 w 1278531"/>
                <a:gd name="connsiteY2" fmla="*/ 789920 h 789920"/>
                <a:gd name="connsiteX0" fmla="*/ 0 w 1278531"/>
                <a:gd name="connsiteY0" fmla="*/ 0 h 677074"/>
                <a:gd name="connsiteX1" fmla="*/ 1095884 w 1278531"/>
                <a:gd name="connsiteY1" fmla="*/ 0 h 677074"/>
                <a:gd name="connsiteX2" fmla="*/ 1095884 w 1278531"/>
                <a:gd name="connsiteY2" fmla="*/ 677074 h 677074"/>
                <a:gd name="connsiteX0" fmla="*/ 0 w 1095884"/>
                <a:gd name="connsiteY0" fmla="*/ 0 h 677074"/>
                <a:gd name="connsiteX1" fmla="*/ 1095884 w 1095884"/>
                <a:gd name="connsiteY1" fmla="*/ 0 h 677074"/>
                <a:gd name="connsiteX2" fmla="*/ 1095884 w 1095884"/>
                <a:gd name="connsiteY2" fmla="*/ 677074 h 677074"/>
              </a:gdLst>
              <a:ahLst/>
              <a:cxnLst>
                <a:cxn ang="0">
                  <a:pos x="connsiteX0" y="connsiteY0"/>
                </a:cxn>
                <a:cxn ang="0">
                  <a:pos x="connsiteX1" y="connsiteY1"/>
                </a:cxn>
                <a:cxn ang="0">
                  <a:pos x="connsiteX2" y="connsiteY2"/>
                </a:cxn>
              </a:cxnLst>
              <a:rect l="l" t="t" r="r" b="b"/>
              <a:pathLst>
                <a:path w="1095884" h="677074">
                  <a:moveTo>
                    <a:pt x="0" y="0"/>
                  </a:moveTo>
                  <a:lnTo>
                    <a:pt x="1095884" y="0"/>
                  </a:lnTo>
                  <a:lnTo>
                    <a:pt x="1095884" y="677074"/>
                  </a:lnTo>
                </a:path>
              </a:pathLst>
            </a:custGeom>
            <a:ln w="3175" cap="rnd">
              <a:headEnd type="none" w="med" len="med"/>
              <a:tailEnd type="none" w="sm" len="sm"/>
            </a:ln>
            <a:effectLst/>
          </p:spPr>
          <p:style>
            <a:lnRef idx="2">
              <a:schemeClr val="dk1"/>
            </a:lnRef>
            <a:fillRef idx="0">
              <a:schemeClr val="dk1"/>
            </a:fillRef>
            <a:effectRef idx="1">
              <a:schemeClr val="dk1"/>
            </a:effectRef>
            <a:fontRef idx="minor">
              <a:schemeClr val="tx1"/>
            </a:fontRef>
          </p:style>
          <p:txBody>
            <a:bodyPr vert="horz" wrap="none" lIns="90000" tIns="46800" rIns="90000" bIns="46800" numCol="1" rtlCol="0" anchor="ctr" anchorCtr="0" compatLnSpc="1">
              <a:prstTxWarp prst="textNoShape">
                <a:avLst/>
              </a:prstTxWarp>
            </a:bodyPr>
            <a:lstStyle/>
            <a:p>
              <a:pPr fontAlgn="base">
                <a:spcBef>
                  <a:spcPct val="0"/>
                </a:spcBef>
                <a:spcAft>
                  <a:spcPct val="0"/>
                </a:spcAft>
              </a:pPr>
              <a:endParaRPr lang="ja-JP" altLang="en-US">
                <a:latin typeface="Arial Narrow" pitchFamily="34" charset="0"/>
                <a:ea typeface="メイリオ" pitchFamily="50" charset="-128"/>
              </a:endParaRPr>
            </a:p>
          </p:txBody>
        </p:sp>
        <p:sp>
          <p:nvSpPr>
            <p:cNvPr id="11" name="フリーフォーム 32">
              <a:extLst>
                <a:ext uri="{FF2B5EF4-FFF2-40B4-BE49-F238E27FC236}">
                  <a16:creationId xmlns:a16="http://schemas.microsoft.com/office/drawing/2014/main" id="{70658170-7B64-E296-26CF-08E78BB025D6}"/>
                </a:ext>
              </a:extLst>
            </p:cNvPr>
            <p:cNvSpPr/>
            <p:nvPr/>
          </p:nvSpPr>
          <p:spPr bwMode="auto">
            <a:xfrm rot="16200000" flipV="1">
              <a:off x="3176846" y="2303875"/>
              <a:ext cx="360040" cy="450047"/>
            </a:xfrm>
            <a:custGeom>
              <a:avLst/>
              <a:gdLst>
                <a:gd name="connsiteX0" fmla="*/ 0 w 1278531"/>
                <a:gd name="connsiteY0" fmla="*/ 112846 h 789920"/>
                <a:gd name="connsiteX1" fmla="*/ 1095884 w 1278531"/>
                <a:gd name="connsiteY1" fmla="*/ 112846 h 789920"/>
                <a:gd name="connsiteX2" fmla="*/ 1095884 w 1278531"/>
                <a:gd name="connsiteY2" fmla="*/ 789920 h 789920"/>
                <a:gd name="connsiteX0" fmla="*/ 0 w 1278531"/>
                <a:gd name="connsiteY0" fmla="*/ 0 h 677074"/>
                <a:gd name="connsiteX1" fmla="*/ 1095884 w 1278531"/>
                <a:gd name="connsiteY1" fmla="*/ 0 h 677074"/>
                <a:gd name="connsiteX2" fmla="*/ 1095884 w 1278531"/>
                <a:gd name="connsiteY2" fmla="*/ 677074 h 677074"/>
                <a:gd name="connsiteX0" fmla="*/ 0 w 1095884"/>
                <a:gd name="connsiteY0" fmla="*/ 0 h 677074"/>
                <a:gd name="connsiteX1" fmla="*/ 1095884 w 1095884"/>
                <a:gd name="connsiteY1" fmla="*/ 0 h 677074"/>
                <a:gd name="connsiteX2" fmla="*/ 1095884 w 1095884"/>
                <a:gd name="connsiteY2" fmla="*/ 677074 h 677074"/>
              </a:gdLst>
              <a:ahLst/>
              <a:cxnLst>
                <a:cxn ang="0">
                  <a:pos x="connsiteX0" y="connsiteY0"/>
                </a:cxn>
                <a:cxn ang="0">
                  <a:pos x="connsiteX1" y="connsiteY1"/>
                </a:cxn>
                <a:cxn ang="0">
                  <a:pos x="connsiteX2" y="connsiteY2"/>
                </a:cxn>
              </a:cxnLst>
              <a:rect l="l" t="t" r="r" b="b"/>
              <a:pathLst>
                <a:path w="1095884" h="677074">
                  <a:moveTo>
                    <a:pt x="0" y="0"/>
                  </a:moveTo>
                  <a:lnTo>
                    <a:pt x="1095884" y="0"/>
                  </a:lnTo>
                  <a:lnTo>
                    <a:pt x="1095884" y="677074"/>
                  </a:lnTo>
                </a:path>
              </a:pathLst>
            </a:custGeom>
            <a:ln w="3175" cap="rnd">
              <a:headEnd type="none" w="med" len="med"/>
              <a:tailEnd type="none" w="sm" len="sm"/>
            </a:ln>
            <a:effectLst/>
          </p:spPr>
          <p:style>
            <a:lnRef idx="2">
              <a:schemeClr val="dk1"/>
            </a:lnRef>
            <a:fillRef idx="0">
              <a:schemeClr val="dk1"/>
            </a:fillRef>
            <a:effectRef idx="1">
              <a:schemeClr val="dk1"/>
            </a:effectRef>
            <a:fontRef idx="minor">
              <a:schemeClr val="tx1"/>
            </a:fontRef>
          </p:style>
          <p:txBody>
            <a:bodyPr vert="horz" wrap="none" lIns="90000" tIns="46800" rIns="90000" bIns="46800" numCol="1" rtlCol="0" anchor="ctr" anchorCtr="0" compatLnSpc="1">
              <a:prstTxWarp prst="textNoShape">
                <a:avLst/>
              </a:prstTxWarp>
            </a:bodyPr>
            <a:lstStyle/>
            <a:p>
              <a:pPr fontAlgn="base">
                <a:spcBef>
                  <a:spcPct val="0"/>
                </a:spcBef>
                <a:spcAft>
                  <a:spcPct val="0"/>
                </a:spcAft>
              </a:pPr>
              <a:endParaRPr lang="ja-JP" altLang="en-US">
                <a:latin typeface="Arial Narrow" pitchFamily="34" charset="0"/>
                <a:ea typeface="メイリオ" pitchFamily="50" charset="-128"/>
              </a:endParaRPr>
            </a:p>
          </p:txBody>
        </p:sp>
      </p:grpSp>
      <p:pic>
        <p:nvPicPr>
          <p:cNvPr id="12" name="Picture 28" descr="NOT">
            <a:extLst>
              <a:ext uri="{FF2B5EF4-FFF2-40B4-BE49-F238E27FC236}">
                <a16:creationId xmlns:a16="http://schemas.microsoft.com/office/drawing/2014/main" id="{56F8A902-1EBF-C846-776E-E971D3ECA278}"/>
              </a:ext>
            </a:extLst>
          </p:cNvPr>
          <p:cNvPicPr>
            <a:picLocks noChangeAspect="1" noChangeArrowheads="1"/>
          </p:cNvPicPr>
          <p:nvPr/>
        </p:nvPicPr>
        <p:blipFill>
          <a:blip r:embed="rId3"/>
          <a:srcRect/>
          <a:stretch>
            <a:fillRect/>
          </a:stretch>
        </p:blipFill>
        <p:spPr bwMode="auto">
          <a:xfrm>
            <a:off x="605938" y="2078985"/>
            <a:ext cx="717550" cy="720725"/>
          </a:xfrm>
          <a:prstGeom prst="rect">
            <a:avLst/>
          </a:prstGeom>
          <a:noFill/>
        </p:spPr>
      </p:pic>
      <p:cxnSp>
        <p:nvCxnSpPr>
          <p:cNvPr id="13" name="直線コネクタ 12">
            <a:extLst>
              <a:ext uri="{FF2B5EF4-FFF2-40B4-BE49-F238E27FC236}">
                <a16:creationId xmlns:a16="http://schemas.microsoft.com/office/drawing/2014/main" id="{F7B18AEC-CEC8-5604-ECBD-140769AF624C}"/>
              </a:ext>
            </a:extLst>
          </p:cNvPr>
          <p:cNvCxnSpPr/>
          <p:nvPr/>
        </p:nvCxnSpPr>
        <p:spPr>
          <a:xfrm flipH="1" flipV="1">
            <a:off x="245935" y="2438988"/>
            <a:ext cx="450293" cy="98"/>
          </a:xfrm>
          <a:prstGeom prst="line">
            <a:avLst/>
          </a:prstGeom>
          <a:ln w="3175"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14" name="直線コネクタ 13">
            <a:extLst>
              <a:ext uri="{FF2B5EF4-FFF2-40B4-BE49-F238E27FC236}">
                <a16:creationId xmlns:a16="http://schemas.microsoft.com/office/drawing/2014/main" id="{49AFA7FF-0B90-43C4-226A-145C664227BD}"/>
              </a:ext>
            </a:extLst>
          </p:cNvPr>
          <p:cNvCxnSpPr>
            <a:cxnSpLocks/>
          </p:cNvCxnSpPr>
          <p:nvPr/>
        </p:nvCxnSpPr>
        <p:spPr>
          <a:xfrm flipH="1">
            <a:off x="1235946" y="2438988"/>
            <a:ext cx="1170013" cy="0"/>
          </a:xfrm>
          <a:prstGeom prst="line">
            <a:avLst/>
          </a:prstGeom>
          <a:ln w="3175"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grpSp>
        <p:nvGrpSpPr>
          <p:cNvPr id="15" name="グループ化 152">
            <a:extLst>
              <a:ext uri="{FF2B5EF4-FFF2-40B4-BE49-F238E27FC236}">
                <a16:creationId xmlns:a16="http://schemas.microsoft.com/office/drawing/2014/main" id="{405D8347-8633-CA4B-3C66-538D0D309A85}"/>
              </a:ext>
            </a:extLst>
          </p:cNvPr>
          <p:cNvGrpSpPr/>
          <p:nvPr/>
        </p:nvGrpSpPr>
        <p:grpSpPr>
          <a:xfrm>
            <a:off x="4565875" y="3248997"/>
            <a:ext cx="180002" cy="90001"/>
            <a:chOff x="3643306" y="4500570"/>
            <a:chExt cx="428628" cy="144464"/>
          </a:xfrm>
        </p:grpSpPr>
        <p:cxnSp>
          <p:nvCxnSpPr>
            <p:cNvPr id="16" name="直線コネクタ 15">
              <a:extLst>
                <a:ext uri="{FF2B5EF4-FFF2-40B4-BE49-F238E27FC236}">
                  <a16:creationId xmlns:a16="http://schemas.microsoft.com/office/drawing/2014/main" id="{0BB796D2-2963-29CF-E757-DBE7D77DD057}"/>
                </a:ext>
              </a:extLst>
            </p:cNvPr>
            <p:cNvCxnSpPr/>
            <p:nvPr/>
          </p:nvCxnSpPr>
          <p:spPr>
            <a:xfrm>
              <a:off x="3643306" y="4500570"/>
              <a:ext cx="428628"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cxnSp>
          <p:nvCxnSpPr>
            <p:cNvPr id="17" name="直線コネクタ 16">
              <a:extLst>
                <a:ext uri="{FF2B5EF4-FFF2-40B4-BE49-F238E27FC236}">
                  <a16:creationId xmlns:a16="http://schemas.microsoft.com/office/drawing/2014/main" id="{D0453ED8-F825-2591-8EC1-B3DA71D6AAF4}"/>
                </a:ext>
              </a:extLst>
            </p:cNvPr>
            <p:cNvCxnSpPr/>
            <p:nvPr/>
          </p:nvCxnSpPr>
          <p:spPr>
            <a:xfrm>
              <a:off x="3714744" y="4572008"/>
              <a:ext cx="285752"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cxnSp>
          <p:nvCxnSpPr>
            <p:cNvPr id="18" name="直線コネクタ 17">
              <a:extLst>
                <a:ext uri="{FF2B5EF4-FFF2-40B4-BE49-F238E27FC236}">
                  <a16:creationId xmlns:a16="http://schemas.microsoft.com/office/drawing/2014/main" id="{5872F517-7626-9C29-58D0-B99AE29E0439}"/>
                </a:ext>
              </a:extLst>
            </p:cNvPr>
            <p:cNvCxnSpPr/>
            <p:nvPr/>
          </p:nvCxnSpPr>
          <p:spPr>
            <a:xfrm>
              <a:off x="3786182" y="4643446"/>
              <a:ext cx="130188"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grpSp>
      <p:cxnSp>
        <p:nvCxnSpPr>
          <p:cNvPr id="19" name="直線コネクタ 18">
            <a:extLst>
              <a:ext uri="{FF2B5EF4-FFF2-40B4-BE49-F238E27FC236}">
                <a16:creationId xmlns:a16="http://schemas.microsoft.com/office/drawing/2014/main" id="{3D88B108-A14B-966A-F8E0-DFB95C963AF6}"/>
              </a:ext>
            </a:extLst>
          </p:cNvPr>
          <p:cNvCxnSpPr/>
          <p:nvPr/>
        </p:nvCxnSpPr>
        <p:spPr>
          <a:xfrm flipV="1">
            <a:off x="4655877" y="2978995"/>
            <a:ext cx="1" cy="270003"/>
          </a:xfrm>
          <a:prstGeom prst="line">
            <a:avLst/>
          </a:prstGeom>
          <a:ln w="3175"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grpSp>
        <p:nvGrpSpPr>
          <p:cNvPr id="20" name="グループ化 19">
            <a:extLst>
              <a:ext uri="{FF2B5EF4-FFF2-40B4-BE49-F238E27FC236}">
                <a16:creationId xmlns:a16="http://schemas.microsoft.com/office/drawing/2014/main" id="{79C062D5-BC64-DC61-91BC-718CC9E9FDB1}"/>
              </a:ext>
            </a:extLst>
          </p:cNvPr>
          <p:cNvGrpSpPr/>
          <p:nvPr/>
        </p:nvGrpSpPr>
        <p:grpSpPr>
          <a:xfrm rot="10800000">
            <a:off x="4295873" y="1898982"/>
            <a:ext cx="360048" cy="360048"/>
            <a:chOff x="4662012" y="908664"/>
            <a:chExt cx="360048" cy="360048"/>
          </a:xfrm>
        </p:grpSpPr>
        <p:cxnSp>
          <p:nvCxnSpPr>
            <p:cNvPr id="21" name="直線コネクタ 20">
              <a:extLst>
                <a:ext uri="{FF2B5EF4-FFF2-40B4-BE49-F238E27FC236}">
                  <a16:creationId xmlns:a16="http://schemas.microsoft.com/office/drawing/2014/main" id="{503CBE0A-5F33-BB12-2CBA-8240F1DAB348}"/>
                </a:ext>
              </a:extLst>
            </p:cNvPr>
            <p:cNvCxnSpPr/>
            <p:nvPr/>
          </p:nvCxnSpPr>
          <p:spPr>
            <a:xfrm>
              <a:off x="4662012" y="908664"/>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2" name="直線コネクタ 21">
              <a:extLst>
                <a:ext uri="{FF2B5EF4-FFF2-40B4-BE49-F238E27FC236}">
                  <a16:creationId xmlns:a16="http://schemas.microsoft.com/office/drawing/2014/main" id="{9DD03AD2-AB37-4002-59BA-A58A0B7EBE4A}"/>
                </a:ext>
              </a:extLst>
            </p:cNvPr>
            <p:cNvCxnSpPr/>
            <p:nvPr/>
          </p:nvCxnSpPr>
          <p:spPr>
            <a:xfrm flipH="1">
              <a:off x="4842036" y="908664"/>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3" name="直線コネクタ 22">
              <a:extLst>
                <a:ext uri="{FF2B5EF4-FFF2-40B4-BE49-F238E27FC236}">
                  <a16:creationId xmlns:a16="http://schemas.microsoft.com/office/drawing/2014/main" id="{32D830BB-510D-E6E2-B074-5125514AD484}"/>
                </a:ext>
              </a:extLst>
            </p:cNvPr>
            <p:cNvCxnSpPr/>
            <p:nvPr/>
          </p:nvCxnSpPr>
          <p:spPr>
            <a:xfrm>
              <a:off x="4662012" y="1268712"/>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4" name="直線コネクタ 23">
              <a:extLst>
                <a:ext uri="{FF2B5EF4-FFF2-40B4-BE49-F238E27FC236}">
                  <a16:creationId xmlns:a16="http://schemas.microsoft.com/office/drawing/2014/main" id="{9CBFEBD8-EDEF-737B-23C2-4D8C0895FF43}"/>
                </a:ext>
              </a:extLst>
            </p:cNvPr>
            <p:cNvCxnSpPr/>
            <p:nvPr/>
          </p:nvCxnSpPr>
          <p:spPr>
            <a:xfrm flipH="1">
              <a:off x="4932048" y="908664"/>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25" name="円/楕円 27">
              <a:extLst>
                <a:ext uri="{FF2B5EF4-FFF2-40B4-BE49-F238E27FC236}">
                  <a16:creationId xmlns:a16="http://schemas.microsoft.com/office/drawing/2014/main" id="{30F5F5BA-C966-85B1-43EA-04FE1727A64E}"/>
                </a:ext>
              </a:extLst>
            </p:cNvPr>
            <p:cNvSpPr/>
            <p:nvPr/>
          </p:nvSpPr>
          <p:spPr>
            <a:xfrm flipH="1">
              <a:off x="4932048" y="1043682"/>
              <a:ext cx="90012" cy="90012"/>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cxnSp>
        <p:nvCxnSpPr>
          <p:cNvPr id="26" name="直線コネクタ 25">
            <a:extLst>
              <a:ext uri="{FF2B5EF4-FFF2-40B4-BE49-F238E27FC236}">
                <a16:creationId xmlns:a16="http://schemas.microsoft.com/office/drawing/2014/main" id="{5805063F-2722-FC01-EFB2-7FB5A52A824C}"/>
              </a:ext>
            </a:extLst>
          </p:cNvPr>
          <p:cNvCxnSpPr/>
          <p:nvPr/>
        </p:nvCxnSpPr>
        <p:spPr>
          <a:xfrm flipV="1">
            <a:off x="3485863" y="2438988"/>
            <a:ext cx="539898" cy="18"/>
          </a:xfrm>
          <a:prstGeom prst="line">
            <a:avLst/>
          </a:prstGeom>
          <a:ln w="3175" cap="rnd">
            <a:solidFill>
              <a:srgbClr val="000000"/>
            </a:solidFill>
            <a:headEnd type="none"/>
            <a:tailEnd type="oval"/>
          </a:ln>
        </p:spPr>
        <p:style>
          <a:lnRef idx="1">
            <a:schemeClr val="accent1"/>
          </a:lnRef>
          <a:fillRef idx="0">
            <a:schemeClr val="accent1"/>
          </a:fillRef>
          <a:effectRef idx="0">
            <a:schemeClr val="accent1"/>
          </a:effectRef>
          <a:fontRef idx="minor">
            <a:schemeClr val="tx1"/>
          </a:fontRef>
        </p:style>
      </p:cxnSp>
      <p:grpSp>
        <p:nvGrpSpPr>
          <p:cNvPr id="27" name="グループ化 26">
            <a:extLst>
              <a:ext uri="{FF2B5EF4-FFF2-40B4-BE49-F238E27FC236}">
                <a16:creationId xmlns:a16="http://schemas.microsoft.com/office/drawing/2014/main" id="{4C79B2F4-8AEE-2DA5-5E2A-991667BDCBC8}"/>
              </a:ext>
            </a:extLst>
          </p:cNvPr>
          <p:cNvGrpSpPr/>
          <p:nvPr/>
        </p:nvGrpSpPr>
        <p:grpSpPr>
          <a:xfrm rot="16200000" flipV="1">
            <a:off x="4610875" y="2303987"/>
            <a:ext cx="360004" cy="270003"/>
            <a:chOff x="2675342" y="2348879"/>
            <a:chExt cx="906547" cy="360041"/>
          </a:xfrm>
        </p:grpSpPr>
        <p:sp>
          <p:nvSpPr>
            <p:cNvPr id="28" name="フリーフォーム 51">
              <a:extLst>
                <a:ext uri="{FF2B5EF4-FFF2-40B4-BE49-F238E27FC236}">
                  <a16:creationId xmlns:a16="http://schemas.microsoft.com/office/drawing/2014/main" id="{D5201598-CF2B-E4CD-A1B5-0267D5540335}"/>
                </a:ext>
              </a:extLst>
            </p:cNvPr>
            <p:cNvSpPr/>
            <p:nvPr/>
          </p:nvSpPr>
          <p:spPr bwMode="auto">
            <a:xfrm rot="16200000">
              <a:off x="2723571" y="2300650"/>
              <a:ext cx="360041" cy="456500"/>
            </a:xfrm>
            <a:custGeom>
              <a:avLst/>
              <a:gdLst>
                <a:gd name="connsiteX0" fmla="*/ 0 w 1278531"/>
                <a:gd name="connsiteY0" fmla="*/ 112846 h 789920"/>
                <a:gd name="connsiteX1" fmla="*/ 1095884 w 1278531"/>
                <a:gd name="connsiteY1" fmla="*/ 112846 h 789920"/>
                <a:gd name="connsiteX2" fmla="*/ 1095884 w 1278531"/>
                <a:gd name="connsiteY2" fmla="*/ 789920 h 789920"/>
                <a:gd name="connsiteX0" fmla="*/ 0 w 1278531"/>
                <a:gd name="connsiteY0" fmla="*/ 0 h 677074"/>
                <a:gd name="connsiteX1" fmla="*/ 1095884 w 1278531"/>
                <a:gd name="connsiteY1" fmla="*/ 0 h 677074"/>
                <a:gd name="connsiteX2" fmla="*/ 1095884 w 1278531"/>
                <a:gd name="connsiteY2" fmla="*/ 677074 h 677074"/>
                <a:gd name="connsiteX0" fmla="*/ 0 w 1095884"/>
                <a:gd name="connsiteY0" fmla="*/ 0 h 677074"/>
                <a:gd name="connsiteX1" fmla="*/ 1095884 w 1095884"/>
                <a:gd name="connsiteY1" fmla="*/ 0 h 677074"/>
                <a:gd name="connsiteX2" fmla="*/ 1095884 w 1095884"/>
                <a:gd name="connsiteY2" fmla="*/ 677074 h 677074"/>
              </a:gdLst>
              <a:ahLst/>
              <a:cxnLst>
                <a:cxn ang="0">
                  <a:pos x="connsiteX0" y="connsiteY0"/>
                </a:cxn>
                <a:cxn ang="0">
                  <a:pos x="connsiteX1" y="connsiteY1"/>
                </a:cxn>
                <a:cxn ang="0">
                  <a:pos x="connsiteX2" y="connsiteY2"/>
                </a:cxn>
              </a:cxnLst>
              <a:rect l="l" t="t" r="r" b="b"/>
              <a:pathLst>
                <a:path w="1095884" h="677074">
                  <a:moveTo>
                    <a:pt x="0" y="0"/>
                  </a:moveTo>
                  <a:lnTo>
                    <a:pt x="1095884" y="0"/>
                  </a:lnTo>
                  <a:lnTo>
                    <a:pt x="1095884" y="677074"/>
                  </a:lnTo>
                </a:path>
              </a:pathLst>
            </a:custGeom>
            <a:ln w="3175" cap="rnd">
              <a:headEnd type="none" w="med" len="med"/>
              <a:tailEnd type="none" w="sm" len="sm"/>
            </a:ln>
            <a:effectLst/>
          </p:spPr>
          <p:style>
            <a:lnRef idx="2">
              <a:schemeClr val="dk1"/>
            </a:lnRef>
            <a:fillRef idx="0">
              <a:schemeClr val="dk1"/>
            </a:fillRef>
            <a:effectRef idx="1">
              <a:schemeClr val="dk1"/>
            </a:effectRef>
            <a:fontRef idx="minor">
              <a:schemeClr val="tx1"/>
            </a:fontRef>
          </p:style>
          <p:txBody>
            <a:bodyPr vert="horz" wrap="none" lIns="90000" tIns="46800" rIns="90000" bIns="46800" numCol="1" rtlCol="0" anchor="ctr" anchorCtr="0" compatLnSpc="1">
              <a:prstTxWarp prst="textNoShape">
                <a:avLst/>
              </a:prstTxWarp>
            </a:bodyPr>
            <a:lstStyle/>
            <a:p>
              <a:pPr fontAlgn="base">
                <a:spcBef>
                  <a:spcPct val="0"/>
                </a:spcBef>
                <a:spcAft>
                  <a:spcPct val="0"/>
                </a:spcAft>
              </a:pPr>
              <a:endParaRPr lang="ja-JP" altLang="en-US">
                <a:latin typeface="Arial Narrow" pitchFamily="34" charset="0"/>
                <a:ea typeface="メイリオ" pitchFamily="50" charset="-128"/>
              </a:endParaRPr>
            </a:p>
          </p:txBody>
        </p:sp>
        <p:sp>
          <p:nvSpPr>
            <p:cNvPr id="29" name="フリーフォーム 52">
              <a:extLst>
                <a:ext uri="{FF2B5EF4-FFF2-40B4-BE49-F238E27FC236}">
                  <a16:creationId xmlns:a16="http://schemas.microsoft.com/office/drawing/2014/main" id="{48DD9E65-6406-A8F1-E721-BC959647C6E6}"/>
                </a:ext>
              </a:extLst>
            </p:cNvPr>
            <p:cNvSpPr/>
            <p:nvPr/>
          </p:nvSpPr>
          <p:spPr bwMode="auto">
            <a:xfrm rot="16200000" flipV="1">
              <a:off x="3176846" y="2303875"/>
              <a:ext cx="360040" cy="450047"/>
            </a:xfrm>
            <a:custGeom>
              <a:avLst/>
              <a:gdLst>
                <a:gd name="connsiteX0" fmla="*/ 0 w 1278531"/>
                <a:gd name="connsiteY0" fmla="*/ 112846 h 789920"/>
                <a:gd name="connsiteX1" fmla="*/ 1095884 w 1278531"/>
                <a:gd name="connsiteY1" fmla="*/ 112846 h 789920"/>
                <a:gd name="connsiteX2" fmla="*/ 1095884 w 1278531"/>
                <a:gd name="connsiteY2" fmla="*/ 789920 h 789920"/>
                <a:gd name="connsiteX0" fmla="*/ 0 w 1278531"/>
                <a:gd name="connsiteY0" fmla="*/ 0 h 677074"/>
                <a:gd name="connsiteX1" fmla="*/ 1095884 w 1278531"/>
                <a:gd name="connsiteY1" fmla="*/ 0 h 677074"/>
                <a:gd name="connsiteX2" fmla="*/ 1095884 w 1278531"/>
                <a:gd name="connsiteY2" fmla="*/ 677074 h 677074"/>
                <a:gd name="connsiteX0" fmla="*/ 0 w 1095884"/>
                <a:gd name="connsiteY0" fmla="*/ 0 h 677074"/>
                <a:gd name="connsiteX1" fmla="*/ 1095884 w 1095884"/>
                <a:gd name="connsiteY1" fmla="*/ 0 h 677074"/>
                <a:gd name="connsiteX2" fmla="*/ 1095884 w 1095884"/>
                <a:gd name="connsiteY2" fmla="*/ 677074 h 677074"/>
              </a:gdLst>
              <a:ahLst/>
              <a:cxnLst>
                <a:cxn ang="0">
                  <a:pos x="connsiteX0" y="connsiteY0"/>
                </a:cxn>
                <a:cxn ang="0">
                  <a:pos x="connsiteX1" y="connsiteY1"/>
                </a:cxn>
                <a:cxn ang="0">
                  <a:pos x="connsiteX2" y="connsiteY2"/>
                </a:cxn>
              </a:cxnLst>
              <a:rect l="l" t="t" r="r" b="b"/>
              <a:pathLst>
                <a:path w="1095884" h="677074">
                  <a:moveTo>
                    <a:pt x="0" y="0"/>
                  </a:moveTo>
                  <a:lnTo>
                    <a:pt x="1095884" y="0"/>
                  </a:lnTo>
                  <a:lnTo>
                    <a:pt x="1095884" y="677074"/>
                  </a:lnTo>
                </a:path>
              </a:pathLst>
            </a:custGeom>
            <a:ln w="3175" cap="rnd">
              <a:headEnd type="none" w="med" len="med"/>
              <a:tailEnd type="none" w="sm" len="sm"/>
            </a:ln>
            <a:effectLst/>
          </p:spPr>
          <p:style>
            <a:lnRef idx="2">
              <a:schemeClr val="dk1"/>
            </a:lnRef>
            <a:fillRef idx="0">
              <a:schemeClr val="dk1"/>
            </a:fillRef>
            <a:effectRef idx="1">
              <a:schemeClr val="dk1"/>
            </a:effectRef>
            <a:fontRef idx="minor">
              <a:schemeClr val="tx1"/>
            </a:fontRef>
          </p:style>
          <p:txBody>
            <a:bodyPr vert="horz" wrap="none" lIns="90000" tIns="46800" rIns="90000" bIns="46800" numCol="1" rtlCol="0" anchor="ctr" anchorCtr="0" compatLnSpc="1">
              <a:prstTxWarp prst="textNoShape">
                <a:avLst/>
              </a:prstTxWarp>
            </a:bodyPr>
            <a:lstStyle/>
            <a:p>
              <a:pPr fontAlgn="base">
                <a:spcBef>
                  <a:spcPct val="0"/>
                </a:spcBef>
                <a:spcAft>
                  <a:spcPct val="0"/>
                </a:spcAft>
              </a:pPr>
              <a:endParaRPr lang="ja-JP" altLang="en-US">
                <a:latin typeface="Arial Narrow" pitchFamily="34" charset="0"/>
                <a:ea typeface="メイリオ" pitchFamily="50" charset="-128"/>
              </a:endParaRPr>
            </a:p>
          </p:txBody>
        </p:sp>
      </p:grpSp>
      <p:cxnSp>
        <p:nvCxnSpPr>
          <p:cNvPr id="30" name="直線コネクタ 29">
            <a:extLst>
              <a:ext uri="{FF2B5EF4-FFF2-40B4-BE49-F238E27FC236}">
                <a16:creationId xmlns:a16="http://schemas.microsoft.com/office/drawing/2014/main" id="{E56279F9-1BC2-D122-D3AA-BD085D8047CB}"/>
              </a:ext>
            </a:extLst>
          </p:cNvPr>
          <p:cNvCxnSpPr/>
          <p:nvPr/>
        </p:nvCxnSpPr>
        <p:spPr>
          <a:xfrm flipH="1">
            <a:off x="4925879" y="2438988"/>
            <a:ext cx="360112" cy="0"/>
          </a:xfrm>
          <a:prstGeom prst="line">
            <a:avLst/>
          </a:prstGeom>
          <a:ln w="3175" cap="rnd">
            <a:solidFill>
              <a:srgbClr val="000000"/>
            </a:solidFill>
            <a:headEnd type="none"/>
            <a:tailEnd type="oval"/>
          </a:ln>
        </p:spPr>
        <p:style>
          <a:lnRef idx="1">
            <a:schemeClr val="accent1"/>
          </a:lnRef>
          <a:fillRef idx="0">
            <a:schemeClr val="accent1"/>
          </a:fillRef>
          <a:effectRef idx="0">
            <a:schemeClr val="accent1"/>
          </a:effectRef>
          <a:fontRef idx="minor">
            <a:schemeClr val="tx1"/>
          </a:fontRef>
        </p:style>
      </p:cxnSp>
      <p:grpSp>
        <p:nvGrpSpPr>
          <p:cNvPr id="31" name="グループ化 30">
            <a:extLst>
              <a:ext uri="{FF2B5EF4-FFF2-40B4-BE49-F238E27FC236}">
                <a16:creationId xmlns:a16="http://schemas.microsoft.com/office/drawing/2014/main" id="{B1BF6D1B-52F5-4E3F-8C32-BEFEB2CC2BC5}"/>
              </a:ext>
            </a:extLst>
          </p:cNvPr>
          <p:cNvGrpSpPr/>
          <p:nvPr/>
        </p:nvGrpSpPr>
        <p:grpSpPr>
          <a:xfrm>
            <a:off x="4565875" y="1538979"/>
            <a:ext cx="180020" cy="360033"/>
            <a:chOff x="4481992" y="1268760"/>
            <a:chExt cx="180020" cy="360033"/>
          </a:xfrm>
        </p:grpSpPr>
        <p:cxnSp>
          <p:nvCxnSpPr>
            <p:cNvPr id="32" name="直線コネクタ 31">
              <a:extLst>
                <a:ext uri="{FF2B5EF4-FFF2-40B4-BE49-F238E27FC236}">
                  <a16:creationId xmlns:a16="http://schemas.microsoft.com/office/drawing/2014/main" id="{7B5D43B5-7713-CBE6-4D3C-41FF70B222C7}"/>
                </a:ext>
              </a:extLst>
            </p:cNvPr>
            <p:cNvCxnSpPr/>
            <p:nvPr/>
          </p:nvCxnSpPr>
          <p:spPr>
            <a:xfrm flipV="1">
              <a:off x="4572003" y="1268760"/>
              <a:ext cx="1" cy="360033"/>
            </a:xfrm>
            <a:prstGeom prst="line">
              <a:avLst/>
            </a:prstGeom>
            <a:ln w="3175" cap="rnd">
              <a:solidFill>
                <a:srgbClr val="00000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直線コネクタ 32">
              <a:extLst>
                <a:ext uri="{FF2B5EF4-FFF2-40B4-BE49-F238E27FC236}">
                  <a16:creationId xmlns:a16="http://schemas.microsoft.com/office/drawing/2014/main" id="{635E4920-541B-7EAA-E5E4-5C7C120434BF}"/>
                </a:ext>
              </a:extLst>
            </p:cNvPr>
            <p:cNvCxnSpPr/>
            <p:nvPr/>
          </p:nvCxnSpPr>
          <p:spPr>
            <a:xfrm flipH="1">
              <a:off x="4481992" y="1268760"/>
              <a:ext cx="180020"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sp>
        <p:nvSpPr>
          <p:cNvPr id="34" name="右矢印 58">
            <a:extLst>
              <a:ext uri="{FF2B5EF4-FFF2-40B4-BE49-F238E27FC236}">
                <a16:creationId xmlns:a16="http://schemas.microsoft.com/office/drawing/2014/main" id="{374CD998-6920-65C4-2B9F-A3A11DD21823}"/>
              </a:ext>
            </a:extLst>
          </p:cNvPr>
          <p:cNvSpPr/>
          <p:nvPr/>
        </p:nvSpPr>
        <p:spPr bwMode="auto">
          <a:xfrm>
            <a:off x="2585961" y="2168986"/>
            <a:ext cx="720008" cy="630007"/>
          </a:xfrm>
          <a:prstGeom prst="rightArrow">
            <a:avLst/>
          </a:prstGeom>
          <a:solidFill>
            <a:schemeClr val="accent5">
              <a:lumMod val="60000"/>
              <a:lumOff val="40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lang="ja-JP" altLang="en-US"/>
          </a:p>
        </p:txBody>
      </p:sp>
      <p:sp>
        <p:nvSpPr>
          <p:cNvPr id="35" name="右矢印 97">
            <a:extLst>
              <a:ext uri="{FF2B5EF4-FFF2-40B4-BE49-F238E27FC236}">
                <a16:creationId xmlns:a16="http://schemas.microsoft.com/office/drawing/2014/main" id="{C1E1FE4F-358F-B7FE-4641-13352AF10B2B}"/>
              </a:ext>
            </a:extLst>
          </p:cNvPr>
          <p:cNvSpPr/>
          <p:nvPr/>
        </p:nvSpPr>
        <p:spPr bwMode="auto">
          <a:xfrm>
            <a:off x="6816008" y="2168986"/>
            <a:ext cx="720008" cy="630007"/>
          </a:xfrm>
          <a:prstGeom prst="rightArrow">
            <a:avLst/>
          </a:prstGeom>
          <a:solidFill>
            <a:schemeClr val="accent5">
              <a:lumMod val="60000"/>
              <a:lumOff val="40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lang="ja-JP" altLang="en-US"/>
          </a:p>
        </p:txBody>
      </p:sp>
      <p:pic>
        <p:nvPicPr>
          <p:cNvPr id="36" name="Picture 28" descr="NOT">
            <a:extLst>
              <a:ext uri="{FF2B5EF4-FFF2-40B4-BE49-F238E27FC236}">
                <a16:creationId xmlns:a16="http://schemas.microsoft.com/office/drawing/2014/main" id="{7717F183-FE7F-DFA7-0FD4-2618A38417AC}"/>
              </a:ext>
            </a:extLst>
          </p:cNvPr>
          <p:cNvPicPr>
            <a:picLocks noChangeAspect="1" noChangeArrowheads="1"/>
          </p:cNvPicPr>
          <p:nvPr/>
        </p:nvPicPr>
        <p:blipFill>
          <a:blip r:embed="rId3"/>
          <a:srcRect/>
          <a:stretch>
            <a:fillRect/>
          </a:stretch>
        </p:blipFill>
        <p:spPr bwMode="auto">
          <a:xfrm>
            <a:off x="1505948" y="2078985"/>
            <a:ext cx="717550" cy="720725"/>
          </a:xfrm>
          <a:prstGeom prst="rect">
            <a:avLst/>
          </a:prstGeom>
          <a:noFill/>
        </p:spPr>
      </p:pic>
      <p:grpSp>
        <p:nvGrpSpPr>
          <p:cNvPr id="38" name="グループ化 37">
            <a:extLst>
              <a:ext uri="{FF2B5EF4-FFF2-40B4-BE49-F238E27FC236}">
                <a16:creationId xmlns:a16="http://schemas.microsoft.com/office/drawing/2014/main" id="{7229B79E-20E6-CE3C-C304-4D8E67C61F92}"/>
              </a:ext>
            </a:extLst>
          </p:cNvPr>
          <p:cNvGrpSpPr/>
          <p:nvPr/>
        </p:nvGrpSpPr>
        <p:grpSpPr>
          <a:xfrm rot="10800000">
            <a:off x="5825889" y="2618990"/>
            <a:ext cx="270036" cy="360048"/>
            <a:chOff x="1871640" y="1988808"/>
            <a:chExt cx="270036" cy="360048"/>
          </a:xfrm>
        </p:grpSpPr>
        <p:cxnSp>
          <p:nvCxnSpPr>
            <p:cNvPr id="39" name="直線コネクタ 38">
              <a:extLst>
                <a:ext uri="{FF2B5EF4-FFF2-40B4-BE49-F238E27FC236}">
                  <a16:creationId xmlns:a16="http://schemas.microsoft.com/office/drawing/2014/main" id="{B962978D-5E46-B02A-4866-8377DE41B7B1}"/>
                </a:ext>
              </a:extLst>
            </p:cNvPr>
            <p:cNvCxnSpPr/>
            <p:nvPr/>
          </p:nvCxnSpPr>
          <p:spPr>
            <a:xfrm>
              <a:off x="1871640"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40" name="直線コネクタ 39">
              <a:extLst>
                <a:ext uri="{FF2B5EF4-FFF2-40B4-BE49-F238E27FC236}">
                  <a16:creationId xmlns:a16="http://schemas.microsoft.com/office/drawing/2014/main" id="{D1A5A474-81B0-A66B-1407-3DF1D3C654A2}"/>
                </a:ext>
              </a:extLst>
            </p:cNvPr>
            <p:cNvCxnSpPr/>
            <p:nvPr/>
          </p:nvCxnSpPr>
          <p:spPr>
            <a:xfrm flipH="1">
              <a:off x="2051664"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41" name="直線コネクタ 40">
              <a:extLst>
                <a:ext uri="{FF2B5EF4-FFF2-40B4-BE49-F238E27FC236}">
                  <a16:creationId xmlns:a16="http://schemas.microsoft.com/office/drawing/2014/main" id="{86ACF16A-F81C-2F8D-515E-59B3E88D9A5F}"/>
                </a:ext>
              </a:extLst>
            </p:cNvPr>
            <p:cNvCxnSpPr/>
            <p:nvPr/>
          </p:nvCxnSpPr>
          <p:spPr>
            <a:xfrm>
              <a:off x="1871640" y="2348856"/>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42" name="直線コネクタ 41">
              <a:extLst>
                <a:ext uri="{FF2B5EF4-FFF2-40B4-BE49-F238E27FC236}">
                  <a16:creationId xmlns:a16="http://schemas.microsoft.com/office/drawing/2014/main" id="{BCF62F2E-DAB9-B4CE-693C-5F25B03B095B}"/>
                </a:ext>
              </a:extLst>
            </p:cNvPr>
            <p:cNvCxnSpPr/>
            <p:nvPr/>
          </p:nvCxnSpPr>
          <p:spPr>
            <a:xfrm flipH="1">
              <a:off x="2141676"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43" name="グループ化 42">
            <a:extLst>
              <a:ext uri="{FF2B5EF4-FFF2-40B4-BE49-F238E27FC236}">
                <a16:creationId xmlns:a16="http://schemas.microsoft.com/office/drawing/2014/main" id="{30EC738D-778A-B88F-B932-4C4954ADDBE9}"/>
              </a:ext>
            </a:extLst>
          </p:cNvPr>
          <p:cNvGrpSpPr/>
          <p:nvPr/>
        </p:nvGrpSpPr>
        <p:grpSpPr>
          <a:xfrm rot="16200000">
            <a:off x="5279417" y="2265454"/>
            <a:ext cx="726521" cy="353582"/>
            <a:chOff x="2675342" y="2348879"/>
            <a:chExt cx="906547" cy="360041"/>
          </a:xfrm>
        </p:grpSpPr>
        <p:sp>
          <p:nvSpPr>
            <p:cNvPr id="44" name="フリーフォーム 31">
              <a:extLst>
                <a:ext uri="{FF2B5EF4-FFF2-40B4-BE49-F238E27FC236}">
                  <a16:creationId xmlns:a16="http://schemas.microsoft.com/office/drawing/2014/main" id="{9028DD98-E6C1-0389-9A4F-769CBF417E9A}"/>
                </a:ext>
              </a:extLst>
            </p:cNvPr>
            <p:cNvSpPr/>
            <p:nvPr/>
          </p:nvSpPr>
          <p:spPr bwMode="auto">
            <a:xfrm rot="16200000">
              <a:off x="2723571" y="2300650"/>
              <a:ext cx="360041" cy="456500"/>
            </a:xfrm>
            <a:custGeom>
              <a:avLst/>
              <a:gdLst>
                <a:gd name="connsiteX0" fmla="*/ 0 w 1278531"/>
                <a:gd name="connsiteY0" fmla="*/ 112846 h 789920"/>
                <a:gd name="connsiteX1" fmla="*/ 1095884 w 1278531"/>
                <a:gd name="connsiteY1" fmla="*/ 112846 h 789920"/>
                <a:gd name="connsiteX2" fmla="*/ 1095884 w 1278531"/>
                <a:gd name="connsiteY2" fmla="*/ 789920 h 789920"/>
                <a:gd name="connsiteX0" fmla="*/ 0 w 1278531"/>
                <a:gd name="connsiteY0" fmla="*/ 0 h 677074"/>
                <a:gd name="connsiteX1" fmla="*/ 1095884 w 1278531"/>
                <a:gd name="connsiteY1" fmla="*/ 0 h 677074"/>
                <a:gd name="connsiteX2" fmla="*/ 1095884 w 1278531"/>
                <a:gd name="connsiteY2" fmla="*/ 677074 h 677074"/>
                <a:gd name="connsiteX0" fmla="*/ 0 w 1095884"/>
                <a:gd name="connsiteY0" fmla="*/ 0 h 677074"/>
                <a:gd name="connsiteX1" fmla="*/ 1095884 w 1095884"/>
                <a:gd name="connsiteY1" fmla="*/ 0 h 677074"/>
                <a:gd name="connsiteX2" fmla="*/ 1095884 w 1095884"/>
                <a:gd name="connsiteY2" fmla="*/ 677074 h 677074"/>
              </a:gdLst>
              <a:ahLst/>
              <a:cxnLst>
                <a:cxn ang="0">
                  <a:pos x="connsiteX0" y="connsiteY0"/>
                </a:cxn>
                <a:cxn ang="0">
                  <a:pos x="connsiteX1" y="connsiteY1"/>
                </a:cxn>
                <a:cxn ang="0">
                  <a:pos x="connsiteX2" y="connsiteY2"/>
                </a:cxn>
              </a:cxnLst>
              <a:rect l="l" t="t" r="r" b="b"/>
              <a:pathLst>
                <a:path w="1095884" h="677074">
                  <a:moveTo>
                    <a:pt x="0" y="0"/>
                  </a:moveTo>
                  <a:lnTo>
                    <a:pt x="1095884" y="0"/>
                  </a:lnTo>
                  <a:lnTo>
                    <a:pt x="1095884" y="677074"/>
                  </a:lnTo>
                </a:path>
              </a:pathLst>
            </a:custGeom>
            <a:ln w="3175" cap="rnd">
              <a:headEnd type="none" w="med" len="med"/>
              <a:tailEnd type="none" w="sm" len="sm"/>
            </a:ln>
            <a:effectLst/>
          </p:spPr>
          <p:style>
            <a:lnRef idx="2">
              <a:schemeClr val="dk1"/>
            </a:lnRef>
            <a:fillRef idx="0">
              <a:schemeClr val="dk1"/>
            </a:fillRef>
            <a:effectRef idx="1">
              <a:schemeClr val="dk1"/>
            </a:effectRef>
            <a:fontRef idx="minor">
              <a:schemeClr val="tx1"/>
            </a:fontRef>
          </p:style>
          <p:txBody>
            <a:bodyPr vert="horz" wrap="none" lIns="90000" tIns="46800" rIns="90000" bIns="46800" numCol="1" rtlCol="0" anchor="ctr" anchorCtr="0" compatLnSpc="1">
              <a:prstTxWarp prst="textNoShape">
                <a:avLst/>
              </a:prstTxWarp>
            </a:bodyPr>
            <a:lstStyle/>
            <a:p>
              <a:pPr fontAlgn="base">
                <a:spcBef>
                  <a:spcPct val="0"/>
                </a:spcBef>
                <a:spcAft>
                  <a:spcPct val="0"/>
                </a:spcAft>
              </a:pPr>
              <a:endParaRPr lang="ja-JP" altLang="en-US">
                <a:latin typeface="Arial Narrow" pitchFamily="34" charset="0"/>
                <a:ea typeface="メイリオ" pitchFamily="50" charset="-128"/>
              </a:endParaRPr>
            </a:p>
          </p:txBody>
        </p:sp>
        <p:sp>
          <p:nvSpPr>
            <p:cNvPr id="45" name="フリーフォーム 32">
              <a:extLst>
                <a:ext uri="{FF2B5EF4-FFF2-40B4-BE49-F238E27FC236}">
                  <a16:creationId xmlns:a16="http://schemas.microsoft.com/office/drawing/2014/main" id="{520ADF19-FF40-EA81-CBAF-7207B07A3255}"/>
                </a:ext>
              </a:extLst>
            </p:cNvPr>
            <p:cNvSpPr/>
            <p:nvPr/>
          </p:nvSpPr>
          <p:spPr bwMode="auto">
            <a:xfrm rot="16200000" flipV="1">
              <a:off x="3176846" y="2303875"/>
              <a:ext cx="360040" cy="450047"/>
            </a:xfrm>
            <a:custGeom>
              <a:avLst/>
              <a:gdLst>
                <a:gd name="connsiteX0" fmla="*/ 0 w 1278531"/>
                <a:gd name="connsiteY0" fmla="*/ 112846 h 789920"/>
                <a:gd name="connsiteX1" fmla="*/ 1095884 w 1278531"/>
                <a:gd name="connsiteY1" fmla="*/ 112846 h 789920"/>
                <a:gd name="connsiteX2" fmla="*/ 1095884 w 1278531"/>
                <a:gd name="connsiteY2" fmla="*/ 789920 h 789920"/>
                <a:gd name="connsiteX0" fmla="*/ 0 w 1278531"/>
                <a:gd name="connsiteY0" fmla="*/ 0 h 677074"/>
                <a:gd name="connsiteX1" fmla="*/ 1095884 w 1278531"/>
                <a:gd name="connsiteY1" fmla="*/ 0 h 677074"/>
                <a:gd name="connsiteX2" fmla="*/ 1095884 w 1278531"/>
                <a:gd name="connsiteY2" fmla="*/ 677074 h 677074"/>
                <a:gd name="connsiteX0" fmla="*/ 0 w 1095884"/>
                <a:gd name="connsiteY0" fmla="*/ 0 h 677074"/>
                <a:gd name="connsiteX1" fmla="*/ 1095884 w 1095884"/>
                <a:gd name="connsiteY1" fmla="*/ 0 h 677074"/>
                <a:gd name="connsiteX2" fmla="*/ 1095884 w 1095884"/>
                <a:gd name="connsiteY2" fmla="*/ 677074 h 677074"/>
              </a:gdLst>
              <a:ahLst/>
              <a:cxnLst>
                <a:cxn ang="0">
                  <a:pos x="connsiteX0" y="connsiteY0"/>
                </a:cxn>
                <a:cxn ang="0">
                  <a:pos x="connsiteX1" y="connsiteY1"/>
                </a:cxn>
                <a:cxn ang="0">
                  <a:pos x="connsiteX2" y="connsiteY2"/>
                </a:cxn>
              </a:cxnLst>
              <a:rect l="l" t="t" r="r" b="b"/>
              <a:pathLst>
                <a:path w="1095884" h="677074">
                  <a:moveTo>
                    <a:pt x="0" y="0"/>
                  </a:moveTo>
                  <a:lnTo>
                    <a:pt x="1095884" y="0"/>
                  </a:lnTo>
                  <a:lnTo>
                    <a:pt x="1095884" y="677074"/>
                  </a:lnTo>
                </a:path>
              </a:pathLst>
            </a:custGeom>
            <a:ln w="3175" cap="rnd">
              <a:headEnd type="none" w="med" len="med"/>
              <a:tailEnd type="none" w="sm" len="sm"/>
            </a:ln>
            <a:effectLst/>
          </p:spPr>
          <p:style>
            <a:lnRef idx="2">
              <a:schemeClr val="dk1"/>
            </a:lnRef>
            <a:fillRef idx="0">
              <a:schemeClr val="dk1"/>
            </a:fillRef>
            <a:effectRef idx="1">
              <a:schemeClr val="dk1"/>
            </a:effectRef>
            <a:fontRef idx="minor">
              <a:schemeClr val="tx1"/>
            </a:fontRef>
          </p:style>
          <p:txBody>
            <a:bodyPr vert="horz" wrap="none" lIns="90000" tIns="46800" rIns="90000" bIns="46800" numCol="1" rtlCol="0" anchor="ctr" anchorCtr="0" compatLnSpc="1">
              <a:prstTxWarp prst="textNoShape">
                <a:avLst/>
              </a:prstTxWarp>
            </a:bodyPr>
            <a:lstStyle/>
            <a:p>
              <a:pPr fontAlgn="base">
                <a:spcBef>
                  <a:spcPct val="0"/>
                </a:spcBef>
                <a:spcAft>
                  <a:spcPct val="0"/>
                </a:spcAft>
              </a:pPr>
              <a:endParaRPr lang="ja-JP" altLang="en-US">
                <a:latin typeface="Arial Narrow" pitchFamily="34" charset="0"/>
                <a:ea typeface="メイリオ" pitchFamily="50" charset="-128"/>
              </a:endParaRPr>
            </a:p>
          </p:txBody>
        </p:sp>
      </p:grpSp>
      <p:grpSp>
        <p:nvGrpSpPr>
          <p:cNvPr id="46" name="グループ化 152">
            <a:extLst>
              <a:ext uri="{FF2B5EF4-FFF2-40B4-BE49-F238E27FC236}">
                <a16:creationId xmlns:a16="http://schemas.microsoft.com/office/drawing/2014/main" id="{33F258AA-CB87-1CBD-F76D-9F4920F1294A}"/>
              </a:ext>
            </a:extLst>
          </p:cNvPr>
          <p:cNvGrpSpPr/>
          <p:nvPr/>
        </p:nvGrpSpPr>
        <p:grpSpPr>
          <a:xfrm>
            <a:off x="6005891" y="3248997"/>
            <a:ext cx="180002" cy="90001"/>
            <a:chOff x="3643306" y="4500570"/>
            <a:chExt cx="428628" cy="144464"/>
          </a:xfrm>
        </p:grpSpPr>
        <p:cxnSp>
          <p:nvCxnSpPr>
            <p:cNvPr id="47" name="直線コネクタ 46">
              <a:extLst>
                <a:ext uri="{FF2B5EF4-FFF2-40B4-BE49-F238E27FC236}">
                  <a16:creationId xmlns:a16="http://schemas.microsoft.com/office/drawing/2014/main" id="{F4D0B76A-1126-E2B6-0624-5AF53B66718C}"/>
                </a:ext>
              </a:extLst>
            </p:cNvPr>
            <p:cNvCxnSpPr/>
            <p:nvPr/>
          </p:nvCxnSpPr>
          <p:spPr>
            <a:xfrm>
              <a:off x="3643306" y="4500570"/>
              <a:ext cx="428628"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cxnSp>
          <p:nvCxnSpPr>
            <p:cNvPr id="48" name="直線コネクタ 47">
              <a:extLst>
                <a:ext uri="{FF2B5EF4-FFF2-40B4-BE49-F238E27FC236}">
                  <a16:creationId xmlns:a16="http://schemas.microsoft.com/office/drawing/2014/main" id="{2F4BC102-4ACC-5824-BBC9-821B4A1BCFCE}"/>
                </a:ext>
              </a:extLst>
            </p:cNvPr>
            <p:cNvCxnSpPr/>
            <p:nvPr/>
          </p:nvCxnSpPr>
          <p:spPr>
            <a:xfrm>
              <a:off x="3714744" y="4572008"/>
              <a:ext cx="285752"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cxnSp>
          <p:nvCxnSpPr>
            <p:cNvPr id="49" name="直線コネクタ 48">
              <a:extLst>
                <a:ext uri="{FF2B5EF4-FFF2-40B4-BE49-F238E27FC236}">
                  <a16:creationId xmlns:a16="http://schemas.microsoft.com/office/drawing/2014/main" id="{27EAE194-1F40-7037-413B-2ED820886740}"/>
                </a:ext>
              </a:extLst>
            </p:cNvPr>
            <p:cNvCxnSpPr/>
            <p:nvPr/>
          </p:nvCxnSpPr>
          <p:spPr>
            <a:xfrm>
              <a:off x="3786182" y="4643446"/>
              <a:ext cx="130188"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grpSp>
      <p:cxnSp>
        <p:nvCxnSpPr>
          <p:cNvPr id="50" name="直線コネクタ 49">
            <a:extLst>
              <a:ext uri="{FF2B5EF4-FFF2-40B4-BE49-F238E27FC236}">
                <a16:creationId xmlns:a16="http://schemas.microsoft.com/office/drawing/2014/main" id="{C78BB951-F9E5-B545-52FC-484475358BF2}"/>
              </a:ext>
            </a:extLst>
          </p:cNvPr>
          <p:cNvCxnSpPr/>
          <p:nvPr/>
        </p:nvCxnSpPr>
        <p:spPr>
          <a:xfrm flipV="1">
            <a:off x="6095893" y="2978995"/>
            <a:ext cx="1" cy="270003"/>
          </a:xfrm>
          <a:prstGeom prst="line">
            <a:avLst/>
          </a:prstGeom>
          <a:ln w="3175"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grpSp>
        <p:nvGrpSpPr>
          <p:cNvPr id="51" name="グループ化 50">
            <a:extLst>
              <a:ext uri="{FF2B5EF4-FFF2-40B4-BE49-F238E27FC236}">
                <a16:creationId xmlns:a16="http://schemas.microsoft.com/office/drawing/2014/main" id="{3F67A68D-80C5-E875-4E54-7A8F18B50567}"/>
              </a:ext>
            </a:extLst>
          </p:cNvPr>
          <p:cNvGrpSpPr/>
          <p:nvPr/>
        </p:nvGrpSpPr>
        <p:grpSpPr>
          <a:xfrm rot="10800000">
            <a:off x="5735889" y="1898982"/>
            <a:ext cx="360048" cy="360048"/>
            <a:chOff x="4662012" y="908664"/>
            <a:chExt cx="360048" cy="360048"/>
          </a:xfrm>
        </p:grpSpPr>
        <p:cxnSp>
          <p:nvCxnSpPr>
            <p:cNvPr id="52" name="直線コネクタ 51">
              <a:extLst>
                <a:ext uri="{FF2B5EF4-FFF2-40B4-BE49-F238E27FC236}">
                  <a16:creationId xmlns:a16="http://schemas.microsoft.com/office/drawing/2014/main" id="{5686F2B3-8708-189F-6DAB-3B0F93FDC0A2}"/>
                </a:ext>
              </a:extLst>
            </p:cNvPr>
            <p:cNvCxnSpPr/>
            <p:nvPr/>
          </p:nvCxnSpPr>
          <p:spPr>
            <a:xfrm>
              <a:off x="4662012" y="908664"/>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53" name="直線コネクタ 52">
              <a:extLst>
                <a:ext uri="{FF2B5EF4-FFF2-40B4-BE49-F238E27FC236}">
                  <a16:creationId xmlns:a16="http://schemas.microsoft.com/office/drawing/2014/main" id="{8A8E56BF-49DB-BAEA-EBCF-3CC0780DC98C}"/>
                </a:ext>
              </a:extLst>
            </p:cNvPr>
            <p:cNvCxnSpPr/>
            <p:nvPr/>
          </p:nvCxnSpPr>
          <p:spPr>
            <a:xfrm flipH="1">
              <a:off x="4842036" y="908664"/>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54" name="直線コネクタ 53">
              <a:extLst>
                <a:ext uri="{FF2B5EF4-FFF2-40B4-BE49-F238E27FC236}">
                  <a16:creationId xmlns:a16="http://schemas.microsoft.com/office/drawing/2014/main" id="{2CCCAF93-C344-BF4C-403D-F444919DA17F}"/>
                </a:ext>
              </a:extLst>
            </p:cNvPr>
            <p:cNvCxnSpPr/>
            <p:nvPr/>
          </p:nvCxnSpPr>
          <p:spPr>
            <a:xfrm>
              <a:off x="4662012" y="1268712"/>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55" name="直線コネクタ 54">
              <a:extLst>
                <a:ext uri="{FF2B5EF4-FFF2-40B4-BE49-F238E27FC236}">
                  <a16:creationId xmlns:a16="http://schemas.microsoft.com/office/drawing/2014/main" id="{AE87A4B5-8057-2FCE-DAF8-74F6AFAECDC1}"/>
                </a:ext>
              </a:extLst>
            </p:cNvPr>
            <p:cNvCxnSpPr/>
            <p:nvPr/>
          </p:nvCxnSpPr>
          <p:spPr>
            <a:xfrm flipH="1">
              <a:off x="4932048" y="908664"/>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56" name="円/楕円 27">
              <a:extLst>
                <a:ext uri="{FF2B5EF4-FFF2-40B4-BE49-F238E27FC236}">
                  <a16:creationId xmlns:a16="http://schemas.microsoft.com/office/drawing/2014/main" id="{86FFF8D3-60ED-7A80-DDCB-4140D51FDBBC}"/>
                </a:ext>
              </a:extLst>
            </p:cNvPr>
            <p:cNvSpPr/>
            <p:nvPr/>
          </p:nvSpPr>
          <p:spPr>
            <a:xfrm flipH="1">
              <a:off x="4932048" y="1043682"/>
              <a:ext cx="90012" cy="90012"/>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cxnSp>
        <p:nvCxnSpPr>
          <p:cNvPr id="57" name="直線コネクタ 56">
            <a:extLst>
              <a:ext uri="{FF2B5EF4-FFF2-40B4-BE49-F238E27FC236}">
                <a16:creationId xmlns:a16="http://schemas.microsoft.com/office/drawing/2014/main" id="{2A98A88F-CE62-44A1-CF4A-EA2ADCAF4591}"/>
              </a:ext>
            </a:extLst>
          </p:cNvPr>
          <p:cNvCxnSpPr/>
          <p:nvPr/>
        </p:nvCxnSpPr>
        <p:spPr>
          <a:xfrm flipV="1">
            <a:off x="4925879" y="2438988"/>
            <a:ext cx="539898" cy="18"/>
          </a:xfrm>
          <a:prstGeom prst="line">
            <a:avLst/>
          </a:prstGeom>
          <a:ln w="3175" cap="rnd">
            <a:solidFill>
              <a:srgbClr val="000000"/>
            </a:solidFill>
            <a:headEnd type="none"/>
            <a:tailEnd type="oval"/>
          </a:ln>
        </p:spPr>
        <p:style>
          <a:lnRef idx="1">
            <a:schemeClr val="accent1"/>
          </a:lnRef>
          <a:fillRef idx="0">
            <a:schemeClr val="accent1"/>
          </a:fillRef>
          <a:effectRef idx="0">
            <a:schemeClr val="accent1"/>
          </a:effectRef>
          <a:fontRef idx="minor">
            <a:schemeClr val="tx1"/>
          </a:fontRef>
        </p:style>
      </p:cxnSp>
      <p:grpSp>
        <p:nvGrpSpPr>
          <p:cNvPr id="58" name="グループ化 57">
            <a:extLst>
              <a:ext uri="{FF2B5EF4-FFF2-40B4-BE49-F238E27FC236}">
                <a16:creationId xmlns:a16="http://schemas.microsoft.com/office/drawing/2014/main" id="{3B09C89B-AC7A-564E-011D-641D95992366}"/>
              </a:ext>
            </a:extLst>
          </p:cNvPr>
          <p:cNvGrpSpPr/>
          <p:nvPr/>
        </p:nvGrpSpPr>
        <p:grpSpPr>
          <a:xfrm rot="16200000" flipV="1">
            <a:off x="6050891" y="2303987"/>
            <a:ext cx="360004" cy="270003"/>
            <a:chOff x="2675342" y="2348879"/>
            <a:chExt cx="906547" cy="360041"/>
          </a:xfrm>
        </p:grpSpPr>
        <p:sp>
          <p:nvSpPr>
            <p:cNvPr id="59" name="フリーフォーム 51">
              <a:extLst>
                <a:ext uri="{FF2B5EF4-FFF2-40B4-BE49-F238E27FC236}">
                  <a16:creationId xmlns:a16="http://schemas.microsoft.com/office/drawing/2014/main" id="{14F0A00E-8AAA-9805-A4D1-48059CB56AC0}"/>
                </a:ext>
              </a:extLst>
            </p:cNvPr>
            <p:cNvSpPr/>
            <p:nvPr/>
          </p:nvSpPr>
          <p:spPr bwMode="auto">
            <a:xfrm rot="16200000">
              <a:off x="2723571" y="2300650"/>
              <a:ext cx="360041" cy="456500"/>
            </a:xfrm>
            <a:custGeom>
              <a:avLst/>
              <a:gdLst>
                <a:gd name="connsiteX0" fmla="*/ 0 w 1278531"/>
                <a:gd name="connsiteY0" fmla="*/ 112846 h 789920"/>
                <a:gd name="connsiteX1" fmla="*/ 1095884 w 1278531"/>
                <a:gd name="connsiteY1" fmla="*/ 112846 h 789920"/>
                <a:gd name="connsiteX2" fmla="*/ 1095884 w 1278531"/>
                <a:gd name="connsiteY2" fmla="*/ 789920 h 789920"/>
                <a:gd name="connsiteX0" fmla="*/ 0 w 1278531"/>
                <a:gd name="connsiteY0" fmla="*/ 0 h 677074"/>
                <a:gd name="connsiteX1" fmla="*/ 1095884 w 1278531"/>
                <a:gd name="connsiteY1" fmla="*/ 0 h 677074"/>
                <a:gd name="connsiteX2" fmla="*/ 1095884 w 1278531"/>
                <a:gd name="connsiteY2" fmla="*/ 677074 h 677074"/>
                <a:gd name="connsiteX0" fmla="*/ 0 w 1095884"/>
                <a:gd name="connsiteY0" fmla="*/ 0 h 677074"/>
                <a:gd name="connsiteX1" fmla="*/ 1095884 w 1095884"/>
                <a:gd name="connsiteY1" fmla="*/ 0 h 677074"/>
                <a:gd name="connsiteX2" fmla="*/ 1095884 w 1095884"/>
                <a:gd name="connsiteY2" fmla="*/ 677074 h 677074"/>
              </a:gdLst>
              <a:ahLst/>
              <a:cxnLst>
                <a:cxn ang="0">
                  <a:pos x="connsiteX0" y="connsiteY0"/>
                </a:cxn>
                <a:cxn ang="0">
                  <a:pos x="connsiteX1" y="connsiteY1"/>
                </a:cxn>
                <a:cxn ang="0">
                  <a:pos x="connsiteX2" y="connsiteY2"/>
                </a:cxn>
              </a:cxnLst>
              <a:rect l="l" t="t" r="r" b="b"/>
              <a:pathLst>
                <a:path w="1095884" h="677074">
                  <a:moveTo>
                    <a:pt x="0" y="0"/>
                  </a:moveTo>
                  <a:lnTo>
                    <a:pt x="1095884" y="0"/>
                  </a:lnTo>
                  <a:lnTo>
                    <a:pt x="1095884" y="677074"/>
                  </a:lnTo>
                </a:path>
              </a:pathLst>
            </a:custGeom>
            <a:ln w="3175" cap="rnd">
              <a:headEnd type="none" w="med" len="med"/>
              <a:tailEnd type="none" w="sm" len="sm"/>
            </a:ln>
            <a:effectLst/>
          </p:spPr>
          <p:style>
            <a:lnRef idx="2">
              <a:schemeClr val="dk1"/>
            </a:lnRef>
            <a:fillRef idx="0">
              <a:schemeClr val="dk1"/>
            </a:fillRef>
            <a:effectRef idx="1">
              <a:schemeClr val="dk1"/>
            </a:effectRef>
            <a:fontRef idx="minor">
              <a:schemeClr val="tx1"/>
            </a:fontRef>
          </p:style>
          <p:txBody>
            <a:bodyPr vert="horz" wrap="none" lIns="90000" tIns="46800" rIns="90000" bIns="46800" numCol="1" rtlCol="0" anchor="ctr" anchorCtr="0" compatLnSpc="1">
              <a:prstTxWarp prst="textNoShape">
                <a:avLst/>
              </a:prstTxWarp>
            </a:bodyPr>
            <a:lstStyle/>
            <a:p>
              <a:pPr fontAlgn="base">
                <a:spcBef>
                  <a:spcPct val="0"/>
                </a:spcBef>
                <a:spcAft>
                  <a:spcPct val="0"/>
                </a:spcAft>
              </a:pPr>
              <a:endParaRPr lang="ja-JP" altLang="en-US">
                <a:latin typeface="Arial Narrow" pitchFamily="34" charset="0"/>
                <a:ea typeface="メイリオ" pitchFamily="50" charset="-128"/>
              </a:endParaRPr>
            </a:p>
          </p:txBody>
        </p:sp>
        <p:sp>
          <p:nvSpPr>
            <p:cNvPr id="60" name="フリーフォーム 52">
              <a:extLst>
                <a:ext uri="{FF2B5EF4-FFF2-40B4-BE49-F238E27FC236}">
                  <a16:creationId xmlns:a16="http://schemas.microsoft.com/office/drawing/2014/main" id="{FF1CA129-3445-126D-7B4C-51A02B31344C}"/>
                </a:ext>
              </a:extLst>
            </p:cNvPr>
            <p:cNvSpPr/>
            <p:nvPr/>
          </p:nvSpPr>
          <p:spPr bwMode="auto">
            <a:xfrm rot="16200000" flipV="1">
              <a:off x="3176846" y="2303875"/>
              <a:ext cx="360040" cy="450047"/>
            </a:xfrm>
            <a:custGeom>
              <a:avLst/>
              <a:gdLst>
                <a:gd name="connsiteX0" fmla="*/ 0 w 1278531"/>
                <a:gd name="connsiteY0" fmla="*/ 112846 h 789920"/>
                <a:gd name="connsiteX1" fmla="*/ 1095884 w 1278531"/>
                <a:gd name="connsiteY1" fmla="*/ 112846 h 789920"/>
                <a:gd name="connsiteX2" fmla="*/ 1095884 w 1278531"/>
                <a:gd name="connsiteY2" fmla="*/ 789920 h 789920"/>
                <a:gd name="connsiteX0" fmla="*/ 0 w 1278531"/>
                <a:gd name="connsiteY0" fmla="*/ 0 h 677074"/>
                <a:gd name="connsiteX1" fmla="*/ 1095884 w 1278531"/>
                <a:gd name="connsiteY1" fmla="*/ 0 h 677074"/>
                <a:gd name="connsiteX2" fmla="*/ 1095884 w 1278531"/>
                <a:gd name="connsiteY2" fmla="*/ 677074 h 677074"/>
                <a:gd name="connsiteX0" fmla="*/ 0 w 1095884"/>
                <a:gd name="connsiteY0" fmla="*/ 0 h 677074"/>
                <a:gd name="connsiteX1" fmla="*/ 1095884 w 1095884"/>
                <a:gd name="connsiteY1" fmla="*/ 0 h 677074"/>
                <a:gd name="connsiteX2" fmla="*/ 1095884 w 1095884"/>
                <a:gd name="connsiteY2" fmla="*/ 677074 h 677074"/>
              </a:gdLst>
              <a:ahLst/>
              <a:cxnLst>
                <a:cxn ang="0">
                  <a:pos x="connsiteX0" y="connsiteY0"/>
                </a:cxn>
                <a:cxn ang="0">
                  <a:pos x="connsiteX1" y="connsiteY1"/>
                </a:cxn>
                <a:cxn ang="0">
                  <a:pos x="connsiteX2" y="connsiteY2"/>
                </a:cxn>
              </a:cxnLst>
              <a:rect l="l" t="t" r="r" b="b"/>
              <a:pathLst>
                <a:path w="1095884" h="677074">
                  <a:moveTo>
                    <a:pt x="0" y="0"/>
                  </a:moveTo>
                  <a:lnTo>
                    <a:pt x="1095884" y="0"/>
                  </a:lnTo>
                  <a:lnTo>
                    <a:pt x="1095884" y="677074"/>
                  </a:lnTo>
                </a:path>
              </a:pathLst>
            </a:custGeom>
            <a:ln w="3175" cap="rnd">
              <a:headEnd type="none" w="med" len="med"/>
              <a:tailEnd type="none" w="sm" len="sm"/>
            </a:ln>
            <a:effectLst/>
          </p:spPr>
          <p:style>
            <a:lnRef idx="2">
              <a:schemeClr val="dk1"/>
            </a:lnRef>
            <a:fillRef idx="0">
              <a:schemeClr val="dk1"/>
            </a:fillRef>
            <a:effectRef idx="1">
              <a:schemeClr val="dk1"/>
            </a:effectRef>
            <a:fontRef idx="minor">
              <a:schemeClr val="tx1"/>
            </a:fontRef>
          </p:style>
          <p:txBody>
            <a:bodyPr vert="horz" wrap="none" lIns="90000" tIns="46800" rIns="90000" bIns="46800" numCol="1" rtlCol="0" anchor="ctr" anchorCtr="0" compatLnSpc="1">
              <a:prstTxWarp prst="textNoShape">
                <a:avLst/>
              </a:prstTxWarp>
            </a:bodyPr>
            <a:lstStyle/>
            <a:p>
              <a:pPr fontAlgn="base">
                <a:spcBef>
                  <a:spcPct val="0"/>
                </a:spcBef>
                <a:spcAft>
                  <a:spcPct val="0"/>
                </a:spcAft>
              </a:pPr>
              <a:endParaRPr lang="ja-JP" altLang="en-US">
                <a:latin typeface="Arial Narrow" pitchFamily="34" charset="0"/>
                <a:ea typeface="メイリオ" pitchFamily="50" charset="-128"/>
              </a:endParaRPr>
            </a:p>
          </p:txBody>
        </p:sp>
      </p:grpSp>
      <p:cxnSp>
        <p:nvCxnSpPr>
          <p:cNvPr id="61" name="直線コネクタ 60">
            <a:extLst>
              <a:ext uri="{FF2B5EF4-FFF2-40B4-BE49-F238E27FC236}">
                <a16:creationId xmlns:a16="http://schemas.microsoft.com/office/drawing/2014/main" id="{CD903319-9127-2BFA-2231-D77C6F019C10}"/>
              </a:ext>
            </a:extLst>
          </p:cNvPr>
          <p:cNvCxnSpPr/>
          <p:nvPr/>
        </p:nvCxnSpPr>
        <p:spPr>
          <a:xfrm flipH="1">
            <a:off x="6365895" y="2438988"/>
            <a:ext cx="360112" cy="0"/>
          </a:xfrm>
          <a:prstGeom prst="line">
            <a:avLst/>
          </a:prstGeom>
          <a:ln w="3175" cap="rnd">
            <a:solidFill>
              <a:srgbClr val="000000"/>
            </a:solidFill>
            <a:headEnd type="none"/>
            <a:tailEnd type="oval"/>
          </a:ln>
        </p:spPr>
        <p:style>
          <a:lnRef idx="1">
            <a:schemeClr val="accent1"/>
          </a:lnRef>
          <a:fillRef idx="0">
            <a:schemeClr val="accent1"/>
          </a:fillRef>
          <a:effectRef idx="0">
            <a:schemeClr val="accent1"/>
          </a:effectRef>
          <a:fontRef idx="minor">
            <a:schemeClr val="tx1"/>
          </a:fontRef>
        </p:style>
      </p:cxnSp>
      <p:grpSp>
        <p:nvGrpSpPr>
          <p:cNvPr id="62" name="グループ化 61">
            <a:extLst>
              <a:ext uri="{FF2B5EF4-FFF2-40B4-BE49-F238E27FC236}">
                <a16:creationId xmlns:a16="http://schemas.microsoft.com/office/drawing/2014/main" id="{45553225-7B77-892E-72DB-C03AEDCBBDE4}"/>
              </a:ext>
            </a:extLst>
          </p:cNvPr>
          <p:cNvGrpSpPr/>
          <p:nvPr/>
        </p:nvGrpSpPr>
        <p:grpSpPr>
          <a:xfrm>
            <a:off x="6005891" y="1538979"/>
            <a:ext cx="180020" cy="360033"/>
            <a:chOff x="4481992" y="1268760"/>
            <a:chExt cx="180020" cy="360033"/>
          </a:xfrm>
        </p:grpSpPr>
        <p:cxnSp>
          <p:nvCxnSpPr>
            <p:cNvPr id="63" name="直線コネクタ 62">
              <a:extLst>
                <a:ext uri="{FF2B5EF4-FFF2-40B4-BE49-F238E27FC236}">
                  <a16:creationId xmlns:a16="http://schemas.microsoft.com/office/drawing/2014/main" id="{F685664C-E527-4A80-6FDA-83AC2277EF20}"/>
                </a:ext>
              </a:extLst>
            </p:cNvPr>
            <p:cNvCxnSpPr/>
            <p:nvPr/>
          </p:nvCxnSpPr>
          <p:spPr>
            <a:xfrm flipV="1">
              <a:off x="4572003" y="1268760"/>
              <a:ext cx="1" cy="360033"/>
            </a:xfrm>
            <a:prstGeom prst="line">
              <a:avLst/>
            </a:prstGeom>
            <a:ln w="3175" cap="rnd">
              <a:solidFill>
                <a:srgbClr val="00000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2" name="直線コネクタ 191">
              <a:extLst>
                <a:ext uri="{FF2B5EF4-FFF2-40B4-BE49-F238E27FC236}">
                  <a16:creationId xmlns:a16="http://schemas.microsoft.com/office/drawing/2014/main" id="{AC687CAA-FD6A-AECB-7841-910B161A65F0}"/>
                </a:ext>
              </a:extLst>
            </p:cNvPr>
            <p:cNvCxnSpPr/>
            <p:nvPr/>
          </p:nvCxnSpPr>
          <p:spPr>
            <a:xfrm flipH="1">
              <a:off x="4481992" y="1268760"/>
              <a:ext cx="180020"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sp>
        <p:nvSpPr>
          <p:cNvPr id="193" name="曲折矢印 160">
            <a:extLst>
              <a:ext uri="{FF2B5EF4-FFF2-40B4-BE49-F238E27FC236}">
                <a16:creationId xmlns:a16="http://schemas.microsoft.com/office/drawing/2014/main" id="{B7C6D678-8F9B-A044-0F56-D9920092127E}"/>
              </a:ext>
            </a:extLst>
          </p:cNvPr>
          <p:cNvSpPr/>
          <p:nvPr/>
        </p:nvSpPr>
        <p:spPr bwMode="auto">
          <a:xfrm rot="10800000" flipH="1">
            <a:off x="4835986" y="1538978"/>
            <a:ext cx="630007" cy="720008"/>
          </a:xfrm>
          <a:prstGeom prst="bentArrow">
            <a:avLst>
              <a:gd name="adj1" fmla="val 9785"/>
              <a:gd name="adj2" fmla="val 13296"/>
              <a:gd name="adj3" fmla="val 8614"/>
              <a:gd name="adj4" fmla="val 19171"/>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94" name="曲折矢印 171">
            <a:extLst>
              <a:ext uri="{FF2B5EF4-FFF2-40B4-BE49-F238E27FC236}">
                <a16:creationId xmlns:a16="http://schemas.microsoft.com/office/drawing/2014/main" id="{FDEF550E-5638-CDDB-AC89-BCCF067D8B82}"/>
              </a:ext>
            </a:extLst>
          </p:cNvPr>
          <p:cNvSpPr/>
          <p:nvPr/>
        </p:nvSpPr>
        <p:spPr bwMode="auto">
          <a:xfrm rot="16200000" flipH="1">
            <a:off x="4655984" y="2618992"/>
            <a:ext cx="810009" cy="630007"/>
          </a:xfrm>
          <a:prstGeom prst="bentArrow">
            <a:avLst>
              <a:gd name="adj1" fmla="val 9785"/>
              <a:gd name="adj2" fmla="val 13296"/>
              <a:gd name="adj3" fmla="val 8614"/>
              <a:gd name="adj4" fmla="val 19171"/>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37" name="正方形/長方形 36">
            <a:extLst>
              <a:ext uri="{FF2B5EF4-FFF2-40B4-BE49-F238E27FC236}">
                <a16:creationId xmlns:a16="http://schemas.microsoft.com/office/drawing/2014/main" id="{FA1C8BE8-B588-289F-5270-76C8163A829B}"/>
              </a:ext>
            </a:extLst>
          </p:cNvPr>
          <p:cNvSpPr/>
          <p:nvPr/>
        </p:nvSpPr>
        <p:spPr bwMode="auto">
          <a:xfrm>
            <a:off x="7806019" y="2528990"/>
            <a:ext cx="720008" cy="720007"/>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pPr algn="ctr"/>
            <a:r>
              <a:rPr kumimoji="1" lang="ja-JP" altLang="en-US" sz="2000" dirty="0">
                <a:solidFill>
                  <a:schemeClr val="tx1">
                    <a:lumMod val="75000"/>
                    <a:lumOff val="25000"/>
                  </a:schemeClr>
                </a:solidFill>
              </a:rPr>
              <a:t>コンデンサ</a:t>
            </a:r>
          </a:p>
        </p:txBody>
      </p:sp>
    </p:spTree>
    <p:extLst>
      <p:ext uri="{BB962C8B-B14F-4D97-AF65-F5344CB8AC3E}">
        <p14:creationId xmlns:p14="http://schemas.microsoft.com/office/powerpoint/2010/main" val="151148940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920DA14-088E-E4A8-9DF1-D943987ADAE6}"/>
              </a:ext>
            </a:extLst>
          </p:cNvPr>
          <p:cNvSpPr>
            <a:spLocks noGrp="1"/>
          </p:cNvSpPr>
          <p:nvPr>
            <p:ph type="title"/>
          </p:nvPr>
        </p:nvSpPr>
        <p:spPr/>
        <p:txBody>
          <a:bodyPr/>
          <a:lstStyle/>
          <a:p>
            <a:r>
              <a:rPr kumimoji="1" lang="ja-JP" altLang="en-US" dirty="0"/>
              <a:t>これも水流で考える</a:t>
            </a:r>
            <a:endParaRPr kumimoji="1" lang="en-US" dirty="0"/>
          </a:p>
        </p:txBody>
      </p:sp>
      <p:sp>
        <p:nvSpPr>
          <p:cNvPr id="3" name="テキスト プレースホルダー 2">
            <a:extLst>
              <a:ext uri="{FF2B5EF4-FFF2-40B4-BE49-F238E27FC236}">
                <a16:creationId xmlns:a16="http://schemas.microsoft.com/office/drawing/2014/main" id="{890EE345-485C-03AB-4F9D-6EC7336BF1A2}"/>
              </a:ext>
            </a:extLst>
          </p:cNvPr>
          <p:cNvSpPr>
            <a:spLocks noGrp="1"/>
          </p:cNvSpPr>
          <p:nvPr>
            <p:ph type="body" sz="quarter" idx="10"/>
          </p:nvPr>
        </p:nvSpPr>
        <p:spPr>
          <a:xfrm>
            <a:off x="515938" y="1268976"/>
            <a:ext cx="5040056" cy="1620018"/>
          </a:xfrm>
        </p:spPr>
        <p:txBody>
          <a:bodyPr/>
          <a:lstStyle/>
          <a:p>
            <a:r>
              <a:rPr lang="ja-JP" altLang="en-US" dirty="0"/>
              <a:t>電流を流して失われるエネルギー</a:t>
            </a:r>
            <a:endParaRPr lang="en-US" altLang="ja-JP" dirty="0"/>
          </a:p>
          <a:p>
            <a:pPr lvl="1"/>
            <a:r>
              <a:rPr lang="ja-JP" altLang="en-US" dirty="0"/>
              <a:t>コンデンサに溜まる</a:t>
            </a:r>
            <a:br>
              <a:rPr lang="en-US" altLang="ja-JP" dirty="0"/>
            </a:br>
            <a:r>
              <a:rPr lang="ja-JP" altLang="en-US" dirty="0"/>
              <a:t>電荷の量：</a:t>
            </a:r>
            <a:r>
              <a:rPr lang="en-US" altLang="ja-JP" dirty="0"/>
              <a:t>	Q</a:t>
            </a:r>
          </a:p>
          <a:p>
            <a:pPr lvl="1"/>
            <a:r>
              <a:rPr lang="ja-JP" altLang="en-US" dirty="0"/>
              <a:t>電圧：</a:t>
            </a:r>
            <a:r>
              <a:rPr lang="en-US" altLang="ja-JP" dirty="0"/>
              <a:t>	V</a:t>
            </a:r>
          </a:p>
          <a:p>
            <a:pPr lvl="1"/>
            <a:r>
              <a:rPr lang="ja-JP" altLang="en-US" dirty="0"/>
              <a:t>消費エネルギー：</a:t>
            </a:r>
            <a:r>
              <a:rPr lang="en-US" altLang="ja-JP" dirty="0"/>
              <a:t>Q × V</a:t>
            </a:r>
            <a:endParaRPr kumimoji="1" lang="en-US" altLang="ja-JP" dirty="0"/>
          </a:p>
        </p:txBody>
      </p:sp>
      <p:grpSp>
        <p:nvGrpSpPr>
          <p:cNvPr id="280" name="グループ化 279">
            <a:extLst>
              <a:ext uri="{FF2B5EF4-FFF2-40B4-BE49-F238E27FC236}">
                <a16:creationId xmlns:a16="http://schemas.microsoft.com/office/drawing/2014/main" id="{87E8DC6F-0E26-5AA1-1C84-D3C528E58F6D}"/>
              </a:ext>
            </a:extLst>
          </p:cNvPr>
          <p:cNvGrpSpPr/>
          <p:nvPr/>
        </p:nvGrpSpPr>
        <p:grpSpPr>
          <a:xfrm rot="5400000">
            <a:off x="2952866" y="4875918"/>
            <a:ext cx="67531" cy="337533"/>
            <a:chOff x="3401870" y="728700"/>
            <a:chExt cx="180020" cy="405045"/>
          </a:xfrm>
        </p:grpSpPr>
        <p:cxnSp>
          <p:nvCxnSpPr>
            <p:cNvPr id="281" name="直線コネクタ 280">
              <a:extLst>
                <a:ext uri="{FF2B5EF4-FFF2-40B4-BE49-F238E27FC236}">
                  <a16:creationId xmlns:a16="http://schemas.microsoft.com/office/drawing/2014/main" id="{DF7AD983-6064-C52B-288A-AEA968F7945E}"/>
                </a:ext>
              </a:extLst>
            </p:cNvPr>
            <p:cNvCxnSpPr/>
            <p:nvPr/>
          </p:nvCxnSpPr>
          <p:spPr>
            <a:xfrm>
              <a:off x="3401870" y="773705"/>
              <a:ext cx="180020" cy="45005"/>
            </a:xfrm>
            <a:prstGeom prst="line">
              <a:avLst/>
            </a:prstGeom>
            <a:ln w="28575" cap="rnd">
              <a:solidFill>
                <a:schemeClr val="accent6"/>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282" name="直線コネクタ 281">
              <a:extLst>
                <a:ext uri="{FF2B5EF4-FFF2-40B4-BE49-F238E27FC236}">
                  <a16:creationId xmlns:a16="http://schemas.microsoft.com/office/drawing/2014/main" id="{F53F85C4-DD11-47DA-A52D-ACCB5B1A0C64}"/>
                </a:ext>
              </a:extLst>
            </p:cNvPr>
            <p:cNvCxnSpPr/>
            <p:nvPr/>
          </p:nvCxnSpPr>
          <p:spPr>
            <a:xfrm flipV="1">
              <a:off x="3401870" y="818710"/>
              <a:ext cx="180020" cy="45006"/>
            </a:xfrm>
            <a:prstGeom prst="line">
              <a:avLst/>
            </a:prstGeom>
            <a:ln w="28575" cap="rnd">
              <a:solidFill>
                <a:schemeClr val="accent6"/>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283" name="直線コネクタ 282">
              <a:extLst>
                <a:ext uri="{FF2B5EF4-FFF2-40B4-BE49-F238E27FC236}">
                  <a16:creationId xmlns:a16="http://schemas.microsoft.com/office/drawing/2014/main" id="{4143C739-3F32-CF6B-3160-F3F55691CD25}"/>
                </a:ext>
              </a:extLst>
            </p:cNvPr>
            <p:cNvCxnSpPr/>
            <p:nvPr/>
          </p:nvCxnSpPr>
          <p:spPr>
            <a:xfrm>
              <a:off x="3401870" y="863715"/>
              <a:ext cx="180020" cy="45005"/>
            </a:xfrm>
            <a:prstGeom prst="line">
              <a:avLst/>
            </a:prstGeom>
            <a:ln w="28575" cap="rnd">
              <a:solidFill>
                <a:schemeClr val="accent6"/>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284" name="直線コネクタ 283">
              <a:extLst>
                <a:ext uri="{FF2B5EF4-FFF2-40B4-BE49-F238E27FC236}">
                  <a16:creationId xmlns:a16="http://schemas.microsoft.com/office/drawing/2014/main" id="{37E6B02B-EDC7-ACFD-20BD-01D999F264ED}"/>
                </a:ext>
              </a:extLst>
            </p:cNvPr>
            <p:cNvCxnSpPr/>
            <p:nvPr/>
          </p:nvCxnSpPr>
          <p:spPr>
            <a:xfrm flipV="1">
              <a:off x="3401870" y="908720"/>
              <a:ext cx="180020" cy="45006"/>
            </a:xfrm>
            <a:prstGeom prst="line">
              <a:avLst/>
            </a:prstGeom>
            <a:ln w="28575" cap="rnd">
              <a:solidFill>
                <a:schemeClr val="accent6"/>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285" name="直線コネクタ 284">
              <a:extLst>
                <a:ext uri="{FF2B5EF4-FFF2-40B4-BE49-F238E27FC236}">
                  <a16:creationId xmlns:a16="http://schemas.microsoft.com/office/drawing/2014/main" id="{B18458F7-DE9C-C9CA-CFAE-D0F61A8B488C}"/>
                </a:ext>
              </a:extLst>
            </p:cNvPr>
            <p:cNvCxnSpPr/>
            <p:nvPr/>
          </p:nvCxnSpPr>
          <p:spPr>
            <a:xfrm>
              <a:off x="3401870" y="953725"/>
              <a:ext cx="180020" cy="45005"/>
            </a:xfrm>
            <a:prstGeom prst="line">
              <a:avLst/>
            </a:prstGeom>
            <a:ln w="28575" cap="rnd">
              <a:solidFill>
                <a:schemeClr val="accent6"/>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286" name="直線コネクタ 285">
              <a:extLst>
                <a:ext uri="{FF2B5EF4-FFF2-40B4-BE49-F238E27FC236}">
                  <a16:creationId xmlns:a16="http://schemas.microsoft.com/office/drawing/2014/main" id="{6423D681-AF69-FA83-9F88-886EBBE5AAB5}"/>
                </a:ext>
              </a:extLst>
            </p:cNvPr>
            <p:cNvCxnSpPr/>
            <p:nvPr/>
          </p:nvCxnSpPr>
          <p:spPr>
            <a:xfrm flipV="1">
              <a:off x="3401870" y="998730"/>
              <a:ext cx="180020" cy="45006"/>
            </a:xfrm>
            <a:prstGeom prst="line">
              <a:avLst/>
            </a:prstGeom>
            <a:ln w="28575" cap="rnd">
              <a:solidFill>
                <a:schemeClr val="accent6"/>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287" name="直線コネクタ 286">
              <a:extLst>
                <a:ext uri="{FF2B5EF4-FFF2-40B4-BE49-F238E27FC236}">
                  <a16:creationId xmlns:a16="http://schemas.microsoft.com/office/drawing/2014/main" id="{DAF8C162-9238-1283-AF90-D59A1528A454}"/>
                </a:ext>
              </a:extLst>
            </p:cNvPr>
            <p:cNvCxnSpPr/>
            <p:nvPr/>
          </p:nvCxnSpPr>
          <p:spPr>
            <a:xfrm>
              <a:off x="3401870" y="1043735"/>
              <a:ext cx="180020" cy="45005"/>
            </a:xfrm>
            <a:prstGeom prst="line">
              <a:avLst/>
            </a:prstGeom>
            <a:ln w="28575" cap="rnd">
              <a:solidFill>
                <a:schemeClr val="accent6"/>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288" name="直線コネクタ 287">
              <a:extLst>
                <a:ext uri="{FF2B5EF4-FFF2-40B4-BE49-F238E27FC236}">
                  <a16:creationId xmlns:a16="http://schemas.microsoft.com/office/drawing/2014/main" id="{C224398F-A115-38BE-FFC4-40BE2170766F}"/>
                </a:ext>
              </a:extLst>
            </p:cNvPr>
            <p:cNvCxnSpPr/>
            <p:nvPr/>
          </p:nvCxnSpPr>
          <p:spPr>
            <a:xfrm flipV="1">
              <a:off x="3491880" y="1088741"/>
              <a:ext cx="90010" cy="45004"/>
            </a:xfrm>
            <a:prstGeom prst="line">
              <a:avLst/>
            </a:prstGeom>
            <a:ln w="28575" cap="rnd">
              <a:solidFill>
                <a:schemeClr val="accent6"/>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289" name="直線コネクタ 288">
              <a:extLst>
                <a:ext uri="{FF2B5EF4-FFF2-40B4-BE49-F238E27FC236}">
                  <a16:creationId xmlns:a16="http://schemas.microsoft.com/office/drawing/2014/main" id="{66F2480F-913F-2BA9-3173-7E2956321836}"/>
                </a:ext>
              </a:extLst>
            </p:cNvPr>
            <p:cNvCxnSpPr/>
            <p:nvPr/>
          </p:nvCxnSpPr>
          <p:spPr>
            <a:xfrm flipV="1">
              <a:off x="3401870" y="728700"/>
              <a:ext cx="90010" cy="45006"/>
            </a:xfrm>
            <a:prstGeom prst="line">
              <a:avLst/>
            </a:prstGeom>
            <a:ln w="28575" cap="rnd">
              <a:solidFill>
                <a:schemeClr val="accent6"/>
              </a:solidFill>
              <a:headEnd type="none" w="sm" len="sm"/>
              <a:tailEnd type="none"/>
            </a:ln>
          </p:spPr>
          <p:style>
            <a:lnRef idx="1">
              <a:schemeClr val="accent1"/>
            </a:lnRef>
            <a:fillRef idx="0">
              <a:schemeClr val="accent1"/>
            </a:fillRef>
            <a:effectRef idx="0">
              <a:schemeClr val="accent1"/>
            </a:effectRef>
            <a:fontRef idx="minor">
              <a:schemeClr val="tx1"/>
            </a:fontRef>
          </p:style>
        </p:cxnSp>
      </p:grpSp>
      <p:grpSp>
        <p:nvGrpSpPr>
          <p:cNvPr id="290" name="グループ化 289">
            <a:extLst>
              <a:ext uri="{FF2B5EF4-FFF2-40B4-BE49-F238E27FC236}">
                <a16:creationId xmlns:a16="http://schemas.microsoft.com/office/drawing/2014/main" id="{A9D15278-5ECA-1FE2-752D-70FDC3658919}"/>
              </a:ext>
            </a:extLst>
          </p:cNvPr>
          <p:cNvGrpSpPr/>
          <p:nvPr/>
        </p:nvGrpSpPr>
        <p:grpSpPr>
          <a:xfrm>
            <a:off x="2254533" y="5319022"/>
            <a:ext cx="270012" cy="450012"/>
            <a:chOff x="5787000" y="1944000"/>
            <a:chExt cx="270012" cy="450012"/>
          </a:xfrm>
        </p:grpSpPr>
        <p:cxnSp>
          <p:nvCxnSpPr>
            <p:cNvPr id="291" name="直線コネクタ 290">
              <a:extLst>
                <a:ext uri="{FF2B5EF4-FFF2-40B4-BE49-F238E27FC236}">
                  <a16:creationId xmlns:a16="http://schemas.microsoft.com/office/drawing/2014/main" id="{5C4C3ECF-EC47-5396-8C7A-3045D7BB3F35}"/>
                </a:ext>
              </a:extLst>
            </p:cNvPr>
            <p:cNvCxnSpPr/>
            <p:nvPr/>
          </p:nvCxnSpPr>
          <p:spPr>
            <a:xfrm>
              <a:off x="5787000" y="1989000"/>
              <a:ext cx="225004" cy="360003"/>
            </a:xfrm>
            <a:prstGeom prst="line">
              <a:avLst/>
            </a:prstGeom>
            <a:ln w="38100" cap="rnd">
              <a:solidFill>
                <a:schemeClr val="accent6"/>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292" name="円/楕円 92">
              <a:extLst>
                <a:ext uri="{FF2B5EF4-FFF2-40B4-BE49-F238E27FC236}">
                  <a16:creationId xmlns:a16="http://schemas.microsoft.com/office/drawing/2014/main" id="{0BEF045E-7B98-29EF-2E79-5AE46A16A7F9}"/>
                </a:ext>
              </a:extLst>
            </p:cNvPr>
            <p:cNvSpPr/>
            <p:nvPr/>
          </p:nvSpPr>
          <p:spPr>
            <a:xfrm rot="16200000" flipH="1">
              <a:off x="5967000" y="2304000"/>
              <a:ext cx="90012" cy="90012"/>
            </a:xfrm>
            <a:prstGeom prst="ellipse">
              <a:avLst/>
            </a:prstGeom>
            <a:solidFill>
              <a:schemeClr val="bg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kumimoji="1" lang="ja-JP" altLang="en-US" sz="1400"/>
            </a:p>
          </p:txBody>
        </p:sp>
        <p:sp>
          <p:nvSpPr>
            <p:cNvPr id="293" name="円/楕円 93">
              <a:extLst>
                <a:ext uri="{FF2B5EF4-FFF2-40B4-BE49-F238E27FC236}">
                  <a16:creationId xmlns:a16="http://schemas.microsoft.com/office/drawing/2014/main" id="{6D4AA102-FD31-D78B-51A8-ACCBEB325519}"/>
                </a:ext>
              </a:extLst>
            </p:cNvPr>
            <p:cNvSpPr/>
            <p:nvPr/>
          </p:nvSpPr>
          <p:spPr>
            <a:xfrm rot="16200000" flipH="1">
              <a:off x="5967000" y="1944000"/>
              <a:ext cx="90012" cy="90012"/>
            </a:xfrm>
            <a:prstGeom prst="ellipse">
              <a:avLst/>
            </a:prstGeom>
            <a:solidFill>
              <a:schemeClr val="bg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kumimoji="1" lang="ja-JP" altLang="en-US" sz="1400"/>
            </a:p>
          </p:txBody>
        </p:sp>
      </p:grpSp>
      <p:grpSp>
        <p:nvGrpSpPr>
          <p:cNvPr id="294" name="グループ化 293">
            <a:extLst>
              <a:ext uri="{FF2B5EF4-FFF2-40B4-BE49-F238E27FC236}">
                <a16:creationId xmlns:a16="http://schemas.microsoft.com/office/drawing/2014/main" id="{AA8D6560-CAC6-AAD5-F707-C974AAE396A8}"/>
              </a:ext>
            </a:extLst>
          </p:cNvPr>
          <p:cNvGrpSpPr/>
          <p:nvPr/>
        </p:nvGrpSpPr>
        <p:grpSpPr>
          <a:xfrm>
            <a:off x="2434535" y="4329011"/>
            <a:ext cx="90012" cy="450012"/>
            <a:chOff x="5967000" y="1944000"/>
            <a:chExt cx="90012" cy="450012"/>
          </a:xfrm>
        </p:grpSpPr>
        <p:cxnSp>
          <p:nvCxnSpPr>
            <p:cNvPr id="295" name="直線コネクタ 294">
              <a:extLst>
                <a:ext uri="{FF2B5EF4-FFF2-40B4-BE49-F238E27FC236}">
                  <a16:creationId xmlns:a16="http://schemas.microsoft.com/office/drawing/2014/main" id="{50AC0D7D-0236-FDE7-4D3C-F3F04D04D22A}"/>
                </a:ext>
              </a:extLst>
            </p:cNvPr>
            <p:cNvCxnSpPr>
              <a:stCxn id="297" idx="0"/>
            </p:cNvCxnSpPr>
            <p:nvPr/>
          </p:nvCxnSpPr>
          <p:spPr>
            <a:xfrm>
              <a:off x="5967000" y="1989006"/>
              <a:ext cx="45004" cy="359997"/>
            </a:xfrm>
            <a:prstGeom prst="line">
              <a:avLst/>
            </a:prstGeom>
            <a:ln w="34925" cap="rnd">
              <a:solidFill>
                <a:schemeClr val="accent6"/>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296" name="円/楕円 96">
              <a:extLst>
                <a:ext uri="{FF2B5EF4-FFF2-40B4-BE49-F238E27FC236}">
                  <a16:creationId xmlns:a16="http://schemas.microsoft.com/office/drawing/2014/main" id="{85F2BBD3-C88C-9C1F-745E-4EB1184327F9}"/>
                </a:ext>
              </a:extLst>
            </p:cNvPr>
            <p:cNvSpPr/>
            <p:nvPr/>
          </p:nvSpPr>
          <p:spPr>
            <a:xfrm rot="16200000" flipH="1">
              <a:off x="5967000" y="2304000"/>
              <a:ext cx="90012" cy="90012"/>
            </a:xfrm>
            <a:prstGeom prst="ellipse">
              <a:avLst/>
            </a:prstGeom>
            <a:solidFill>
              <a:schemeClr val="bg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kumimoji="1" lang="ja-JP" altLang="en-US" sz="1400"/>
            </a:p>
          </p:txBody>
        </p:sp>
        <p:sp>
          <p:nvSpPr>
            <p:cNvPr id="297" name="円/楕円 97">
              <a:extLst>
                <a:ext uri="{FF2B5EF4-FFF2-40B4-BE49-F238E27FC236}">
                  <a16:creationId xmlns:a16="http://schemas.microsoft.com/office/drawing/2014/main" id="{3D16C544-A10C-3448-8EF7-EC1371A07EDE}"/>
                </a:ext>
              </a:extLst>
            </p:cNvPr>
            <p:cNvSpPr/>
            <p:nvPr/>
          </p:nvSpPr>
          <p:spPr>
            <a:xfrm rot="16200000" flipH="1">
              <a:off x="5967000" y="1944000"/>
              <a:ext cx="90012" cy="90012"/>
            </a:xfrm>
            <a:prstGeom prst="ellipse">
              <a:avLst/>
            </a:prstGeom>
            <a:solidFill>
              <a:schemeClr val="bg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kumimoji="1" lang="ja-JP" altLang="en-US" sz="1400"/>
            </a:p>
          </p:txBody>
        </p:sp>
      </p:grpSp>
      <p:grpSp>
        <p:nvGrpSpPr>
          <p:cNvPr id="298" name="グループ化 152">
            <a:extLst>
              <a:ext uri="{FF2B5EF4-FFF2-40B4-BE49-F238E27FC236}">
                <a16:creationId xmlns:a16="http://schemas.microsoft.com/office/drawing/2014/main" id="{0739F56B-5C3A-54C9-9E14-36FE0224CFC0}"/>
              </a:ext>
            </a:extLst>
          </p:cNvPr>
          <p:cNvGrpSpPr/>
          <p:nvPr/>
        </p:nvGrpSpPr>
        <p:grpSpPr>
          <a:xfrm>
            <a:off x="2361679" y="6039029"/>
            <a:ext cx="180002" cy="90001"/>
            <a:chOff x="3643306" y="4500570"/>
            <a:chExt cx="428628" cy="144464"/>
          </a:xfrm>
        </p:grpSpPr>
        <p:cxnSp>
          <p:nvCxnSpPr>
            <p:cNvPr id="299" name="直線コネクタ 298">
              <a:extLst>
                <a:ext uri="{FF2B5EF4-FFF2-40B4-BE49-F238E27FC236}">
                  <a16:creationId xmlns:a16="http://schemas.microsoft.com/office/drawing/2014/main" id="{EB41CCC5-9CC5-CEE5-C9B0-EB0CD2A1C0EE}"/>
                </a:ext>
              </a:extLst>
            </p:cNvPr>
            <p:cNvCxnSpPr/>
            <p:nvPr/>
          </p:nvCxnSpPr>
          <p:spPr>
            <a:xfrm>
              <a:off x="3643306" y="4500570"/>
              <a:ext cx="428628"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cxnSp>
          <p:nvCxnSpPr>
            <p:cNvPr id="300" name="直線コネクタ 299">
              <a:extLst>
                <a:ext uri="{FF2B5EF4-FFF2-40B4-BE49-F238E27FC236}">
                  <a16:creationId xmlns:a16="http://schemas.microsoft.com/office/drawing/2014/main" id="{092FA289-7A20-5BD0-C842-6AA473A2A55A}"/>
                </a:ext>
              </a:extLst>
            </p:cNvPr>
            <p:cNvCxnSpPr/>
            <p:nvPr/>
          </p:nvCxnSpPr>
          <p:spPr>
            <a:xfrm>
              <a:off x="3714744" y="4572008"/>
              <a:ext cx="285752"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cxnSp>
          <p:nvCxnSpPr>
            <p:cNvPr id="301" name="直線コネクタ 300">
              <a:extLst>
                <a:ext uri="{FF2B5EF4-FFF2-40B4-BE49-F238E27FC236}">
                  <a16:creationId xmlns:a16="http://schemas.microsoft.com/office/drawing/2014/main" id="{84517D28-6AD4-9B7F-B0B3-8D7230DF3570}"/>
                </a:ext>
              </a:extLst>
            </p:cNvPr>
            <p:cNvCxnSpPr/>
            <p:nvPr/>
          </p:nvCxnSpPr>
          <p:spPr>
            <a:xfrm>
              <a:off x="3786182" y="4643446"/>
              <a:ext cx="130188"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grpSp>
      <p:cxnSp>
        <p:nvCxnSpPr>
          <p:cNvPr id="302" name="直線コネクタ 301">
            <a:extLst>
              <a:ext uri="{FF2B5EF4-FFF2-40B4-BE49-F238E27FC236}">
                <a16:creationId xmlns:a16="http://schemas.microsoft.com/office/drawing/2014/main" id="{AA9E3ECD-EDF9-FDBE-83F7-D75CA2565765}"/>
              </a:ext>
            </a:extLst>
          </p:cNvPr>
          <p:cNvCxnSpPr/>
          <p:nvPr/>
        </p:nvCxnSpPr>
        <p:spPr>
          <a:xfrm flipV="1">
            <a:off x="2451680" y="5769027"/>
            <a:ext cx="1" cy="270003"/>
          </a:xfrm>
          <a:prstGeom prst="line">
            <a:avLst/>
          </a:prstGeom>
          <a:ln w="3175"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grpSp>
        <p:nvGrpSpPr>
          <p:cNvPr id="303" name="グループ化 302">
            <a:extLst>
              <a:ext uri="{FF2B5EF4-FFF2-40B4-BE49-F238E27FC236}">
                <a16:creationId xmlns:a16="http://schemas.microsoft.com/office/drawing/2014/main" id="{15AF2F72-4C77-7745-D183-09408F44659E}"/>
              </a:ext>
            </a:extLst>
          </p:cNvPr>
          <p:cNvGrpSpPr/>
          <p:nvPr/>
        </p:nvGrpSpPr>
        <p:grpSpPr>
          <a:xfrm>
            <a:off x="2361679" y="3969007"/>
            <a:ext cx="180020" cy="360033"/>
            <a:chOff x="4481992" y="1268760"/>
            <a:chExt cx="180020" cy="360033"/>
          </a:xfrm>
        </p:grpSpPr>
        <p:cxnSp>
          <p:nvCxnSpPr>
            <p:cNvPr id="304" name="直線コネクタ 303">
              <a:extLst>
                <a:ext uri="{FF2B5EF4-FFF2-40B4-BE49-F238E27FC236}">
                  <a16:creationId xmlns:a16="http://schemas.microsoft.com/office/drawing/2014/main" id="{357ED39B-76C3-7EB1-FF28-C79A1AC6008F}"/>
                </a:ext>
              </a:extLst>
            </p:cNvPr>
            <p:cNvCxnSpPr/>
            <p:nvPr/>
          </p:nvCxnSpPr>
          <p:spPr>
            <a:xfrm flipV="1">
              <a:off x="4572003" y="1268760"/>
              <a:ext cx="1" cy="360033"/>
            </a:xfrm>
            <a:prstGeom prst="line">
              <a:avLst/>
            </a:prstGeom>
            <a:ln w="3175" cap="rnd">
              <a:solidFill>
                <a:srgbClr val="00000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5" name="直線コネクタ 304">
              <a:extLst>
                <a:ext uri="{FF2B5EF4-FFF2-40B4-BE49-F238E27FC236}">
                  <a16:creationId xmlns:a16="http://schemas.microsoft.com/office/drawing/2014/main" id="{7D98FA10-EA04-450A-FADA-F9AAD6F79EF0}"/>
                </a:ext>
              </a:extLst>
            </p:cNvPr>
            <p:cNvCxnSpPr/>
            <p:nvPr/>
          </p:nvCxnSpPr>
          <p:spPr>
            <a:xfrm flipH="1">
              <a:off x="4481992" y="1268760"/>
              <a:ext cx="180020"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cxnSp>
        <p:nvCxnSpPr>
          <p:cNvPr id="306" name="直線コネクタ 305">
            <a:extLst>
              <a:ext uri="{FF2B5EF4-FFF2-40B4-BE49-F238E27FC236}">
                <a16:creationId xmlns:a16="http://schemas.microsoft.com/office/drawing/2014/main" id="{3D75AA5D-6DF6-320B-0B7C-974634C79DED}"/>
              </a:ext>
            </a:extLst>
          </p:cNvPr>
          <p:cNvCxnSpPr/>
          <p:nvPr/>
        </p:nvCxnSpPr>
        <p:spPr>
          <a:xfrm flipV="1">
            <a:off x="2451680" y="4779016"/>
            <a:ext cx="1" cy="540006"/>
          </a:xfrm>
          <a:prstGeom prst="line">
            <a:avLst/>
          </a:prstGeom>
          <a:ln w="3175"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307" name="直線コネクタ 306">
            <a:extLst>
              <a:ext uri="{FF2B5EF4-FFF2-40B4-BE49-F238E27FC236}">
                <a16:creationId xmlns:a16="http://schemas.microsoft.com/office/drawing/2014/main" id="{D4932EC2-5DDE-89AA-1AB4-2D83BB9A922C}"/>
              </a:ext>
            </a:extLst>
          </p:cNvPr>
          <p:cNvCxnSpPr/>
          <p:nvPr/>
        </p:nvCxnSpPr>
        <p:spPr>
          <a:xfrm flipH="1">
            <a:off x="2451680" y="5049019"/>
            <a:ext cx="360112" cy="0"/>
          </a:xfrm>
          <a:prstGeom prst="line">
            <a:avLst/>
          </a:prstGeom>
          <a:ln w="3175" cap="rnd">
            <a:solidFill>
              <a:srgbClr val="000000"/>
            </a:solidFill>
            <a:headEnd type="none"/>
            <a:tailEnd type="oval"/>
          </a:ln>
        </p:spPr>
        <p:style>
          <a:lnRef idx="1">
            <a:schemeClr val="accent1"/>
          </a:lnRef>
          <a:fillRef idx="0">
            <a:schemeClr val="accent1"/>
          </a:fillRef>
          <a:effectRef idx="0">
            <a:schemeClr val="accent1"/>
          </a:effectRef>
          <a:fontRef idx="minor">
            <a:schemeClr val="tx1"/>
          </a:fontRef>
        </p:style>
      </p:cxnSp>
      <p:cxnSp>
        <p:nvCxnSpPr>
          <p:cNvPr id="308" name="直線コネクタ 307">
            <a:extLst>
              <a:ext uri="{FF2B5EF4-FFF2-40B4-BE49-F238E27FC236}">
                <a16:creationId xmlns:a16="http://schemas.microsoft.com/office/drawing/2014/main" id="{4793DF6F-C92A-00A1-4A06-84B12AEE3008}"/>
              </a:ext>
            </a:extLst>
          </p:cNvPr>
          <p:cNvCxnSpPr/>
          <p:nvPr/>
        </p:nvCxnSpPr>
        <p:spPr>
          <a:xfrm>
            <a:off x="3154543" y="5049019"/>
            <a:ext cx="540006" cy="0"/>
          </a:xfrm>
          <a:prstGeom prst="line">
            <a:avLst/>
          </a:prstGeom>
          <a:ln w="3175" cap="rnd">
            <a:solidFill>
              <a:srgbClr val="000000"/>
            </a:solidFill>
            <a:headEnd type="none"/>
            <a:tailEnd type="none"/>
          </a:ln>
        </p:spPr>
        <p:style>
          <a:lnRef idx="1">
            <a:schemeClr val="accent1"/>
          </a:lnRef>
          <a:fillRef idx="0">
            <a:schemeClr val="accent1"/>
          </a:fillRef>
          <a:effectRef idx="0">
            <a:schemeClr val="accent1"/>
          </a:effectRef>
          <a:fontRef idx="minor">
            <a:schemeClr val="tx1"/>
          </a:fontRef>
        </p:style>
      </p:cxnSp>
      <p:grpSp>
        <p:nvGrpSpPr>
          <p:cNvPr id="309" name="グループ化 308">
            <a:extLst>
              <a:ext uri="{FF2B5EF4-FFF2-40B4-BE49-F238E27FC236}">
                <a16:creationId xmlns:a16="http://schemas.microsoft.com/office/drawing/2014/main" id="{730E735F-F7AA-63B9-A053-B66F73F798F0}"/>
              </a:ext>
            </a:extLst>
          </p:cNvPr>
          <p:cNvGrpSpPr/>
          <p:nvPr/>
        </p:nvGrpSpPr>
        <p:grpSpPr>
          <a:xfrm rot="10800000">
            <a:off x="4385982" y="4869017"/>
            <a:ext cx="90012" cy="360048"/>
            <a:chOff x="2051664" y="1988808"/>
            <a:chExt cx="90012" cy="360048"/>
          </a:xfrm>
        </p:grpSpPr>
        <p:cxnSp>
          <p:nvCxnSpPr>
            <p:cNvPr id="310" name="直線コネクタ 309">
              <a:extLst>
                <a:ext uri="{FF2B5EF4-FFF2-40B4-BE49-F238E27FC236}">
                  <a16:creationId xmlns:a16="http://schemas.microsoft.com/office/drawing/2014/main" id="{996C040B-55F9-425E-1C38-0D8571FA73EF}"/>
                </a:ext>
              </a:extLst>
            </p:cNvPr>
            <p:cNvCxnSpPr/>
            <p:nvPr/>
          </p:nvCxnSpPr>
          <p:spPr>
            <a:xfrm flipH="1">
              <a:off x="2051664" y="1988808"/>
              <a:ext cx="0" cy="360048"/>
            </a:xfrm>
            <a:prstGeom prst="line">
              <a:avLst/>
            </a:prstGeom>
            <a:ln w="57150" cap="rnd">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311" name="直線コネクタ 310">
              <a:extLst>
                <a:ext uri="{FF2B5EF4-FFF2-40B4-BE49-F238E27FC236}">
                  <a16:creationId xmlns:a16="http://schemas.microsoft.com/office/drawing/2014/main" id="{558BD19C-2B4E-BF39-280F-163671FB853B}"/>
                </a:ext>
              </a:extLst>
            </p:cNvPr>
            <p:cNvCxnSpPr/>
            <p:nvPr/>
          </p:nvCxnSpPr>
          <p:spPr>
            <a:xfrm flipH="1">
              <a:off x="2141676" y="1988808"/>
              <a:ext cx="0" cy="360048"/>
            </a:xfrm>
            <a:prstGeom prst="line">
              <a:avLst/>
            </a:prstGeom>
            <a:ln w="57150" cap="rnd">
              <a:solidFill>
                <a:schemeClr val="accent5"/>
              </a:solidFill>
            </a:ln>
          </p:spPr>
          <p:style>
            <a:lnRef idx="1">
              <a:schemeClr val="accent1"/>
            </a:lnRef>
            <a:fillRef idx="0">
              <a:schemeClr val="accent1"/>
            </a:fillRef>
            <a:effectRef idx="0">
              <a:schemeClr val="accent1"/>
            </a:effectRef>
            <a:fontRef idx="minor">
              <a:schemeClr val="tx1"/>
            </a:fontRef>
          </p:style>
        </p:cxnSp>
      </p:grpSp>
      <p:grpSp>
        <p:nvGrpSpPr>
          <p:cNvPr id="312" name="グループ化 152">
            <a:extLst>
              <a:ext uri="{FF2B5EF4-FFF2-40B4-BE49-F238E27FC236}">
                <a16:creationId xmlns:a16="http://schemas.microsoft.com/office/drawing/2014/main" id="{2F2EF359-4E98-934C-7FBA-837B38391708}"/>
              </a:ext>
            </a:extLst>
          </p:cNvPr>
          <p:cNvGrpSpPr/>
          <p:nvPr/>
        </p:nvGrpSpPr>
        <p:grpSpPr>
          <a:xfrm>
            <a:off x="4655985" y="6039030"/>
            <a:ext cx="180002" cy="90001"/>
            <a:chOff x="3643306" y="4500570"/>
            <a:chExt cx="428628" cy="144464"/>
          </a:xfrm>
        </p:grpSpPr>
        <p:cxnSp>
          <p:nvCxnSpPr>
            <p:cNvPr id="313" name="直線コネクタ 312">
              <a:extLst>
                <a:ext uri="{FF2B5EF4-FFF2-40B4-BE49-F238E27FC236}">
                  <a16:creationId xmlns:a16="http://schemas.microsoft.com/office/drawing/2014/main" id="{9320B463-434A-1EE3-637C-084FBD59C12C}"/>
                </a:ext>
              </a:extLst>
            </p:cNvPr>
            <p:cNvCxnSpPr/>
            <p:nvPr/>
          </p:nvCxnSpPr>
          <p:spPr>
            <a:xfrm>
              <a:off x="3643306" y="4500570"/>
              <a:ext cx="428628"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cxnSp>
          <p:nvCxnSpPr>
            <p:cNvPr id="314" name="直線コネクタ 313">
              <a:extLst>
                <a:ext uri="{FF2B5EF4-FFF2-40B4-BE49-F238E27FC236}">
                  <a16:creationId xmlns:a16="http://schemas.microsoft.com/office/drawing/2014/main" id="{593CF2E2-0ABE-F3E2-4814-AC2617AB82DE}"/>
                </a:ext>
              </a:extLst>
            </p:cNvPr>
            <p:cNvCxnSpPr/>
            <p:nvPr/>
          </p:nvCxnSpPr>
          <p:spPr>
            <a:xfrm>
              <a:off x="3714744" y="4572008"/>
              <a:ext cx="285752"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cxnSp>
          <p:nvCxnSpPr>
            <p:cNvPr id="315" name="直線コネクタ 314">
              <a:extLst>
                <a:ext uri="{FF2B5EF4-FFF2-40B4-BE49-F238E27FC236}">
                  <a16:creationId xmlns:a16="http://schemas.microsoft.com/office/drawing/2014/main" id="{BD0C2A32-191C-7101-D348-A2B1E425D311}"/>
                </a:ext>
              </a:extLst>
            </p:cNvPr>
            <p:cNvCxnSpPr/>
            <p:nvPr/>
          </p:nvCxnSpPr>
          <p:spPr>
            <a:xfrm>
              <a:off x="3786182" y="4643446"/>
              <a:ext cx="130188"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grpSp>
      <p:sp>
        <p:nvSpPr>
          <p:cNvPr id="316" name="フリーフォーム 155">
            <a:extLst>
              <a:ext uri="{FF2B5EF4-FFF2-40B4-BE49-F238E27FC236}">
                <a16:creationId xmlns:a16="http://schemas.microsoft.com/office/drawing/2014/main" id="{DC12DBC4-79C1-2ECC-9CAF-082B2D212B8F}"/>
              </a:ext>
            </a:extLst>
          </p:cNvPr>
          <p:cNvSpPr/>
          <p:nvPr/>
        </p:nvSpPr>
        <p:spPr bwMode="auto">
          <a:xfrm rot="5400000" flipH="1">
            <a:off x="4115978" y="5409022"/>
            <a:ext cx="990011" cy="270003"/>
          </a:xfrm>
          <a:custGeom>
            <a:avLst/>
            <a:gdLst>
              <a:gd name="connsiteX0" fmla="*/ 0 w 1278531"/>
              <a:gd name="connsiteY0" fmla="*/ 112846 h 789920"/>
              <a:gd name="connsiteX1" fmla="*/ 1095884 w 1278531"/>
              <a:gd name="connsiteY1" fmla="*/ 112846 h 789920"/>
              <a:gd name="connsiteX2" fmla="*/ 1095884 w 1278531"/>
              <a:gd name="connsiteY2" fmla="*/ 789920 h 789920"/>
              <a:gd name="connsiteX0" fmla="*/ 0 w 1278531"/>
              <a:gd name="connsiteY0" fmla="*/ 0 h 677074"/>
              <a:gd name="connsiteX1" fmla="*/ 1095884 w 1278531"/>
              <a:gd name="connsiteY1" fmla="*/ 0 h 677074"/>
              <a:gd name="connsiteX2" fmla="*/ 1095884 w 1278531"/>
              <a:gd name="connsiteY2" fmla="*/ 677074 h 677074"/>
              <a:gd name="connsiteX0" fmla="*/ 0 w 1095884"/>
              <a:gd name="connsiteY0" fmla="*/ 0 h 677074"/>
              <a:gd name="connsiteX1" fmla="*/ 1095884 w 1095884"/>
              <a:gd name="connsiteY1" fmla="*/ 0 h 677074"/>
              <a:gd name="connsiteX2" fmla="*/ 1095884 w 1095884"/>
              <a:gd name="connsiteY2" fmla="*/ 677074 h 677074"/>
            </a:gdLst>
            <a:ahLst/>
            <a:cxnLst>
              <a:cxn ang="0">
                <a:pos x="connsiteX0" y="connsiteY0"/>
              </a:cxn>
              <a:cxn ang="0">
                <a:pos x="connsiteX1" y="connsiteY1"/>
              </a:cxn>
              <a:cxn ang="0">
                <a:pos x="connsiteX2" y="connsiteY2"/>
              </a:cxn>
            </a:cxnLst>
            <a:rect l="l" t="t" r="r" b="b"/>
            <a:pathLst>
              <a:path w="1095884" h="677074">
                <a:moveTo>
                  <a:pt x="0" y="0"/>
                </a:moveTo>
                <a:lnTo>
                  <a:pt x="1095884" y="0"/>
                </a:lnTo>
                <a:lnTo>
                  <a:pt x="1095884" y="677074"/>
                </a:lnTo>
              </a:path>
            </a:pathLst>
          </a:custGeom>
          <a:ln w="3175" cap="rnd">
            <a:headEnd type="none" w="sm" len="sm"/>
            <a:tailEnd type="none" w="sm" len="sm"/>
          </a:ln>
          <a:effectLst/>
        </p:spPr>
        <p:style>
          <a:lnRef idx="2">
            <a:schemeClr val="dk1"/>
          </a:lnRef>
          <a:fillRef idx="0">
            <a:schemeClr val="dk1"/>
          </a:fillRef>
          <a:effectRef idx="1">
            <a:schemeClr val="dk1"/>
          </a:effectRef>
          <a:fontRef idx="minor">
            <a:schemeClr val="tx1"/>
          </a:fontRef>
        </p:style>
        <p:txBody>
          <a:bodyPr vert="horz" wrap="none" lIns="90000" tIns="46800" rIns="90000" bIns="46800" numCol="1" rtlCol="0" anchor="ctr"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ja-JP" altLang="en-US" sz="1800" b="0" i="0" u="none" strike="noStrike" cap="none" normalizeH="0" baseline="0" dirty="0">
              <a:ln>
                <a:noFill/>
              </a:ln>
              <a:solidFill>
                <a:schemeClr val="tx1"/>
              </a:solidFill>
              <a:effectLst/>
              <a:latin typeface="Arial Narrow" pitchFamily="34" charset="0"/>
              <a:ea typeface="メイリオ" pitchFamily="50" charset="-128"/>
            </a:endParaRPr>
          </a:p>
        </p:txBody>
      </p:sp>
      <p:cxnSp>
        <p:nvCxnSpPr>
          <p:cNvPr id="317" name="直線コネクタ 316">
            <a:extLst>
              <a:ext uri="{FF2B5EF4-FFF2-40B4-BE49-F238E27FC236}">
                <a16:creationId xmlns:a16="http://schemas.microsoft.com/office/drawing/2014/main" id="{7119E46E-DBE0-A4A2-B9A0-336536D0CDC4}"/>
              </a:ext>
            </a:extLst>
          </p:cNvPr>
          <p:cNvCxnSpPr/>
          <p:nvPr/>
        </p:nvCxnSpPr>
        <p:spPr>
          <a:xfrm>
            <a:off x="4205980" y="5049019"/>
            <a:ext cx="179894" cy="0"/>
          </a:xfrm>
          <a:prstGeom prst="line">
            <a:avLst/>
          </a:prstGeom>
          <a:ln w="3175" cap="rnd">
            <a:solidFill>
              <a:srgbClr val="00000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8" name="直線コネクタ 317">
            <a:extLst>
              <a:ext uri="{FF2B5EF4-FFF2-40B4-BE49-F238E27FC236}">
                <a16:creationId xmlns:a16="http://schemas.microsoft.com/office/drawing/2014/main" id="{3B48B560-27BD-FCA8-1245-97E2D372FD80}"/>
              </a:ext>
            </a:extLst>
          </p:cNvPr>
          <p:cNvCxnSpPr/>
          <p:nvPr/>
        </p:nvCxnSpPr>
        <p:spPr>
          <a:xfrm>
            <a:off x="3665974" y="5049019"/>
            <a:ext cx="540006" cy="0"/>
          </a:xfrm>
          <a:prstGeom prst="line">
            <a:avLst/>
          </a:prstGeom>
          <a:ln w="3175" cap="rnd">
            <a:solidFill>
              <a:srgbClr val="000000"/>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319" name="曲折矢印 160">
            <a:extLst>
              <a:ext uri="{FF2B5EF4-FFF2-40B4-BE49-F238E27FC236}">
                <a16:creationId xmlns:a16="http://schemas.microsoft.com/office/drawing/2014/main" id="{2672CB96-5080-6803-8F74-5863D97CD442}"/>
              </a:ext>
            </a:extLst>
          </p:cNvPr>
          <p:cNvSpPr/>
          <p:nvPr/>
        </p:nvSpPr>
        <p:spPr bwMode="auto">
          <a:xfrm rot="10800000" flipH="1">
            <a:off x="2614538" y="4239009"/>
            <a:ext cx="1620018" cy="720008"/>
          </a:xfrm>
          <a:prstGeom prst="bentArrow">
            <a:avLst>
              <a:gd name="adj1" fmla="val 9785"/>
              <a:gd name="adj2" fmla="val 13296"/>
              <a:gd name="adj3" fmla="val 8614"/>
              <a:gd name="adj4" fmla="val 19171"/>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320" name="曲折矢印 171">
            <a:extLst>
              <a:ext uri="{FF2B5EF4-FFF2-40B4-BE49-F238E27FC236}">
                <a16:creationId xmlns:a16="http://schemas.microsoft.com/office/drawing/2014/main" id="{080DDE31-04F4-F263-2407-846F213FF42F}"/>
              </a:ext>
            </a:extLst>
          </p:cNvPr>
          <p:cNvSpPr/>
          <p:nvPr/>
        </p:nvSpPr>
        <p:spPr bwMode="auto">
          <a:xfrm rot="16200000" flipH="1">
            <a:off x="2929541" y="4824017"/>
            <a:ext cx="810009" cy="1620018"/>
          </a:xfrm>
          <a:prstGeom prst="bentArrow">
            <a:avLst>
              <a:gd name="adj1" fmla="val 9785"/>
              <a:gd name="adj2" fmla="val 13296"/>
              <a:gd name="adj3" fmla="val 8614"/>
              <a:gd name="adj4" fmla="val 19171"/>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cxnSp>
        <p:nvCxnSpPr>
          <p:cNvPr id="321" name="直線矢印コネクタ 320">
            <a:extLst>
              <a:ext uri="{FF2B5EF4-FFF2-40B4-BE49-F238E27FC236}">
                <a16:creationId xmlns:a16="http://schemas.microsoft.com/office/drawing/2014/main" id="{AFEDDBC4-E157-7478-2B43-5766B11C21FD}"/>
              </a:ext>
            </a:extLst>
          </p:cNvPr>
          <p:cNvCxnSpPr>
            <a:cxnSpLocks/>
          </p:cNvCxnSpPr>
          <p:nvPr/>
        </p:nvCxnSpPr>
        <p:spPr bwMode="auto">
          <a:xfrm flipV="1">
            <a:off x="1145945" y="3969006"/>
            <a:ext cx="0" cy="2070023"/>
          </a:xfrm>
          <a:prstGeom prst="straightConnector1">
            <a:avLst/>
          </a:prstGeom>
          <a:ln>
            <a:headEnd type="none" w="med" len="med"/>
            <a:tailEnd type="triangle"/>
          </a:ln>
        </p:spPr>
        <p:style>
          <a:lnRef idx="2">
            <a:schemeClr val="accent5"/>
          </a:lnRef>
          <a:fillRef idx="0">
            <a:schemeClr val="accent5"/>
          </a:fillRef>
          <a:effectRef idx="1">
            <a:schemeClr val="accent5"/>
          </a:effectRef>
          <a:fontRef idx="minor">
            <a:schemeClr val="tx1"/>
          </a:fontRef>
        </p:style>
      </p:cxnSp>
      <p:sp>
        <p:nvSpPr>
          <p:cNvPr id="322" name="正方形/長方形 321">
            <a:extLst>
              <a:ext uri="{FF2B5EF4-FFF2-40B4-BE49-F238E27FC236}">
                <a16:creationId xmlns:a16="http://schemas.microsoft.com/office/drawing/2014/main" id="{D507C77C-D674-7399-3C9B-C86FA48079DA}"/>
              </a:ext>
            </a:extLst>
          </p:cNvPr>
          <p:cNvSpPr/>
          <p:nvPr/>
        </p:nvSpPr>
        <p:spPr bwMode="auto">
          <a:xfrm>
            <a:off x="1145945" y="4689014"/>
            <a:ext cx="720008" cy="720007"/>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r>
              <a:rPr lang="ja-JP" altLang="en-US" sz="2400" b="1" dirty="0">
                <a:solidFill>
                  <a:schemeClr val="accent5"/>
                </a:solidFill>
              </a:rPr>
              <a:t>電圧 </a:t>
            </a:r>
            <a:r>
              <a:rPr lang="en-US" altLang="ja-JP" sz="2400" b="1" dirty="0">
                <a:solidFill>
                  <a:schemeClr val="accent5"/>
                </a:solidFill>
              </a:rPr>
              <a:t>V</a:t>
            </a:r>
            <a:endParaRPr lang="ja-JP" altLang="en-US" sz="2400" b="1" dirty="0">
              <a:solidFill>
                <a:schemeClr val="accent5"/>
              </a:solidFill>
            </a:endParaRPr>
          </a:p>
        </p:txBody>
      </p:sp>
      <p:sp>
        <p:nvSpPr>
          <p:cNvPr id="323" name="テキスト プレースホルダー 2">
            <a:extLst>
              <a:ext uri="{FF2B5EF4-FFF2-40B4-BE49-F238E27FC236}">
                <a16:creationId xmlns:a16="http://schemas.microsoft.com/office/drawing/2014/main" id="{6D99E2F8-FAED-FD94-08E9-ACE839D1F43C}"/>
              </a:ext>
            </a:extLst>
          </p:cNvPr>
          <p:cNvSpPr txBox="1">
            <a:spLocks/>
          </p:cNvSpPr>
          <p:nvPr/>
        </p:nvSpPr>
        <p:spPr bwMode="auto">
          <a:xfrm>
            <a:off x="6005999" y="818971"/>
            <a:ext cx="6120068" cy="2520028"/>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marL="360000" indent="-360000" algn="l" rtl="0" eaLnBrk="1" fontAlgn="base" hangingPunct="1">
              <a:lnSpc>
                <a:spcPct val="110000"/>
              </a:lnSpc>
              <a:spcBef>
                <a:spcPts val="2400"/>
              </a:spcBef>
              <a:spcAft>
                <a:spcPts val="600"/>
              </a:spcAft>
              <a:buClr>
                <a:schemeClr val="accent4"/>
              </a:buClr>
              <a:buFont typeface="Wingdings" panose="05000000000000000000" pitchFamily="2" charset="2"/>
              <a:buChar char="n"/>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1pPr>
            <a:lvl2pPr marL="720000" indent="-360000" algn="l" rtl="0" eaLnBrk="1" fontAlgn="base" hangingPunct="1">
              <a:lnSpc>
                <a:spcPct val="110000"/>
              </a:lnSpc>
              <a:spcBef>
                <a:spcPts val="300"/>
              </a:spcBef>
              <a:spcAft>
                <a:spcPts val="300"/>
              </a:spcAft>
              <a:buClr>
                <a:schemeClr val="accent4">
                  <a:lumMod val="60000"/>
                  <a:lumOff val="40000"/>
                </a:schemeClr>
              </a:buClr>
              <a:buSzPct val="100000"/>
              <a:buFont typeface="Wingdings" panose="05000000000000000000" pitchFamily="2" charset="2"/>
              <a:buChar char="l"/>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2pPr>
            <a:lvl3pPr marL="1080000" indent="-360000" algn="l" rtl="0" eaLnBrk="1" fontAlgn="base" hangingPunct="1">
              <a:lnSpc>
                <a:spcPct val="110000"/>
              </a:lnSpc>
              <a:spcBef>
                <a:spcPts val="300"/>
              </a:spcBef>
              <a:spcAft>
                <a:spcPts val="100"/>
              </a:spcAft>
              <a:buClr>
                <a:schemeClr val="accent4"/>
              </a:buClr>
              <a:buSzPct val="7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3pPr>
            <a:lvl4pPr marL="1440000" indent="-360000" algn="l" rtl="0" eaLnBrk="1" fontAlgn="base" hangingPunct="1">
              <a:lnSpc>
                <a:spcPct val="110000"/>
              </a:lnSpc>
              <a:spcBef>
                <a:spcPts val="300"/>
              </a:spcBef>
              <a:spcAft>
                <a:spcPts val="100"/>
              </a:spcAft>
              <a:buClr>
                <a:schemeClr val="accent4"/>
              </a:buClr>
              <a:buSzPct val="7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4pPr>
            <a:lvl5pPr marL="1800000" indent="-360000" algn="l" rtl="0" eaLnBrk="1" fontAlgn="base" hangingPunct="1">
              <a:lnSpc>
                <a:spcPct val="110000"/>
              </a:lnSpc>
              <a:spcBef>
                <a:spcPts val="300"/>
              </a:spcBef>
              <a:spcAft>
                <a:spcPts val="100"/>
              </a:spcAft>
              <a:buClr>
                <a:schemeClr val="accent4"/>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5pPr>
            <a:lvl6pPr marL="25146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6pPr>
            <a:lvl7pPr marL="29718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7pPr>
            <a:lvl8pPr marL="34290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8pPr>
            <a:lvl9pPr marL="38862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9pPr>
          </a:lstStyle>
          <a:p>
            <a:r>
              <a:rPr lang="ja-JP" altLang="en-US" kern="0" dirty="0">
                <a:solidFill>
                  <a:schemeClr val="accent5"/>
                </a:solidFill>
              </a:rPr>
              <a:t>水を高いところから流すとその分</a:t>
            </a:r>
            <a:br>
              <a:rPr lang="en-US" altLang="ja-JP" kern="0" dirty="0">
                <a:solidFill>
                  <a:schemeClr val="accent5"/>
                </a:solidFill>
              </a:rPr>
            </a:br>
            <a:r>
              <a:rPr lang="ja-JP" altLang="en-US" kern="0" dirty="0">
                <a:solidFill>
                  <a:schemeClr val="accent5"/>
                </a:solidFill>
              </a:rPr>
              <a:t>位置エネルギーが失われる</a:t>
            </a:r>
            <a:endParaRPr lang="en-US" altLang="ja-JP" kern="0" dirty="0">
              <a:solidFill>
                <a:schemeClr val="accent5"/>
              </a:solidFill>
            </a:endParaRPr>
          </a:p>
          <a:p>
            <a:pPr lvl="1"/>
            <a:r>
              <a:rPr lang="ja-JP" altLang="en-US" kern="0" dirty="0"/>
              <a:t>水の総量：</a:t>
            </a:r>
            <a:r>
              <a:rPr lang="en-US" altLang="ja-JP" kern="0" dirty="0"/>
              <a:t>	Q </a:t>
            </a:r>
          </a:p>
          <a:p>
            <a:pPr lvl="1"/>
            <a:r>
              <a:rPr lang="ja-JP" altLang="en-US" kern="0" dirty="0"/>
              <a:t>排水口から給水口高さ：</a:t>
            </a:r>
            <a:r>
              <a:rPr lang="en-US" altLang="ja-JP" kern="0" dirty="0"/>
              <a:t>	V</a:t>
            </a:r>
          </a:p>
          <a:p>
            <a:pPr lvl="1"/>
            <a:r>
              <a:rPr lang="ja-JP" altLang="en-US" kern="0" dirty="0"/>
              <a:t>エネルギー：</a:t>
            </a:r>
            <a:r>
              <a:rPr lang="en-US" altLang="ja-JP" kern="0" dirty="0"/>
              <a:t>		Q × V</a:t>
            </a:r>
          </a:p>
        </p:txBody>
      </p:sp>
      <p:sp>
        <p:nvSpPr>
          <p:cNvPr id="324" name="正方形/長方形 323">
            <a:extLst>
              <a:ext uri="{FF2B5EF4-FFF2-40B4-BE49-F238E27FC236}">
                <a16:creationId xmlns:a16="http://schemas.microsoft.com/office/drawing/2014/main" id="{9C43E815-980B-E3A1-F2DC-9F20C495658F}"/>
              </a:ext>
            </a:extLst>
          </p:cNvPr>
          <p:cNvSpPr/>
          <p:nvPr/>
        </p:nvSpPr>
        <p:spPr bwMode="auto">
          <a:xfrm>
            <a:off x="2855964" y="4149008"/>
            <a:ext cx="720008" cy="720007"/>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r>
              <a:rPr lang="ja-JP" altLang="en-US" sz="2400" b="1" dirty="0">
                <a:solidFill>
                  <a:schemeClr val="accent5"/>
                </a:solidFill>
              </a:rPr>
              <a:t>電荷 </a:t>
            </a:r>
            <a:r>
              <a:rPr lang="en-US" altLang="ja-JP" sz="2400" b="1" dirty="0">
                <a:solidFill>
                  <a:schemeClr val="accent5"/>
                </a:solidFill>
              </a:rPr>
              <a:t>Q</a:t>
            </a:r>
            <a:endParaRPr lang="ja-JP" altLang="en-US" sz="2400" b="1" dirty="0">
              <a:solidFill>
                <a:schemeClr val="accent5"/>
              </a:solidFill>
            </a:endParaRPr>
          </a:p>
        </p:txBody>
      </p:sp>
      <p:sp>
        <p:nvSpPr>
          <p:cNvPr id="195" name="正方形/長方形 194">
            <a:extLst>
              <a:ext uri="{FF2B5EF4-FFF2-40B4-BE49-F238E27FC236}">
                <a16:creationId xmlns:a16="http://schemas.microsoft.com/office/drawing/2014/main" id="{69ADAA46-7843-83CD-E4A6-892F5B114C07}"/>
              </a:ext>
            </a:extLst>
          </p:cNvPr>
          <p:cNvSpPr/>
          <p:nvPr/>
        </p:nvSpPr>
        <p:spPr bwMode="auto">
          <a:xfrm rot="5400000">
            <a:off x="10641050" y="5454021"/>
            <a:ext cx="450005" cy="540006"/>
          </a:xfrm>
          <a:prstGeom prst="rect">
            <a:avLst/>
          </a:prstGeom>
          <a:solidFill>
            <a:schemeClr val="accent5">
              <a:lumMod val="20000"/>
              <a:lumOff val="80000"/>
            </a:schemeClr>
          </a:solid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vert270" wrap="none" lIns="91440" tIns="45720" rIns="91440" bIns="45720" numCol="1" spcCol="0" rtlCol="0" fromWordArt="0" anchor="ctr" anchorCtr="0" forceAA="0" compatLnSpc="1">
            <a:prstTxWarp prst="textNoShape">
              <a:avLst/>
            </a:prstTxWarp>
            <a:noAutofit/>
          </a:bodyPr>
          <a:lstStyle/>
          <a:p>
            <a:pPr algn="ctr"/>
            <a:endParaRPr kumimoji="1" lang="en-US" b="1" dirty="0">
              <a:solidFill>
                <a:schemeClr val="accent5"/>
              </a:solidFill>
              <a:latin typeface="+mn-ea"/>
            </a:endParaRPr>
          </a:p>
        </p:txBody>
      </p:sp>
      <p:sp>
        <p:nvSpPr>
          <p:cNvPr id="196" name="正方形/長方形 195">
            <a:extLst>
              <a:ext uri="{FF2B5EF4-FFF2-40B4-BE49-F238E27FC236}">
                <a16:creationId xmlns:a16="http://schemas.microsoft.com/office/drawing/2014/main" id="{B34BB83F-F0B6-237A-AFFB-74726E317C03}"/>
              </a:ext>
            </a:extLst>
          </p:cNvPr>
          <p:cNvSpPr/>
          <p:nvPr/>
        </p:nvSpPr>
        <p:spPr bwMode="auto">
          <a:xfrm rot="5400000">
            <a:off x="9156034" y="4149006"/>
            <a:ext cx="180002" cy="1260014"/>
          </a:xfrm>
          <a:prstGeom prst="rect">
            <a:avLst/>
          </a:prstGeom>
          <a:solidFill>
            <a:schemeClr val="accent5">
              <a:lumMod val="20000"/>
              <a:lumOff val="80000"/>
            </a:schemeClr>
          </a:solid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sp>
        <p:nvSpPr>
          <p:cNvPr id="197" name="正方形/長方形 196">
            <a:extLst>
              <a:ext uri="{FF2B5EF4-FFF2-40B4-BE49-F238E27FC236}">
                <a16:creationId xmlns:a16="http://schemas.microsoft.com/office/drawing/2014/main" id="{F0EC0528-E386-1042-E444-B178F3BA5C06}"/>
              </a:ext>
            </a:extLst>
          </p:cNvPr>
          <p:cNvSpPr/>
          <p:nvPr/>
        </p:nvSpPr>
        <p:spPr bwMode="auto">
          <a:xfrm rot="5400000">
            <a:off x="7716018" y="4779015"/>
            <a:ext cx="1620017" cy="180002"/>
          </a:xfrm>
          <a:prstGeom prst="rect">
            <a:avLst/>
          </a:prstGeom>
          <a:solidFill>
            <a:schemeClr val="accent5">
              <a:lumMod val="20000"/>
              <a:lumOff val="80000"/>
            </a:schemeClr>
          </a:solid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sp>
        <p:nvSpPr>
          <p:cNvPr id="198" name="正方形/長方形 197">
            <a:extLst>
              <a:ext uri="{FF2B5EF4-FFF2-40B4-BE49-F238E27FC236}">
                <a16:creationId xmlns:a16="http://schemas.microsoft.com/office/drawing/2014/main" id="{A4E60E53-A25F-F374-06FA-D386F8A81515}"/>
              </a:ext>
            </a:extLst>
          </p:cNvPr>
          <p:cNvSpPr/>
          <p:nvPr/>
        </p:nvSpPr>
        <p:spPr bwMode="auto">
          <a:xfrm rot="5400000">
            <a:off x="8121022" y="5364020"/>
            <a:ext cx="180002" cy="810009"/>
          </a:xfrm>
          <a:prstGeom prst="rect">
            <a:avLst/>
          </a:prstGeom>
          <a:solidFill>
            <a:schemeClr val="accent5">
              <a:lumMod val="20000"/>
              <a:lumOff val="80000"/>
            </a:schemeClr>
          </a:solid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cxnSp>
        <p:nvCxnSpPr>
          <p:cNvPr id="199" name="直線コネクタ 198">
            <a:extLst>
              <a:ext uri="{FF2B5EF4-FFF2-40B4-BE49-F238E27FC236}">
                <a16:creationId xmlns:a16="http://schemas.microsoft.com/office/drawing/2014/main" id="{C565A5A1-87A4-D066-3EE7-DC6686F80D68}"/>
              </a:ext>
            </a:extLst>
          </p:cNvPr>
          <p:cNvCxnSpPr>
            <a:cxnSpLocks/>
          </p:cNvCxnSpPr>
          <p:nvPr/>
        </p:nvCxnSpPr>
        <p:spPr bwMode="auto">
          <a:xfrm>
            <a:off x="7086013" y="5679025"/>
            <a:ext cx="1350015" cy="0"/>
          </a:xfrm>
          <a:prstGeom prst="line">
            <a:avLst/>
          </a:prstGeom>
          <a:noFill/>
          <a:ln w="19050" cap="flat" cmpd="sng" algn="ctr">
            <a:solidFill>
              <a:schemeClr val="tx1"/>
            </a:solidFill>
            <a:prstDash val="solid"/>
            <a:round/>
            <a:headEnd type="none" w="med" len="med"/>
            <a:tailEnd type="none" w="med" len="med"/>
          </a:ln>
          <a:effectLst/>
        </p:spPr>
      </p:cxnSp>
      <p:sp>
        <p:nvSpPr>
          <p:cNvPr id="200" name="正方形/長方形 199">
            <a:extLst>
              <a:ext uri="{FF2B5EF4-FFF2-40B4-BE49-F238E27FC236}">
                <a16:creationId xmlns:a16="http://schemas.microsoft.com/office/drawing/2014/main" id="{57198E50-BCCA-E0C6-EF3E-BB6EE2F8D9E3}"/>
              </a:ext>
            </a:extLst>
          </p:cNvPr>
          <p:cNvSpPr/>
          <p:nvPr/>
        </p:nvSpPr>
        <p:spPr bwMode="auto">
          <a:xfrm rot="5400000">
            <a:off x="7761018" y="3203996"/>
            <a:ext cx="180002" cy="1530017"/>
          </a:xfrm>
          <a:prstGeom prst="rect">
            <a:avLst/>
          </a:prstGeom>
          <a:solidFill>
            <a:schemeClr val="accent5">
              <a:lumMod val="20000"/>
              <a:lumOff val="80000"/>
            </a:schemeClr>
          </a:solid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cxnSp>
        <p:nvCxnSpPr>
          <p:cNvPr id="201" name="直線コネクタ 200">
            <a:extLst>
              <a:ext uri="{FF2B5EF4-FFF2-40B4-BE49-F238E27FC236}">
                <a16:creationId xmlns:a16="http://schemas.microsoft.com/office/drawing/2014/main" id="{3F4AF910-66B8-752A-E499-D755E2967242}"/>
              </a:ext>
            </a:extLst>
          </p:cNvPr>
          <p:cNvCxnSpPr>
            <a:cxnSpLocks/>
          </p:cNvCxnSpPr>
          <p:nvPr/>
        </p:nvCxnSpPr>
        <p:spPr bwMode="auto">
          <a:xfrm>
            <a:off x="7086011" y="3879004"/>
            <a:ext cx="1530015" cy="0"/>
          </a:xfrm>
          <a:prstGeom prst="line">
            <a:avLst/>
          </a:prstGeom>
          <a:noFill/>
          <a:ln w="19050" cap="flat" cmpd="sng" algn="ctr">
            <a:solidFill>
              <a:schemeClr val="tx1"/>
            </a:solidFill>
            <a:prstDash val="solid"/>
            <a:round/>
            <a:headEnd type="none" w="med" len="med"/>
            <a:tailEnd type="none" w="med" len="med"/>
          </a:ln>
          <a:effectLst/>
        </p:spPr>
      </p:cxnSp>
      <p:cxnSp>
        <p:nvCxnSpPr>
          <p:cNvPr id="202" name="直線コネクタ 201">
            <a:extLst>
              <a:ext uri="{FF2B5EF4-FFF2-40B4-BE49-F238E27FC236}">
                <a16:creationId xmlns:a16="http://schemas.microsoft.com/office/drawing/2014/main" id="{AD647D95-3F7E-3D80-2B76-C7DE16A41164}"/>
              </a:ext>
            </a:extLst>
          </p:cNvPr>
          <p:cNvCxnSpPr>
            <a:cxnSpLocks/>
          </p:cNvCxnSpPr>
          <p:nvPr/>
        </p:nvCxnSpPr>
        <p:spPr bwMode="auto">
          <a:xfrm>
            <a:off x="7086011" y="4059006"/>
            <a:ext cx="1350017" cy="0"/>
          </a:xfrm>
          <a:prstGeom prst="line">
            <a:avLst/>
          </a:prstGeom>
          <a:noFill/>
          <a:ln w="19050" cap="flat" cmpd="sng" algn="ctr">
            <a:solidFill>
              <a:schemeClr val="tx1"/>
            </a:solidFill>
            <a:prstDash val="solid"/>
            <a:round/>
            <a:headEnd type="none" w="med" len="med"/>
            <a:tailEnd type="none" w="med" len="med"/>
          </a:ln>
          <a:effectLst/>
        </p:spPr>
      </p:cxnSp>
      <p:cxnSp>
        <p:nvCxnSpPr>
          <p:cNvPr id="203" name="直線コネクタ 202">
            <a:extLst>
              <a:ext uri="{FF2B5EF4-FFF2-40B4-BE49-F238E27FC236}">
                <a16:creationId xmlns:a16="http://schemas.microsoft.com/office/drawing/2014/main" id="{C4198C8C-FB73-B190-9AA7-6FE9090897DB}"/>
              </a:ext>
            </a:extLst>
          </p:cNvPr>
          <p:cNvCxnSpPr>
            <a:cxnSpLocks/>
          </p:cNvCxnSpPr>
          <p:nvPr/>
        </p:nvCxnSpPr>
        <p:spPr bwMode="auto">
          <a:xfrm>
            <a:off x="8436563" y="4059005"/>
            <a:ext cx="0" cy="1620376"/>
          </a:xfrm>
          <a:prstGeom prst="line">
            <a:avLst/>
          </a:prstGeom>
          <a:noFill/>
          <a:ln w="19050" cap="flat" cmpd="sng" algn="ctr">
            <a:solidFill>
              <a:schemeClr val="tx1"/>
            </a:solidFill>
            <a:prstDash val="solid"/>
            <a:round/>
            <a:headEnd type="none" w="med" len="med"/>
            <a:tailEnd type="none" w="med" len="med"/>
          </a:ln>
          <a:effectLst/>
        </p:spPr>
      </p:cxnSp>
      <p:cxnSp>
        <p:nvCxnSpPr>
          <p:cNvPr id="204" name="直線コネクタ 203">
            <a:extLst>
              <a:ext uri="{FF2B5EF4-FFF2-40B4-BE49-F238E27FC236}">
                <a16:creationId xmlns:a16="http://schemas.microsoft.com/office/drawing/2014/main" id="{76125E77-0888-3659-C242-5F2E1C86EF2A}"/>
              </a:ext>
            </a:extLst>
          </p:cNvPr>
          <p:cNvCxnSpPr>
            <a:cxnSpLocks/>
          </p:cNvCxnSpPr>
          <p:nvPr/>
        </p:nvCxnSpPr>
        <p:spPr bwMode="auto">
          <a:xfrm>
            <a:off x="8616565" y="4869014"/>
            <a:ext cx="0" cy="990369"/>
          </a:xfrm>
          <a:prstGeom prst="line">
            <a:avLst/>
          </a:prstGeom>
          <a:noFill/>
          <a:ln w="19050" cap="flat" cmpd="sng" algn="ctr">
            <a:solidFill>
              <a:schemeClr val="tx1"/>
            </a:solidFill>
            <a:prstDash val="solid"/>
            <a:round/>
            <a:headEnd type="none" w="med" len="med"/>
            <a:tailEnd type="none" w="med" len="med"/>
          </a:ln>
          <a:effectLst/>
        </p:spPr>
      </p:cxnSp>
      <p:cxnSp>
        <p:nvCxnSpPr>
          <p:cNvPr id="205" name="直線コネクタ 204">
            <a:extLst>
              <a:ext uri="{FF2B5EF4-FFF2-40B4-BE49-F238E27FC236}">
                <a16:creationId xmlns:a16="http://schemas.microsoft.com/office/drawing/2014/main" id="{420AC317-7BA2-0D61-6884-966A2C8B8C20}"/>
              </a:ext>
            </a:extLst>
          </p:cNvPr>
          <p:cNvCxnSpPr>
            <a:cxnSpLocks/>
          </p:cNvCxnSpPr>
          <p:nvPr/>
        </p:nvCxnSpPr>
        <p:spPr bwMode="auto">
          <a:xfrm>
            <a:off x="8616028" y="3879003"/>
            <a:ext cx="0" cy="810009"/>
          </a:xfrm>
          <a:prstGeom prst="line">
            <a:avLst/>
          </a:prstGeom>
          <a:noFill/>
          <a:ln w="19050" cap="flat" cmpd="sng" algn="ctr">
            <a:solidFill>
              <a:schemeClr val="tx1"/>
            </a:solidFill>
            <a:prstDash val="solid"/>
            <a:round/>
            <a:headEnd type="none" w="med" len="med"/>
            <a:tailEnd type="none" w="med" len="med"/>
          </a:ln>
          <a:effectLst/>
        </p:spPr>
      </p:cxnSp>
      <p:cxnSp>
        <p:nvCxnSpPr>
          <p:cNvPr id="206" name="直線コネクタ 205">
            <a:extLst>
              <a:ext uri="{FF2B5EF4-FFF2-40B4-BE49-F238E27FC236}">
                <a16:creationId xmlns:a16="http://schemas.microsoft.com/office/drawing/2014/main" id="{776C10FA-E52C-09B5-32B3-D7965355EEAE}"/>
              </a:ext>
            </a:extLst>
          </p:cNvPr>
          <p:cNvCxnSpPr>
            <a:cxnSpLocks/>
          </p:cNvCxnSpPr>
          <p:nvPr/>
        </p:nvCxnSpPr>
        <p:spPr bwMode="auto">
          <a:xfrm>
            <a:off x="8616028" y="4869014"/>
            <a:ext cx="1260013" cy="0"/>
          </a:xfrm>
          <a:prstGeom prst="line">
            <a:avLst/>
          </a:prstGeom>
          <a:noFill/>
          <a:ln w="19050" cap="flat" cmpd="sng" algn="ctr">
            <a:solidFill>
              <a:schemeClr val="tx1"/>
            </a:solidFill>
            <a:prstDash val="solid"/>
            <a:round/>
            <a:headEnd type="none" w="med" len="med"/>
            <a:tailEnd type="none" w="med" len="med"/>
          </a:ln>
          <a:effectLst/>
        </p:spPr>
      </p:cxnSp>
      <p:cxnSp>
        <p:nvCxnSpPr>
          <p:cNvPr id="207" name="直線コネクタ 206">
            <a:extLst>
              <a:ext uri="{FF2B5EF4-FFF2-40B4-BE49-F238E27FC236}">
                <a16:creationId xmlns:a16="http://schemas.microsoft.com/office/drawing/2014/main" id="{75BF3679-9326-1CD1-29D9-047F978E45D5}"/>
              </a:ext>
            </a:extLst>
          </p:cNvPr>
          <p:cNvCxnSpPr>
            <a:cxnSpLocks/>
          </p:cNvCxnSpPr>
          <p:nvPr/>
        </p:nvCxnSpPr>
        <p:spPr bwMode="auto">
          <a:xfrm>
            <a:off x="8616028" y="4689012"/>
            <a:ext cx="1260013" cy="0"/>
          </a:xfrm>
          <a:prstGeom prst="line">
            <a:avLst/>
          </a:prstGeom>
          <a:noFill/>
          <a:ln w="19050" cap="flat" cmpd="sng" algn="ctr">
            <a:solidFill>
              <a:schemeClr val="tx1"/>
            </a:solidFill>
            <a:prstDash val="solid"/>
            <a:round/>
            <a:headEnd type="none" w="med" len="med"/>
            <a:tailEnd type="none" w="med" len="med"/>
          </a:ln>
          <a:effectLst/>
        </p:spPr>
      </p:cxnSp>
      <p:sp>
        <p:nvSpPr>
          <p:cNvPr id="208" name="正方形/長方形 207">
            <a:extLst>
              <a:ext uri="{FF2B5EF4-FFF2-40B4-BE49-F238E27FC236}">
                <a16:creationId xmlns:a16="http://schemas.microsoft.com/office/drawing/2014/main" id="{A238DBCB-C4BC-BA18-74E5-AA14B1E5DDD3}"/>
              </a:ext>
            </a:extLst>
          </p:cNvPr>
          <p:cNvSpPr/>
          <p:nvPr/>
        </p:nvSpPr>
        <p:spPr bwMode="auto">
          <a:xfrm rot="5400000">
            <a:off x="10056041" y="3519000"/>
            <a:ext cx="180003" cy="900011"/>
          </a:xfrm>
          <a:prstGeom prst="rect">
            <a:avLst/>
          </a:prstGeom>
          <a:solidFill>
            <a:schemeClr val="accent5">
              <a:lumMod val="20000"/>
              <a:lumOff val="80000"/>
            </a:schemeClr>
          </a:solid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sp>
        <p:nvSpPr>
          <p:cNvPr id="209" name="正方形/長方形 208">
            <a:extLst>
              <a:ext uri="{FF2B5EF4-FFF2-40B4-BE49-F238E27FC236}">
                <a16:creationId xmlns:a16="http://schemas.microsoft.com/office/drawing/2014/main" id="{98124E3C-6CE2-AA56-329C-FC7CFE186B5F}"/>
              </a:ext>
            </a:extLst>
          </p:cNvPr>
          <p:cNvSpPr/>
          <p:nvPr/>
        </p:nvSpPr>
        <p:spPr bwMode="auto">
          <a:xfrm rot="5400000">
            <a:off x="10641049" y="3654002"/>
            <a:ext cx="450005" cy="540006"/>
          </a:xfrm>
          <a:prstGeom prst="rect">
            <a:avLst/>
          </a:prstGeom>
          <a:solidFill>
            <a:schemeClr val="accent5">
              <a:lumMod val="20000"/>
              <a:lumOff val="80000"/>
            </a:schemeClr>
          </a:solid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vert270" wrap="none" lIns="91440" tIns="45720" rIns="91440" bIns="45720" numCol="1" spcCol="0" rtlCol="0" fromWordArt="0" anchor="ctr" anchorCtr="0" forceAA="0" compatLnSpc="1">
            <a:prstTxWarp prst="textNoShape">
              <a:avLst/>
            </a:prstTxWarp>
            <a:noAutofit/>
          </a:bodyPr>
          <a:lstStyle/>
          <a:p>
            <a:pPr algn="ctr"/>
            <a:endParaRPr kumimoji="1" lang="en-US" b="1" dirty="0">
              <a:solidFill>
                <a:schemeClr val="accent5"/>
              </a:solidFill>
              <a:latin typeface="+mn-ea"/>
            </a:endParaRPr>
          </a:p>
        </p:txBody>
      </p:sp>
      <p:sp>
        <p:nvSpPr>
          <p:cNvPr id="210" name="正方形/長方形 209">
            <a:extLst>
              <a:ext uri="{FF2B5EF4-FFF2-40B4-BE49-F238E27FC236}">
                <a16:creationId xmlns:a16="http://schemas.microsoft.com/office/drawing/2014/main" id="{DAB034C7-29DC-556F-6A14-678D3D4B8208}"/>
              </a:ext>
            </a:extLst>
          </p:cNvPr>
          <p:cNvSpPr/>
          <p:nvPr/>
        </p:nvSpPr>
        <p:spPr bwMode="auto">
          <a:xfrm rot="5400000">
            <a:off x="8796031" y="4779014"/>
            <a:ext cx="1980020" cy="180002"/>
          </a:xfrm>
          <a:prstGeom prst="rect">
            <a:avLst/>
          </a:prstGeom>
          <a:solidFill>
            <a:schemeClr val="accent5">
              <a:lumMod val="20000"/>
              <a:lumOff val="80000"/>
            </a:schemeClr>
          </a:solid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sp>
        <p:nvSpPr>
          <p:cNvPr id="211" name="正方形/長方形 210">
            <a:extLst>
              <a:ext uri="{FF2B5EF4-FFF2-40B4-BE49-F238E27FC236}">
                <a16:creationId xmlns:a16="http://schemas.microsoft.com/office/drawing/2014/main" id="{BCB41931-84AB-04D7-B021-AC4FE29EDBDA}"/>
              </a:ext>
            </a:extLst>
          </p:cNvPr>
          <p:cNvSpPr/>
          <p:nvPr/>
        </p:nvSpPr>
        <p:spPr bwMode="auto">
          <a:xfrm rot="5400000">
            <a:off x="10146044" y="5409021"/>
            <a:ext cx="180003" cy="720008"/>
          </a:xfrm>
          <a:prstGeom prst="rect">
            <a:avLst/>
          </a:prstGeom>
          <a:solidFill>
            <a:schemeClr val="accent5">
              <a:lumMod val="20000"/>
              <a:lumOff val="80000"/>
            </a:schemeClr>
          </a:solid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cxnSp>
        <p:nvCxnSpPr>
          <p:cNvPr id="212" name="直線コネクタ 211">
            <a:extLst>
              <a:ext uri="{FF2B5EF4-FFF2-40B4-BE49-F238E27FC236}">
                <a16:creationId xmlns:a16="http://schemas.microsoft.com/office/drawing/2014/main" id="{5F88F3A6-F785-7717-0887-B6DA171FF214}"/>
              </a:ext>
            </a:extLst>
          </p:cNvPr>
          <p:cNvCxnSpPr>
            <a:cxnSpLocks/>
          </p:cNvCxnSpPr>
          <p:nvPr/>
        </p:nvCxnSpPr>
        <p:spPr bwMode="auto">
          <a:xfrm>
            <a:off x="9696040" y="3879003"/>
            <a:ext cx="900009" cy="1"/>
          </a:xfrm>
          <a:prstGeom prst="line">
            <a:avLst/>
          </a:prstGeom>
          <a:noFill/>
          <a:ln w="19050" cap="flat" cmpd="sng" algn="ctr">
            <a:solidFill>
              <a:schemeClr val="tx1"/>
            </a:solidFill>
            <a:prstDash val="solid"/>
            <a:round/>
            <a:headEnd type="none" w="med" len="med"/>
            <a:tailEnd type="none" w="med" len="med"/>
          </a:ln>
          <a:effectLst/>
        </p:spPr>
      </p:cxnSp>
      <p:cxnSp>
        <p:nvCxnSpPr>
          <p:cNvPr id="213" name="直線コネクタ 212">
            <a:extLst>
              <a:ext uri="{FF2B5EF4-FFF2-40B4-BE49-F238E27FC236}">
                <a16:creationId xmlns:a16="http://schemas.microsoft.com/office/drawing/2014/main" id="{D76169E5-4312-FA0E-491A-C8755980B1C3}"/>
              </a:ext>
            </a:extLst>
          </p:cNvPr>
          <p:cNvCxnSpPr>
            <a:cxnSpLocks/>
          </p:cNvCxnSpPr>
          <p:nvPr/>
        </p:nvCxnSpPr>
        <p:spPr bwMode="auto">
          <a:xfrm>
            <a:off x="9876042" y="4059005"/>
            <a:ext cx="720007" cy="0"/>
          </a:xfrm>
          <a:prstGeom prst="line">
            <a:avLst/>
          </a:prstGeom>
          <a:noFill/>
          <a:ln w="19050" cap="flat" cmpd="sng" algn="ctr">
            <a:solidFill>
              <a:schemeClr val="tx1"/>
            </a:solidFill>
            <a:prstDash val="solid"/>
            <a:round/>
            <a:headEnd type="none" w="med" len="med"/>
            <a:tailEnd type="none" w="med" len="med"/>
          </a:ln>
          <a:effectLst/>
        </p:spPr>
      </p:cxnSp>
      <p:cxnSp>
        <p:nvCxnSpPr>
          <p:cNvPr id="214" name="直線コネクタ 213">
            <a:extLst>
              <a:ext uri="{FF2B5EF4-FFF2-40B4-BE49-F238E27FC236}">
                <a16:creationId xmlns:a16="http://schemas.microsoft.com/office/drawing/2014/main" id="{92838338-A702-5853-13C4-431777104C04}"/>
              </a:ext>
            </a:extLst>
          </p:cNvPr>
          <p:cNvCxnSpPr>
            <a:cxnSpLocks/>
          </p:cNvCxnSpPr>
          <p:nvPr/>
        </p:nvCxnSpPr>
        <p:spPr bwMode="auto">
          <a:xfrm>
            <a:off x="9876042" y="5679025"/>
            <a:ext cx="720008" cy="0"/>
          </a:xfrm>
          <a:prstGeom prst="line">
            <a:avLst/>
          </a:prstGeom>
          <a:noFill/>
          <a:ln w="19050" cap="flat" cmpd="sng" algn="ctr">
            <a:solidFill>
              <a:schemeClr val="tx1"/>
            </a:solidFill>
            <a:prstDash val="solid"/>
            <a:round/>
            <a:headEnd type="none" w="med" len="med"/>
            <a:tailEnd type="none" w="med" len="med"/>
          </a:ln>
          <a:effectLst/>
        </p:spPr>
      </p:cxnSp>
      <p:cxnSp>
        <p:nvCxnSpPr>
          <p:cNvPr id="216" name="直線コネクタ 215">
            <a:extLst>
              <a:ext uri="{FF2B5EF4-FFF2-40B4-BE49-F238E27FC236}">
                <a16:creationId xmlns:a16="http://schemas.microsoft.com/office/drawing/2014/main" id="{5740E7D0-AD62-B21C-5D3C-99AD82BB3C62}"/>
              </a:ext>
            </a:extLst>
          </p:cNvPr>
          <p:cNvCxnSpPr>
            <a:cxnSpLocks/>
          </p:cNvCxnSpPr>
          <p:nvPr/>
        </p:nvCxnSpPr>
        <p:spPr bwMode="auto">
          <a:xfrm>
            <a:off x="9696040" y="5859028"/>
            <a:ext cx="900010" cy="0"/>
          </a:xfrm>
          <a:prstGeom prst="line">
            <a:avLst/>
          </a:prstGeom>
          <a:noFill/>
          <a:ln w="19050" cap="flat" cmpd="sng" algn="ctr">
            <a:solidFill>
              <a:schemeClr val="tx1"/>
            </a:solidFill>
            <a:prstDash val="solid"/>
            <a:round/>
            <a:headEnd type="none" w="med" len="med"/>
            <a:tailEnd type="none" w="med" len="med"/>
          </a:ln>
          <a:effectLst/>
        </p:spPr>
      </p:cxnSp>
      <p:cxnSp>
        <p:nvCxnSpPr>
          <p:cNvPr id="217" name="直線コネクタ 216">
            <a:extLst>
              <a:ext uri="{FF2B5EF4-FFF2-40B4-BE49-F238E27FC236}">
                <a16:creationId xmlns:a16="http://schemas.microsoft.com/office/drawing/2014/main" id="{41C3B22A-4C91-3384-E1E8-C6BED95BD659}"/>
              </a:ext>
            </a:extLst>
          </p:cNvPr>
          <p:cNvCxnSpPr>
            <a:cxnSpLocks/>
          </p:cNvCxnSpPr>
          <p:nvPr/>
        </p:nvCxnSpPr>
        <p:spPr bwMode="auto">
          <a:xfrm>
            <a:off x="9876580" y="4059005"/>
            <a:ext cx="0" cy="1620375"/>
          </a:xfrm>
          <a:prstGeom prst="line">
            <a:avLst/>
          </a:prstGeom>
          <a:noFill/>
          <a:ln w="19050" cap="flat" cmpd="sng" algn="ctr">
            <a:solidFill>
              <a:schemeClr val="tx1"/>
            </a:solidFill>
            <a:prstDash val="solid"/>
            <a:round/>
            <a:headEnd type="none" w="med" len="med"/>
            <a:tailEnd type="none" w="med" len="med"/>
          </a:ln>
          <a:effectLst/>
        </p:spPr>
      </p:cxnSp>
      <p:cxnSp>
        <p:nvCxnSpPr>
          <p:cNvPr id="218" name="直線コネクタ 217">
            <a:extLst>
              <a:ext uri="{FF2B5EF4-FFF2-40B4-BE49-F238E27FC236}">
                <a16:creationId xmlns:a16="http://schemas.microsoft.com/office/drawing/2014/main" id="{A721DBC9-E621-E602-67EA-8A2A289FA354}"/>
              </a:ext>
            </a:extLst>
          </p:cNvPr>
          <p:cNvCxnSpPr>
            <a:cxnSpLocks/>
          </p:cNvCxnSpPr>
          <p:nvPr/>
        </p:nvCxnSpPr>
        <p:spPr bwMode="auto">
          <a:xfrm>
            <a:off x="9696041" y="3879003"/>
            <a:ext cx="0" cy="810009"/>
          </a:xfrm>
          <a:prstGeom prst="line">
            <a:avLst/>
          </a:prstGeom>
          <a:noFill/>
          <a:ln w="19050" cap="flat" cmpd="sng" algn="ctr">
            <a:solidFill>
              <a:schemeClr val="tx1"/>
            </a:solidFill>
            <a:prstDash val="solid"/>
            <a:round/>
            <a:headEnd type="none" w="med" len="med"/>
            <a:tailEnd type="none" w="med" len="med"/>
          </a:ln>
          <a:effectLst/>
        </p:spPr>
      </p:cxnSp>
      <p:cxnSp>
        <p:nvCxnSpPr>
          <p:cNvPr id="221" name="直線コネクタ 220">
            <a:extLst>
              <a:ext uri="{FF2B5EF4-FFF2-40B4-BE49-F238E27FC236}">
                <a16:creationId xmlns:a16="http://schemas.microsoft.com/office/drawing/2014/main" id="{294EA157-B60E-A2EA-66C9-059A1CB85EF7}"/>
              </a:ext>
            </a:extLst>
          </p:cNvPr>
          <p:cNvCxnSpPr>
            <a:cxnSpLocks/>
          </p:cNvCxnSpPr>
          <p:nvPr/>
        </p:nvCxnSpPr>
        <p:spPr bwMode="auto">
          <a:xfrm>
            <a:off x="9696040" y="4869014"/>
            <a:ext cx="0" cy="990011"/>
          </a:xfrm>
          <a:prstGeom prst="line">
            <a:avLst/>
          </a:prstGeom>
          <a:noFill/>
          <a:ln w="19050" cap="flat" cmpd="sng" algn="ctr">
            <a:solidFill>
              <a:schemeClr val="tx1"/>
            </a:solidFill>
            <a:prstDash val="solid"/>
            <a:round/>
            <a:headEnd type="none" w="med" len="med"/>
            <a:tailEnd type="none" w="med" len="med"/>
          </a:ln>
          <a:effectLst/>
        </p:spPr>
      </p:cxnSp>
      <p:cxnSp>
        <p:nvCxnSpPr>
          <p:cNvPr id="222" name="直線コネクタ 221">
            <a:extLst>
              <a:ext uri="{FF2B5EF4-FFF2-40B4-BE49-F238E27FC236}">
                <a16:creationId xmlns:a16="http://schemas.microsoft.com/office/drawing/2014/main" id="{B5979755-4DFA-247F-AB57-FA62B4847658}"/>
              </a:ext>
            </a:extLst>
          </p:cNvPr>
          <p:cNvCxnSpPr>
            <a:cxnSpLocks/>
          </p:cNvCxnSpPr>
          <p:nvPr/>
        </p:nvCxnSpPr>
        <p:spPr bwMode="auto">
          <a:xfrm>
            <a:off x="10596051" y="4149007"/>
            <a:ext cx="540006" cy="0"/>
          </a:xfrm>
          <a:prstGeom prst="line">
            <a:avLst/>
          </a:prstGeom>
          <a:noFill/>
          <a:ln w="19050" cap="rnd" cmpd="sng" algn="ctr">
            <a:solidFill>
              <a:schemeClr val="accent6"/>
            </a:solidFill>
            <a:prstDash val="solid"/>
            <a:round/>
            <a:headEnd type="none" w="med" len="med"/>
            <a:tailEnd type="none" w="med" len="med"/>
          </a:ln>
          <a:effectLst/>
        </p:spPr>
      </p:cxnSp>
      <p:cxnSp>
        <p:nvCxnSpPr>
          <p:cNvPr id="223" name="直線コネクタ 222">
            <a:extLst>
              <a:ext uri="{FF2B5EF4-FFF2-40B4-BE49-F238E27FC236}">
                <a16:creationId xmlns:a16="http://schemas.microsoft.com/office/drawing/2014/main" id="{89508F3D-3834-0202-9C62-49A90C98474D}"/>
              </a:ext>
            </a:extLst>
          </p:cNvPr>
          <p:cNvCxnSpPr>
            <a:cxnSpLocks/>
          </p:cNvCxnSpPr>
          <p:nvPr/>
        </p:nvCxnSpPr>
        <p:spPr bwMode="auto">
          <a:xfrm>
            <a:off x="10596051" y="3699001"/>
            <a:ext cx="0" cy="180002"/>
          </a:xfrm>
          <a:prstGeom prst="line">
            <a:avLst/>
          </a:prstGeom>
          <a:noFill/>
          <a:ln w="19050" cap="rnd" cmpd="sng" algn="ctr">
            <a:solidFill>
              <a:schemeClr val="accent6"/>
            </a:solidFill>
            <a:prstDash val="solid"/>
            <a:round/>
            <a:headEnd type="none" w="med" len="med"/>
            <a:tailEnd type="none" w="med" len="med"/>
          </a:ln>
          <a:effectLst/>
        </p:spPr>
      </p:cxnSp>
      <p:cxnSp>
        <p:nvCxnSpPr>
          <p:cNvPr id="224" name="直線コネクタ 223">
            <a:extLst>
              <a:ext uri="{FF2B5EF4-FFF2-40B4-BE49-F238E27FC236}">
                <a16:creationId xmlns:a16="http://schemas.microsoft.com/office/drawing/2014/main" id="{5113F590-B548-6949-E3AE-E10A442F2A53}"/>
              </a:ext>
            </a:extLst>
          </p:cNvPr>
          <p:cNvCxnSpPr>
            <a:cxnSpLocks/>
          </p:cNvCxnSpPr>
          <p:nvPr/>
        </p:nvCxnSpPr>
        <p:spPr bwMode="auto">
          <a:xfrm>
            <a:off x="11136057" y="3699001"/>
            <a:ext cx="0" cy="450041"/>
          </a:xfrm>
          <a:prstGeom prst="line">
            <a:avLst/>
          </a:prstGeom>
          <a:noFill/>
          <a:ln w="19050" cap="rnd" cmpd="sng" algn="ctr">
            <a:solidFill>
              <a:schemeClr val="accent6"/>
            </a:solidFill>
            <a:prstDash val="solid"/>
            <a:round/>
            <a:headEnd type="none" w="med" len="med"/>
            <a:tailEnd type="none" w="med" len="med"/>
          </a:ln>
          <a:effectLst/>
        </p:spPr>
      </p:cxnSp>
      <p:cxnSp>
        <p:nvCxnSpPr>
          <p:cNvPr id="229" name="直線コネクタ 228">
            <a:extLst>
              <a:ext uri="{FF2B5EF4-FFF2-40B4-BE49-F238E27FC236}">
                <a16:creationId xmlns:a16="http://schemas.microsoft.com/office/drawing/2014/main" id="{77832C8D-3BE7-B8E8-6E9E-CBB9376DD179}"/>
              </a:ext>
            </a:extLst>
          </p:cNvPr>
          <p:cNvCxnSpPr>
            <a:cxnSpLocks/>
          </p:cNvCxnSpPr>
          <p:nvPr/>
        </p:nvCxnSpPr>
        <p:spPr bwMode="auto">
          <a:xfrm flipV="1">
            <a:off x="10866052" y="4149007"/>
            <a:ext cx="0" cy="180002"/>
          </a:xfrm>
          <a:prstGeom prst="line">
            <a:avLst/>
          </a:prstGeom>
          <a:noFill/>
          <a:ln w="19050" cap="flat" cmpd="sng" algn="ctr">
            <a:solidFill>
              <a:schemeClr val="accent6"/>
            </a:solidFill>
            <a:prstDash val="solid"/>
            <a:round/>
            <a:headEnd type="none" w="med" len="med"/>
            <a:tailEnd type="none" w="med" len="med"/>
          </a:ln>
          <a:effectLst/>
        </p:spPr>
      </p:cxnSp>
      <p:sp>
        <p:nvSpPr>
          <p:cNvPr id="234" name="正方形/長方形 233">
            <a:extLst>
              <a:ext uri="{FF2B5EF4-FFF2-40B4-BE49-F238E27FC236}">
                <a16:creationId xmlns:a16="http://schemas.microsoft.com/office/drawing/2014/main" id="{9940A13E-748C-763E-C03D-029DF097A465}"/>
              </a:ext>
            </a:extLst>
          </p:cNvPr>
          <p:cNvSpPr/>
          <p:nvPr/>
        </p:nvSpPr>
        <p:spPr bwMode="auto">
          <a:xfrm rot="5400000">
            <a:off x="10596049" y="4509011"/>
            <a:ext cx="540006" cy="180001"/>
          </a:xfrm>
          <a:prstGeom prst="rect">
            <a:avLst/>
          </a:prstGeom>
          <a:solidFill>
            <a:schemeClr val="tx1">
              <a:lumMod val="50000"/>
              <a:lumOff val="50000"/>
            </a:schemeClr>
          </a:solidFill>
          <a:ln>
            <a:solidFill>
              <a:schemeClr val="tx1">
                <a:lumMod val="50000"/>
                <a:lumOff val="50000"/>
              </a:schemeClr>
            </a:solidFill>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sp>
        <p:nvSpPr>
          <p:cNvPr id="235" name="正方形/長方形 234">
            <a:extLst>
              <a:ext uri="{FF2B5EF4-FFF2-40B4-BE49-F238E27FC236}">
                <a16:creationId xmlns:a16="http://schemas.microsoft.com/office/drawing/2014/main" id="{167A0D73-6749-FBD3-15C1-E7A7AA6F50B2}"/>
              </a:ext>
            </a:extLst>
          </p:cNvPr>
          <p:cNvSpPr/>
          <p:nvPr/>
        </p:nvSpPr>
        <p:spPr bwMode="auto">
          <a:xfrm rot="5400000" flipH="1">
            <a:off x="10821051" y="5004014"/>
            <a:ext cx="90001" cy="180001"/>
          </a:xfrm>
          <a:prstGeom prst="rect">
            <a:avLst/>
          </a:prstGeom>
          <a:solidFill>
            <a:schemeClr val="tx1">
              <a:lumMod val="50000"/>
              <a:lumOff val="50000"/>
            </a:schemeClr>
          </a:solidFill>
          <a:ln>
            <a:solidFill>
              <a:schemeClr val="tx1">
                <a:lumMod val="50000"/>
                <a:lumOff val="50000"/>
              </a:schemeClr>
            </a:solidFill>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cxnSp>
        <p:nvCxnSpPr>
          <p:cNvPr id="238" name="直線コネクタ 237">
            <a:extLst>
              <a:ext uri="{FF2B5EF4-FFF2-40B4-BE49-F238E27FC236}">
                <a16:creationId xmlns:a16="http://schemas.microsoft.com/office/drawing/2014/main" id="{480AF2F8-AFE1-25B3-D1DC-99571E61C118}"/>
              </a:ext>
            </a:extLst>
          </p:cNvPr>
          <p:cNvCxnSpPr>
            <a:cxnSpLocks/>
          </p:cNvCxnSpPr>
          <p:nvPr/>
        </p:nvCxnSpPr>
        <p:spPr bwMode="auto">
          <a:xfrm flipH="1">
            <a:off x="10956055" y="4869013"/>
            <a:ext cx="3" cy="180000"/>
          </a:xfrm>
          <a:prstGeom prst="line">
            <a:avLst/>
          </a:prstGeom>
          <a:noFill/>
          <a:ln w="19050" cap="rnd" cmpd="sng" algn="ctr">
            <a:solidFill>
              <a:schemeClr val="tx1">
                <a:lumMod val="50000"/>
                <a:lumOff val="50000"/>
              </a:schemeClr>
            </a:solidFill>
            <a:prstDash val="sysDot"/>
            <a:round/>
            <a:headEnd type="none" w="med" len="med"/>
            <a:tailEnd type="none" w="med" len="med"/>
          </a:ln>
          <a:effectLst/>
        </p:spPr>
      </p:cxnSp>
      <p:cxnSp>
        <p:nvCxnSpPr>
          <p:cNvPr id="239" name="直線コネクタ 238">
            <a:extLst>
              <a:ext uri="{FF2B5EF4-FFF2-40B4-BE49-F238E27FC236}">
                <a16:creationId xmlns:a16="http://schemas.microsoft.com/office/drawing/2014/main" id="{45AF0A52-377B-F5CD-4BFD-2D44D599DD7D}"/>
              </a:ext>
            </a:extLst>
          </p:cNvPr>
          <p:cNvCxnSpPr>
            <a:cxnSpLocks/>
          </p:cNvCxnSpPr>
          <p:nvPr/>
        </p:nvCxnSpPr>
        <p:spPr bwMode="auto">
          <a:xfrm flipH="1">
            <a:off x="10776054" y="4869013"/>
            <a:ext cx="5" cy="180000"/>
          </a:xfrm>
          <a:prstGeom prst="line">
            <a:avLst/>
          </a:prstGeom>
          <a:noFill/>
          <a:ln w="19050" cap="rnd" cmpd="sng" algn="ctr">
            <a:solidFill>
              <a:schemeClr val="tx1">
                <a:lumMod val="50000"/>
                <a:lumOff val="50000"/>
              </a:schemeClr>
            </a:solidFill>
            <a:prstDash val="sysDot"/>
            <a:round/>
            <a:headEnd type="none" w="med" len="med"/>
            <a:tailEnd type="none" w="med" len="med"/>
          </a:ln>
          <a:effectLst/>
        </p:spPr>
      </p:cxnSp>
      <p:cxnSp>
        <p:nvCxnSpPr>
          <p:cNvPr id="240" name="直線コネクタ 239">
            <a:extLst>
              <a:ext uri="{FF2B5EF4-FFF2-40B4-BE49-F238E27FC236}">
                <a16:creationId xmlns:a16="http://schemas.microsoft.com/office/drawing/2014/main" id="{F4634990-B472-E2D3-8EF6-8A9212C6BBD7}"/>
              </a:ext>
            </a:extLst>
          </p:cNvPr>
          <p:cNvCxnSpPr>
            <a:cxnSpLocks/>
          </p:cNvCxnSpPr>
          <p:nvPr/>
        </p:nvCxnSpPr>
        <p:spPr bwMode="auto">
          <a:xfrm flipV="1">
            <a:off x="10596050" y="4059005"/>
            <a:ext cx="0" cy="90001"/>
          </a:xfrm>
          <a:prstGeom prst="line">
            <a:avLst/>
          </a:prstGeom>
          <a:noFill/>
          <a:ln w="19050" cap="rnd" cmpd="sng" algn="ctr">
            <a:solidFill>
              <a:schemeClr val="accent6"/>
            </a:solidFill>
            <a:prstDash val="solid"/>
            <a:round/>
            <a:headEnd type="none" w="med" len="med"/>
            <a:tailEnd type="none" w="med" len="med"/>
          </a:ln>
          <a:effectLst/>
        </p:spPr>
      </p:cxnSp>
      <p:cxnSp>
        <p:nvCxnSpPr>
          <p:cNvPr id="241" name="直線コネクタ 240">
            <a:extLst>
              <a:ext uri="{FF2B5EF4-FFF2-40B4-BE49-F238E27FC236}">
                <a16:creationId xmlns:a16="http://schemas.microsoft.com/office/drawing/2014/main" id="{EE226509-FEC2-FB70-12B9-F6FB26788CFF}"/>
              </a:ext>
            </a:extLst>
          </p:cNvPr>
          <p:cNvCxnSpPr>
            <a:cxnSpLocks/>
          </p:cNvCxnSpPr>
          <p:nvPr/>
        </p:nvCxnSpPr>
        <p:spPr bwMode="auto">
          <a:xfrm>
            <a:off x="10596050" y="5949027"/>
            <a:ext cx="540006" cy="0"/>
          </a:xfrm>
          <a:prstGeom prst="line">
            <a:avLst/>
          </a:prstGeom>
          <a:noFill/>
          <a:ln w="19050" cap="rnd" cmpd="sng" algn="ctr">
            <a:solidFill>
              <a:schemeClr val="accent5"/>
            </a:solidFill>
            <a:prstDash val="solid"/>
            <a:round/>
            <a:headEnd type="none" w="med" len="med"/>
            <a:tailEnd type="none" w="med" len="med"/>
          </a:ln>
          <a:effectLst/>
        </p:spPr>
      </p:cxnSp>
      <p:cxnSp>
        <p:nvCxnSpPr>
          <p:cNvPr id="242" name="直線コネクタ 241">
            <a:extLst>
              <a:ext uri="{FF2B5EF4-FFF2-40B4-BE49-F238E27FC236}">
                <a16:creationId xmlns:a16="http://schemas.microsoft.com/office/drawing/2014/main" id="{B03EA33C-ED29-8867-1A10-60D4945EBD1E}"/>
              </a:ext>
            </a:extLst>
          </p:cNvPr>
          <p:cNvCxnSpPr>
            <a:cxnSpLocks/>
          </p:cNvCxnSpPr>
          <p:nvPr/>
        </p:nvCxnSpPr>
        <p:spPr bwMode="auto">
          <a:xfrm>
            <a:off x="10596050" y="5499021"/>
            <a:ext cx="0" cy="180002"/>
          </a:xfrm>
          <a:prstGeom prst="line">
            <a:avLst/>
          </a:prstGeom>
          <a:noFill/>
          <a:ln w="19050" cap="rnd" cmpd="sng" algn="ctr">
            <a:solidFill>
              <a:schemeClr val="accent5"/>
            </a:solidFill>
            <a:prstDash val="solid"/>
            <a:round/>
            <a:headEnd type="none" w="med" len="med"/>
            <a:tailEnd type="none" w="med" len="med"/>
          </a:ln>
          <a:effectLst/>
        </p:spPr>
      </p:cxnSp>
      <p:cxnSp>
        <p:nvCxnSpPr>
          <p:cNvPr id="243" name="直線コネクタ 242">
            <a:extLst>
              <a:ext uri="{FF2B5EF4-FFF2-40B4-BE49-F238E27FC236}">
                <a16:creationId xmlns:a16="http://schemas.microsoft.com/office/drawing/2014/main" id="{7F83F46C-6666-D15B-CEED-F30504B8B1B9}"/>
              </a:ext>
            </a:extLst>
          </p:cNvPr>
          <p:cNvCxnSpPr>
            <a:cxnSpLocks/>
          </p:cNvCxnSpPr>
          <p:nvPr/>
        </p:nvCxnSpPr>
        <p:spPr bwMode="auto">
          <a:xfrm>
            <a:off x="11136056" y="5499021"/>
            <a:ext cx="0" cy="450041"/>
          </a:xfrm>
          <a:prstGeom prst="line">
            <a:avLst/>
          </a:prstGeom>
          <a:noFill/>
          <a:ln w="19050" cap="rnd" cmpd="sng" algn="ctr">
            <a:solidFill>
              <a:schemeClr val="accent5"/>
            </a:solidFill>
            <a:prstDash val="solid"/>
            <a:round/>
            <a:headEnd type="none" w="med" len="med"/>
            <a:tailEnd type="none" w="med" len="med"/>
          </a:ln>
          <a:effectLst/>
        </p:spPr>
      </p:cxnSp>
      <p:cxnSp>
        <p:nvCxnSpPr>
          <p:cNvPr id="244" name="直線コネクタ 243">
            <a:extLst>
              <a:ext uri="{FF2B5EF4-FFF2-40B4-BE49-F238E27FC236}">
                <a16:creationId xmlns:a16="http://schemas.microsoft.com/office/drawing/2014/main" id="{0E166CE5-53F0-F5E2-CDEE-B556F5123684}"/>
              </a:ext>
            </a:extLst>
          </p:cNvPr>
          <p:cNvCxnSpPr>
            <a:cxnSpLocks/>
          </p:cNvCxnSpPr>
          <p:nvPr/>
        </p:nvCxnSpPr>
        <p:spPr bwMode="auto">
          <a:xfrm flipV="1">
            <a:off x="10866051" y="5949027"/>
            <a:ext cx="0" cy="180002"/>
          </a:xfrm>
          <a:prstGeom prst="line">
            <a:avLst/>
          </a:prstGeom>
          <a:noFill/>
          <a:ln w="19050" cap="flat" cmpd="sng" algn="ctr">
            <a:solidFill>
              <a:schemeClr val="accent5"/>
            </a:solidFill>
            <a:prstDash val="solid"/>
            <a:round/>
            <a:headEnd type="none" w="med" len="med"/>
            <a:tailEnd type="none" w="med" len="med"/>
          </a:ln>
          <a:effectLst/>
        </p:spPr>
      </p:cxnSp>
      <p:sp>
        <p:nvSpPr>
          <p:cNvPr id="245" name="正方形/長方形 244">
            <a:extLst>
              <a:ext uri="{FF2B5EF4-FFF2-40B4-BE49-F238E27FC236}">
                <a16:creationId xmlns:a16="http://schemas.microsoft.com/office/drawing/2014/main" id="{6090911E-9672-3D87-1A81-C49FAFE9B57B}"/>
              </a:ext>
            </a:extLst>
          </p:cNvPr>
          <p:cNvSpPr/>
          <p:nvPr/>
        </p:nvSpPr>
        <p:spPr bwMode="auto">
          <a:xfrm rot="5400000">
            <a:off x="10776050" y="6129029"/>
            <a:ext cx="180002" cy="180001"/>
          </a:xfrm>
          <a:prstGeom prst="rect">
            <a:avLst/>
          </a:prstGeom>
          <a:solidFill>
            <a:schemeClr val="tx1">
              <a:lumMod val="50000"/>
              <a:lumOff val="50000"/>
            </a:schemeClr>
          </a:solidFill>
          <a:ln>
            <a:solidFill>
              <a:schemeClr val="accent5"/>
            </a:solidFill>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sp>
        <p:nvSpPr>
          <p:cNvPr id="246" name="正方形/長方形 245">
            <a:extLst>
              <a:ext uri="{FF2B5EF4-FFF2-40B4-BE49-F238E27FC236}">
                <a16:creationId xmlns:a16="http://schemas.microsoft.com/office/drawing/2014/main" id="{9679E1EB-5C1D-243B-05B4-033977FD0C4E}"/>
              </a:ext>
            </a:extLst>
          </p:cNvPr>
          <p:cNvSpPr/>
          <p:nvPr/>
        </p:nvSpPr>
        <p:spPr bwMode="auto">
          <a:xfrm rot="5400000" flipH="1">
            <a:off x="10641046" y="6624032"/>
            <a:ext cx="450004" cy="180001"/>
          </a:xfrm>
          <a:prstGeom prst="rect">
            <a:avLst/>
          </a:prstGeom>
          <a:solidFill>
            <a:schemeClr val="tx1">
              <a:lumMod val="50000"/>
              <a:lumOff val="50000"/>
            </a:schemeClr>
          </a:solidFill>
          <a:ln>
            <a:solidFill>
              <a:schemeClr val="accent5"/>
            </a:solidFill>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cxnSp>
        <p:nvCxnSpPr>
          <p:cNvPr id="247" name="直線コネクタ 246">
            <a:extLst>
              <a:ext uri="{FF2B5EF4-FFF2-40B4-BE49-F238E27FC236}">
                <a16:creationId xmlns:a16="http://schemas.microsoft.com/office/drawing/2014/main" id="{5014F2C1-D0EB-9C2F-A461-68AE521CE7F9}"/>
              </a:ext>
            </a:extLst>
          </p:cNvPr>
          <p:cNvCxnSpPr>
            <a:cxnSpLocks/>
          </p:cNvCxnSpPr>
          <p:nvPr/>
        </p:nvCxnSpPr>
        <p:spPr bwMode="auto">
          <a:xfrm flipH="1">
            <a:off x="10956050" y="6309029"/>
            <a:ext cx="3" cy="180000"/>
          </a:xfrm>
          <a:prstGeom prst="line">
            <a:avLst/>
          </a:prstGeom>
          <a:noFill/>
          <a:ln w="19050" cap="rnd" cmpd="sng" algn="ctr">
            <a:solidFill>
              <a:schemeClr val="accent5"/>
            </a:solidFill>
            <a:prstDash val="sysDot"/>
            <a:round/>
            <a:headEnd type="none" w="med" len="med"/>
            <a:tailEnd type="none" w="med" len="med"/>
          </a:ln>
          <a:effectLst/>
        </p:spPr>
      </p:cxnSp>
      <p:cxnSp>
        <p:nvCxnSpPr>
          <p:cNvPr id="248" name="直線コネクタ 247">
            <a:extLst>
              <a:ext uri="{FF2B5EF4-FFF2-40B4-BE49-F238E27FC236}">
                <a16:creationId xmlns:a16="http://schemas.microsoft.com/office/drawing/2014/main" id="{3AD0EFEA-883D-4F4D-E672-55EC37B752FE}"/>
              </a:ext>
            </a:extLst>
          </p:cNvPr>
          <p:cNvCxnSpPr>
            <a:cxnSpLocks/>
          </p:cNvCxnSpPr>
          <p:nvPr/>
        </p:nvCxnSpPr>
        <p:spPr bwMode="auto">
          <a:xfrm flipH="1">
            <a:off x="10776049" y="6309029"/>
            <a:ext cx="5" cy="180000"/>
          </a:xfrm>
          <a:prstGeom prst="line">
            <a:avLst/>
          </a:prstGeom>
          <a:noFill/>
          <a:ln w="19050" cap="rnd" cmpd="sng" algn="ctr">
            <a:solidFill>
              <a:schemeClr val="accent5"/>
            </a:solidFill>
            <a:prstDash val="sysDot"/>
            <a:round/>
            <a:headEnd type="none" w="med" len="med"/>
            <a:tailEnd type="none" w="med" len="med"/>
          </a:ln>
          <a:effectLst/>
        </p:spPr>
      </p:cxnSp>
      <p:cxnSp>
        <p:nvCxnSpPr>
          <p:cNvPr id="249" name="直線コネクタ 248">
            <a:extLst>
              <a:ext uri="{FF2B5EF4-FFF2-40B4-BE49-F238E27FC236}">
                <a16:creationId xmlns:a16="http://schemas.microsoft.com/office/drawing/2014/main" id="{B3203003-3B30-FBAF-EFA9-CD27EA9CDBDB}"/>
              </a:ext>
            </a:extLst>
          </p:cNvPr>
          <p:cNvCxnSpPr>
            <a:cxnSpLocks/>
          </p:cNvCxnSpPr>
          <p:nvPr/>
        </p:nvCxnSpPr>
        <p:spPr bwMode="auto">
          <a:xfrm>
            <a:off x="10596050" y="5859025"/>
            <a:ext cx="0" cy="90001"/>
          </a:xfrm>
          <a:prstGeom prst="line">
            <a:avLst/>
          </a:prstGeom>
          <a:noFill/>
          <a:ln w="19050" cap="rnd" cmpd="sng" algn="ctr">
            <a:solidFill>
              <a:schemeClr val="accent5"/>
            </a:solidFill>
            <a:prstDash val="solid"/>
            <a:round/>
            <a:headEnd type="none" w="med" len="med"/>
            <a:tailEnd type="none" w="med" len="med"/>
          </a:ln>
          <a:effectLst/>
        </p:spPr>
      </p:cxnSp>
      <p:cxnSp>
        <p:nvCxnSpPr>
          <p:cNvPr id="250" name="直線コネクタ 249">
            <a:extLst>
              <a:ext uri="{FF2B5EF4-FFF2-40B4-BE49-F238E27FC236}">
                <a16:creationId xmlns:a16="http://schemas.microsoft.com/office/drawing/2014/main" id="{FE0C17FB-4D8E-8084-7A24-9397B1A57498}"/>
              </a:ext>
            </a:extLst>
          </p:cNvPr>
          <p:cNvCxnSpPr>
            <a:cxnSpLocks/>
          </p:cNvCxnSpPr>
          <p:nvPr/>
        </p:nvCxnSpPr>
        <p:spPr bwMode="auto">
          <a:xfrm>
            <a:off x="7086011" y="5859025"/>
            <a:ext cx="1530017" cy="0"/>
          </a:xfrm>
          <a:prstGeom prst="line">
            <a:avLst/>
          </a:prstGeom>
          <a:noFill/>
          <a:ln w="19050" cap="flat" cmpd="sng" algn="ctr">
            <a:solidFill>
              <a:schemeClr val="tx1"/>
            </a:solidFill>
            <a:prstDash val="solid"/>
            <a:round/>
            <a:headEnd type="none" w="med" len="med"/>
            <a:tailEnd type="none" w="med" len="med"/>
          </a:ln>
          <a:effectLst/>
        </p:spPr>
      </p:cxnSp>
      <p:cxnSp>
        <p:nvCxnSpPr>
          <p:cNvPr id="251" name="直線矢印コネクタ 250">
            <a:extLst>
              <a:ext uri="{FF2B5EF4-FFF2-40B4-BE49-F238E27FC236}">
                <a16:creationId xmlns:a16="http://schemas.microsoft.com/office/drawing/2014/main" id="{10ADA7A1-D94D-B8A3-C47F-2E9FE1757003}"/>
              </a:ext>
            </a:extLst>
          </p:cNvPr>
          <p:cNvCxnSpPr>
            <a:cxnSpLocks/>
          </p:cNvCxnSpPr>
          <p:nvPr/>
        </p:nvCxnSpPr>
        <p:spPr bwMode="auto">
          <a:xfrm flipV="1">
            <a:off x="6816008" y="4149006"/>
            <a:ext cx="0" cy="1440016"/>
          </a:xfrm>
          <a:prstGeom prst="straightConnector1">
            <a:avLst/>
          </a:prstGeom>
          <a:ln>
            <a:headEnd type="none" w="med" len="med"/>
            <a:tailEnd type="triangle"/>
          </a:ln>
        </p:spPr>
        <p:style>
          <a:lnRef idx="2">
            <a:schemeClr val="accent5"/>
          </a:lnRef>
          <a:fillRef idx="0">
            <a:schemeClr val="accent5"/>
          </a:fillRef>
          <a:effectRef idx="1">
            <a:schemeClr val="accent5"/>
          </a:effectRef>
          <a:fontRef idx="minor">
            <a:schemeClr val="tx1"/>
          </a:fontRef>
        </p:style>
      </p:cxnSp>
      <p:sp>
        <p:nvSpPr>
          <p:cNvPr id="252" name="正方形/長方形 251">
            <a:extLst>
              <a:ext uri="{FF2B5EF4-FFF2-40B4-BE49-F238E27FC236}">
                <a16:creationId xmlns:a16="http://schemas.microsoft.com/office/drawing/2014/main" id="{0886D4D6-9B7A-D60B-9F1C-13C9CBE26D53}"/>
              </a:ext>
            </a:extLst>
          </p:cNvPr>
          <p:cNvSpPr/>
          <p:nvPr/>
        </p:nvSpPr>
        <p:spPr bwMode="auto">
          <a:xfrm>
            <a:off x="5555994" y="4599011"/>
            <a:ext cx="720008" cy="720007"/>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r>
              <a:rPr lang="ja-JP" altLang="en-US" sz="2400" b="1" dirty="0">
                <a:solidFill>
                  <a:schemeClr val="accent5"/>
                </a:solidFill>
              </a:rPr>
              <a:t>高さ</a:t>
            </a:r>
            <a:r>
              <a:rPr lang="en-US" altLang="ja-JP" sz="2400" b="1" dirty="0">
                <a:solidFill>
                  <a:schemeClr val="accent5"/>
                </a:solidFill>
              </a:rPr>
              <a:t> V </a:t>
            </a:r>
            <a:endParaRPr lang="ja-JP" altLang="en-US" sz="2400" b="1" dirty="0">
              <a:solidFill>
                <a:schemeClr val="accent5"/>
              </a:solidFill>
            </a:endParaRPr>
          </a:p>
        </p:txBody>
      </p:sp>
      <p:sp>
        <p:nvSpPr>
          <p:cNvPr id="253" name="正方形/長方形 252">
            <a:extLst>
              <a:ext uri="{FF2B5EF4-FFF2-40B4-BE49-F238E27FC236}">
                <a16:creationId xmlns:a16="http://schemas.microsoft.com/office/drawing/2014/main" id="{D62E33A1-273E-B9D2-CB3C-8F98EBDDC9AA}"/>
              </a:ext>
            </a:extLst>
          </p:cNvPr>
          <p:cNvSpPr/>
          <p:nvPr/>
        </p:nvSpPr>
        <p:spPr bwMode="auto">
          <a:xfrm rot="5400000">
            <a:off x="7446013" y="3519001"/>
            <a:ext cx="540006" cy="180001"/>
          </a:xfrm>
          <a:prstGeom prst="rect">
            <a:avLst/>
          </a:prstGeom>
          <a:solidFill>
            <a:schemeClr val="tx1">
              <a:lumMod val="50000"/>
              <a:lumOff val="50000"/>
            </a:schemeClr>
          </a:solidFill>
          <a:ln>
            <a:solidFill>
              <a:schemeClr val="tx1">
                <a:lumMod val="50000"/>
                <a:lumOff val="50000"/>
              </a:schemeClr>
            </a:solidFill>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sp>
        <p:nvSpPr>
          <p:cNvPr id="254" name="正方形/長方形 253">
            <a:extLst>
              <a:ext uri="{FF2B5EF4-FFF2-40B4-BE49-F238E27FC236}">
                <a16:creationId xmlns:a16="http://schemas.microsoft.com/office/drawing/2014/main" id="{067BEE8A-DCA7-3EC4-8341-52BC851B82B7}"/>
              </a:ext>
            </a:extLst>
          </p:cNvPr>
          <p:cNvSpPr/>
          <p:nvPr/>
        </p:nvSpPr>
        <p:spPr bwMode="auto">
          <a:xfrm rot="5400000" flipH="1">
            <a:off x="7671015" y="4014004"/>
            <a:ext cx="90001" cy="180001"/>
          </a:xfrm>
          <a:prstGeom prst="rect">
            <a:avLst/>
          </a:prstGeom>
          <a:solidFill>
            <a:schemeClr val="tx1">
              <a:lumMod val="50000"/>
              <a:lumOff val="50000"/>
            </a:schemeClr>
          </a:solidFill>
          <a:ln>
            <a:solidFill>
              <a:schemeClr val="tx1">
                <a:lumMod val="50000"/>
                <a:lumOff val="50000"/>
              </a:schemeClr>
            </a:solidFill>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cxnSp>
        <p:nvCxnSpPr>
          <p:cNvPr id="255" name="直線コネクタ 254">
            <a:extLst>
              <a:ext uri="{FF2B5EF4-FFF2-40B4-BE49-F238E27FC236}">
                <a16:creationId xmlns:a16="http://schemas.microsoft.com/office/drawing/2014/main" id="{C12649F1-784A-54C7-DFD1-C1AEFE3DFA04}"/>
              </a:ext>
            </a:extLst>
          </p:cNvPr>
          <p:cNvCxnSpPr>
            <a:cxnSpLocks/>
          </p:cNvCxnSpPr>
          <p:nvPr/>
        </p:nvCxnSpPr>
        <p:spPr bwMode="auto">
          <a:xfrm flipH="1">
            <a:off x="7806019" y="3879003"/>
            <a:ext cx="3" cy="180000"/>
          </a:xfrm>
          <a:prstGeom prst="line">
            <a:avLst/>
          </a:prstGeom>
          <a:noFill/>
          <a:ln w="19050" cap="rnd" cmpd="sng" algn="ctr">
            <a:solidFill>
              <a:schemeClr val="tx1">
                <a:lumMod val="50000"/>
                <a:lumOff val="50000"/>
              </a:schemeClr>
            </a:solidFill>
            <a:prstDash val="sysDot"/>
            <a:round/>
            <a:headEnd type="none" w="med" len="med"/>
            <a:tailEnd type="none" w="med" len="med"/>
          </a:ln>
          <a:effectLst/>
        </p:spPr>
      </p:cxnSp>
      <p:cxnSp>
        <p:nvCxnSpPr>
          <p:cNvPr id="256" name="直線コネクタ 255">
            <a:extLst>
              <a:ext uri="{FF2B5EF4-FFF2-40B4-BE49-F238E27FC236}">
                <a16:creationId xmlns:a16="http://schemas.microsoft.com/office/drawing/2014/main" id="{E64EB19C-76C3-7116-DD39-E05422BA5696}"/>
              </a:ext>
            </a:extLst>
          </p:cNvPr>
          <p:cNvCxnSpPr>
            <a:cxnSpLocks/>
          </p:cNvCxnSpPr>
          <p:nvPr/>
        </p:nvCxnSpPr>
        <p:spPr bwMode="auto">
          <a:xfrm flipH="1">
            <a:off x="7626018" y="3879003"/>
            <a:ext cx="5" cy="180000"/>
          </a:xfrm>
          <a:prstGeom prst="line">
            <a:avLst/>
          </a:prstGeom>
          <a:noFill/>
          <a:ln w="19050" cap="rnd" cmpd="sng" algn="ctr">
            <a:solidFill>
              <a:schemeClr val="tx1">
                <a:lumMod val="50000"/>
                <a:lumOff val="50000"/>
              </a:schemeClr>
            </a:solidFill>
            <a:prstDash val="sysDot"/>
            <a:round/>
            <a:headEnd type="none" w="med" len="med"/>
            <a:tailEnd type="none" w="med" len="med"/>
          </a:ln>
          <a:effectLst/>
        </p:spPr>
      </p:cxnSp>
      <p:sp>
        <p:nvSpPr>
          <p:cNvPr id="257" name="正方形/長方形 256">
            <a:extLst>
              <a:ext uri="{FF2B5EF4-FFF2-40B4-BE49-F238E27FC236}">
                <a16:creationId xmlns:a16="http://schemas.microsoft.com/office/drawing/2014/main" id="{833B8AB7-4C1D-38A8-4AE9-2E8C14B3BE49}"/>
              </a:ext>
            </a:extLst>
          </p:cNvPr>
          <p:cNvSpPr/>
          <p:nvPr/>
        </p:nvSpPr>
        <p:spPr bwMode="auto">
          <a:xfrm rot="5400000">
            <a:off x="7446014" y="5589023"/>
            <a:ext cx="540006" cy="180001"/>
          </a:xfrm>
          <a:prstGeom prst="rect">
            <a:avLst/>
          </a:prstGeom>
          <a:solidFill>
            <a:schemeClr val="tx1">
              <a:lumMod val="50000"/>
              <a:lumOff val="50000"/>
            </a:schemeClr>
          </a:solidFill>
          <a:ln>
            <a:solidFill>
              <a:schemeClr val="tx1">
                <a:lumMod val="50000"/>
                <a:lumOff val="50000"/>
              </a:schemeClr>
            </a:solidFill>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sp>
        <p:nvSpPr>
          <p:cNvPr id="258" name="正方形/長方形 257">
            <a:extLst>
              <a:ext uri="{FF2B5EF4-FFF2-40B4-BE49-F238E27FC236}">
                <a16:creationId xmlns:a16="http://schemas.microsoft.com/office/drawing/2014/main" id="{369DBE60-83BC-65D6-C2C4-968E4B0EB4E6}"/>
              </a:ext>
            </a:extLst>
          </p:cNvPr>
          <p:cNvSpPr/>
          <p:nvPr/>
        </p:nvSpPr>
        <p:spPr bwMode="auto">
          <a:xfrm rot="5400000" flipH="1">
            <a:off x="7671016" y="6084026"/>
            <a:ext cx="90001" cy="180001"/>
          </a:xfrm>
          <a:prstGeom prst="rect">
            <a:avLst/>
          </a:prstGeom>
          <a:solidFill>
            <a:schemeClr val="tx1">
              <a:lumMod val="50000"/>
              <a:lumOff val="50000"/>
            </a:schemeClr>
          </a:solidFill>
          <a:ln>
            <a:solidFill>
              <a:schemeClr val="tx1">
                <a:lumMod val="50000"/>
                <a:lumOff val="50000"/>
              </a:schemeClr>
            </a:solidFill>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cxnSp>
        <p:nvCxnSpPr>
          <p:cNvPr id="259" name="直線コネクタ 258">
            <a:extLst>
              <a:ext uri="{FF2B5EF4-FFF2-40B4-BE49-F238E27FC236}">
                <a16:creationId xmlns:a16="http://schemas.microsoft.com/office/drawing/2014/main" id="{DDF68151-B63C-EC67-E3AE-D35291300DDA}"/>
              </a:ext>
            </a:extLst>
          </p:cNvPr>
          <p:cNvCxnSpPr>
            <a:cxnSpLocks/>
          </p:cNvCxnSpPr>
          <p:nvPr/>
        </p:nvCxnSpPr>
        <p:spPr bwMode="auto">
          <a:xfrm flipH="1">
            <a:off x="7806020" y="5949025"/>
            <a:ext cx="3" cy="180000"/>
          </a:xfrm>
          <a:prstGeom prst="line">
            <a:avLst/>
          </a:prstGeom>
          <a:noFill/>
          <a:ln w="19050" cap="rnd" cmpd="sng" algn="ctr">
            <a:solidFill>
              <a:schemeClr val="tx1">
                <a:lumMod val="50000"/>
                <a:lumOff val="50000"/>
              </a:schemeClr>
            </a:solidFill>
            <a:prstDash val="sysDot"/>
            <a:round/>
            <a:headEnd type="none" w="med" len="med"/>
            <a:tailEnd type="none" w="med" len="med"/>
          </a:ln>
          <a:effectLst/>
        </p:spPr>
      </p:cxnSp>
      <p:cxnSp>
        <p:nvCxnSpPr>
          <p:cNvPr id="260" name="直線コネクタ 259">
            <a:extLst>
              <a:ext uri="{FF2B5EF4-FFF2-40B4-BE49-F238E27FC236}">
                <a16:creationId xmlns:a16="http://schemas.microsoft.com/office/drawing/2014/main" id="{01B5B3BD-CAD6-8A4B-7EFF-16F971E64CD1}"/>
              </a:ext>
            </a:extLst>
          </p:cNvPr>
          <p:cNvCxnSpPr>
            <a:cxnSpLocks/>
          </p:cNvCxnSpPr>
          <p:nvPr/>
        </p:nvCxnSpPr>
        <p:spPr bwMode="auto">
          <a:xfrm flipH="1">
            <a:off x="7626019" y="5949025"/>
            <a:ext cx="5" cy="180000"/>
          </a:xfrm>
          <a:prstGeom prst="line">
            <a:avLst/>
          </a:prstGeom>
          <a:noFill/>
          <a:ln w="19050" cap="rnd" cmpd="sng" algn="ctr">
            <a:solidFill>
              <a:schemeClr val="tx1">
                <a:lumMod val="50000"/>
                <a:lumOff val="50000"/>
              </a:schemeClr>
            </a:solidFill>
            <a:prstDash val="sysDot"/>
            <a:round/>
            <a:headEnd type="none" w="med" len="med"/>
            <a:tailEnd type="none" w="med" len="med"/>
          </a:ln>
          <a:effectLst/>
        </p:spPr>
      </p:cxnSp>
      <p:sp>
        <p:nvSpPr>
          <p:cNvPr id="261" name="正方形/長方形 260">
            <a:extLst>
              <a:ext uri="{FF2B5EF4-FFF2-40B4-BE49-F238E27FC236}">
                <a16:creationId xmlns:a16="http://schemas.microsoft.com/office/drawing/2014/main" id="{7B96C343-EB4C-3988-15E2-FE85F43B86F7}"/>
              </a:ext>
            </a:extLst>
          </p:cNvPr>
          <p:cNvSpPr/>
          <p:nvPr/>
        </p:nvSpPr>
        <p:spPr bwMode="auto">
          <a:xfrm>
            <a:off x="6186001" y="3338998"/>
            <a:ext cx="720008" cy="720007"/>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r>
              <a:rPr lang="ja-JP" altLang="en-US" sz="2400" b="1" dirty="0">
                <a:solidFill>
                  <a:schemeClr val="accent5"/>
                </a:solidFill>
              </a:rPr>
              <a:t>給水量 </a:t>
            </a:r>
            <a:r>
              <a:rPr lang="en-US" altLang="ja-JP" sz="2400" b="1" dirty="0">
                <a:solidFill>
                  <a:schemeClr val="accent5"/>
                </a:solidFill>
              </a:rPr>
              <a:t>Q</a:t>
            </a:r>
            <a:endParaRPr lang="ja-JP" altLang="en-US" sz="2400" b="1" dirty="0">
              <a:solidFill>
                <a:schemeClr val="accent5"/>
              </a:solidFill>
            </a:endParaRPr>
          </a:p>
        </p:txBody>
      </p:sp>
      <p:cxnSp>
        <p:nvCxnSpPr>
          <p:cNvPr id="262" name="直線矢印コネクタ 261">
            <a:extLst>
              <a:ext uri="{FF2B5EF4-FFF2-40B4-BE49-F238E27FC236}">
                <a16:creationId xmlns:a16="http://schemas.microsoft.com/office/drawing/2014/main" id="{172F368D-41E1-A131-BA32-B00C09C1569F}"/>
              </a:ext>
            </a:extLst>
          </p:cNvPr>
          <p:cNvCxnSpPr>
            <a:cxnSpLocks/>
          </p:cNvCxnSpPr>
          <p:nvPr/>
        </p:nvCxnSpPr>
        <p:spPr bwMode="auto">
          <a:xfrm>
            <a:off x="6996010" y="3969005"/>
            <a:ext cx="630007" cy="0"/>
          </a:xfrm>
          <a:prstGeom prst="straightConnector1">
            <a:avLst/>
          </a:prstGeom>
          <a:ln>
            <a:headEnd type="none" w="med" len="med"/>
            <a:tailEnd type="triangle"/>
          </a:ln>
        </p:spPr>
        <p:style>
          <a:lnRef idx="2">
            <a:schemeClr val="accent5"/>
          </a:lnRef>
          <a:fillRef idx="0">
            <a:schemeClr val="accent5"/>
          </a:fillRef>
          <a:effectRef idx="1">
            <a:schemeClr val="accent5"/>
          </a:effectRef>
          <a:fontRef idx="minor">
            <a:schemeClr val="tx1"/>
          </a:fontRef>
        </p:style>
      </p:cxnSp>
      <p:sp>
        <p:nvSpPr>
          <p:cNvPr id="263" name="曲折矢印 160">
            <a:extLst>
              <a:ext uri="{FF2B5EF4-FFF2-40B4-BE49-F238E27FC236}">
                <a16:creationId xmlns:a16="http://schemas.microsoft.com/office/drawing/2014/main" id="{00712136-428D-77BA-3546-B000ACF22785}"/>
              </a:ext>
            </a:extLst>
          </p:cNvPr>
          <p:cNvSpPr/>
          <p:nvPr/>
        </p:nvSpPr>
        <p:spPr bwMode="auto">
          <a:xfrm rot="10800000" flipH="1">
            <a:off x="8436027" y="3879004"/>
            <a:ext cx="1620018" cy="720008"/>
          </a:xfrm>
          <a:prstGeom prst="bentArrow">
            <a:avLst>
              <a:gd name="adj1" fmla="val 9785"/>
              <a:gd name="adj2" fmla="val 13296"/>
              <a:gd name="adj3" fmla="val 8614"/>
              <a:gd name="adj4" fmla="val 19171"/>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264" name="曲折矢印 171">
            <a:extLst>
              <a:ext uri="{FF2B5EF4-FFF2-40B4-BE49-F238E27FC236}">
                <a16:creationId xmlns:a16="http://schemas.microsoft.com/office/drawing/2014/main" id="{35C1A55D-FD56-4E7A-B8F5-2A05DFA72A0F}"/>
              </a:ext>
            </a:extLst>
          </p:cNvPr>
          <p:cNvSpPr/>
          <p:nvPr/>
        </p:nvSpPr>
        <p:spPr bwMode="auto">
          <a:xfrm rot="16200000" flipH="1">
            <a:off x="8751030" y="4464012"/>
            <a:ext cx="810009" cy="1620018"/>
          </a:xfrm>
          <a:prstGeom prst="bentArrow">
            <a:avLst>
              <a:gd name="adj1" fmla="val 9785"/>
              <a:gd name="adj2" fmla="val 13296"/>
              <a:gd name="adj3" fmla="val 8614"/>
              <a:gd name="adj4" fmla="val 19171"/>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Tree>
    <p:extLst>
      <p:ext uri="{BB962C8B-B14F-4D97-AF65-F5344CB8AC3E}">
        <p14:creationId xmlns:p14="http://schemas.microsoft.com/office/powerpoint/2010/main" val="343882148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8863CC-CE9B-3E93-48E3-0B192C02357F}"/>
            </a:ext>
          </a:extLst>
        </p:cNvPr>
        <p:cNvGrpSpPr/>
        <p:nvPr/>
      </p:nvGrpSpPr>
      <p:grpSpPr>
        <a:xfrm>
          <a:off x="0" y="0"/>
          <a:ext cx="0" cy="0"/>
          <a:chOff x="0" y="0"/>
          <a:chExt cx="0" cy="0"/>
        </a:xfrm>
      </p:grpSpPr>
      <p:sp>
        <p:nvSpPr>
          <p:cNvPr id="207" name="正方形/長方形 206">
            <a:extLst>
              <a:ext uri="{FF2B5EF4-FFF2-40B4-BE49-F238E27FC236}">
                <a16:creationId xmlns:a16="http://schemas.microsoft.com/office/drawing/2014/main" id="{DE137149-6541-A4F5-E006-56119604DF38}"/>
              </a:ext>
            </a:extLst>
          </p:cNvPr>
          <p:cNvSpPr/>
          <p:nvPr/>
        </p:nvSpPr>
        <p:spPr bwMode="auto">
          <a:xfrm rot="5400000">
            <a:off x="3980976" y="3744003"/>
            <a:ext cx="2790031" cy="180002"/>
          </a:xfrm>
          <a:prstGeom prst="rect">
            <a:avLst/>
          </a:prstGeom>
          <a:solidFill>
            <a:schemeClr val="accent5">
              <a:lumMod val="20000"/>
              <a:lumOff val="80000"/>
            </a:schemeClr>
          </a:solid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sp>
        <p:nvSpPr>
          <p:cNvPr id="2" name="タイトル 1">
            <a:extLst>
              <a:ext uri="{FF2B5EF4-FFF2-40B4-BE49-F238E27FC236}">
                <a16:creationId xmlns:a16="http://schemas.microsoft.com/office/drawing/2014/main" id="{22B83246-3657-55EF-B4AC-881D8A816531}"/>
              </a:ext>
            </a:extLst>
          </p:cNvPr>
          <p:cNvSpPr>
            <a:spLocks noGrp="1"/>
          </p:cNvSpPr>
          <p:nvPr>
            <p:ph type="title"/>
          </p:nvPr>
        </p:nvSpPr>
        <p:spPr/>
        <p:txBody>
          <a:bodyPr/>
          <a:lstStyle/>
          <a:p>
            <a:r>
              <a:rPr kumimoji="1" lang="en-US" altLang="ja-JP" dirty="0"/>
              <a:t>NOT </a:t>
            </a:r>
            <a:r>
              <a:rPr kumimoji="1" lang="ja-JP" altLang="en-US" dirty="0"/>
              <a:t>ゲートを２段重ねた例：入力が </a:t>
            </a:r>
            <a:r>
              <a:rPr lang="en-US" altLang="ja-JP" dirty="0"/>
              <a:t>0 </a:t>
            </a:r>
            <a:r>
              <a:rPr lang="ja-JP" altLang="en-US" dirty="0"/>
              <a:t>の場合</a:t>
            </a:r>
            <a:endParaRPr kumimoji="1" lang="en-US" dirty="0"/>
          </a:p>
        </p:txBody>
      </p:sp>
      <p:sp>
        <p:nvSpPr>
          <p:cNvPr id="9" name="正方形/長方形 8">
            <a:extLst>
              <a:ext uri="{FF2B5EF4-FFF2-40B4-BE49-F238E27FC236}">
                <a16:creationId xmlns:a16="http://schemas.microsoft.com/office/drawing/2014/main" id="{FF529A63-0251-24C7-AE71-4CA4B54E172A}"/>
              </a:ext>
            </a:extLst>
          </p:cNvPr>
          <p:cNvSpPr/>
          <p:nvPr/>
        </p:nvSpPr>
        <p:spPr bwMode="auto">
          <a:xfrm rot="5400000">
            <a:off x="4610983" y="4554013"/>
            <a:ext cx="180002" cy="1530017"/>
          </a:xfrm>
          <a:prstGeom prst="rect">
            <a:avLst/>
          </a:prstGeom>
          <a:solidFill>
            <a:schemeClr val="accent5">
              <a:lumMod val="20000"/>
              <a:lumOff val="80000"/>
            </a:schemeClr>
          </a:solid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cxnSp>
        <p:nvCxnSpPr>
          <p:cNvPr id="10" name="直線コネクタ 9">
            <a:extLst>
              <a:ext uri="{FF2B5EF4-FFF2-40B4-BE49-F238E27FC236}">
                <a16:creationId xmlns:a16="http://schemas.microsoft.com/office/drawing/2014/main" id="{6801E9C8-1B71-3E85-9096-C26578649EFA}"/>
              </a:ext>
            </a:extLst>
          </p:cNvPr>
          <p:cNvCxnSpPr>
            <a:cxnSpLocks/>
          </p:cNvCxnSpPr>
          <p:nvPr/>
        </p:nvCxnSpPr>
        <p:spPr bwMode="auto">
          <a:xfrm>
            <a:off x="3935978" y="5229022"/>
            <a:ext cx="1350015" cy="0"/>
          </a:xfrm>
          <a:prstGeom prst="line">
            <a:avLst/>
          </a:prstGeom>
          <a:noFill/>
          <a:ln w="19050" cap="flat" cmpd="sng" algn="ctr">
            <a:solidFill>
              <a:schemeClr val="tx1"/>
            </a:solidFill>
            <a:prstDash val="solid"/>
            <a:round/>
            <a:headEnd type="none" w="med" len="med"/>
            <a:tailEnd type="none" w="med" len="med"/>
          </a:ln>
          <a:effectLst/>
        </p:spPr>
      </p:cxnSp>
      <p:cxnSp>
        <p:nvCxnSpPr>
          <p:cNvPr id="11" name="直線コネクタ 10">
            <a:extLst>
              <a:ext uri="{FF2B5EF4-FFF2-40B4-BE49-F238E27FC236}">
                <a16:creationId xmlns:a16="http://schemas.microsoft.com/office/drawing/2014/main" id="{3454D706-7DCC-8BCE-B102-75529A82F63D}"/>
              </a:ext>
            </a:extLst>
          </p:cNvPr>
          <p:cNvCxnSpPr>
            <a:cxnSpLocks/>
          </p:cNvCxnSpPr>
          <p:nvPr/>
        </p:nvCxnSpPr>
        <p:spPr bwMode="auto">
          <a:xfrm>
            <a:off x="3125967" y="5409022"/>
            <a:ext cx="2340026" cy="0"/>
          </a:xfrm>
          <a:prstGeom prst="line">
            <a:avLst/>
          </a:prstGeom>
          <a:noFill/>
          <a:ln w="19050" cap="flat" cmpd="sng" algn="ctr">
            <a:solidFill>
              <a:schemeClr val="tx1"/>
            </a:solidFill>
            <a:prstDash val="solid"/>
            <a:round/>
            <a:headEnd type="none" w="med" len="med"/>
            <a:tailEnd type="none" w="med" len="med"/>
          </a:ln>
          <a:effectLst/>
        </p:spPr>
      </p:cxnSp>
      <p:cxnSp>
        <p:nvCxnSpPr>
          <p:cNvPr id="12" name="直線コネクタ 11">
            <a:extLst>
              <a:ext uri="{FF2B5EF4-FFF2-40B4-BE49-F238E27FC236}">
                <a16:creationId xmlns:a16="http://schemas.microsoft.com/office/drawing/2014/main" id="{88541731-2BF8-6D3C-A1A6-7AB36AEFE226}"/>
              </a:ext>
            </a:extLst>
          </p:cNvPr>
          <p:cNvCxnSpPr>
            <a:cxnSpLocks/>
          </p:cNvCxnSpPr>
          <p:nvPr/>
        </p:nvCxnSpPr>
        <p:spPr bwMode="auto">
          <a:xfrm>
            <a:off x="3125967" y="5229020"/>
            <a:ext cx="630007" cy="0"/>
          </a:xfrm>
          <a:prstGeom prst="line">
            <a:avLst/>
          </a:prstGeom>
          <a:noFill/>
          <a:ln w="19050" cap="flat" cmpd="sng" algn="ctr">
            <a:solidFill>
              <a:schemeClr val="tx1"/>
            </a:solidFill>
            <a:prstDash val="solid"/>
            <a:round/>
            <a:headEnd type="none" w="med" len="med"/>
            <a:tailEnd type="none" w="med" len="med"/>
          </a:ln>
          <a:effectLst/>
        </p:spPr>
      </p:cxnSp>
      <p:sp>
        <p:nvSpPr>
          <p:cNvPr id="35" name="正方形/長方形 34">
            <a:extLst>
              <a:ext uri="{FF2B5EF4-FFF2-40B4-BE49-F238E27FC236}">
                <a16:creationId xmlns:a16="http://schemas.microsoft.com/office/drawing/2014/main" id="{6EF7CBD2-08A9-FC4F-053A-D734D49A8718}"/>
              </a:ext>
            </a:extLst>
          </p:cNvPr>
          <p:cNvSpPr/>
          <p:nvPr/>
        </p:nvSpPr>
        <p:spPr bwMode="auto">
          <a:xfrm rot="5400000">
            <a:off x="4205978" y="1178976"/>
            <a:ext cx="180002" cy="2340026"/>
          </a:xfrm>
          <a:prstGeom prst="rect">
            <a:avLst/>
          </a:prstGeom>
          <a:solidFill>
            <a:schemeClr val="accent5">
              <a:lumMod val="20000"/>
              <a:lumOff val="80000"/>
            </a:schemeClr>
          </a:solid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cxnSp>
        <p:nvCxnSpPr>
          <p:cNvPr id="36" name="直線コネクタ 35">
            <a:extLst>
              <a:ext uri="{FF2B5EF4-FFF2-40B4-BE49-F238E27FC236}">
                <a16:creationId xmlns:a16="http://schemas.microsoft.com/office/drawing/2014/main" id="{4F699689-B4A7-F8FA-2285-D5A702A699C4}"/>
              </a:ext>
            </a:extLst>
          </p:cNvPr>
          <p:cNvCxnSpPr>
            <a:cxnSpLocks/>
          </p:cNvCxnSpPr>
          <p:nvPr/>
        </p:nvCxnSpPr>
        <p:spPr bwMode="auto">
          <a:xfrm>
            <a:off x="3935978" y="2258989"/>
            <a:ext cx="1530015" cy="0"/>
          </a:xfrm>
          <a:prstGeom prst="line">
            <a:avLst/>
          </a:prstGeom>
          <a:noFill/>
          <a:ln w="19050" cap="flat" cmpd="sng" algn="ctr">
            <a:solidFill>
              <a:schemeClr val="tx1"/>
            </a:solidFill>
            <a:prstDash val="solid"/>
            <a:round/>
            <a:headEnd type="none" w="med" len="med"/>
            <a:tailEnd type="none" w="med" len="med"/>
          </a:ln>
          <a:effectLst/>
        </p:spPr>
      </p:cxnSp>
      <p:cxnSp>
        <p:nvCxnSpPr>
          <p:cNvPr id="37" name="直線コネクタ 36">
            <a:extLst>
              <a:ext uri="{FF2B5EF4-FFF2-40B4-BE49-F238E27FC236}">
                <a16:creationId xmlns:a16="http://schemas.microsoft.com/office/drawing/2014/main" id="{265F45C6-E4E7-BB53-1D81-F8121B431855}"/>
              </a:ext>
            </a:extLst>
          </p:cNvPr>
          <p:cNvCxnSpPr>
            <a:cxnSpLocks/>
          </p:cNvCxnSpPr>
          <p:nvPr/>
        </p:nvCxnSpPr>
        <p:spPr bwMode="auto">
          <a:xfrm>
            <a:off x="3125967" y="2438989"/>
            <a:ext cx="2160026" cy="0"/>
          </a:xfrm>
          <a:prstGeom prst="line">
            <a:avLst/>
          </a:prstGeom>
          <a:noFill/>
          <a:ln w="19050" cap="flat" cmpd="sng" algn="ctr">
            <a:solidFill>
              <a:schemeClr val="tx1"/>
            </a:solidFill>
            <a:prstDash val="solid"/>
            <a:round/>
            <a:headEnd type="none" w="med" len="med"/>
            <a:tailEnd type="none" w="med" len="med"/>
          </a:ln>
          <a:effectLst/>
        </p:spPr>
      </p:cxnSp>
      <p:cxnSp>
        <p:nvCxnSpPr>
          <p:cNvPr id="38" name="直線コネクタ 37">
            <a:extLst>
              <a:ext uri="{FF2B5EF4-FFF2-40B4-BE49-F238E27FC236}">
                <a16:creationId xmlns:a16="http://schemas.microsoft.com/office/drawing/2014/main" id="{D3B26FA9-E257-5405-2D82-B63A25996815}"/>
              </a:ext>
            </a:extLst>
          </p:cNvPr>
          <p:cNvCxnSpPr>
            <a:cxnSpLocks/>
          </p:cNvCxnSpPr>
          <p:nvPr/>
        </p:nvCxnSpPr>
        <p:spPr bwMode="auto">
          <a:xfrm>
            <a:off x="3125967" y="2258987"/>
            <a:ext cx="630007" cy="0"/>
          </a:xfrm>
          <a:prstGeom prst="line">
            <a:avLst/>
          </a:prstGeom>
          <a:noFill/>
          <a:ln w="19050" cap="flat" cmpd="sng" algn="ctr">
            <a:solidFill>
              <a:schemeClr val="tx1"/>
            </a:solidFill>
            <a:prstDash val="solid"/>
            <a:round/>
            <a:headEnd type="none" w="med" len="med"/>
            <a:tailEnd type="none" w="med" len="med"/>
          </a:ln>
          <a:effectLst/>
        </p:spPr>
      </p:cxnSp>
      <p:cxnSp>
        <p:nvCxnSpPr>
          <p:cNvPr id="56" name="直線コネクタ 55">
            <a:extLst>
              <a:ext uri="{FF2B5EF4-FFF2-40B4-BE49-F238E27FC236}">
                <a16:creationId xmlns:a16="http://schemas.microsoft.com/office/drawing/2014/main" id="{9CE3C223-787C-0313-F64B-65289EBF3210}"/>
              </a:ext>
            </a:extLst>
          </p:cNvPr>
          <p:cNvCxnSpPr>
            <a:cxnSpLocks/>
          </p:cNvCxnSpPr>
          <p:nvPr/>
        </p:nvCxnSpPr>
        <p:spPr bwMode="auto">
          <a:xfrm>
            <a:off x="1865953" y="1268976"/>
            <a:ext cx="1710019" cy="0"/>
          </a:xfrm>
          <a:prstGeom prst="line">
            <a:avLst/>
          </a:prstGeom>
          <a:noFill/>
          <a:ln w="19050" cap="flat" cmpd="sng" algn="ctr">
            <a:solidFill>
              <a:schemeClr val="tx1"/>
            </a:solidFill>
            <a:prstDash val="solid"/>
            <a:round/>
            <a:headEnd type="none" w="med" len="med"/>
            <a:tailEnd type="none" w="med" len="med"/>
          </a:ln>
          <a:effectLst/>
        </p:spPr>
      </p:cxnSp>
      <p:cxnSp>
        <p:nvCxnSpPr>
          <p:cNvPr id="57" name="直線コネクタ 56">
            <a:extLst>
              <a:ext uri="{FF2B5EF4-FFF2-40B4-BE49-F238E27FC236}">
                <a16:creationId xmlns:a16="http://schemas.microsoft.com/office/drawing/2014/main" id="{B676A5F0-E60B-F6AC-2D21-9AC76E733516}"/>
              </a:ext>
            </a:extLst>
          </p:cNvPr>
          <p:cNvCxnSpPr>
            <a:cxnSpLocks/>
          </p:cNvCxnSpPr>
          <p:nvPr/>
        </p:nvCxnSpPr>
        <p:spPr bwMode="auto">
          <a:xfrm>
            <a:off x="2045955" y="1448978"/>
            <a:ext cx="1530017" cy="0"/>
          </a:xfrm>
          <a:prstGeom prst="line">
            <a:avLst/>
          </a:prstGeom>
          <a:noFill/>
          <a:ln w="19050" cap="flat" cmpd="sng" algn="ctr">
            <a:solidFill>
              <a:schemeClr val="tx1"/>
            </a:solidFill>
            <a:prstDash val="solid"/>
            <a:round/>
            <a:headEnd type="none" w="med" len="med"/>
            <a:tailEnd type="none" w="med" len="med"/>
          </a:ln>
          <a:effectLst/>
        </p:spPr>
      </p:cxnSp>
      <p:cxnSp>
        <p:nvCxnSpPr>
          <p:cNvPr id="72" name="直線コネクタ 71">
            <a:extLst>
              <a:ext uri="{FF2B5EF4-FFF2-40B4-BE49-F238E27FC236}">
                <a16:creationId xmlns:a16="http://schemas.microsoft.com/office/drawing/2014/main" id="{A387AFCC-1933-E9FB-AFCA-79070914ECF7}"/>
              </a:ext>
            </a:extLst>
          </p:cNvPr>
          <p:cNvCxnSpPr>
            <a:cxnSpLocks/>
          </p:cNvCxnSpPr>
          <p:nvPr/>
        </p:nvCxnSpPr>
        <p:spPr bwMode="auto">
          <a:xfrm>
            <a:off x="2045955" y="4599013"/>
            <a:ext cx="1530017" cy="0"/>
          </a:xfrm>
          <a:prstGeom prst="line">
            <a:avLst/>
          </a:prstGeom>
          <a:noFill/>
          <a:ln w="19050" cap="flat" cmpd="sng" algn="ctr">
            <a:solidFill>
              <a:schemeClr val="tx1"/>
            </a:solidFill>
            <a:prstDash val="solid"/>
            <a:round/>
            <a:headEnd type="none" w="med" len="med"/>
            <a:tailEnd type="none" w="med" len="med"/>
          </a:ln>
          <a:effectLst/>
        </p:spPr>
      </p:cxnSp>
      <p:cxnSp>
        <p:nvCxnSpPr>
          <p:cNvPr id="73" name="直線コネクタ 72">
            <a:extLst>
              <a:ext uri="{FF2B5EF4-FFF2-40B4-BE49-F238E27FC236}">
                <a16:creationId xmlns:a16="http://schemas.microsoft.com/office/drawing/2014/main" id="{D2166147-2E37-FC5F-D49C-AD8160FE29B6}"/>
              </a:ext>
            </a:extLst>
          </p:cNvPr>
          <p:cNvCxnSpPr>
            <a:cxnSpLocks/>
          </p:cNvCxnSpPr>
          <p:nvPr/>
        </p:nvCxnSpPr>
        <p:spPr bwMode="auto">
          <a:xfrm>
            <a:off x="1865953" y="4779015"/>
            <a:ext cx="1710019" cy="0"/>
          </a:xfrm>
          <a:prstGeom prst="line">
            <a:avLst/>
          </a:prstGeom>
          <a:noFill/>
          <a:ln w="19050" cap="flat" cmpd="sng" algn="ctr">
            <a:solidFill>
              <a:schemeClr val="tx1"/>
            </a:solidFill>
            <a:prstDash val="solid"/>
            <a:round/>
            <a:headEnd type="none" w="med" len="med"/>
            <a:tailEnd type="none" w="med" len="med"/>
          </a:ln>
          <a:effectLst/>
        </p:spPr>
      </p:cxnSp>
      <p:cxnSp>
        <p:nvCxnSpPr>
          <p:cNvPr id="75" name="直線コネクタ 74">
            <a:extLst>
              <a:ext uri="{FF2B5EF4-FFF2-40B4-BE49-F238E27FC236}">
                <a16:creationId xmlns:a16="http://schemas.microsoft.com/office/drawing/2014/main" id="{538F24C7-1ED8-2C14-8C49-A166C61047CA}"/>
              </a:ext>
            </a:extLst>
          </p:cNvPr>
          <p:cNvCxnSpPr>
            <a:cxnSpLocks/>
          </p:cNvCxnSpPr>
          <p:nvPr/>
        </p:nvCxnSpPr>
        <p:spPr bwMode="auto">
          <a:xfrm>
            <a:off x="5465993" y="3609002"/>
            <a:ext cx="1530017" cy="0"/>
          </a:xfrm>
          <a:prstGeom prst="line">
            <a:avLst/>
          </a:prstGeom>
          <a:noFill/>
          <a:ln w="19050" cap="flat" cmpd="sng" algn="ctr">
            <a:solidFill>
              <a:schemeClr val="tx1"/>
            </a:solidFill>
            <a:prstDash val="solid"/>
            <a:round/>
            <a:headEnd type="none" w="med" len="med"/>
            <a:tailEnd type="none" w="med" len="med"/>
          </a:ln>
          <a:effectLst/>
        </p:spPr>
      </p:cxnSp>
      <p:cxnSp>
        <p:nvCxnSpPr>
          <p:cNvPr id="76" name="直線コネクタ 75">
            <a:extLst>
              <a:ext uri="{FF2B5EF4-FFF2-40B4-BE49-F238E27FC236}">
                <a16:creationId xmlns:a16="http://schemas.microsoft.com/office/drawing/2014/main" id="{CDB96911-4FBD-C501-A608-66F8EC3C174E}"/>
              </a:ext>
            </a:extLst>
          </p:cNvPr>
          <p:cNvCxnSpPr>
            <a:cxnSpLocks/>
          </p:cNvCxnSpPr>
          <p:nvPr/>
        </p:nvCxnSpPr>
        <p:spPr bwMode="auto">
          <a:xfrm>
            <a:off x="5465993" y="3789004"/>
            <a:ext cx="1530017" cy="0"/>
          </a:xfrm>
          <a:prstGeom prst="line">
            <a:avLst/>
          </a:prstGeom>
          <a:noFill/>
          <a:ln w="19050" cap="flat" cmpd="sng" algn="ctr">
            <a:solidFill>
              <a:schemeClr val="tx1"/>
            </a:solidFill>
            <a:prstDash val="solid"/>
            <a:round/>
            <a:headEnd type="none" w="med" len="med"/>
            <a:tailEnd type="none" w="med" len="med"/>
          </a:ln>
          <a:effectLst/>
        </p:spPr>
      </p:cxnSp>
      <p:cxnSp>
        <p:nvCxnSpPr>
          <p:cNvPr id="78" name="直線コネクタ 77">
            <a:extLst>
              <a:ext uri="{FF2B5EF4-FFF2-40B4-BE49-F238E27FC236}">
                <a16:creationId xmlns:a16="http://schemas.microsoft.com/office/drawing/2014/main" id="{998E9F48-6F27-5224-0A65-E8AF10F11CC7}"/>
              </a:ext>
            </a:extLst>
          </p:cNvPr>
          <p:cNvCxnSpPr>
            <a:cxnSpLocks/>
          </p:cNvCxnSpPr>
          <p:nvPr/>
        </p:nvCxnSpPr>
        <p:spPr bwMode="auto">
          <a:xfrm>
            <a:off x="5285991" y="2438989"/>
            <a:ext cx="537" cy="2790389"/>
          </a:xfrm>
          <a:prstGeom prst="line">
            <a:avLst/>
          </a:prstGeom>
          <a:noFill/>
          <a:ln w="19050" cap="flat" cmpd="sng" algn="ctr">
            <a:solidFill>
              <a:schemeClr val="tx1"/>
            </a:solidFill>
            <a:prstDash val="solid"/>
            <a:round/>
            <a:headEnd type="none" w="med" len="med"/>
            <a:tailEnd type="none" w="med" len="med"/>
          </a:ln>
          <a:effectLst/>
        </p:spPr>
      </p:cxnSp>
      <p:cxnSp>
        <p:nvCxnSpPr>
          <p:cNvPr id="81" name="直線コネクタ 80">
            <a:extLst>
              <a:ext uri="{FF2B5EF4-FFF2-40B4-BE49-F238E27FC236}">
                <a16:creationId xmlns:a16="http://schemas.microsoft.com/office/drawing/2014/main" id="{88BEBE1B-8461-1D37-8500-CF6DBACD1E9A}"/>
              </a:ext>
            </a:extLst>
          </p:cNvPr>
          <p:cNvCxnSpPr>
            <a:cxnSpLocks/>
          </p:cNvCxnSpPr>
          <p:nvPr/>
        </p:nvCxnSpPr>
        <p:spPr bwMode="auto">
          <a:xfrm>
            <a:off x="5466530" y="3789004"/>
            <a:ext cx="0" cy="1620376"/>
          </a:xfrm>
          <a:prstGeom prst="line">
            <a:avLst/>
          </a:prstGeom>
          <a:noFill/>
          <a:ln w="19050" cap="flat" cmpd="sng" algn="ctr">
            <a:solidFill>
              <a:schemeClr val="tx1"/>
            </a:solidFill>
            <a:prstDash val="solid"/>
            <a:round/>
            <a:headEnd type="none" w="med" len="med"/>
            <a:tailEnd type="none" w="med" len="med"/>
          </a:ln>
          <a:effectLst/>
        </p:spPr>
      </p:cxnSp>
      <p:cxnSp>
        <p:nvCxnSpPr>
          <p:cNvPr id="83" name="直線コネクタ 82">
            <a:extLst>
              <a:ext uri="{FF2B5EF4-FFF2-40B4-BE49-F238E27FC236}">
                <a16:creationId xmlns:a16="http://schemas.microsoft.com/office/drawing/2014/main" id="{BAEAB907-6761-5F5E-0A38-0162A7EE9E1D}"/>
              </a:ext>
            </a:extLst>
          </p:cNvPr>
          <p:cNvCxnSpPr>
            <a:cxnSpLocks/>
          </p:cNvCxnSpPr>
          <p:nvPr/>
        </p:nvCxnSpPr>
        <p:spPr bwMode="auto">
          <a:xfrm>
            <a:off x="2045955" y="1448978"/>
            <a:ext cx="537" cy="3150393"/>
          </a:xfrm>
          <a:prstGeom prst="line">
            <a:avLst/>
          </a:prstGeom>
          <a:noFill/>
          <a:ln w="19050" cap="flat" cmpd="sng" algn="ctr">
            <a:solidFill>
              <a:schemeClr val="tx1"/>
            </a:solidFill>
            <a:prstDash val="solid"/>
            <a:round/>
            <a:headEnd type="none" w="med" len="med"/>
            <a:tailEnd type="none" w="med" len="med"/>
          </a:ln>
          <a:effectLst/>
        </p:spPr>
      </p:cxnSp>
      <p:cxnSp>
        <p:nvCxnSpPr>
          <p:cNvPr id="84" name="直線コネクタ 83">
            <a:extLst>
              <a:ext uri="{FF2B5EF4-FFF2-40B4-BE49-F238E27FC236}">
                <a16:creationId xmlns:a16="http://schemas.microsoft.com/office/drawing/2014/main" id="{D57712E6-EA06-1A60-0B3E-3D8AE6655570}"/>
              </a:ext>
            </a:extLst>
          </p:cNvPr>
          <p:cNvCxnSpPr>
            <a:cxnSpLocks/>
          </p:cNvCxnSpPr>
          <p:nvPr/>
        </p:nvCxnSpPr>
        <p:spPr bwMode="auto">
          <a:xfrm>
            <a:off x="1865953" y="1268976"/>
            <a:ext cx="0" cy="2340026"/>
          </a:xfrm>
          <a:prstGeom prst="line">
            <a:avLst/>
          </a:prstGeom>
          <a:noFill/>
          <a:ln w="19050" cap="flat" cmpd="sng" algn="ctr">
            <a:solidFill>
              <a:schemeClr val="tx1"/>
            </a:solidFill>
            <a:prstDash val="solid"/>
            <a:round/>
            <a:headEnd type="none" w="med" len="med"/>
            <a:tailEnd type="none" w="med" len="med"/>
          </a:ln>
          <a:effectLst/>
        </p:spPr>
      </p:cxnSp>
      <p:cxnSp>
        <p:nvCxnSpPr>
          <p:cNvPr id="89" name="直線コネクタ 88">
            <a:extLst>
              <a:ext uri="{FF2B5EF4-FFF2-40B4-BE49-F238E27FC236}">
                <a16:creationId xmlns:a16="http://schemas.microsoft.com/office/drawing/2014/main" id="{B31C2DCE-D398-E364-ED1E-FE55AB5F1307}"/>
              </a:ext>
            </a:extLst>
          </p:cNvPr>
          <p:cNvCxnSpPr>
            <a:cxnSpLocks/>
          </p:cNvCxnSpPr>
          <p:nvPr/>
        </p:nvCxnSpPr>
        <p:spPr bwMode="auto">
          <a:xfrm>
            <a:off x="1865953" y="3789004"/>
            <a:ext cx="0" cy="990011"/>
          </a:xfrm>
          <a:prstGeom prst="line">
            <a:avLst/>
          </a:prstGeom>
          <a:noFill/>
          <a:ln w="19050" cap="flat" cmpd="sng" algn="ctr">
            <a:solidFill>
              <a:schemeClr val="tx1"/>
            </a:solidFill>
            <a:prstDash val="solid"/>
            <a:round/>
            <a:headEnd type="none" w="med" len="med"/>
            <a:tailEnd type="none" w="med" len="med"/>
          </a:ln>
          <a:effectLst/>
        </p:spPr>
      </p:cxnSp>
      <p:cxnSp>
        <p:nvCxnSpPr>
          <p:cNvPr id="95" name="直線コネクタ 94">
            <a:extLst>
              <a:ext uri="{FF2B5EF4-FFF2-40B4-BE49-F238E27FC236}">
                <a16:creationId xmlns:a16="http://schemas.microsoft.com/office/drawing/2014/main" id="{D3B09BDA-94EB-83D2-BEC8-7A15C413EFBB}"/>
              </a:ext>
            </a:extLst>
          </p:cNvPr>
          <p:cNvCxnSpPr>
            <a:cxnSpLocks/>
          </p:cNvCxnSpPr>
          <p:nvPr/>
        </p:nvCxnSpPr>
        <p:spPr bwMode="auto">
          <a:xfrm>
            <a:off x="335936" y="3609002"/>
            <a:ext cx="1530017" cy="0"/>
          </a:xfrm>
          <a:prstGeom prst="line">
            <a:avLst/>
          </a:prstGeom>
          <a:noFill/>
          <a:ln w="19050" cap="flat" cmpd="sng" algn="ctr">
            <a:solidFill>
              <a:schemeClr val="tx1"/>
            </a:solidFill>
            <a:prstDash val="solid"/>
            <a:round/>
            <a:headEnd type="none" w="med" len="med"/>
            <a:tailEnd type="none" w="med" len="med"/>
          </a:ln>
          <a:effectLst/>
        </p:spPr>
      </p:cxnSp>
      <p:cxnSp>
        <p:nvCxnSpPr>
          <p:cNvPr id="96" name="直線コネクタ 95">
            <a:extLst>
              <a:ext uri="{FF2B5EF4-FFF2-40B4-BE49-F238E27FC236}">
                <a16:creationId xmlns:a16="http://schemas.microsoft.com/office/drawing/2014/main" id="{F81E7AFE-5529-63D5-39EB-32F95BD32A57}"/>
              </a:ext>
            </a:extLst>
          </p:cNvPr>
          <p:cNvCxnSpPr>
            <a:cxnSpLocks/>
          </p:cNvCxnSpPr>
          <p:nvPr/>
        </p:nvCxnSpPr>
        <p:spPr bwMode="auto">
          <a:xfrm>
            <a:off x="335936" y="3789004"/>
            <a:ext cx="1530017" cy="0"/>
          </a:xfrm>
          <a:prstGeom prst="line">
            <a:avLst/>
          </a:prstGeom>
          <a:noFill/>
          <a:ln w="19050" cap="flat" cmpd="sng" algn="ctr">
            <a:solidFill>
              <a:schemeClr val="tx1"/>
            </a:solidFill>
            <a:prstDash val="solid"/>
            <a:round/>
            <a:headEnd type="none" w="med" len="med"/>
            <a:tailEnd type="none" w="med" len="med"/>
          </a:ln>
          <a:effectLst/>
        </p:spPr>
      </p:cxnSp>
      <p:cxnSp>
        <p:nvCxnSpPr>
          <p:cNvPr id="105" name="直線コネクタ 104">
            <a:extLst>
              <a:ext uri="{FF2B5EF4-FFF2-40B4-BE49-F238E27FC236}">
                <a16:creationId xmlns:a16="http://schemas.microsoft.com/office/drawing/2014/main" id="{41D4C1F9-2194-6531-ADBA-20E0BEABC2DB}"/>
              </a:ext>
            </a:extLst>
          </p:cNvPr>
          <p:cNvCxnSpPr>
            <a:cxnSpLocks/>
          </p:cNvCxnSpPr>
          <p:nvPr/>
        </p:nvCxnSpPr>
        <p:spPr bwMode="auto">
          <a:xfrm>
            <a:off x="5465993" y="2258987"/>
            <a:ext cx="0" cy="1350015"/>
          </a:xfrm>
          <a:prstGeom prst="line">
            <a:avLst/>
          </a:prstGeom>
          <a:noFill/>
          <a:ln w="19050" cap="flat" cmpd="sng" algn="ctr">
            <a:solidFill>
              <a:schemeClr val="tx1"/>
            </a:solidFill>
            <a:prstDash val="solid"/>
            <a:round/>
            <a:headEnd type="none" w="med" len="med"/>
            <a:tailEnd type="none" w="med" len="med"/>
          </a:ln>
          <a:effectLst/>
        </p:spPr>
      </p:cxnSp>
      <p:sp>
        <p:nvSpPr>
          <p:cNvPr id="130" name="正方形/長方形 129">
            <a:extLst>
              <a:ext uri="{FF2B5EF4-FFF2-40B4-BE49-F238E27FC236}">
                <a16:creationId xmlns:a16="http://schemas.microsoft.com/office/drawing/2014/main" id="{67A7EBD1-486E-E290-2C60-7B415E1BC4AF}"/>
              </a:ext>
            </a:extLst>
          </p:cNvPr>
          <p:cNvSpPr/>
          <p:nvPr/>
        </p:nvSpPr>
        <p:spPr bwMode="auto">
          <a:xfrm>
            <a:off x="2315958" y="1988984"/>
            <a:ext cx="720008" cy="720007"/>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r>
              <a:rPr lang="ja-JP" altLang="en-US" sz="1600" b="1" dirty="0">
                <a:solidFill>
                  <a:schemeClr val="accent5"/>
                </a:solidFill>
              </a:rPr>
              <a:t>給水口</a:t>
            </a:r>
          </a:p>
        </p:txBody>
      </p:sp>
      <p:sp>
        <p:nvSpPr>
          <p:cNvPr id="131" name="正方形/長方形 130">
            <a:extLst>
              <a:ext uri="{FF2B5EF4-FFF2-40B4-BE49-F238E27FC236}">
                <a16:creationId xmlns:a16="http://schemas.microsoft.com/office/drawing/2014/main" id="{CB2BC859-0DA5-F6B4-BE23-652425CEA1BA}"/>
              </a:ext>
            </a:extLst>
          </p:cNvPr>
          <p:cNvSpPr/>
          <p:nvPr/>
        </p:nvSpPr>
        <p:spPr bwMode="auto">
          <a:xfrm>
            <a:off x="2315958" y="4959017"/>
            <a:ext cx="720008" cy="720007"/>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r>
              <a:rPr lang="ja-JP" altLang="en-US" sz="1600" dirty="0">
                <a:solidFill>
                  <a:schemeClr val="tx1">
                    <a:lumMod val="75000"/>
                    <a:lumOff val="25000"/>
                  </a:schemeClr>
                </a:solidFill>
              </a:rPr>
              <a:t>排水口</a:t>
            </a:r>
          </a:p>
        </p:txBody>
      </p:sp>
      <p:sp>
        <p:nvSpPr>
          <p:cNvPr id="132" name="正方形/長方形 131">
            <a:extLst>
              <a:ext uri="{FF2B5EF4-FFF2-40B4-BE49-F238E27FC236}">
                <a16:creationId xmlns:a16="http://schemas.microsoft.com/office/drawing/2014/main" id="{382BA752-9EC4-AB9F-418B-4CE40198FA66}"/>
              </a:ext>
            </a:extLst>
          </p:cNvPr>
          <p:cNvSpPr/>
          <p:nvPr/>
        </p:nvSpPr>
        <p:spPr bwMode="auto">
          <a:xfrm>
            <a:off x="245935" y="3068996"/>
            <a:ext cx="720008" cy="720007"/>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r>
              <a:rPr lang="ja-JP" altLang="en-US" sz="1600" dirty="0">
                <a:solidFill>
                  <a:schemeClr val="tx1">
                    <a:lumMod val="75000"/>
                    <a:lumOff val="25000"/>
                  </a:schemeClr>
                </a:solidFill>
              </a:rPr>
              <a:t>入力</a:t>
            </a:r>
          </a:p>
        </p:txBody>
      </p:sp>
      <p:sp>
        <p:nvSpPr>
          <p:cNvPr id="62" name="正方形/長方形 61">
            <a:extLst>
              <a:ext uri="{FF2B5EF4-FFF2-40B4-BE49-F238E27FC236}">
                <a16:creationId xmlns:a16="http://schemas.microsoft.com/office/drawing/2014/main" id="{C7523370-B6BC-EA4F-21D1-075B7893ECD0}"/>
              </a:ext>
            </a:extLst>
          </p:cNvPr>
          <p:cNvSpPr/>
          <p:nvPr/>
        </p:nvSpPr>
        <p:spPr bwMode="auto">
          <a:xfrm>
            <a:off x="6996010" y="1628980"/>
            <a:ext cx="180002" cy="3150035"/>
          </a:xfrm>
          <a:prstGeom prst="rect">
            <a:avLst/>
          </a:prstGeom>
          <a:solidFill>
            <a:schemeClr val="accent5">
              <a:lumMod val="20000"/>
              <a:lumOff val="80000"/>
            </a:schemeClr>
          </a:solid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sp>
        <p:nvSpPr>
          <p:cNvPr id="63" name="正方形/長方形 62">
            <a:extLst>
              <a:ext uri="{FF2B5EF4-FFF2-40B4-BE49-F238E27FC236}">
                <a16:creationId xmlns:a16="http://schemas.microsoft.com/office/drawing/2014/main" id="{9FCBBFD3-4CC0-6F33-EF14-B9659B6EEED0}"/>
              </a:ext>
            </a:extLst>
          </p:cNvPr>
          <p:cNvSpPr/>
          <p:nvPr/>
        </p:nvSpPr>
        <p:spPr bwMode="auto">
          <a:xfrm>
            <a:off x="7176011" y="1628981"/>
            <a:ext cx="1530017" cy="180002"/>
          </a:xfrm>
          <a:prstGeom prst="rect">
            <a:avLst/>
          </a:prstGeom>
          <a:solidFill>
            <a:schemeClr val="accent5">
              <a:lumMod val="20000"/>
              <a:lumOff val="80000"/>
            </a:schemeClr>
          </a:solid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sp>
        <p:nvSpPr>
          <p:cNvPr id="64" name="正方形/長方形 63">
            <a:extLst>
              <a:ext uri="{FF2B5EF4-FFF2-40B4-BE49-F238E27FC236}">
                <a16:creationId xmlns:a16="http://schemas.microsoft.com/office/drawing/2014/main" id="{7BD501EA-A578-02B1-F71E-19D3516BE8BC}"/>
              </a:ext>
            </a:extLst>
          </p:cNvPr>
          <p:cNvSpPr/>
          <p:nvPr/>
        </p:nvSpPr>
        <p:spPr bwMode="auto">
          <a:xfrm>
            <a:off x="8706030" y="4509013"/>
            <a:ext cx="540006" cy="360005"/>
          </a:xfrm>
          <a:prstGeom prst="rect">
            <a:avLst/>
          </a:prstGeom>
          <a:solidFill>
            <a:schemeClr val="accent5">
              <a:lumMod val="20000"/>
              <a:lumOff val="80000"/>
            </a:schemeClr>
          </a:solid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cxnSp>
        <p:nvCxnSpPr>
          <p:cNvPr id="65" name="直線コネクタ 64">
            <a:extLst>
              <a:ext uri="{FF2B5EF4-FFF2-40B4-BE49-F238E27FC236}">
                <a16:creationId xmlns:a16="http://schemas.microsoft.com/office/drawing/2014/main" id="{DE8EC008-136F-C374-4D54-A293AA54353C}"/>
              </a:ext>
            </a:extLst>
          </p:cNvPr>
          <p:cNvCxnSpPr>
            <a:cxnSpLocks/>
          </p:cNvCxnSpPr>
          <p:nvPr/>
        </p:nvCxnSpPr>
        <p:spPr bwMode="auto">
          <a:xfrm>
            <a:off x="8706030" y="4869018"/>
            <a:ext cx="540006" cy="0"/>
          </a:xfrm>
          <a:prstGeom prst="line">
            <a:avLst/>
          </a:prstGeom>
          <a:noFill/>
          <a:ln w="19050" cap="rnd" cmpd="sng" algn="ctr">
            <a:solidFill>
              <a:schemeClr val="accent5"/>
            </a:solidFill>
            <a:prstDash val="solid"/>
            <a:round/>
            <a:headEnd type="none" w="med" len="med"/>
            <a:tailEnd type="none" w="med" len="med"/>
          </a:ln>
          <a:effectLst/>
        </p:spPr>
      </p:cxnSp>
      <p:cxnSp>
        <p:nvCxnSpPr>
          <p:cNvPr id="66" name="直線コネクタ 65">
            <a:extLst>
              <a:ext uri="{FF2B5EF4-FFF2-40B4-BE49-F238E27FC236}">
                <a16:creationId xmlns:a16="http://schemas.microsoft.com/office/drawing/2014/main" id="{15CEEEA3-66B2-C83F-55CD-74E3C7D82996}"/>
              </a:ext>
            </a:extLst>
          </p:cNvPr>
          <p:cNvCxnSpPr>
            <a:cxnSpLocks/>
          </p:cNvCxnSpPr>
          <p:nvPr/>
        </p:nvCxnSpPr>
        <p:spPr bwMode="auto">
          <a:xfrm>
            <a:off x="8706030" y="4419012"/>
            <a:ext cx="0" cy="180002"/>
          </a:xfrm>
          <a:prstGeom prst="line">
            <a:avLst/>
          </a:prstGeom>
          <a:noFill/>
          <a:ln w="19050" cap="rnd" cmpd="sng" algn="ctr">
            <a:solidFill>
              <a:schemeClr val="accent5"/>
            </a:solidFill>
            <a:prstDash val="solid"/>
            <a:round/>
            <a:headEnd type="none" w="med" len="med"/>
            <a:tailEnd type="none" w="med" len="med"/>
          </a:ln>
          <a:effectLst/>
        </p:spPr>
      </p:cxnSp>
      <p:cxnSp>
        <p:nvCxnSpPr>
          <p:cNvPr id="67" name="直線コネクタ 66">
            <a:extLst>
              <a:ext uri="{FF2B5EF4-FFF2-40B4-BE49-F238E27FC236}">
                <a16:creationId xmlns:a16="http://schemas.microsoft.com/office/drawing/2014/main" id="{1DC8B404-C2BD-2809-575F-89D5E142D200}"/>
              </a:ext>
            </a:extLst>
          </p:cNvPr>
          <p:cNvCxnSpPr>
            <a:cxnSpLocks/>
          </p:cNvCxnSpPr>
          <p:nvPr/>
        </p:nvCxnSpPr>
        <p:spPr bwMode="auto">
          <a:xfrm>
            <a:off x="9246036" y="4419012"/>
            <a:ext cx="0" cy="450041"/>
          </a:xfrm>
          <a:prstGeom prst="line">
            <a:avLst/>
          </a:prstGeom>
          <a:noFill/>
          <a:ln w="19050" cap="rnd" cmpd="sng" algn="ctr">
            <a:solidFill>
              <a:schemeClr val="accent5"/>
            </a:solidFill>
            <a:prstDash val="solid"/>
            <a:round/>
            <a:headEnd type="none" w="med" len="med"/>
            <a:tailEnd type="none" w="med" len="med"/>
          </a:ln>
          <a:effectLst/>
        </p:spPr>
      </p:cxnSp>
      <p:cxnSp>
        <p:nvCxnSpPr>
          <p:cNvPr id="69" name="直線コネクタ 68">
            <a:extLst>
              <a:ext uri="{FF2B5EF4-FFF2-40B4-BE49-F238E27FC236}">
                <a16:creationId xmlns:a16="http://schemas.microsoft.com/office/drawing/2014/main" id="{375BE37F-B1F8-A02F-A90A-D2011B02422A}"/>
              </a:ext>
            </a:extLst>
          </p:cNvPr>
          <p:cNvCxnSpPr>
            <a:cxnSpLocks/>
          </p:cNvCxnSpPr>
          <p:nvPr/>
        </p:nvCxnSpPr>
        <p:spPr bwMode="auto">
          <a:xfrm flipV="1">
            <a:off x="8976031" y="4869018"/>
            <a:ext cx="0" cy="180002"/>
          </a:xfrm>
          <a:prstGeom prst="line">
            <a:avLst/>
          </a:prstGeom>
          <a:noFill/>
          <a:ln w="19050" cap="flat" cmpd="sng" algn="ctr">
            <a:solidFill>
              <a:schemeClr val="accent5"/>
            </a:solidFill>
            <a:prstDash val="solid"/>
            <a:round/>
            <a:headEnd type="none" w="med" len="med"/>
            <a:tailEnd type="none" w="med" len="med"/>
          </a:ln>
          <a:effectLst/>
        </p:spPr>
      </p:cxnSp>
      <p:sp>
        <p:nvSpPr>
          <p:cNvPr id="70" name="正方形/長方形 69">
            <a:extLst>
              <a:ext uri="{FF2B5EF4-FFF2-40B4-BE49-F238E27FC236}">
                <a16:creationId xmlns:a16="http://schemas.microsoft.com/office/drawing/2014/main" id="{C4D078DC-59C2-8C22-637E-213F74948B46}"/>
              </a:ext>
            </a:extLst>
          </p:cNvPr>
          <p:cNvSpPr/>
          <p:nvPr/>
        </p:nvSpPr>
        <p:spPr bwMode="auto">
          <a:xfrm rot="5400000">
            <a:off x="8796029" y="4689015"/>
            <a:ext cx="180002" cy="1260015"/>
          </a:xfrm>
          <a:prstGeom prst="rect">
            <a:avLst/>
          </a:prstGeom>
          <a:solidFill>
            <a:schemeClr val="accent5">
              <a:lumMod val="20000"/>
              <a:lumOff val="80000"/>
            </a:schemeClr>
          </a:solid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cxnSp>
        <p:nvCxnSpPr>
          <p:cNvPr id="74" name="直線コネクタ 73">
            <a:extLst>
              <a:ext uri="{FF2B5EF4-FFF2-40B4-BE49-F238E27FC236}">
                <a16:creationId xmlns:a16="http://schemas.microsoft.com/office/drawing/2014/main" id="{00C0E963-C400-BF19-CB01-3301803F9CCC}"/>
              </a:ext>
            </a:extLst>
          </p:cNvPr>
          <p:cNvCxnSpPr>
            <a:cxnSpLocks/>
          </p:cNvCxnSpPr>
          <p:nvPr/>
        </p:nvCxnSpPr>
        <p:spPr bwMode="auto">
          <a:xfrm>
            <a:off x="9066034" y="5229023"/>
            <a:ext cx="1350015" cy="0"/>
          </a:xfrm>
          <a:prstGeom prst="line">
            <a:avLst/>
          </a:prstGeom>
          <a:noFill/>
          <a:ln w="19050" cap="flat" cmpd="sng" algn="ctr">
            <a:solidFill>
              <a:schemeClr val="tx1"/>
            </a:solidFill>
            <a:prstDash val="solid"/>
            <a:round/>
            <a:headEnd type="none" w="med" len="med"/>
            <a:tailEnd type="none" w="med" len="med"/>
          </a:ln>
          <a:effectLst/>
        </p:spPr>
      </p:cxnSp>
      <p:cxnSp>
        <p:nvCxnSpPr>
          <p:cNvPr id="77" name="直線コネクタ 76">
            <a:extLst>
              <a:ext uri="{FF2B5EF4-FFF2-40B4-BE49-F238E27FC236}">
                <a16:creationId xmlns:a16="http://schemas.microsoft.com/office/drawing/2014/main" id="{B2527C6F-9281-BF0D-9D99-3F912510DA10}"/>
              </a:ext>
            </a:extLst>
          </p:cNvPr>
          <p:cNvCxnSpPr>
            <a:cxnSpLocks/>
          </p:cNvCxnSpPr>
          <p:nvPr/>
        </p:nvCxnSpPr>
        <p:spPr bwMode="auto">
          <a:xfrm>
            <a:off x="8256023" y="5409023"/>
            <a:ext cx="2340026" cy="0"/>
          </a:xfrm>
          <a:prstGeom prst="line">
            <a:avLst/>
          </a:prstGeom>
          <a:noFill/>
          <a:ln w="19050" cap="flat" cmpd="sng" algn="ctr">
            <a:solidFill>
              <a:schemeClr val="tx1"/>
            </a:solidFill>
            <a:prstDash val="solid"/>
            <a:round/>
            <a:headEnd type="none" w="med" len="med"/>
            <a:tailEnd type="none" w="med" len="med"/>
          </a:ln>
          <a:effectLst/>
        </p:spPr>
      </p:cxnSp>
      <p:cxnSp>
        <p:nvCxnSpPr>
          <p:cNvPr id="79" name="直線コネクタ 78">
            <a:extLst>
              <a:ext uri="{FF2B5EF4-FFF2-40B4-BE49-F238E27FC236}">
                <a16:creationId xmlns:a16="http://schemas.microsoft.com/office/drawing/2014/main" id="{8F49C2E3-91CD-39A2-6EE2-5349D3D3CE07}"/>
              </a:ext>
            </a:extLst>
          </p:cNvPr>
          <p:cNvCxnSpPr>
            <a:cxnSpLocks/>
          </p:cNvCxnSpPr>
          <p:nvPr/>
        </p:nvCxnSpPr>
        <p:spPr bwMode="auto">
          <a:xfrm>
            <a:off x="8256023" y="5229021"/>
            <a:ext cx="630007" cy="0"/>
          </a:xfrm>
          <a:prstGeom prst="line">
            <a:avLst/>
          </a:prstGeom>
          <a:noFill/>
          <a:ln w="19050" cap="flat" cmpd="sng" algn="ctr">
            <a:solidFill>
              <a:schemeClr val="tx1"/>
            </a:solidFill>
            <a:prstDash val="solid"/>
            <a:round/>
            <a:headEnd type="none" w="med" len="med"/>
            <a:tailEnd type="none" w="med" len="med"/>
          </a:ln>
          <a:effectLst/>
        </p:spPr>
      </p:cxnSp>
      <p:sp>
        <p:nvSpPr>
          <p:cNvPr id="80" name="正方形/長方形 79">
            <a:extLst>
              <a:ext uri="{FF2B5EF4-FFF2-40B4-BE49-F238E27FC236}">
                <a16:creationId xmlns:a16="http://schemas.microsoft.com/office/drawing/2014/main" id="{FC03196C-EB4A-4860-3A59-B670ADB454FA}"/>
              </a:ext>
            </a:extLst>
          </p:cNvPr>
          <p:cNvSpPr/>
          <p:nvPr/>
        </p:nvSpPr>
        <p:spPr bwMode="auto">
          <a:xfrm rot="5400000">
            <a:off x="8886030" y="5049020"/>
            <a:ext cx="180002" cy="180001"/>
          </a:xfrm>
          <a:prstGeom prst="rect">
            <a:avLst/>
          </a:prstGeom>
          <a:solidFill>
            <a:schemeClr val="accent5"/>
          </a:solidFill>
          <a:ln>
            <a:solidFill>
              <a:schemeClr val="accent5"/>
            </a:solidFill>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sp>
        <p:nvSpPr>
          <p:cNvPr id="97" name="正方形/長方形 96">
            <a:extLst>
              <a:ext uri="{FF2B5EF4-FFF2-40B4-BE49-F238E27FC236}">
                <a16:creationId xmlns:a16="http://schemas.microsoft.com/office/drawing/2014/main" id="{651DE5B9-3F74-3700-0369-276D88997748}"/>
              </a:ext>
            </a:extLst>
          </p:cNvPr>
          <p:cNvSpPr/>
          <p:nvPr/>
        </p:nvSpPr>
        <p:spPr bwMode="auto">
          <a:xfrm rot="5400000" flipH="1">
            <a:off x="8751026" y="5544023"/>
            <a:ext cx="450004" cy="180001"/>
          </a:xfrm>
          <a:prstGeom prst="rect">
            <a:avLst/>
          </a:prstGeom>
          <a:solidFill>
            <a:schemeClr val="accent5"/>
          </a:solidFill>
          <a:ln>
            <a:solidFill>
              <a:schemeClr val="accent5"/>
            </a:solidFill>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cxnSp>
        <p:nvCxnSpPr>
          <p:cNvPr id="98" name="直線コネクタ 97">
            <a:extLst>
              <a:ext uri="{FF2B5EF4-FFF2-40B4-BE49-F238E27FC236}">
                <a16:creationId xmlns:a16="http://schemas.microsoft.com/office/drawing/2014/main" id="{6A9ED04C-056C-38CC-2446-E425867AE663}"/>
              </a:ext>
            </a:extLst>
          </p:cNvPr>
          <p:cNvCxnSpPr>
            <a:cxnSpLocks/>
          </p:cNvCxnSpPr>
          <p:nvPr/>
        </p:nvCxnSpPr>
        <p:spPr bwMode="auto">
          <a:xfrm flipH="1">
            <a:off x="9066030" y="5229020"/>
            <a:ext cx="3" cy="180000"/>
          </a:xfrm>
          <a:prstGeom prst="line">
            <a:avLst/>
          </a:prstGeom>
          <a:noFill/>
          <a:ln w="19050" cap="rnd" cmpd="sng" algn="ctr">
            <a:solidFill>
              <a:schemeClr val="accent5"/>
            </a:solidFill>
            <a:prstDash val="sysDot"/>
            <a:round/>
            <a:headEnd type="none" w="med" len="med"/>
            <a:tailEnd type="none" w="med" len="med"/>
          </a:ln>
          <a:effectLst/>
        </p:spPr>
      </p:cxnSp>
      <p:cxnSp>
        <p:nvCxnSpPr>
          <p:cNvPr id="99" name="直線コネクタ 98">
            <a:extLst>
              <a:ext uri="{FF2B5EF4-FFF2-40B4-BE49-F238E27FC236}">
                <a16:creationId xmlns:a16="http://schemas.microsoft.com/office/drawing/2014/main" id="{6BCF06EA-BE06-0A91-B32B-62BD9116BE7C}"/>
              </a:ext>
            </a:extLst>
          </p:cNvPr>
          <p:cNvCxnSpPr>
            <a:cxnSpLocks/>
          </p:cNvCxnSpPr>
          <p:nvPr/>
        </p:nvCxnSpPr>
        <p:spPr bwMode="auto">
          <a:xfrm flipH="1">
            <a:off x="8886029" y="5229020"/>
            <a:ext cx="5" cy="180000"/>
          </a:xfrm>
          <a:prstGeom prst="line">
            <a:avLst/>
          </a:prstGeom>
          <a:noFill/>
          <a:ln w="19050" cap="rnd" cmpd="sng" algn="ctr">
            <a:solidFill>
              <a:schemeClr val="accent5"/>
            </a:solidFill>
            <a:prstDash val="sysDot"/>
            <a:round/>
            <a:headEnd type="none" w="med" len="med"/>
            <a:tailEnd type="none" w="med" len="med"/>
          </a:ln>
          <a:effectLst/>
        </p:spPr>
      </p:cxnSp>
      <p:sp>
        <p:nvSpPr>
          <p:cNvPr id="102" name="正方形/長方形 101">
            <a:extLst>
              <a:ext uri="{FF2B5EF4-FFF2-40B4-BE49-F238E27FC236}">
                <a16:creationId xmlns:a16="http://schemas.microsoft.com/office/drawing/2014/main" id="{6139EDB9-A20B-C92E-1048-7017EC79C4EF}"/>
              </a:ext>
            </a:extLst>
          </p:cNvPr>
          <p:cNvSpPr/>
          <p:nvPr/>
        </p:nvSpPr>
        <p:spPr bwMode="auto">
          <a:xfrm>
            <a:off x="8706030" y="1538980"/>
            <a:ext cx="540006" cy="360005"/>
          </a:xfrm>
          <a:prstGeom prst="rect">
            <a:avLst/>
          </a:prstGeom>
          <a:solidFill>
            <a:schemeClr val="accent5">
              <a:lumMod val="20000"/>
              <a:lumOff val="80000"/>
            </a:schemeClr>
          </a:solid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cxnSp>
        <p:nvCxnSpPr>
          <p:cNvPr id="103" name="直線コネクタ 102">
            <a:extLst>
              <a:ext uri="{FF2B5EF4-FFF2-40B4-BE49-F238E27FC236}">
                <a16:creationId xmlns:a16="http://schemas.microsoft.com/office/drawing/2014/main" id="{6FBA540C-8869-E2B4-F501-DE6138A96BDE}"/>
              </a:ext>
            </a:extLst>
          </p:cNvPr>
          <p:cNvCxnSpPr>
            <a:cxnSpLocks/>
          </p:cNvCxnSpPr>
          <p:nvPr/>
        </p:nvCxnSpPr>
        <p:spPr bwMode="auto">
          <a:xfrm>
            <a:off x="8706030" y="1898985"/>
            <a:ext cx="540006" cy="0"/>
          </a:xfrm>
          <a:prstGeom prst="line">
            <a:avLst/>
          </a:prstGeom>
          <a:noFill/>
          <a:ln w="19050" cap="rnd" cmpd="sng" algn="ctr">
            <a:solidFill>
              <a:schemeClr val="accent6"/>
            </a:solidFill>
            <a:prstDash val="solid"/>
            <a:round/>
            <a:headEnd type="none" w="med" len="med"/>
            <a:tailEnd type="none" w="med" len="med"/>
          </a:ln>
          <a:effectLst/>
        </p:spPr>
      </p:cxnSp>
      <p:cxnSp>
        <p:nvCxnSpPr>
          <p:cNvPr id="104" name="直線コネクタ 103">
            <a:extLst>
              <a:ext uri="{FF2B5EF4-FFF2-40B4-BE49-F238E27FC236}">
                <a16:creationId xmlns:a16="http://schemas.microsoft.com/office/drawing/2014/main" id="{056AC4F5-F630-BDBB-0C73-4091EEDECAD6}"/>
              </a:ext>
            </a:extLst>
          </p:cNvPr>
          <p:cNvCxnSpPr>
            <a:cxnSpLocks/>
          </p:cNvCxnSpPr>
          <p:nvPr/>
        </p:nvCxnSpPr>
        <p:spPr bwMode="auto">
          <a:xfrm>
            <a:off x="8706030" y="1448979"/>
            <a:ext cx="0" cy="180002"/>
          </a:xfrm>
          <a:prstGeom prst="line">
            <a:avLst/>
          </a:prstGeom>
          <a:noFill/>
          <a:ln w="19050" cap="rnd" cmpd="sng" algn="ctr">
            <a:solidFill>
              <a:schemeClr val="accent6"/>
            </a:solidFill>
            <a:prstDash val="solid"/>
            <a:round/>
            <a:headEnd type="none" w="med" len="med"/>
            <a:tailEnd type="none" w="med" len="med"/>
          </a:ln>
          <a:effectLst/>
        </p:spPr>
      </p:cxnSp>
      <p:cxnSp>
        <p:nvCxnSpPr>
          <p:cNvPr id="106" name="直線コネクタ 105">
            <a:extLst>
              <a:ext uri="{FF2B5EF4-FFF2-40B4-BE49-F238E27FC236}">
                <a16:creationId xmlns:a16="http://schemas.microsoft.com/office/drawing/2014/main" id="{06F1DBC7-97DE-49FE-7C58-3074B4542EDF}"/>
              </a:ext>
            </a:extLst>
          </p:cNvPr>
          <p:cNvCxnSpPr>
            <a:cxnSpLocks/>
          </p:cNvCxnSpPr>
          <p:nvPr/>
        </p:nvCxnSpPr>
        <p:spPr bwMode="auto">
          <a:xfrm>
            <a:off x="9246036" y="1448979"/>
            <a:ext cx="0" cy="450041"/>
          </a:xfrm>
          <a:prstGeom prst="line">
            <a:avLst/>
          </a:prstGeom>
          <a:noFill/>
          <a:ln w="19050" cap="rnd" cmpd="sng" algn="ctr">
            <a:solidFill>
              <a:schemeClr val="accent6"/>
            </a:solidFill>
            <a:prstDash val="solid"/>
            <a:round/>
            <a:headEnd type="none" w="med" len="med"/>
            <a:tailEnd type="none" w="med" len="med"/>
          </a:ln>
          <a:effectLst/>
        </p:spPr>
      </p:cxnSp>
      <p:cxnSp>
        <p:nvCxnSpPr>
          <p:cNvPr id="107" name="直線コネクタ 106">
            <a:extLst>
              <a:ext uri="{FF2B5EF4-FFF2-40B4-BE49-F238E27FC236}">
                <a16:creationId xmlns:a16="http://schemas.microsoft.com/office/drawing/2014/main" id="{297EEFE5-7C96-C418-3C82-83CEF62177F8}"/>
              </a:ext>
            </a:extLst>
          </p:cNvPr>
          <p:cNvCxnSpPr>
            <a:cxnSpLocks/>
          </p:cNvCxnSpPr>
          <p:nvPr/>
        </p:nvCxnSpPr>
        <p:spPr bwMode="auto">
          <a:xfrm flipV="1">
            <a:off x="8976031" y="1898985"/>
            <a:ext cx="0" cy="180002"/>
          </a:xfrm>
          <a:prstGeom prst="line">
            <a:avLst/>
          </a:prstGeom>
          <a:noFill/>
          <a:ln w="19050" cap="flat" cmpd="sng" algn="ctr">
            <a:solidFill>
              <a:schemeClr val="accent6"/>
            </a:solidFill>
            <a:prstDash val="solid"/>
            <a:round/>
            <a:headEnd type="none" w="med" len="med"/>
            <a:tailEnd type="none" w="med" len="med"/>
          </a:ln>
          <a:effectLst/>
        </p:spPr>
      </p:cxnSp>
      <p:sp>
        <p:nvSpPr>
          <p:cNvPr id="108" name="正方形/長方形 107">
            <a:extLst>
              <a:ext uri="{FF2B5EF4-FFF2-40B4-BE49-F238E27FC236}">
                <a16:creationId xmlns:a16="http://schemas.microsoft.com/office/drawing/2014/main" id="{B4360AC0-15E8-7260-FEE9-1C179C798BD8}"/>
              </a:ext>
            </a:extLst>
          </p:cNvPr>
          <p:cNvSpPr/>
          <p:nvPr/>
        </p:nvSpPr>
        <p:spPr bwMode="auto">
          <a:xfrm rot="5400000">
            <a:off x="8481025" y="2033986"/>
            <a:ext cx="180002" cy="630007"/>
          </a:xfrm>
          <a:prstGeom prst="rect">
            <a:avLst/>
          </a:prstGeom>
          <a:solidFill>
            <a:schemeClr val="accent5">
              <a:lumMod val="20000"/>
              <a:lumOff val="80000"/>
            </a:schemeClr>
          </a:solid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cxnSp>
        <p:nvCxnSpPr>
          <p:cNvPr id="109" name="直線コネクタ 108">
            <a:extLst>
              <a:ext uri="{FF2B5EF4-FFF2-40B4-BE49-F238E27FC236}">
                <a16:creationId xmlns:a16="http://schemas.microsoft.com/office/drawing/2014/main" id="{9EAA6BD0-65F5-A3B8-9901-F00B33623889}"/>
              </a:ext>
            </a:extLst>
          </p:cNvPr>
          <p:cNvCxnSpPr>
            <a:cxnSpLocks/>
          </p:cNvCxnSpPr>
          <p:nvPr/>
        </p:nvCxnSpPr>
        <p:spPr bwMode="auto">
          <a:xfrm>
            <a:off x="9066034" y="2258990"/>
            <a:ext cx="1530015" cy="0"/>
          </a:xfrm>
          <a:prstGeom prst="line">
            <a:avLst/>
          </a:prstGeom>
          <a:noFill/>
          <a:ln w="19050" cap="flat" cmpd="sng" algn="ctr">
            <a:solidFill>
              <a:schemeClr val="tx1"/>
            </a:solidFill>
            <a:prstDash val="solid"/>
            <a:round/>
            <a:headEnd type="none" w="med" len="med"/>
            <a:tailEnd type="none" w="med" len="med"/>
          </a:ln>
          <a:effectLst/>
        </p:spPr>
      </p:cxnSp>
      <p:cxnSp>
        <p:nvCxnSpPr>
          <p:cNvPr id="110" name="直線コネクタ 109">
            <a:extLst>
              <a:ext uri="{FF2B5EF4-FFF2-40B4-BE49-F238E27FC236}">
                <a16:creationId xmlns:a16="http://schemas.microsoft.com/office/drawing/2014/main" id="{C9864A01-618C-9D9F-0848-B85DFE9414BA}"/>
              </a:ext>
            </a:extLst>
          </p:cNvPr>
          <p:cNvCxnSpPr>
            <a:cxnSpLocks/>
          </p:cNvCxnSpPr>
          <p:nvPr/>
        </p:nvCxnSpPr>
        <p:spPr bwMode="auto">
          <a:xfrm>
            <a:off x="8256023" y="2438990"/>
            <a:ext cx="2160026" cy="0"/>
          </a:xfrm>
          <a:prstGeom prst="line">
            <a:avLst/>
          </a:prstGeom>
          <a:noFill/>
          <a:ln w="19050" cap="flat" cmpd="sng" algn="ctr">
            <a:solidFill>
              <a:schemeClr val="tx1"/>
            </a:solidFill>
            <a:prstDash val="solid"/>
            <a:round/>
            <a:headEnd type="none" w="med" len="med"/>
            <a:tailEnd type="none" w="med" len="med"/>
          </a:ln>
          <a:effectLst/>
        </p:spPr>
      </p:cxnSp>
      <p:cxnSp>
        <p:nvCxnSpPr>
          <p:cNvPr id="111" name="直線コネクタ 110">
            <a:extLst>
              <a:ext uri="{FF2B5EF4-FFF2-40B4-BE49-F238E27FC236}">
                <a16:creationId xmlns:a16="http://schemas.microsoft.com/office/drawing/2014/main" id="{B1289701-178D-24B6-0EA3-103B2EB51FAF}"/>
              </a:ext>
            </a:extLst>
          </p:cNvPr>
          <p:cNvCxnSpPr>
            <a:cxnSpLocks/>
          </p:cNvCxnSpPr>
          <p:nvPr/>
        </p:nvCxnSpPr>
        <p:spPr bwMode="auto">
          <a:xfrm>
            <a:off x="8256023" y="2258988"/>
            <a:ext cx="630007" cy="0"/>
          </a:xfrm>
          <a:prstGeom prst="line">
            <a:avLst/>
          </a:prstGeom>
          <a:noFill/>
          <a:ln w="19050" cap="flat" cmpd="sng" algn="ctr">
            <a:solidFill>
              <a:schemeClr val="tx1"/>
            </a:solidFill>
            <a:prstDash val="solid"/>
            <a:round/>
            <a:headEnd type="none" w="med" len="med"/>
            <a:tailEnd type="none" w="med" len="med"/>
          </a:ln>
          <a:effectLst/>
        </p:spPr>
      </p:cxnSp>
      <p:sp>
        <p:nvSpPr>
          <p:cNvPr id="112" name="正方形/長方形 111">
            <a:extLst>
              <a:ext uri="{FF2B5EF4-FFF2-40B4-BE49-F238E27FC236}">
                <a16:creationId xmlns:a16="http://schemas.microsoft.com/office/drawing/2014/main" id="{A9B4DD12-1B2D-9175-136A-71177562751B}"/>
              </a:ext>
            </a:extLst>
          </p:cNvPr>
          <p:cNvSpPr/>
          <p:nvPr/>
        </p:nvSpPr>
        <p:spPr bwMode="auto">
          <a:xfrm rot="5400000">
            <a:off x="8706028" y="2258989"/>
            <a:ext cx="540006" cy="180001"/>
          </a:xfrm>
          <a:prstGeom prst="rect">
            <a:avLst/>
          </a:prstGeom>
          <a:solidFill>
            <a:schemeClr val="accent6"/>
          </a:solidFill>
          <a:ln>
            <a:solidFill>
              <a:schemeClr val="accent6"/>
            </a:solidFill>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sp>
        <p:nvSpPr>
          <p:cNvPr id="122" name="正方形/長方形 121">
            <a:extLst>
              <a:ext uri="{FF2B5EF4-FFF2-40B4-BE49-F238E27FC236}">
                <a16:creationId xmlns:a16="http://schemas.microsoft.com/office/drawing/2014/main" id="{F3967332-3FDF-A741-0716-3145E63D1C05}"/>
              </a:ext>
            </a:extLst>
          </p:cNvPr>
          <p:cNvSpPr/>
          <p:nvPr/>
        </p:nvSpPr>
        <p:spPr bwMode="auto">
          <a:xfrm rot="5400000" flipH="1">
            <a:off x="8931028" y="2753992"/>
            <a:ext cx="90001" cy="180001"/>
          </a:xfrm>
          <a:prstGeom prst="rect">
            <a:avLst/>
          </a:prstGeom>
          <a:solidFill>
            <a:schemeClr val="accent6"/>
          </a:solidFill>
          <a:ln>
            <a:solidFill>
              <a:schemeClr val="accent6"/>
            </a:solidFill>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cxnSp>
        <p:nvCxnSpPr>
          <p:cNvPr id="123" name="直線コネクタ 122">
            <a:extLst>
              <a:ext uri="{FF2B5EF4-FFF2-40B4-BE49-F238E27FC236}">
                <a16:creationId xmlns:a16="http://schemas.microsoft.com/office/drawing/2014/main" id="{11A9BA0C-99AA-5449-39CF-D982BB676438}"/>
              </a:ext>
            </a:extLst>
          </p:cNvPr>
          <p:cNvCxnSpPr>
            <a:cxnSpLocks/>
          </p:cNvCxnSpPr>
          <p:nvPr/>
        </p:nvCxnSpPr>
        <p:spPr bwMode="auto">
          <a:xfrm flipH="1">
            <a:off x="9066032" y="2618991"/>
            <a:ext cx="3" cy="180000"/>
          </a:xfrm>
          <a:prstGeom prst="line">
            <a:avLst/>
          </a:prstGeom>
          <a:noFill/>
          <a:ln w="19050" cap="rnd" cmpd="sng" algn="ctr">
            <a:solidFill>
              <a:schemeClr val="accent6"/>
            </a:solidFill>
            <a:prstDash val="sysDot"/>
            <a:round/>
            <a:headEnd type="none" w="med" len="med"/>
            <a:tailEnd type="none" w="med" len="med"/>
          </a:ln>
          <a:effectLst/>
        </p:spPr>
      </p:cxnSp>
      <p:cxnSp>
        <p:nvCxnSpPr>
          <p:cNvPr id="124" name="直線コネクタ 123">
            <a:extLst>
              <a:ext uri="{FF2B5EF4-FFF2-40B4-BE49-F238E27FC236}">
                <a16:creationId xmlns:a16="http://schemas.microsoft.com/office/drawing/2014/main" id="{8BB09BA4-45C1-94C7-1EA8-5DB64EE6D78E}"/>
              </a:ext>
            </a:extLst>
          </p:cNvPr>
          <p:cNvCxnSpPr>
            <a:cxnSpLocks/>
          </p:cNvCxnSpPr>
          <p:nvPr/>
        </p:nvCxnSpPr>
        <p:spPr bwMode="auto">
          <a:xfrm flipH="1">
            <a:off x="8886031" y="2618991"/>
            <a:ext cx="5" cy="180000"/>
          </a:xfrm>
          <a:prstGeom prst="line">
            <a:avLst/>
          </a:prstGeom>
          <a:noFill/>
          <a:ln w="19050" cap="rnd" cmpd="sng" algn="ctr">
            <a:solidFill>
              <a:schemeClr val="accent6"/>
            </a:solidFill>
            <a:prstDash val="sysDot"/>
            <a:round/>
            <a:headEnd type="none" w="med" len="med"/>
            <a:tailEnd type="none" w="med" len="med"/>
          </a:ln>
          <a:effectLst/>
        </p:spPr>
      </p:cxnSp>
      <p:cxnSp>
        <p:nvCxnSpPr>
          <p:cNvPr id="128" name="直線コネクタ 127">
            <a:extLst>
              <a:ext uri="{FF2B5EF4-FFF2-40B4-BE49-F238E27FC236}">
                <a16:creationId xmlns:a16="http://schemas.microsoft.com/office/drawing/2014/main" id="{9CE5EB65-E59C-EE65-B2B1-650EFBD778CB}"/>
              </a:ext>
            </a:extLst>
          </p:cNvPr>
          <p:cNvCxnSpPr>
            <a:cxnSpLocks/>
          </p:cNvCxnSpPr>
          <p:nvPr/>
        </p:nvCxnSpPr>
        <p:spPr bwMode="auto">
          <a:xfrm>
            <a:off x="6996009" y="1628981"/>
            <a:ext cx="1710019" cy="0"/>
          </a:xfrm>
          <a:prstGeom prst="line">
            <a:avLst/>
          </a:prstGeom>
          <a:noFill/>
          <a:ln w="19050" cap="flat" cmpd="sng" algn="ctr">
            <a:solidFill>
              <a:schemeClr val="tx1"/>
            </a:solidFill>
            <a:prstDash val="solid"/>
            <a:round/>
            <a:headEnd type="none" w="med" len="med"/>
            <a:tailEnd type="none" w="med" len="med"/>
          </a:ln>
          <a:effectLst/>
        </p:spPr>
      </p:cxnSp>
      <p:cxnSp>
        <p:nvCxnSpPr>
          <p:cNvPr id="134" name="直線コネクタ 133">
            <a:extLst>
              <a:ext uri="{FF2B5EF4-FFF2-40B4-BE49-F238E27FC236}">
                <a16:creationId xmlns:a16="http://schemas.microsoft.com/office/drawing/2014/main" id="{6B5E5816-2762-D7E5-E91F-E870FA408E6C}"/>
              </a:ext>
            </a:extLst>
          </p:cNvPr>
          <p:cNvCxnSpPr>
            <a:cxnSpLocks/>
          </p:cNvCxnSpPr>
          <p:nvPr/>
        </p:nvCxnSpPr>
        <p:spPr bwMode="auto">
          <a:xfrm>
            <a:off x="7176011" y="1808983"/>
            <a:ext cx="1530017" cy="0"/>
          </a:xfrm>
          <a:prstGeom prst="line">
            <a:avLst/>
          </a:prstGeom>
          <a:noFill/>
          <a:ln w="19050" cap="flat" cmpd="sng" algn="ctr">
            <a:solidFill>
              <a:schemeClr val="tx1"/>
            </a:solidFill>
            <a:prstDash val="solid"/>
            <a:round/>
            <a:headEnd type="none" w="med" len="med"/>
            <a:tailEnd type="none" w="med" len="med"/>
          </a:ln>
          <a:effectLst/>
        </p:spPr>
      </p:cxnSp>
      <p:cxnSp>
        <p:nvCxnSpPr>
          <p:cNvPr id="135" name="直線コネクタ 134">
            <a:extLst>
              <a:ext uri="{FF2B5EF4-FFF2-40B4-BE49-F238E27FC236}">
                <a16:creationId xmlns:a16="http://schemas.microsoft.com/office/drawing/2014/main" id="{1740B023-8028-8517-1FED-D025AD99AF31}"/>
              </a:ext>
            </a:extLst>
          </p:cNvPr>
          <p:cNvCxnSpPr>
            <a:cxnSpLocks/>
          </p:cNvCxnSpPr>
          <p:nvPr/>
        </p:nvCxnSpPr>
        <p:spPr bwMode="auto">
          <a:xfrm flipV="1">
            <a:off x="8706028" y="1808983"/>
            <a:ext cx="0" cy="90001"/>
          </a:xfrm>
          <a:prstGeom prst="line">
            <a:avLst/>
          </a:prstGeom>
          <a:noFill/>
          <a:ln w="19050" cap="rnd" cmpd="sng" algn="ctr">
            <a:solidFill>
              <a:schemeClr val="accent6"/>
            </a:solidFill>
            <a:prstDash val="solid"/>
            <a:round/>
            <a:headEnd type="none" w="med" len="med"/>
            <a:tailEnd type="none" w="med" len="med"/>
          </a:ln>
          <a:effectLst/>
        </p:spPr>
      </p:cxnSp>
      <p:cxnSp>
        <p:nvCxnSpPr>
          <p:cNvPr id="136" name="直線コネクタ 135">
            <a:extLst>
              <a:ext uri="{FF2B5EF4-FFF2-40B4-BE49-F238E27FC236}">
                <a16:creationId xmlns:a16="http://schemas.microsoft.com/office/drawing/2014/main" id="{FC65C831-E944-0B2D-C0DF-8E55806E792F}"/>
              </a:ext>
            </a:extLst>
          </p:cNvPr>
          <p:cNvCxnSpPr>
            <a:cxnSpLocks/>
          </p:cNvCxnSpPr>
          <p:nvPr/>
        </p:nvCxnSpPr>
        <p:spPr bwMode="auto">
          <a:xfrm>
            <a:off x="8706030" y="4779016"/>
            <a:ext cx="0" cy="90001"/>
          </a:xfrm>
          <a:prstGeom prst="line">
            <a:avLst/>
          </a:prstGeom>
          <a:noFill/>
          <a:ln w="19050" cap="rnd" cmpd="sng" algn="ctr">
            <a:solidFill>
              <a:schemeClr val="accent5"/>
            </a:solidFill>
            <a:prstDash val="solid"/>
            <a:round/>
            <a:headEnd type="none" w="med" len="med"/>
            <a:tailEnd type="none" w="med" len="med"/>
          </a:ln>
          <a:effectLst/>
        </p:spPr>
      </p:cxnSp>
      <p:sp>
        <p:nvSpPr>
          <p:cNvPr id="137" name="正方形/長方形 136">
            <a:extLst>
              <a:ext uri="{FF2B5EF4-FFF2-40B4-BE49-F238E27FC236}">
                <a16:creationId xmlns:a16="http://schemas.microsoft.com/office/drawing/2014/main" id="{FB57F4DF-DE9B-7BC5-5959-E838DC8E3618}"/>
              </a:ext>
            </a:extLst>
          </p:cNvPr>
          <p:cNvSpPr/>
          <p:nvPr/>
        </p:nvSpPr>
        <p:spPr bwMode="auto">
          <a:xfrm>
            <a:off x="7176011" y="4599014"/>
            <a:ext cx="1530017" cy="180002"/>
          </a:xfrm>
          <a:prstGeom prst="rect">
            <a:avLst/>
          </a:prstGeom>
          <a:solidFill>
            <a:schemeClr val="accent5">
              <a:lumMod val="20000"/>
              <a:lumOff val="80000"/>
            </a:schemeClr>
          </a:solid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cxnSp>
        <p:nvCxnSpPr>
          <p:cNvPr id="138" name="直線コネクタ 137">
            <a:extLst>
              <a:ext uri="{FF2B5EF4-FFF2-40B4-BE49-F238E27FC236}">
                <a16:creationId xmlns:a16="http://schemas.microsoft.com/office/drawing/2014/main" id="{4AC726A8-5F55-4363-0AF7-617C064FE0F0}"/>
              </a:ext>
            </a:extLst>
          </p:cNvPr>
          <p:cNvCxnSpPr>
            <a:cxnSpLocks/>
          </p:cNvCxnSpPr>
          <p:nvPr/>
        </p:nvCxnSpPr>
        <p:spPr bwMode="auto">
          <a:xfrm>
            <a:off x="7176011" y="4599014"/>
            <a:ext cx="1530017" cy="0"/>
          </a:xfrm>
          <a:prstGeom prst="line">
            <a:avLst/>
          </a:prstGeom>
          <a:noFill/>
          <a:ln w="19050" cap="flat" cmpd="sng" algn="ctr">
            <a:solidFill>
              <a:schemeClr val="tx1"/>
            </a:solidFill>
            <a:prstDash val="solid"/>
            <a:round/>
            <a:headEnd type="none" w="med" len="med"/>
            <a:tailEnd type="none" w="med" len="med"/>
          </a:ln>
          <a:effectLst/>
        </p:spPr>
      </p:cxnSp>
      <p:cxnSp>
        <p:nvCxnSpPr>
          <p:cNvPr id="139" name="直線コネクタ 138">
            <a:extLst>
              <a:ext uri="{FF2B5EF4-FFF2-40B4-BE49-F238E27FC236}">
                <a16:creationId xmlns:a16="http://schemas.microsoft.com/office/drawing/2014/main" id="{EB82784B-D142-70D0-D93F-8FB77309A892}"/>
              </a:ext>
            </a:extLst>
          </p:cNvPr>
          <p:cNvCxnSpPr>
            <a:cxnSpLocks/>
          </p:cNvCxnSpPr>
          <p:nvPr/>
        </p:nvCxnSpPr>
        <p:spPr bwMode="auto">
          <a:xfrm>
            <a:off x="6996009" y="4779016"/>
            <a:ext cx="1710019" cy="0"/>
          </a:xfrm>
          <a:prstGeom prst="line">
            <a:avLst/>
          </a:prstGeom>
          <a:noFill/>
          <a:ln w="19050" cap="flat" cmpd="sng" algn="ctr">
            <a:solidFill>
              <a:schemeClr val="tx1"/>
            </a:solidFill>
            <a:prstDash val="solid"/>
            <a:round/>
            <a:headEnd type="none" w="med" len="med"/>
            <a:tailEnd type="none" w="med" len="med"/>
          </a:ln>
          <a:effectLst/>
        </p:spPr>
      </p:cxnSp>
      <p:cxnSp>
        <p:nvCxnSpPr>
          <p:cNvPr id="140" name="直線コネクタ 139">
            <a:extLst>
              <a:ext uri="{FF2B5EF4-FFF2-40B4-BE49-F238E27FC236}">
                <a16:creationId xmlns:a16="http://schemas.microsoft.com/office/drawing/2014/main" id="{34FFEC2B-2DEF-B6F9-51ED-84467780D0BF}"/>
              </a:ext>
            </a:extLst>
          </p:cNvPr>
          <p:cNvCxnSpPr>
            <a:cxnSpLocks/>
          </p:cNvCxnSpPr>
          <p:nvPr/>
        </p:nvCxnSpPr>
        <p:spPr bwMode="auto">
          <a:xfrm>
            <a:off x="10596049" y="3609003"/>
            <a:ext cx="1530017" cy="0"/>
          </a:xfrm>
          <a:prstGeom prst="line">
            <a:avLst/>
          </a:prstGeom>
          <a:noFill/>
          <a:ln w="19050" cap="flat" cmpd="sng" algn="ctr">
            <a:solidFill>
              <a:schemeClr val="tx1"/>
            </a:solidFill>
            <a:prstDash val="solid"/>
            <a:round/>
            <a:headEnd type="none" w="med" len="med"/>
            <a:tailEnd type="none" w="med" len="med"/>
          </a:ln>
          <a:effectLst/>
        </p:spPr>
      </p:cxnSp>
      <p:cxnSp>
        <p:nvCxnSpPr>
          <p:cNvPr id="141" name="直線コネクタ 140">
            <a:extLst>
              <a:ext uri="{FF2B5EF4-FFF2-40B4-BE49-F238E27FC236}">
                <a16:creationId xmlns:a16="http://schemas.microsoft.com/office/drawing/2014/main" id="{4AFEF921-8515-66E2-A802-5FFDAC2EBD0E}"/>
              </a:ext>
            </a:extLst>
          </p:cNvPr>
          <p:cNvCxnSpPr>
            <a:cxnSpLocks/>
          </p:cNvCxnSpPr>
          <p:nvPr/>
        </p:nvCxnSpPr>
        <p:spPr bwMode="auto">
          <a:xfrm>
            <a:off x="10596049" y="3789005"/>
            <a:ext cx="1530017" cy="0"/>
          </a:xfrm>
          <a:prstGeom prst="line">
            <a:avLst/>
          </a:prstGeom>
          <a:noFill/>
          <a:ln w="19050" cap="flat" cmpd="sng" algn="ctr">
            <a:solidFill>
              <a:schemeClr val="tx1"/>
            </a:solidFill>
            <a:prstDash val="solid"/>
            <a:round/>
            <a:headEnd type="none" w="med" len="med"/>
            <a:tailEnd type="none" w="med" len="med"/>
          </a:ln>
          <a:effectLst/>
        </p:spPr>
      </p:cxnSp>
      <p:cxnSp>
        <p:nvCxnSpPr>
          <p:cNvPr id="142" name="直線コネクタ 141">
            <a:extLst>
              <a:ext uri="{FF2B5EF4-FFF2-40B4-BE49-F238E27FC236}">
                <a16:creationId xmlns:a16="http://schemas.microsoft.com/office/drawing/2014/main" id="{2D0BBF34-28F9-33D5-7CDA-1E1C48959B13}"/>
              </a:ext>
            </a:extLst>
          </p:cNvPr>
          <p:cNvCxnSpPr>
            <a:cxnSpLocks/>
          </p:cNvCxnSpPr>
          <p:nvPr/>
        </p:nvCxnSpPr>
        <p:spPr bwMode="auto">
          <a:xfrm>
            <a:off x="10416047" y="2438990"/>
            <a:ext cx="537" cy="2790389"/>
          </a:xfrm>
          <a:prstGeom prst="line">
            <a:avLst/>
          </a:prstGeom>
          <a:noFill/>
          <a:ln w="19050" cap="flat" cmpd="sng" algn="ctr">
            <a:solidFill>
              <a:schemeClr val="tx1"/>
            </a:solidFill>
            <a:prstDash val="solid"/>
            <a:round/>
            <a:headEnd type="none" w="med" len="med"/>
            <a:tailEnd type="none" w="med" len="med"/>
          </a:ln>
          <a:effectLst/>
        </p:spPr>
      </p:cxnSp>
      <p:cxnSp>
        <p:nvCxnSpPr>
          <p:cNvPr id="143" name="直線コネクタ 142">
            <a:extLst>
              <a:ext uri="{FF2B5EF4-FFF2-40B4-BE49-F238E27FC236}">
                <a16:creationId xmlns:a16="http://schemas.microsoft.com/office/drawing/2014/main" id="{848C65A6-D44B-4061-4B77-A20DA7A024E3}"/>
              </a:ext>
            </a:extLst>
          </p:cNvPr>
          <p:cNvCxnSpPr>
            <a:cxnSpLocks/>
          </p:cNvCxnSpPr>
          <p:nvPr/>
        </p:nvCxnSpPr>
        <p:spPr bwMode="auto">
          <a:xfrm>
            <a:off x="10596586" y="3789005"/>
            <a:ext cx="0" cy="1620376"/>
          </a:xfrm>
          <a:prstGeom prst="line">
            <a:avLst/>
          </a:prstGeom>
          <a:noFill/>
          <a:ln w="19050" cap="flat" cmpd="sng" algn="ctr">
            <a:solidFill>
              <a:schemeClr val="tx1"/>
            </a:solidFill>
            <a:prstDash val="solid"/>
            <a:round/>
            <a:headEnd type="none" w="med" len="med"/>
            <a:tailEnd type="none" w="med" len="med"/>
          </a:ln>
          <a:effectLst/>
        </p:spPr>
      </p:cxnSp>
      <p:cxnSp>
        <p:nvCxnSpPr>
          <p:cNvPr id="144" name="直線コネクタ 143">
            <a:extLst>
              <a:ext uri="{FF2B5EF4-FFF2-40B4-BE49-F238E27FC236}">
                <a16:creationId xmlns:a16="http://schemas.microsoft.com/office/drawing/2014/main" id="{F4077C46-5FE1-DB2A-27FD-E1BB2D2D4C4E}"/>
              </a:ext>
            </a:extLst>
          </p:cNvPr>
          <p:cNvCxnSpPr>
            <a:cxnSpLocks/>
          </p:cNvCxnSpPr>
          <p:nvPr/>
        </p:nvCxnSpPr>
        <p:spPr bwMode="auto">
          <a:xfrm>
            <a:off x="7176011" y="1808983"/>
            <a:ext cx="537" cy="2790389"/>
          </a:xfrm>
          <a:prstGeom prst="line">
            <a:avLst/>
          </a:prstGeom>
          <a:noFill/>
          <a:ln w="19050" cap="flat" cmpd="sng" algn="ctr">
            <a:solidFill>
              <a:schemeClr val="tx1"/>
            </a:solidFill>
            <a:prstDash val="solid"/>
            <a:round/>
            <a:headEnd type="none" w="med" len="med"/>
            <a:tailEnd type="none" w="med" len="med"/>
          </a:ln>
          <a:effectLst/>
        </p:spPr>
      </p:cxnSp>
      <p:cxnSp>
        <p:nvCxnSpPr>
          <p:cNvPr id="145" name="直線コネクタ 144">
            <a:extLst>
              <a:ext uri="{FF2B5EF4-FFF2-40B4-BE49-F238E27FC236}">
                <a16:creationId xmlns:a16="http://schemas.microsoft.com/office/drawing/2014/main" id="{EE74C84B-AB24-FF27-F6ED-BA016CB0F1AF}"/>
              </a:ext>
            </a:extLst>
          </p:cNvPr>
          <p:cNvCxnSpPr>
            <a:cxnSpLocks/>
          </p:cNvCxnSpPr>
          <p:nvPr/>
        </p:nvCxnSpPr>
        <p:spPr bwMode="auto">
          <a:xfrm>
            <a:off x="6996009" y="1628981"/>
            <a:ext cx="0" cy="1980022"/>
          </a:xfrm>
          <a:prstGeom prst="line">
            <a:avLst/>
          </a:prstGeom>
          <a:noFill/>
          <a:ln w="19050" cap="flat" cmpd="sng" algn="ctr">
            <a:solidFill>
              <a:schemeClr val="tx1"/>
            </a:solidFill>
            <a:prstDash val="solid"/>
            <a:round/>
            <a:headEnd type="none" w="med" len="med"/>
            <a:tailEnd type="none" w="med" len="med"/>
          </a:ln>
          <a:effectLst/>
        </p:spPr>
      </p:cxnSp>
      <p:cxnSp>
        <p:nvCxnSpPr>
          <p:cNvPr id="146" name="直線コネクタ 145">
            <a:extLst>
              <a:ext uri="{FF2B5EF4-FFF2-40B4-BE49-F238E27FC236}">
                <a16:creationId xmlns:a16="http://schemas.microsoft.com/office/drawing/2014/main" id="{9D45B06E-B024-7A2C-FA1F-5B76F617AFC1}"/>
              </a:ext>
            </a:extLst>
          </p:cNvPr>
          <p:cNvCxnSpPr>
            <a:cxnSpLocks/>
          </p:cNvCxnSpPr>
          <p:nvPr/>
        </p:nvCxnSpPr>
        <p:spPr bwMode="auto">
          <a:xfrm>
            <a:off x="6996009" y="3789005"/>
            <a:ext cx="0" cy="990011"/>
          </a:xfrm>
          <a:prstGeom prst="line">
            <a:avLst/>
          </a:prstGeom>
          <a:noFill/>
          <a:ln w="19050" cap="flat" cmpd="sng" algn="ctr">
            <a:solidFill>
              <a:schemeClr val="tx1"/>
            </a:solidFill>
            <a:prstDash val="solid"/>
            <a:round/>
            <a:headEnd type="none" w="med" len="med"/>
            <a:tailEnd type="none" w="med" len="med"/>
          </a:ln>
          <a:effectLst/>
        </p:spPr>
      </p:cxnSp>
      <p:sp>
        <p:nvSpPr>
          <p:cNvPr id="147" name="正方形/長方形 146">
            <a:extLst>
              <a:ext uri="{FF2B5EF4-FFF2-40B4-BE49-F238E27FC236}">
                <a16:creationId xmlns:a16="http://schemas.microsoft.com/office/drawing/2014/main" id="{8EE28A6C-402D-F105-D3BF-0FA3D99313F6}"/>
              </a:ext>
            </a:extLst>
          </p:cNvPr>
          <p:cNvSpPr/>
          <p:nvPr/>
        </p:nvSpPr>
        <p:spPr bwMode="auto">
          <a:xfrm>
            <a:off x="5465992" y="3609003"/>
            <a:ext cx="1530017" cy="180002"/>
          </a:xfrm>
          <a:prstGeom prst="rect">
            <a:avLst/>
          </a:prstGeom>
          <a:solidFill>
            <a:schemeClr val="accent5">
              <a:lumMod val="20000"/>
              <a:lumOff val="80000"/>
            </a:schemeClr>
          </a:solid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cxnSp>
        <p:nvCxnSpPr>
          <p:cNvPr id="148" name="直線コネクタ 147">
            <a:extLst>
              <a:ext uri="{FF2B5EF4-FFF2-40B4-BE49-F238E27FC236}">
                <a16:creationId xmlns:a16="http://schemas.microsoft.com/office/drawing/2014/main" id="{F7ECF9FC-624C-523D-BD79-2C27097B32C6}"/>
              </a:ext>
            </a:extLst>
          </p:cNvPr>
          <p:cNvCxnSpPr>
            <a:cxnSpLocks/>
          </p:cNvCxnSpPr>
          <p:nvPr/>
        </p:nvCxnSpPr>
        <p:spPr bwMode="auto">
          <a:xfrm>
            <a:off x="5465992" y="3609003"/>
            <a:ext cx="1530017" cy="0"/>
          </a:xfrm>
          <a:prstGeom prst="line">
            <a:avLst/>
          </a:prstGeom>
          <a:noFill/>
          <a:ln w="19050" cap="flat" cmpd="sng" algn="ctr">
            <a:solidFill>
              <a:schemeClr val="tx1"/>
            </a:solidFill>
            <a:prstDash val="solid"/>
            <a:round/>
            <a:headEnd type="none" w="med" len="med"/>
            <a:tailEnd type="none" w="med" len="med"/>
          </a:ln>
          <a:effectLst/>
        </p:spPr>
      </p:cxnSp>
      <p:cxnSp>
        <p:nvCxnSpPr>
          <p:cNvPr id="149" name="直線コネクタ 148">
            <a:extLst>
              <a:ext uri="{FF2B5EF4-FFF2-40B4-BE49-F238E27FC236}">
                <a16:creationId xmlns:a16="http://schemas.microsoft.com/office/drawing/2014/main" id="{F40E8A0F-C3A2-B7BE-AF0C-A5AA388483B6}"/>
              </a:ext>
            </a:extLst>
          </p:cNvPr>
          <p:cNvCxnSpPr>
            <a:cxnSpLocks/>
          </p:cNvCxnSpPr>
          <p:nvPr/>
        </p:nvCxnSpPr>
        <p:spPr bwMode="auto">
          <a:xfrm>
            <a:off x="5465992" y="3789005"/>
            <a:ext cx="1530017" cy="0"/>
          </a:xfrm>
          <a:prstGeom prst="line">
            <a:avLst/>
          </a:prstGeom>
          <a:noFill/>
          <a:ln w="19050" cap="flat" cmpd="sng" algn="ctr">
            <a:solidFill>
              <a:schemeClr val="tx1"/>
            </a:solidFill>
            <a:prstDash val="solid"/>
            <a:round/>
            <a:headEnd type="none" w="med" len="med"/>
            <a:tailEnd type="none" w="med" len="med"/>
          </a:ln>
          <a:effectLst/>
        </p:spPr>
      </p:cxnSp>
      <p:cxnSp>
        <p:nvCxnSpPr>
          <p:cNvPr id="150" name="直線コネクタ 149">
            <a:extLst>
              <a:ext uri="{FF2B5EF4-FFF2-40B4-BE49-F238E27FC236}">
                <a16:creationId xmlns:a16="http://schemas.microsoft.com/office/drawing/2014/main" id="{D0C66F1E-8043-A077-B853-1AF78C5A0E88}"/>
              </a:ext>
            </a:extLst>
          </p:cNvPr>
          <p:cNvCxnSpPr>
            <a:cxnSpLocks/>
          </p:cNvCxnSpPr>
          <p:nvPr/>
        </p:nvCxnSpPr>
        <p:spPr bwMode="auto">
          <a:xfrm>
            <a:off x="10596049" y="2258988"/>
            <a:ext cx="0" cy="1350015"/>
          </a:xfrm>
          <a:prstGeom prst="line">
            <a:avLst/>
          </a:prstGeom>
          <a:noFill/>
          <a:ln w="19050" cap="flat" cmpd="sng" algn="ctr">
            <a:solidFill>
              <a:schemeClr val="tx1"/>
            </a:solidFill>
            <a:prstDash val="solid"/>
            <a:round/>
            <a:headEnd type="none" w="med" len="med"/>
            <a:tailEnd type="none" w="med" len="med"/>
          </a:ln>
          <a:effectLst/>
        </p:spPr>
      </p:cxnSp>
      <p:cxnSp>
        <p:nvCxnSpPr>
          <p:cNvPr id="151" name="直線矢印コネクタ 150">
            <a:extLst>
              <a:ext uri="{FF2B5EF4-FFF2-40B4-BE49-F238E27FC236}">
                <a16:creationId xmlns:a16="http://schemas.microsoft.com/office/drawing/2014/main" id="{2139DE83-E4A6-7055-AE2C-1BB903B1E242}"/>
              </a:ext>
            </a:extLst>
          </p:cNvPr>
          <p:cNvCxnSpPr>
            <a:cxnSpLocks/>
          </p:cNvCxnSpPr>
          <p:nvPr/>
        </p:nvCxnSpPr>
        <p:spPr bwMode="auto">
          <a:xfrm flipH="1">
            <a:off x="8256023" y="5319022"/>
            <a:ext cx="2070023" cy="0"/>
          </a:xfrm>
          <a:prstGeom prst="straightConnector1">
            <a:avLst/>
          </a:prstGeom>
          <a:noFill/>
          <a:ln w="9525" cap="flat" cmpd="sng" algn="ctr">
            <a:solidFill>
              <a:schemeClr val="tx1"/>
            </a:solidFill>
            <a:prstDash val="solid"/>
            <a:round/>
            <a:headEnd type="none" w="med" len="med"/>
            <a:tailEnd type="triangle"/>
          </a:ln>
          <a:effectLst/>
        </p:spPr>
      </p:cxnSp>
      <p:sp>
        <p:nvSpPr>
          <p:cNvPr id="153" name="正方形/長方形 152">
            <a:extLst>
              <a:ext uri="{FF2B5EF4-FFF2-40B4-BE49-F238E27FC236}">
                <a16:creationId xmlns:a16="http://schemas.microsoft.com/office/drawing/2014/main" id="{E36B1CC6-DB5F-9875-9E6B-327FDB0021CA}"/>
              </a:ext>
            </a:extLst>
          </p:cNvPr>
          <p:cNvSpPr/>
          <p:nvPr/>
        </p:nvSpPr>
        <p:spPr bwMode="auto">
          <a:xfrm>
            <a:off x="7446014" y="1988985"/>
            <a:ext cx="720008" cy="720007"/>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r>
              <a:rPr lang="ja-JP" altLang="en-US" sz="1600" dirty="0">
                <a:solidFill>
                  <a:schemeClr val="tx1">
                    <a:lumMod val="75000"/>
                    <a:lumOff val="25000"/>
                  </a:schemeClr>
                </a:solidFill>
              </a:rPr>
              <a:t>給水口</a:t>
            </a:r>
          </a:p>
        </p:txBody>
      </p:sp>
      <p:sp>
        <p:nvSpPr>
          <p:cNvPr id="154" name="正方形/長方形 153">
            <a:extLst>
              <a:ext uri="{FF2B5EF4-FFF2-40B4-BE49-F238E27FC236}">
                <a16:creationId xmlns:a16="http://schemas.microsoft.com/office/drawing/2014/main" id="{C7F40FC4-8139-7DF0-2135-C61A858099F4}"/>
              </a:ext>
            </a:extLst>
          </p:cNvPr>
          <p:cNvSpPr/>
          <p:nvPr/>
        </p:nvSpPr>
        <p:spPr bwMode="auto">
          <a:xfrm>
            <a:off x="7446014" y="4959018"/>
            <a:ext cx="720008" cy="720007"/>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r>
              <a:rPr lang="ja-JP" altLang="en-US" sz="1600" dirty="0">
                <a:solidFill>
                  <a:schemeClr val="tx1">
                    <a:lumMod val="75000"/>
                    <a:lumOff val="25000"/>
                  </a:schemeClr>
                </a:solidFill>
              </a:rPr>
              <a:t>排水口</a:t>
            </a:r>
          </a:p>
        </p:txBody>
      </p:sp>
      <p:sp>
        <p:nvSpPr>
          <p:cNvPr id="156" name="正方形/長方形 155">
            <a:extLst>
              <a:ext uri="{FF2B5EF4-FFF2-40B4-BE49-F238E27FC236}">
                <a16:creationId xmlns:a16="http://schemas.microsoft.com/office/drawing/2014/main" id="{46D3CB83-ACBC-B664-0D9C-F2A799D37BA5}"/>
              </a:ext>
            </a:extLst>
          </p:cNvPr>
          <p:cNvSpPr/>
          <p:nvPr/>
        </p:nvSpPr>
        <p:spPr bwMode="auto">
          <a:xfrm>
            <a:off x="11586060" y="3068997"/>
            <a:ext cx="720008" cy="720007"/>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r>
              <a:rPr lang="ja-JP" altLang="en-US" sz="1600" dirty="0">
                <a:solidFill>
                  <a:schemeClr val="tx1">
                    <a:lumMod val="75000"/>
                    <a:lumOff val="25000"/>
                  </a:schemeClr>
                </a:solidFill>
              </a:rPr>
              <a:t>出力</a:t>
            </a:r>
          </a:p>
        </p:txBody>
      </p:sp>
      <p:cxnSp>
        <p:nvCxnSpPr>
          <p:cNvPr id="157" name="直線コネクタ 156">
            <a:extLst>
              <a:ext uri="{FF2B5EF4-FFF2-40B4-BE49-F238E27FC236}">
                <a16:creationId xmlns:a16="http://schemas.microsoft.com/office/drawing/2014/main" id="{0B008365-4CB0-B93A-47FE-333107C45E2F}"/>
              </a:ext>
            </a:extLst>
          </p:cNvPr>
          <p:cNvCxnSpPr>
            <a:cxnSpLocks/>
          </p:cNvCxnSpPr>
          <p:nvPr/>
        </p:nvCxnSpPr>
        <p:spPr bwMode="auto">
          <a:xfrm>
            <a:off x="3575973" y="1538980"/>
            <a:ext cx="540006" cy="0"/>
          </a:xfrm>
          <a:prstGeom prst="line">
            <a:avLst/>
          </a:prstGeom>
          <a:noFill/>
          <a:ln w="19050" cap="rnd" cmpd="sng" algn="ctr">
            <a:solidFill>
              <a:schemeClr val="accent6"/>
            </a:solidFill>
            <a:prstDash val="solid"/>
            <a:round/>
            <a:headEnd type="none" w="med" len="med"/>
            <a:tailEnd type="none" w="med" len="med"/>
          </a:ln>
          <a:effectLst/>
        </p:spPr>
      </p:cxnSp>
      <p:cxnSp>
        <p:nvCxnSpPr>
          <p:cNvPr id="158" name="直線コネクタ 157">
            <a:extLst>
              <a:ext uri="{FF2B5EF4-FFF2-40B4-BE49-F238E27FC236}">
                <a16:creationId xmlns:a16="http://schemas.microsoft.com/office/drawing/2014/main" id="{89057A0A-A450-A9CC-8AE1-F183A9B363F7}"/>
              </a:ext>
            </a:extLst>
          </p:cNvPr>
          <p:cNvCxnSpPr>
            <a:cxnSpLocks/>
          </p:cNvCxnSpPr>
          <p:nvPr/>
        </p:nvCxnSpPr>
        <p:spPr bwMode="auto">
          <a:xfrm>
            <a:off x="3575973" y="1088974"/>
            <a:ext cx="0" cy="180002"/>
          </a:xfrm>
          <a:prstGeom prst="line">
            <a:avLst/>
          </a:prstGeom>
          <a:noFill/>
          <a:ln w="19050" cap="rnd" cmpd="sng" algn="ctr">
            <a:solidFill>
              <a:schemeClr val="accent6"/>
            </a:solidFill>
            <a:prstDash val="solid"/>
            <a:round/>
            <a:headEnd type="none" w="med" len="med"/>
            <a:tailEnd type="none" w="med" len="med"/>
          </a:ln>
          <a:effectLst/>
        </p:spPr>
      </p:cxnSp>
      <p:cxnSp>
        <p:nvCxnSpPr>
          <p:cNvPr id="159" name="直線コネクタ 158">
            <a:extLst>
              <a:ext uri="{FF2B5EF4-FFF2-40B4-BE49-F238E27FC236}">
                <a16:creationId xmlns:a16="http://schemas.microsoft.com/office/drawing/2014/main" id="{C2C82C22-B720-274A-E840-5059E441081B}"/>
              </a:ext>
            </a:extLst>
          </p:cNvPr>
          <p:cNvCxnSpPr>
            <a:cxnSpLocks/>
          </p:cNvCxnSpPr>
          <p:nvPr/>
        </p:nvCxnSpPr>
        <p:spPr bwMode="auto">
          <a:xfrm>
            <a:off x="4115979" y="1088974"/>
            <a:ext cx="0" cy="450041"/>
          </a:xfrm>
          <a:prstGeom prst="line">
            <a:avLst/>
          </a:prstGeom>
          <a:noFill/>
          <a:ln w="19050" cap="rnd" cmpd="sng" algn="ctr">
            <a:solidFill>
              <a:schemeClr val="accent6"/>
            </a:solidFill>
            <a:prstDash val="solid"/>
            <a:round/>
            <a:headEnd type="none" w="med" len="med"/>
            <a:tailEnd type="none" w="med" len="med"/>
          </a:ln>
          <a:effectLst/>
        </p:spPr>
      </p:cxnSp>
      <p:cxnSp>
        <p:nvCxnSpPr>
          <p:cNvPr id="160" name="直線コネクタ 159">
            <a:extLst>
              <a:ext uri="{FF2B5EF4-FFF2-40B4-BE49-F238E27FC236}">
                <a16:creationId xmlns:a16="http://schemas.microsoft.com/office/drawing/2014/main" id="{177F647A-05AA-58CA-CDEB-C4967697EC7E}"/>
              </a:ext>
            </a:extLst>
          </p:cNvPr>
          <p:cNvCxnSpPr>
            <a:cxnSpLocks/>
          </p:cNvCxnSpPr>
          <p:nvPr/>
        </p:nvCxnSpPr>
        <p:spPr bwMode="auto">
          <a:xfrm flipV="1">
            <a:off x="3845974" y="1538980"/>
            <a:ext cx="0" cy="180002"/>
          </a:xfrm>
          <a:prstGeom prst="line">
            <a:avLst/>
          </a:prstGeom>
          <a:noFill/>
          <a:ln w="19050" cap="flat" cmpd="sng" algn="ctr">
            <a:solidFill>
              <a:schemeClr val="accent6"/>
            </a:solidFill>
            <a:prstDash val="solid"/>
            <a:round/>
            <a:headEnd type="none" w="med" len="med"/>
            <a:tailEnd type="none" w="med" len="med"/>
          </a:ln>
          <a:effectLst/>
        </p:spPr>
      </p:cxnSp>
      <p:sp>
        <p:nvSpPr>
          <p:cNvPr id="161" name="正方形/長方形 160">
            <a:extLst>
              <a:ext uri="{FF2B5EF4-FFF2-40B4-BE49-F238E27FC236}">
                <a16:creationId xmlns:a16="http://schemas.microsoft.com/office/drawing/2014/main" id="{89E3CD4A-96BF-5542-E488-186C63394586}"/>
              </a:ext>
            </a:extLst>
          </p:cNvPr>
          <p:cNvSpPr/>
          <p:nvPr/>
        </p:nvSpPr>
        <p:spPr bwMode="auto">
          <a:xfrm rot="5400000">
            <a:off x="3575971" y="1898984"/>
            <a:ext cx="540006" cy="180001"/>
          </a:xfrm>
          <a:prstGeom prst="rect">
            <a:avLst/>
          </a:prstGeom>
          <a:solidFill>
            <a:schemeClr val="accent6"/>
          </a:solidFill>
          <a:ln>
            <a:solidFill>
              <a:schemeClr val="accent6"/>
            </a:solidFill>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sp>
        <p:nvSpPr>
          <p:cNvPr id="170" name="正方形/長方形 169">
            <a:extLst>
              <a:ext uri="{FF2B5EF4-FFF2-40B4-BE49-F238E27FC236}">
                <a16:creationId xmlns:a16="http://schemas.microsoft.com/office/drawing/2014/main" id="{2157D0C8-1446-373B-2F9B-797DD1246946}"/>
              </a:ext>
            </a:extLst>
          </p:cNvPr>
          <p:cNvSpPr/>
          <p:nvPr/>
        </p:nvSpPr>
        <p:spPr bwMode="auto">
          <a:xfrm rot="5400000" flipH="1">
            <a:off x="3800973" y="2393987"/>
            <a:ext cx="90001" cy="180001"/>
          </a:xfrm>
          <a:prstGeom prst="rect">
            <a:avLst/>
          </a:prstGeom>
          <a:solidFill>
            <a:schemeClr val="accent6"/>
          </a:solidFill>
          <a:ln>
            <a:solidFill>
              <a:schemeClr val="accent6"/>
            </a:solidFill>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cxnSp>
        <p:nvCxnSpPr>
          <p:cNvPr id="171" name="直線コネクタ 170">
            <a:extLst>
              <a:ext uri="{FF2B5EF4-FFF2-40B4-BE49-F238E27FC236}">
                <a16:creationId xmlns:a16="http://schemas.microsoft.com/office/drawing/2014/main" id="{F722A0DF-C361-1A92-89C3-82EDE2808D4D}"/>
              </a:ext>
            </a:extLst>
          </p:cNvPr>
          <p:cNvCxnSpPr>
            <a:cxnSpLocks/>
          </p:cNvCxnSpPr>
          <p:nvPr/>
        </p:nvCxnSpPr>
        <p:spPr bwMode="auto">
          <a:xfrm flipH="1">
            <a:off x="3935977" y="2258986"/>
            <a:ext cx="3" cy="180000"/>
          </a:xfrm>
          <a:prstGeom prst="line">
            <a:avLst/>
          </a:prstGeom>
          <a:noFill/>
          <a:ln w="19050" cap="rnd" cmpd="sng" algn="ctr">
            <a:solidFill>
              <a:schemeClr val="accent6"/>
            </a:solidFill>
            <a:prstDash val="sysDot"/>
            <a:round/>
            <a:headEnd type="none" w="med" len="med"/>
            <a:tailEnd type="none" w="med" len="med"/>
          </a:ln>
          <a:effectLst/>
        </p:spPr>
      </p:cxnSp>
      <p:cxnSp>
        <p:nvCxnSpPr>
          <p:cNvPr id="172" name="直線コネクタ 171">
            <a:extLst>
              <a:ext uri="{FF2B5EF4-FFF2-40B4-BE49-F238E27FC236}">
                <a16:creationId xmlns:a16="http://schemas.microsoft.com/office/drawing/2014/main" id="{92D10056-BD0C-17B1-1462-40E31AB931B2}"/>
              </a:ext>
            </a:extLst>
          </p:cNvPr>
          <p:cNvCxnSpPr>
            <a:cxnSpLocks/>
          </p:cNvCxnSpPr>
          <p:nvPr/>
        </p:nvCxnSpPr>
        <p:spPr bwMode="auto">
          <a:xfrm flipH="1">
            <a:off x="3755976" y="2258986"/>
            <a:ext cx="5" cy="180000"/>
          </a:xfrm>
          <a:prstGeom prst="line">
            <a:avLst/>
          </a:prstGeom>
          <a:noFill/>
          <a:ln w="19050" cap="rnd" cmpd="sng" algn="ctr">
            <a:solidFill>
              <a:schemeClr val="accent6"/>
            </a:solidFill>
            <a:prstDash val="sysDot"/>
            <a:round/>
            <a:headEnd type="none" w="med" len="med"/>
            <a:tailEnd type="none" w="med" len="med"/>
          </a:ln>
          <a:effectLst/>
        </p:spPr>
      </p:cxnSp>
      <p:cxnSp>
        <p:nvCxnSpPr>
          <p:cNvPr id="176" name="直線コネクタ 175">
            <a:extLst>
              <a:ext uri="{FF2B5EF4-FFF2-40B4-BE49-F238E27FC236}">
                <a16:creationId xmlns:a16="http://schemas.microsoft.com/office/drawing/2014/main" id="{CEA37F1D-6E7E-6B18-9F24-FB0EEAC91FDF}"/>
              </a:ext>
            </a:extLst>
          </p:cNvPr>
          <p:cNvCxnSpPr>
            <a:cxnSpLocks/>
          </p:cNvCxnSpPr>
          <p:nvPr/>
        </p:nvCxnSpPr>
        <p:spPr bwMode="auto">
          <a:xfrm flipV="1">
            <a:off x="3575972" y="1448978"/>
            <a:ext cx="0" cy="90001"/>
          </a:xfrm>
          <a:prstGeom prst="line">
            <a:avLst/>
          </a:prstGeom>
          <a:noFill/>
          <a:ln w="19050" cap="rnd" cmpd="sng" algn="ctr">
            <a:solidFill>
              <a:schemeClr val="accent6"/>
            </a:solidFill>
            <a:prstDash val="solid"/>
            <a:round/>
            <a:headEnd type="none" w="med" len="med"/>
            <a:tailEnd type="none" w="med" len="med"/>
          </a:ln>
          <a:effectLst/>
        </p:spPr>
      </p:cxnSp>
      <p:cxnSp>
        <p:nvCxnSpPr>
          <p:cNvPr id="191" name="直線コネクタ 190">
            <a:extLst>
              <a:ext uri="{FF2B5EF4-FFF2-40B4-BE49-F238E27FC236}">
                <a16:creationId xmlns:a16="http://schemas.microsoft.com/office/drawing/2014/main" id="{0BFF226B-7D8E-4CEB-7C47-6C0436B8481F}"/>
              </a:ext>
            </a:extLst>
          </p:cNvPr>
          <p:cNvCxnSpPr>
            <a:cxnSpLocks/>
          </p:cNvCxnSpPr>
          <p:nvPr/>
        </p:nvCxnSpPr>
        <p:spPr bwMode="auto">
          <a:xfrm>
            <a:off x="3575973" y="4869017"/>
            <a:ext cx="540006" cy="0"/>
          </a:xfrm>
          <a:prstGeom prst="line">
            <a:avLst/>
          </a:prstGeom>
          <a:noFill/>
          <a:ln w="19050" cap="rnd" cmpd="sng" algn="ctr">
            <a:solidFill>
              <a:schemeClr val="accent5"/>
            </a:solidFill>
            <a:prstDash val="solid"/>
            <a:round/>
            <a:headEnd type="none" w="med" len="med"/>
            <a:tailEnd type="none" w="med" len="med"/>
          </a:ln>
          <a:effectLst/>
        </p:spPr>
      </p:cxnSp>
      <p:cxnSp>
        <p:nvCxnSpPr>
          <p:cNvPr id="192" name="直線コネクタ 191">
            <a:extLst>
              <a:ext uri="{FF2B5EF4-FFF2-40B4-BE49-F238E27FC236}">
                <a16:creationId xmlns:a16="http://schemas.microsoft.com/office/drawing/2014/main" id="{490237C9-0AF9-5109-BC71-E88DF4E2AF73}"/>
              </a:ext>
            </a:extLst>
          </p:cNvPr>
          <p:cNvCxnSpPr>
            <a:cxnSpLocks/>
          </p:cNvCxnSpPr>
          <p:nvPr/>
        </p:nvCxnSpPr>
        <p:spPr bwMode="auto">
          <a:xfrm>
            <a:off x="3575973" y="4419011"/>
            <a:ext cx="0" cy="450041"/>
          </a:xfrm>
          <a:prstGeom prst="line">
            <a:avLst/>
          </a:prstGeom>
          <a:noFill/>
          <a:ln w="19050" cap="rnd" cmpd="sng" algn="ctr">
            <a:solidFill>
              <a:schemeClr val="accent5"/>
            </a:solidFill>
            <a:prstDash val="solid"/>
            <a:round/>
            <a:headEnd type="none" w="med" len="med"/>
            <a:tailEnd type="none" w="med" len="med"/>
          </a:ln>
          <a:effectLst/>
        </p:spPr>
      </p:cxnSp>
      <p:cxnSp>
        <p:nvCxnSpPr>
          <p:cNvPr id="193" name="直線コネクタ 192">
            <a:extLst>
              <a:ext uri="{FF2B5EF4-FFF2-40B4-BE49-F238E27FC236}">
                <a16:creationId xmlns:a16="http://schemas.microsoft.com/office/drawing/2014/main" id="{E5FE8871-1215-3ED1-BD07-1D5CB1D1AB60}"/>
              </a:ext>
            </a:extLst>
          </p:cNvPr>
          <p:cNvCxnSpPr>
            <a:cxnSpLocks/>
          </p:cNvCxnSpPr>
          <p:nvPr/>
        </p:nvCxnSpPr>
        <p:spPr bwMode="auto">
          <a:xfrm>
            <a:off x="4115979" y="4419011"/>
            <a:ext cx="0" cy="450041"/>
          </a:xfrm>
          <a:prstGeom prst="line">
            <a:avLst/>
          </a:prstGeom>
          <a:noFill/>
          <a:ln w="19050" cap="rnd" cmpd="sng" algn="ctr">
            <a:solidFill>
              <a:schemeClr val="accent5"/>
            </a:solidFill>
            <a:prstDash val="solid"/>
            <a:round/>
            <a:headEnd type="none" w="med" len="med"/>
            <a:tailEnd type="none" w="med" len="med"/>
          </a:ln>
          <a:effectLst/>
        </p:spPr>
      </p:cxnSp>
      <p:cxnSp>
        <p:nvCxnSpPr>
          <p:cNvPr id="194" name="直線コネクタ 193">
            <a:extLst>
              <a:ext uri="{FF2B5EF4-FFF2-40B4-BE49-F238E27FC236}">
                <a16:creationId xmlns:a16="http://schemas.microsoft.com/office/drawing/2014/main" id="{3EFB5AA7-6497-48E0-EFC1-4423FFCBC596}"/>
              </a:ext>
            </a:extLst>
          </p:cNvPr>
          <p:cNvCxnSpPr>
            <a:cxnSpLocks/>
          </p:cNvCxnSpPr>
          <p:nvPr/>
        </p:nvCxnSpPr>
        <p:spPr bwMode="auto">
          <a:xfrm flipV="1">
            <a:off x="3845974" y="4869017"/>
            <a:ext cx="0" cy="180002"/>
          </a:xfrm>
          <a:prstGeom prst="line">
            <a:avLst/>
          </a:prstGeom>
          <a:noFill/>
          <a:ln w="19050" cap="flat" cmpd="sng" algn="ctr">
            <a:solidFill>
              <a:schemeClr val="accent5"/>
            </a:solidFill>
            <a:prstDash val="solid"/>
            <a:round/>
            <a:headEnd type="none" w="med" len="med"/>
            <a:tailEnd type="none" w="med" len="med"/>
          </a:ln>
          <a:effectLst/>
        </p:spPr>
      </p:cxnSp>
      <p:sp>
        <p:nvSpPr>
          <p:cNvPr id="195" name="正方形/長方形 194">
            <a:extLst>
              <a:ext uri="{FF2B5EF4-FFF2-40B4-BE49-F238E27FC236}">
                <a16:creationId xmlns:a16="http://schemas.microsoft.com/office/drawing/2014/main" id="{2DE49817-AD59-06BB-5C03-E07BD7505FB5}"/>
              </a:ext>
            </a:extLst>
          </p:cNvPr>
          <p:cNvSpPr/>
          <p:nvPr/>
        </p:nvSpPr>
        <p:spPr bwMode="auto">
          <a:xfrm rot="5400000">
            <a:off x="3575971" y="5229021"/>
            <a:ext cx="540006" cy="180001"/>
          </a:xfrm>
          <a:prstGeom prst="rect">
            <a:avLst/>
          </a:prstGeom>
          <a:solidFill>
            <a:schemeClr val="accent5"/>
          </a:solidFill>
          <a:ln>
            <a:solidFill>
              <a:schemeClr val="accent5"/>
            </a:solidFill>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sp>
        <p:nvSpPr>
          <p:cNvPr id="204" name="正方形/長方形 203">
            <a:extLst>
              <a:ext uri="{FF2B5EF4-FFF2-40B4-BE49-F238E27FC236}">
                <a16:creationId xmlns:a16="http://schemas.microsoft.com/office/drawing/2014/main" id="{391242E0-3255-857E-635D-CA77281C0605}"/>
              </a:ext>
            </a:extLst>
          </p:cNvPr>
          <p:cNvSpPr/>
          <p:nvPr/>
        </p:nvSpPr>
        <p:spPr bwMode="auto">
          <a:xfrm rot="5400000" flipH="1">
            <a:off x="3800973" y="5724024"/>
            <a:ext cx="90001" cy="180001"/>
          </a:xfrm>
          <a:prstGeom prst="rect">
            <a:avLst/>
          </a:prstGeom>
          <a:solidFill>
            <a:schemeClr val="accent5"/>
          </a:solidFill>
          <a:ln>
            <a:solidFill>
              <a:schemeClr val="accent5"/>
            </a:solidFill>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cxnSp>
        <p:nvCxnSpPr>
          <p:cNvPr id="205" name="直線コネクタ 204">
            <a:extLst>
              <a:ext uri="{FF2B5EF4-FFF2-40B4-BE49-F238E27FC236}">
                <a16:creationId xmlns:a16="http://schemas.microsoft.com/office/drawing/2014/main" id="{4735A8D5-CDC4-990D-FD6B-931D6ED6958F}"/>
              </a:ext>
            </a:extLst>
          </p:cNvPr>
          <p:cNvCxnSpPr>
            <a:cxnSpLocks/>
          </p:cNvCxnSpPr>
          <p:nvPr/>
        </p:nvCxnSpPr>
        <p:spPr bwMode="auto">
          <a:xfrm flipH="1">
            <a:off x="3935977" y="5589023"/>
            <a:ext cx="3" cy="180000"/>
          </a:xfrm>
          <a:prstGeom prst="line">
            <a:avLst/>
          </a:prstGeom>
          <a:noFill/>
          <a:ln w="19050" cap="rnd" cmpd="sng" algn="ctr">
            <a:solidFill>
              <a:schemeClr val="accent5"/>
            </a:solidFill>
            <a:prstDash val="sysDot"/>
            <a:round/>
            <a:headEnd type="none" w="med" len="med"/>
            <a:tailEnd type="none" w="med" len="med"/>
          </a:ln>
          <a:effectLst/>
        </p:spPr>
      </p:cxnSp>
      <p:cxnSp>
        <p:nvCxnSpPr>
          <p:cNvPr id="206" name="直線コネクタ 205">
            <a:extLst>
              <a:ext uri="{FF2B5EF4-FFF2-40B4-BE49-F238E27FC236}">
                <a16:creationId xmlns:a16="http://schemas.microsoft.com/office/drawing/2014/main" id="{1BEA30E5-FB49-E2A0-22A7-09F739825CD5}"/>
              </a:ext>
            </a:extLst>
          </p:cNvPr>
          <p:cNvCxnSpPr>
            <a:cxnSpLocks/>
          </p:cNvCxnSpPr>
          <p:nvPr/>
        </p:nvCxnSpPr>
        <p:spPr bwMode="auto">
          <a:xfrm flipH="1">
            <a:off x="3755976" y="5589023"/>
            <a:ext cx="5" cy="180000"/>
          </a:xfrm>
          <a:prstGeom prst="line">
            <a:avLst/>
          </a:prstGeom>
          <a:noFill/>
          <a:ln w="19050" cap="rnd" cmpd="sng" algn="ctr">
            <a:solidFill>
              <a:schemeClr val="accent5"/>
            </a:solidFill>
            <a:prstDash val="sysDot"/>
            <a:round/>
            <a:headEnd type="none" w="med" len="med"/>
            <a:tailEnd type="none" w="med" len="med"/>
          </a:ln>
          <a:effectLst/>
        </p:spPr>
      </p:cxnSp>
      <p:sp>
        <p:nvSpPr>
          <p:cNvPr id="208" name="テキスト プレースホルダー 2">
            <a:extLst>
              <a:ext uri="{FF2B5EF4-FFF2-40B4-BE49-F238E27FC236}">
                <a16:creationId xmlns:a16="http://schemas.microsoft.com/office/drawing/2014/main" id="{4BFAA9A8-AE9F-787A-9051-7EA8322EE72C}"/>
              </a:ext>
            </a:extLst>
          </p:cNvPr>
          <p:cNvSpPr>
            <a:spLocks noGrp="1"/>
          </p:cNvSpPr>
          <p:nvPr>
            <p:ph type="body" sz="quarter" idx="10"/>
          </p:nvPr>
        </p:nvSpPr>
        <p:spPr>
          <a:xfrm>
            <a:off x="1775952" y="6219031"/>
            <a:ext cx="8640096" cy="540006"/>
          </a:xfrm>
        </p:spPr>
        <p:txBody>
          <a:bodyPr/>
          <a:lstStyle/>
          <a:p>
            <a:r>
              <a:rPr kumimoji="1" lang="ja-JP" altLang="en-US" dirty="0"/>
              <a:t>左上の給水口から，右側２つのタンクに給水される</a:t>
            </a:r>
            <a:endParaRPr kumimoji="1" lang="en-US" dirty="0"/>
          </a:p>
        </p:txBody>
      </p:sp>
      <p:cxnSp>
        <p:nvCxnSpPr>
          <p:cNvPr id="4" name="直線矢印コネクタ 3">
            <a:extLst>
              <a:ext uri="{FF2B5EF4-FFF2-40B4-BE49-F238E27FC236}">
                <a16:creationId xmlns:a16="http://schemas.microsoft.com/office/drawing/2014/main" id="{FAC5F183-3454-3734-9C37-365BB52AB95E}"/>
              </a:ext>
            </a:extLst>
          </p:cNvPr>
          <p:cNvCxnSpPr>
            <a:stCxn id="35" idx="2"/>
          </p:cNvCxnSpPr>
          <p:nvPr/>
        </p:nvCxnSpPr>
        <p:spPr bwMode="auto">
          <a:xfrm flipV="1">
            <a:off x="3125966" y="2348988"/>
            <a:ext cx="2070024" cy="1"/>
          </a:xfrm>
          <a:prstGeom prst="straightConnector1">
            <a:avLst/>
          </a:prstGeom>
          <a:ln>
            <a:headEnd type="none" w="med" len="med"/>
            <a:tailEnd type="triangle"/>
          </a:ln>
        </p:spPr>
        <p:style>
          <a:lnRef idx="2">
            <a:schemeClr val="accent5"/>
          </a:lnRef>
          <a:fillRef idx="0">
            <a:schemeClr val="accent5"/>
          </a:fillRef>
          <a:effectRef idx="1">
            <a:schemeClr val="accent5"/>
          </a:effectRef>
          <a:fontRef idx="minor">
            <a:schemeClr val="tx1"/>
          </a:fontRef>
        </p:style>
      </p:cxnSp>
    </p:spTree>
    <p:extLst>
      <p:ext uri="{BB962C8B-B14F-4D97-AF65-F5344CB8AC3E}">
        <p14:creationId xmlns:p14="http://schemas.microsoft.com/office/powerpoint/2010/main" val="70610453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8863CC-CE9B-3E93-48E3-0B192C02357F}"/>
            </a:ext>
          </a:extLst>
        </p:cNvPr>
        <p:cNvGrpSpPr/>
        <p:nvPr/>
      </p:nvGrpSpPr>
      <p:grpSpPr>
        <a:xfrm>
          <a:off x="0" y="0"/>
          <a:ext cx="0" cy="0"/>
          <a:chOff x="0" y="0"/>
          <a:chExt cx="0" cy="0"/>
        </a:xfrm>
      </p:grpSpPr>
      <p:sp>
        <p:nvSpPr>
          <p:cNvPr id="93" name="正方形/長方形 92">
            <a:extLst>
              <a:ext uri="{FF2B5EF4-FFF2-40B4-BE49-F238E27FC236}">
                <a16:creationId xmlns:a16="http://schemas.microsoft.com/office/drawing/2014/main" id="{4E283F26-7C86-F0E2-6AA8-E406058F96DA}"/>
              </a:ext>
            </a:extLst>
          </p:cNvPr>
          <p:cNvSpPr/>
          <p:nvPr/>
        </p:nvSpPr>
        <p:spPr bwMode="auto">
          <a:xfrm rot="5400000">
            <a:off x="4610983" y="4554013"/>
            <a:ext cx="180003" cy="1530017"/>
          </a:xfrm>
          <a:prstGeom prst="rect">
            <a:avLst/>
          </a:prstGeom>
          <a:pattFill prst="wdUpDiag">
            <a:fgClr>
              <a:schemeClr val="accent5">
                <a:lumMod val="20000"/>
                <a:lumOff val="80000"/>
              </a:schemeClr>
            </a:fgClr>
            <a:bgClr>
              <a:schemeClr val="bg1"/>
            </a:bgClr>
          </a:patt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sp>
        <p:nvSpPr>
          <p:cNvPr id="71" name="正方形/長方形 70">
            <a:extLst>
              <a:ext uri="{FF2B5EF4-FFF2-40B4-BE49-F238E27FC236}">
                <a16:creationId xmlns:a16="http://schemas.microsoft.com/office/drawing/2014/main" id="{7ECBDB55-38A9-DB06-F0E1-73D15E2BE7F1}"/>
              </a:ext>
            </a:extLst>
          </p:cNvPr>
          <p:cNvSpPr/>
          <p:nvPr/>
        </p:nvSpPr>
        <p:spPr bwMode="auto">
          <a:xfrm rot="5400000">
            <a:off x="3980976" y="3744003"/>
            <a:ext cx="2790031" cy="180002"/>
          </a:xfrm>
          <a:prstGeom prst="rect">
            <a:avLst/>
          </a:prstGeom>
          <a:pattFill prst="wdUpDiag">
            <a:fgClr>
              <a:schemeClr val="accent5">
                <a:lumMod val="20000"/>
                <a:lumOff val="80000"/>
              </a:schemeClr>
            </a:fgClr>
            <a:bgClr>
              <a:schemeClr val="bg1"/>
            </a:bgClr>
          </a:patt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sp>
        <p:nvSpPr>
          <p:cNvPr id="82" name="正方形/長方形 81">
            <a:extLst>
              <a:ext uri="{FF2B5EF4-FFF2-40B4-BE49-F238E27FC236}">
                <a16:creationId xmlns:a16="http://schemas.microsoft.com/office/drawing/2014/main" id="{6F17E911-A386-4A66-11B9-159AD9734331}"/>
              </a:ext>
            </a:extLst>
          </p:cNvPr>
          <p:cNvSpPr/>
          <p:nvPr/>
        </p:nvSpPr>
        <p:spPr bwMode="auto">
          <a:xfrm rot="5400000">
            <a:off x="4610982" y="1583981"/>
            <a:ext cx="180003" cy="1530017"/>
          </a:xfrm>
          <a:prstGeom prst="rect">
            <a:avLst/>
          </a:prstGeom>
          <a:pattFill prst="wdUpDiag">
            <a:fgClr>
              <a:schemeClr val="accent5">
                <a:lumMod val="20000"/>
                <a:lumOff val="80000"/>
              </a:schemeClr>
            </a:fgClr>
            <a:bgClr>
              <a:schemeClr val="bg1"/>
            </a:bgClr>
          </a:patt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sp>
        <p:nvSpPr>
          <p:cNvPr id="85" name="正方形/長方形 84">
            <a:extLst>
              <a:ext uri="{FF2B5EF4-FFF2-40B4-BE49-F238E27FC236}">
                <a16:creationId xmlns:a16="http://schemas.microsoft.com/office/drawing/2014/main" id="{4A7BF82E-29E5-293E-98E5-6A090E8E1C95}"/>
              </a:ext>
            </a:extLst>
          </p:cNvPr>
          <p:cNvSpPr/>
          <p:nvPr/>
        </p:nvSpPr>
        <p:spPr bwMode="auto">
          <a:xfrm rot="5400000">
            <a:off x="6050999" y="2933995"/>
            <a:ext cx="180003" cy="1530017"/>
          </a:xfrm>
          <a:prstGeom prst="rect">
            <a:avLst/>
          </a:prstGeom>
          <a:pattFill prst="wdUpDiag">
            <a:fgClr>
              <a:schemeClr val="accent5">
                <a:lumMod val="20000"/>
                <a:lumOff val="80000"/>
              </a:schemeClr>
            </a:fgClr>
            <a:bgClr>
              <a:schemeClr val="bg1"/>
            </a:bgClr>
          </a:patt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sp>
        <p:nvSpPr>
          <p:cNvPr id="86" name="正方形/長方形 85">
            <a:extLst>
              <a:ext uri="{FF2B5EF4-FFF2-40B4-BE49-F238E27FC236}">
                <a16:creationId xmlns:a16="http://schemas.microsoft.com/office/drawing/2014/main" id="{AF1010E9-8AD7-0C98-28F2-10967507CA38}"/>
              </a:ext>
            </a:extLst>
          </p:cNvPr>
          <p:cNvSpPr/>
          <p:nvPr/>
        </p:nvSpPr>
        <p:spPr bwMode="auto">
          <a:xfrm rot="5400000">
            <a:off x="7491014" y="503968"/>
            <a:ext cx="180003" cy="1710019"/>
          </a:xfrm>
          <a:prstGeom prst="rect">
            <a:avLst/>
          </a:prstGeom>
          <a:pattFill prst="wdUpDiag">
            <a:fgClr>
              <a:schemeClr val="accent5">
                <a:lumMod val="20000"/>
                <a:lumOff val="80000"/>
              </a:schemeClr>
            </a:fgClr>
            <a:bgClr>
              <a:schemeClr val="bg1"/>
            </a:bgClr>
          </a:patt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sp>
        <p:nvSpPr>
          <p:cNvPr id="87" name="正方形/長方形 86">
            <a:extLst>
              <a:ext uri="{FF2B5EF4-FFF2-40B4-BE49-F238E27FC236}">
                <a16:creationId xmlns:a16="http://schemas.microsoft.com/office/drawing/2014/main" id="{78ECDAEA-D526-997D-1466-24EB390216A7}"/>
              </a:ext>
            </a:extLst>
          </p:cNvPr>
          <p:cNvSpPr/>
          <p:nvPr/>
        </p:nvSpPr>
        <p:spPr bwMode="auto">
          <a:xfrm rot="5400000">
            <a:off x="8481026" y="1043974"/>
            <a:ext cx="450005" cy="540006"/>
          </a:xfrm>
          <a:prstGeom prst="rect">
            <a:avLst/>
          </a:prstGeom>
          <a:pattFill prst="wdUpDiag">
            <a:fgClr>
              <a:schemeClr val="accent5">
                <a:lumMod val="20000"/>
                <a:lumOff val="80000"/>
              </a:schemeClr>
            </a:fgClr>
            <a:bgClr>
              <a:schemeClr val="bg1"/>
            </a:bgClr>
          </a:patt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sp>
        <p:nvSpPr>
          <p:cNvPr id="88" name="正方形/長方形 87">
            <a:extLst>
              <a:ext uri="{FF2B5EF4-FFF2-40B4-BE49-F238E27FC236}">
                <a16:creationId xmlns:a16="http://schemas.microsoft.com/office/drawing/2014/main" id="{0DB13B0E-8E85-B01F-C016-B3B5F54C3204}"/>
              </a:ext>
            </a:extLst>
          </p:cNvPr>
          <p:cNvSpPr/>
          <p:nvPr/>
        </p:nvSpPr>
        <p:spPr bwMode="auto">
          <a:xfrm rot="5400000">
            <a:off x="5735996" y="2438989"/>
            <a:ext cx="2160024" cy="180002"/>
          </a:xfrm>
          <a:prstGeom prst="rect">
            <a:avLst/>
          </a:prstGeom>
          <a:pattFill prst="wdUpDiag">
            <a:fgClr>
              <a:schemeClr val="accent5">
                <a:lumMod val="20000"/>
                <a:lumOff val="80000"/>
              </a:schemeClr>
            </a:fgClr>
            <a:bgClr>
              <a:schemeClr val="bg1"/>
            </a:bgClr>
          </a:patt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sp>
        <p:nvSpPr>
          <p:cNvPr id="90" name="正方形/長方形 89">
            <a:extLst>
              <a:ext uri="{FF2B5EF4-FFF2-40B4-BE49-F238E27FC236}">
                <a16:creationId xmlns:a16="http://schemas.microsoft.com/office/drawing/2014/main" id="{773D4F5F-1350-1905-4A54-FE34F77785D0}"/>
              </a:ext>
            </a:extLst>
          </p:cNvPr>
          <p:cNvSpPr/>
          <p:nvPr/>
        </p:nvSpPr>
        <p:spPr bwMode="auto">
          <a:xfrm rot="5400000">
            <a:off x="6321002" y="4194008"/>
            <a:ext cx="990011" cy="180002"/>
          </a:xfrm>
          <a:prstGeom prst="rect">
            <a:avLst/>
          </a:prstGeom>
          <a:pattFill prst="wdUpDiag">
            <a:fgClr>
              <a:schemeClr val="accent5">
                <a:lumMod val="20000"/>
                <a:lumOff val="80000"/>
              </a:schemeClr>
            </a:fgClr>
            <a:bgClr>
              <a:schemeClr val="bg1"/>
            </a:bgClr>
          </a:patt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sp>
        <p:nvSpPr>
          <p:cNvPr id="91" name="正方形/長方形 90">
            <a:extLst>
              <a:ext uri="{FF2B5EF4-FFF2-40B4-BE49-F238E27FC236}">
                <a16:creationId xmlns:a16="http://schemas.microsoft.com/office/drawing/2014/main" id="{E0BA2384-2DB2-06CC-74C8-F8D8183D44E2}"/>
              </a:ext>
            </a:extLst>
          </p:cNvPr>
          <p:cNvSpPr/>
          <p:nvPr/>
        </p:nvSpPr>
        <p:spPr bwMode="auto">
          <a:xfrm rot="5400000">
            <a:off x="7581015" y="3924007"/>
            <a:ext cx="180003" cy="1530017"/>
          </a:xfrm>
          <a:prstGeom prst="rect">
            <a:avLst/>
          </a:prstGeom>
          <a:pattFill prst="wdUpDiag">
            <a:fgClr>
              <a:schemeClr val="accent5">
                <a:lumMod val="20000"/>
                <a:lumOff val="80000"/>
              </a:schemeClr>
            </a:fgClr>
            <a:bgClr>
              <a:schemeClr val="bg1"/>
            </a:bgClr>
          </a:patt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sp>
        <p:nvSpPr>
          <p:cNvPr id="92" name="正方形/長方形 91">
            <a:extLst>
              <a:ext uri="{FF2B5EF4-FFF2-40B4-BE49-F238E27FC236}">
                <a16:creationId xmlns:a16="http://schemas.microsoft.com/office/drawing/2014/main" id="{BAE21499-EA5D-0BF6-9DA4-9E2A7C6D58F5}"/>
              </a:ext>
            </a:extLst>
          </p:cNvPr>
          <p:cNvSpPr/>
          <p:nvPr/>
        </p:nvSpPr>
        <p:spPr bwMode="auto">
          <a:xfrm rot="5400000">
            <a:off x="8526027" y="4419011"/>
            <a:ext cx="360004" cy="540006"/>
          </a:xfrm>
          <a:prstGeom prst="rect">
            <a:avLst/>
          </a:prstGeom>
          <a:pattFill prst="wdUpDiag">
            <a:fgClr>
              <a:schemeClr val="accent5">
                <a:lumMod val="20000"/>
                <a:lumOff val="80000"/>
              </a:schemeClr>
            </a:fgClr>
            <a:bgClr>
              <a:schemeClr val="bg1"/>
            </a:bgClr>
          </a:patt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sp>
        <p:nvSpPr>
          <p:cNvPr id="2" name="タイトル 1">
            <a:extLst>
              <a:ext uri="{FF2B5EF4-FFF2-40B4-BE49-F238E27FC236}">
                <a16:creationId xmlns:a16="http://schemas.microsoft.com/office/drawing/2014/main" id="{22B83246-3657-55EF-B4AC-881D8A816531}"/>
              </a:ext>
            </a:extLst>
          </p:cNvPr>
          <p:cNvSpPr>
            <a:spLocks noGrp="1"/>
          </p:cNvSpPr>
          <p:nvPr>
            <p:ph type="title"/>
          </p:nvPr>
        </p:nvSpPr>
        <p:spPr>
          <a:xfrm>
            <a:off x="875942" y="0"/>
            <a:ext cx="11316058" cy="908972"/>
          </a:xfrm>
        </p:spPr>
        <p:txBody>
          <a:bodyPr/>
          <a:lstStyle/>
          <a:p>
            <a:r>
              <a:rPr kumimoji="1" lang="ja-JP" altLang="en-US" sz="2400" dirty="0"/>
              <a:t>入力が </a:t>
            </a:r>
            <a:r>
              <a:rPr lang="en-US" altLang="ja-JP" sz="2400" dirty="0"/>
              <a:t>0 </a:t>
            </a:r>
            <a:r>
              <a:rPr lang="ja-JP" altLang="en-US" sz="2400" dirty="0"/>
              <a:t>→ </a:t>
            </a:r>
            <a:r>
              <a:rPr lang="en-US" altLang="ja-JP" sz="2400" dirty="0"/>
              <a:t>1 </a:t>
            </a:r>
            <a:r>
              <a:rPr lang="ja-JP" altLang="en-US" sz="2400" dirty="0"/>
              <a:t>に遷移すると，</a:t>
            </a:r>
            <a:br>
              <a:rPr lang="en-US" altLang="ja-JP" sz="2400" dirty="0"/>
            </a:br>
            <a:r>
              <a:rPr lang="ja-JP" altLang="en-US" sz="2400" dirty="0"/>
              <a:t>中央と右側タンクの水（斜線部分）が排水される</a:t>
            </a:r>
            <a:endParaRPr kumimoji="1" lang="en-US" sz="2400" dirty="0"/>
          </a:p>
        </p:txBody>
      </p:sp>
      <p:cxnSp>
        <p:nvCxnSpPr>
          <p:cNvPr id="75" name="直線コネクタ 74">
            <a:extLst>
              <a:ext uri="{FF2B5EF4-FFF2-40B4-BE49-F238E27FC236}">
                <a16:creationId xmlns:a16="http://schemas.microsoft.com/office/drawing/2014/main" id="{538F24C7-1ED8-2C14-8C49-A166C61047CA}"/>
              </a:ext>
            </a:extLst>
          </p:cNvPr>
          <p:cNvCxnSpPr>
            <a:cxnSpLocks/>
          </p:cNvCxnSpPr>
          <p:nvPr/>
        </p:nvCxnSpPr>
        <p:spPr bwMode="auto">
          <a:xfrm>
            <a:off x="335400" y="3609001"/>
            <a:ext cx="1530017" cy="0"/>
          </a:xfrm>
          <a:prstGeom prst="line">
            <a:avLst/>
          </a:prstGeom>
          <a:noFill/>
          <a:ln w="19050" cap="flat" cmpd="sng" algn="ctr">
            <a:solidFill>
              <a:schemeClr val="tx1"/>
            </a:solidFill>
            <a:prstDash val="solid"/>
            <a:round/>
            <a:headEnd type="none" w="med" len="med"/>
            <a:tailEnd type="none" w="med" len="med"/>
          </a:ln>
          <a:effectLst/>
        </p:spPr>
      </p:cxnSp>
      <p:cxnSp>
        <p:nvCxnSpPr>
          <p:cNvPr id="76" name="直線コネクタ 75">
            <a:extLst>
              <a:ext uri="{FF2B5EF4-FFF2-40B4-BE49-F238E27FC236}">
                <a16:creationId xmlns:a16="http://schemas.microsoft.com/office/drawing/2014/main" id="{CDB96911-4FBD-C501-A608-66F8EC3C174E}"/>
              </a:ext>
            </a:extLst>
          </p:cNvPr>
          <p:cNvCxnSpPr>
            <a:cxnSpLocks/>
          </p:cNvCxnSpPr>
          <p:nvPr/>
        </p:nvCxnSpPr>
        <p:spPr bwMode="auto">
          <a:xfrm>
            <a:off x="335400" y="3789003"/>
            <a:ext cx="1530017" cy="0"/>
          </a:xfrm>
          <a:prstGeom prst="line">
            <a:avLst/>
          </a:prstGeom>
          <a:noFill/>
          <a:ln w="19050" cap="flat" cmpd="sng" algn="ctr">
            <a:solidFill>
              <a:schemeClr val="tx1"/>
            </a:solidFill>
            <a:prstDash val="solid"/>
            <a:round/>
            <a:headEnd type="none" w="med" len="med"/>
            <a:tailEnd type="none" w="med" len="med"/>
          </a:ln>
          <a:effectLst/>
        </p:spPr>
      </p:cxnSp>
      <p:sp>
        <p:nvSpPr>
          <p:cNvPr id="62" name="正方形/長方形 61">
            <a:extLst>
              <a:ext uri="{FF2B5EF4-FFF2-40B4-BE49-F238E27FC236}">
                <a16:creationId xmlns:a16="http://schemas.microsoft.com/office/drawing/2014/main" id="{C7523370-B6BC-EA4F-21D1-075B7893ECD0}"/>
              </a:ext>
            </a:extLst>
          </p:cNvPr>
          <p:cNvSpPr/>
          <p:nvPr/>
        </p:nvSpPr>
        <p:spPr bwMode="auto">
          <a:xfrm>
            <a:off x="1865417" y="1628979"/>
            <a:ext cx="180002" cy="3150035"/>
          </a:xfrm>
          <a:prstGeom prst="rect">
            <a:avLst/>
          </a:prstGeom>
          <a:solidFill>
            <a:schemeClr val="accent5">
              <a:lumMod val="20000"/>
              <a:lumOff val="80000"/>
            </a:schemeClr>
          </a:solid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sp>
        <p:nvSpPr>
          <p:cNvPr id="63" name="正方形/長方形 62">
            <a:extLst>
              <a:ext uri="{FF2B5EF4-FFF2-40B4-BE49-F238E27FC236}">
                <a16:creationId xmlns:a16="http://schemas.microsoft.com/office/drawing/2014/main" id="{9FCBBFD3-4CC0-6F33-EF14-B9659B6EEED0}"/>
              </a:ext>
            </a:extLst>
          </p:cNvPr>
          <p:cNvSpPr/>
          <p:nvPr/>
        </p:nvSpPr>
        <p:spPr bwMode="auto">
          <a:xfrm>
            <a:off x="2045418" y="1628980"/>
            <a:ext cx="1530017" cy="180002"/>
          </a:xfrm>
          <a:prstGeom prst="rect">
            <a:avLst/>
          </a:prstGeom>
          <a:solidFill>
            <a:schemeClr val="accent5">
              <a:lumMod val="20000"/>
              <a:lumOff val="80000"/>
            </a:schemeClr>
          </a:solid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sp>
        <p:nvSpPr>
          <p:cNvPr id="64" name="正方形/長方形 63">
            <a:extLst>
              <a:ext uri="{FF2B5EF4-FFF2-40B4-BE49-F238E27FC236}">
                <a16:creationId xmlns:a16="http://schemas.microsoft.com/office/drawing/2014/main" id="{7BD501EA-A578-02B1-F71E-19D3516BE8BC}"/>
              </a:ext>
            </a:extLst>
          </p:cNvPr>
          <p:cNvSpPr/>
          <p:nvPr/>
        </p:nvSpPr>
        <p:spPr bwMode="auto">
          <a:xfrm>
            <a:off x="3575437" y="4509012"/>
            <a:ext cx="540006" cy="360005"/>
          </a:xfrm>
          <a:prstGeom prst="rect">
            <a:avLst/>
          </a:prstGeom>
          <a:solidFill>
            <a:schemeClr val="accent5">
              <a:lumMod val="20000"/>
              <a:lumOff val="80000"/>
            </a:schemeClr>
          </a:solid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cxnSp>
        <p:nvCxnSpPr>
          <p:cNvPr id="65" name="直線コネクタ 64">
            <a:extLst>
              <a:ext uri="{FF2B5EF4-FFF2-40B4-BE49-F238E27FC236}">
                <a16:creationId xmlns:a16="http://schemas.microsoft.com/office/drawing/2014/main" id="{DE8EC008-136F-C374-4D54-A293AA54353C}"/>
              </a:ext>
            </a:extLst>
          </p:cNvPr>
          <p:cNvCxnSpPr>
            <a:cxnSpLocks/>
          </p:cNvCxnSpPr>
          <p:nvPr/>
        </p:nvCxnSpPr>
        <p:spPr bwMode="auto">
          <a:xfrm>
            <a:off x="3575437" y="4869017"/>
            <a:ext cx="540006" cy="0"/>
          </a:xfrm>
          <a:prstGeom prst="line">
            <a:avLst/>
          </a:prstGeom>
          <a:noFill/>
          <a:ln w="19050" cap="rnd" cmpd="sng" algn="ctr">
            <a:solidFill>
              <a:schemeClr val="accent5"/>
            </a:solidFill>
            <a:prstDash val="solid"/>
            <a:round/>
            <a:headEnd type="none" w="med" len="med"/>
            <a:tailEnd type="none" w="med" len="med"/>
          </a:ln>
          <a:effectLst/>
        </p:spPr>
      </p:cxnSp>
      <p:cxnSp>
        <p:nvCxnSpPr>
          <p:cNvPr id="66" name="直線コネクタ 65">
            <a:extLst>
              <a:ext uri="{FF2B5EF4-FFF2-40B4-BE49-F238E27FC236}">
                <a16:creationId xmlns:a16="http://schemas.microsoft.com/office/drawing/2014/main" id="{15CEEEA3-66B2-C83F-55CD-74E3C7D82996}"/>
              </a:ext>
            </a:extLst>
          </p:cNvPr>
          <p:cNvCxnSpPr>
            <a:cxnSpLocks/>
          </p:cNvCxnSpPr>
          <p:nvPr/>
        </p:nvCxnSpPr>
        <p:spPr bwMode="auto">
          <a:xfrm>
            <a:off x="3575437" y="4419011"/>
            <a:ext cx="0" cy="180002"/>
          </a:xfrm>
          <a:prstGeom prst="line">
            <a:avLst/>
          </a:prstGeom>
          <a:noFill/>
          <a:ln w="19050" cap="rnd" cmpd="sng" algn="ctr">
            <a:solidFill>
              <a:schemeClr val="accent5"/>
            </a:solidFill>
            <a:prstDash val="solid"/>
            <a:round/>
            <a:headEnd type="none" w="med" len="med"/>
            <a:tailEnd type="none" w="med" len="med"/>
          </a:ln>
          <a:effectLst/>
        </p:spPr>
      </p:cxnSp>
      <p:cxnSp>
        <p:nvCxnSpPr>
          <p:cNvPr id="67" name="直線コネクタ 66">
            <a:extLst>
              <a:ext uri="{FF2B5EF4-FFF2-40B4-BE49-F238E27FC236}">
                <a16:creationId xmlns:a16="http://schemas.microsoft.com/office/drawing/2014/main" id="{1DC8B404-C2BD-2809-575F-89D5E142D200}"/>
              </a:ext>
            </a:extLst>
          </p:cNvPr>
          <p:cNvCxnSpPr>
            <a:cxnSpLocks/>
          </p:cNvCxnSpPr>
          <p:nvPr/>
        </p:nvCxnSpPr>
        <p:spPr bwMode="auto">
          <a:xfrm>
            <a:off x="4115443" y="4419011"/>
            <a:ext cx="0" cy="450041"/>
          </a:xfrm>
          <a:prstGeom prst="line">
            <a:avLst/>
          </a:prstGeom>
          <a:noFill/>
          <a:ln w="19050" cap="rnd" cmpd="sng" algn="ctr">
            <a:solidFill>
              <a:schemeClr val="accent5"/>
            </a:solidFill>
            <a:prstDash val="solid"/>
            <a:round/>
            <a:headEnd type="none" w="med" len="med"/>
            <a:tailEnd type="none" w="med" len="med"/>
          </a:ln>
          <a:effectLst/>
        </p:spPr>
      </p:cxnSp>
      <p:cxnSp>
        <p:nvCxnSpPr>
          <p:cNvPr id="69" name="直線コネクタ 68">
            <a:extLst>
              <a:ext uri="{FF2B5EF4-FFF2-40B4-BE49-F238E27FC236}">
                <a16:creationId xmlns:a16="http://schemas.microsoft.com/office/drawing/2014/main" id="{375BE37F-B1F8-A02F-A90A-D2011B02422A}"/>
              </a:ext>
            </a:extLst>
          </p:cNvPr>
          <p:cNvCxnSpPr>
            <a:cxnSpLocks/>
          </p:cNvCxnSpPr>
          <p:nvPr/>
        </p:nvCxnSpPr>
        <p:spPr bwMode="auto">
          <a:xfrm flipV="1">
            <a:off x="3845438" y="4869017"/>
            <a:ext cx="0" cy="180002"/>
          </a:xfrm>
          <a:prstGeom prst="line">
            <a:avLst/>
          </a:prstGeom>
          <a:noFill/>
          <a:ln w="19050" cap="flat" cmpd="sng" algn="ctr">
            <a:solidFill>
              <a:schemeClr val="accent5"/>
            </a:solidFill>
            <a:prstDash val="solid"/>
            <a:round/>
            <a:headEnd type="none" w="med" len="med"/>
            <a:tailEnd type="none" w="med" len="med"/>
          </a:ln>
          <a:effectLst/>
        </p:spPr>
      </p:cxnSp>
      <p:sp>
        <p:nvSpPr>
          <p:cNvPr id="70" name="正方形/長方形 69">
            <a:extLst>
              <a:ext uri="{FF2B5EF4-FFF2-40B4-BE49-F238E27FC236}">
                <a16:creationId xmlns:a16="http://schemas.microsoft.com/office/drawing/2014/main" id="{C4D078DC-59C2-8C22-637E-213F74948B46}"/>
              </a:ext>
            </a:extLst>
          </p:cNvPr>
          <p:cNvSpPr/>
          <p:nvPr/>
        </p:nvSpPr>
        <p:spPr bwMode="auto">
          <a:xfrm rot="5400000">
            <a:off x="3665436" y="4689014"/>
            <a:ext cx="180002" cy="1260015"/>
          </a:xfrm>
          <a:prstGeom prst="rect">
            <a:avLst/>
          </a:prstGeom>
          <a:pattFill prst="wdUpDiag">
            <a:fgClr>
              <a:schemeClr val="accent5">
                <a:lumMod val="20000"/>
                <a:lumOff val="80000"/>
              </a:schemeClr>
            </a:fgClr>
            <a:bgClr>
              <a:schemeClr val="bg1"/>
            </a:bgClr>
          </a:patt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cxnSp>
        <p:nvCxnSpPr>
          <p:cNvPr id="74" name="直線コネクタ 73">
            <a:extLst>
              <a:ext uri="{FF2B5EF4-FFF2-40B4-BE49-F238E27FC236}">
                <a16:creationId xmlns:a16="http://schemas.microsoft.com/office/drawing/2014/main" id="{00C0E963-C400-BF19-CB01-3301803F9CCC}"/>
              </a:ext>
            </a:extLst>
          </p:cNvPr>
          <p:cNvCxnSpPr>
            <a:cxnSpLocks/>
          </p:cNvCxnSpPr>
          <p:nvPr/>
        </p:nvCxnSpPr>
        <p:spPr bwMode="auto">
          <a:xfrm>
            <a:off x="3935441" y="5229022"/>
            <a:ext cx="1350015" cy="0"/>
          </a:xfrm>
          <a:prstGeom prst="line">
            <a:avLst/>
          </a:prstGeom>
          <a:noFill/>
          <a:ln w="19050" cap="flat" cmpd="sng" algn="ctr">
            <a:solidFill>
              <a:schemeClr val="tx1"/>
            </a:solidFill>
            <a:prstDash val="solid"/>
            <a:round/>
            <a:headEnd type="none" w="med" len="med"/>
            <a:tailEnd type="none" w="med" len="med"/>
          </a:ln>
          <a:effectLst/>
        </p:spPr>
      </p:cxnSp>
      <p:cxnSp>
        <p:nvCxnSpPr>
          <p:cNvPr id="77" name="直線コネクタ 76">
            <a:extLst>
              <a:ext uri="{FF2B5EF4-FFF2-40B4-BE49-F238E27FC236}">
                <a16:creationId xmlns:a16="http://schemas.microsoft.com/office/drawing/2014/main" id="{B2527C6F-9281-BF0D-9D99-3F912510DA10}"/>
              </a:ext>
            </a:extLst>
          </p:cNvPr>
          <p:cNvCxnSpPr>
            <a:cxnSpLocks/>
          </p:cNvCxnSpPr>
          <p:nvPr/>
        </p:nvCxnSpPr>
        <p:spPr bwMode="auto">
          <a:xfrm>
            <a:off x="3125430" y="5409022"/>
            <a:ext cx="2340026" cy="0"/>
          </a:xfrm>
          <a:prstGeom prst="line">
            <a:avLst/>
          </a:prstGeom>
          <a:noFill/>
          <a:ln w="19050" cap="flat" cmpd="sng" algn="ctr">
            <a:solidFill>
              <a:schemeClr val="tx1"/>
            </a:solidFill>
            <a:prstDash val="solid"/>
            <a:round/>
            <a:headEnd type="none" w="med" len="med"/>
            <a:tailEnd type="none" w="med" len="med"/>
          </a:ln>
          <a:effectLst/>
        </p:spPr>
      </p:cxnSp>
      <p:cxnSp>
        <p:nvCxnSpPr>
          <p:cNvPr id="79" name="直線コネクタ 78">
            <a:extLst>
              <a:ext uri="{FF2B5EF4-FFF2-40B4-BE49-F238E27FC236}">
                <a16:creationId xmlns:a16="http://schemas.microsoft.com/office/drawing/2014/main" id="{8F49C2E3-91CD-39A2-6EE2-5349D3D3CE07}"/>
              </a:ext>
            </a:extLst>
          </p:cNvPr>
          <p:cNvCxnSpPr>
            <a:cxnSpLocks/>
          </p:cNvCxnSpPr>
          <p:nvPr/>
        </p:nvCxnSpPr>
        <p:spPr bwMode="auto">
          <a:xfrm>
            <a:off x="3125430" y="5229020"/>
            <a:ext cx="630007" cy="0"/>
          </a:xfrm>
          <a:prstGeom prst="line">
            <a:avLst/>
          </a:prstGeom>
          <a:noFill/>
          <a:ln w="19050" cap="flat" cmpd="sng" algn="ctr">
            <a:solidFill>
              <a:schemeClr val="tx1"/>
            </a:solidFill>
            <a:prstDash val="solid"/>
            <a:round/>
            <a:headEnd type="none" w="med" len="med"/>
            <a:tailEnd type="none" w="med" len="med"/>
          </a:ln>
          <a:effectLst/>
        </p:spPr>
      </p:cxnSp>
      <p:sp>
        <p:nvSpPr>
          <p:cNvPr id="80" name="正方形/長方形 79">
            <a:extLst>
              <a:ext uri="{FF2B5EF4-FFF2-40B4-BE49-F238E27FC236}">
                <a16:creationId xmlns:a16="http://schemas.microsoft.com/office/drawing/2014/main" id="{FC03196C-EB4A-4860-3A59-B670ADB454FA}"/>
              </a:ext>
            </a:extLst>
          </p:cNvPr>
          <p:cNvSpPr/>
          <p:nvPr/>
        </p:nvSpPr>
        <p:spPr bwMode="auto">
          <a:xfrm rot="5400000">
            <a:off x="3755437" y="5049019"/>
            <a:ext cx="180002" cy="180001"/>
          </a:xfrm>
          <a:prstGeom prst="rect">
            <a:avLst/>
          </a:prstGeom>
          <a:solidFill>
            <a:schemeClr val="accent5"/>
          </a:solidFill>
          <a:ln>
            <a:solidFill>
              <a:schemeClr val="accent5"/>
            </a:solidFill>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sp>
        <p:nvSpPr>
          <p:cNvPr id="97" name="正方形/長方形 96">
            <a:extLst>
              <a:ext uri="{FF2B5EF4-FFF2-40B4-BE49-F238E27FC236}">
                <a16:creationId xmlns:a16="http://schemas.microsoft.com/office/drawing/2014/main" id="{651DE5B9-3F74-3700-0369-276D88997748}"/>
              </a:ext>
            </a:extLst>
          </p:cNvPr>
          <p:cNvSpPr/>
          <p:nvPr/>
        </p:nvSpPr>
        <p:spPr bwMode="auto">
          <a:xfrm rot="5400000" flipH="1">
            <a:off x="3620433" y="5544022"/>
            <a:ext cx="450004" cy="180001"/>
          </a:xfrm>
          <a:prstGeom prst="rect">
            <a:avLst/>
          </a:prstGeom>
          <a:solidFill>
            <a:schemeClr val="accent5"/>
          </a:solidFill>
          <a:ln>
            <a:solidFill>
              <a:schemeClr val="accent5"/>
            </a:solidFill>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cxnSp>
        <p:nvCxnSpPr>
          <p:cNvPr id="98" name="直線コネクタ 97">
            <a:extLst>
              <a:ext uri="{FF2B5EF4-FFF2-40B4-BE49-F238E27FC236}">
                <a16:creationId xmlns:a16="http://schemas.microsoft.com/office/drawing/2014/main" id="{6A9ED04C-056C-38CC-2446-E425867AE663}"/>
              </a:ext>
            </a:extLst>
          </p:cNvPr>
          <p:cNvCxnSpPr>
            <a:cxnSpLocks/>
          </p:cNvCxnSpPr>
          <p:nvPr/>
        </p:nvCxnSpPr>
        <p:spPr bwMode="auto">
          <a:xfrm flipH="1">
            <a:off x="3935437" y="5229019"/>
            <a:ext cx="3" cy="180000"/>
          </a:xfrm>
          <a:prstGeom prst="line">
            <a:avLst/>
          </a:prstGeom>
          <a:noFill/>
          <a:ln w="19050" cap="rnd" cmpd="sng" algn="ctr">
            <a:solidFill>
              <a:schemeClr val="accent5"/>
            </a:solidFill>
            <a:prstDash val="sysDot"/>
            <a:round/>
            <a:headEnd type="none" w="med" len="med"/>
            <a:tailEnd type="none" w="med" len="med"/>
          </a:ln>
          <a:effectLst/>
        </p:spPr>
      </p:cxnSp>
      <p:cxnSp>
        <p:nvCxnSpPr>
          <p:cNvPr id="99" name="直線コネクタ 98">
            <a:extLst>
              <a:ext uri="{FF2B5EF4-FFF2-40B4-BE49-F238E27FC236}">
                <a16:creationId xmlns:a16="http://schemas.microsoft.com/office/drawing/2014/main" id="{6BCF06EA-BE06-0A91-B32B-62BD9116BE7C}"/>
              </a:ext>
            </a:extLst>
          </p:cNvPr>
          <p:cNvCxnSpPr>
            <a:cxnSpLocks/>
          </p:cNvCxnSpPr>
          <p:nvPr/>
        </p:nvCxnSpPr>
        <p:spPr bwMode="auto">
          <a:xfrm flipH="1">
            <a:off x="3755436" y="5229019"/>
            <a:ext cx="5" cy="180000"/>
          </a:xfrm>
          <a:prstGeom prst="line">
            <a:avLst/>
          </a:prstGeom>
          <a:noFill/>
          <a:ln w="19050" cap="rnd" cmpd="sng" algn="ctr">
            <a:solidFill>
              <a:schemeClr val="accent5"/>
            </a:solidFill>
            <a:prstDash val="sysDot"/>
            <a:round/>
            <a:headEnd type="none" w="med" len="med"/>
            <a:tailEnd type="none" w="med" len="med"/>
          </a:ln>
          <a:effectLst/>
        </p:spPr>
      </p:cxnSp>
      <p:sp>
        <p:nvSpPr>
          <p:cNvPr id="100" name="Rectangle 93">
            <a:extLst>
              <a:ext uri="{FF2B5EF4-FFF2-40B4-BE49-F238E27FC236}">
                <a16:creationId xmlns:a16="http://schemas.microsoft.com/office/drawing/2014/main" id="{F8BF790B-A217-9F53-396E-4004115C241B}"/>
              </a:ext>
            </a:extLst>
          </p:cNvPr>
          <p:cNvSpPr>
            <a:spLocks noChangeArrowheads="1"/>
          </p:cNvSpPr>
          <p:nvPr/>
        </p:nvSpPr>
        <p:spPr bwMode="auto">
          <a:xfrm>
            <a:off x="3665435" y="4059007"/>
            <a:ext cx="361079" cy="360004"/>
          </a:xfrm>
          <a:prstGeom prst="rect">
            <a:avLst/>
          </a:prstGeom>
          <a:noFill/>
          <a:ln w="12700" algn="ctr">
            <a:noFill/>
            <a:miter lim="800000"/>
            <a:headEnd/>
            <a:tailEnd/>
          </a:ln>
          <a:effectLst/>
        </p:spPr>
        <p:txBody>
          <a:bodyPr wrap="none" lIns="90000" tIns="46800" rIns="90000" bIns="46800" anchor="ctr"/>
          <a:lstStyle/>
          <a:p>
            <a:r>
              <a:rPr lang="en-US" altLang="ja-JP" dirty="0"/>
              <a:t>G</a:t>
            </a:r>
          </a:p>
        </p:txBody>
      </p:sp>
      <p:sp>
        <p:nvSpPr>
          <p:cNvPr id="102" name="正方形/長方形 101">
            <a:extLst>
              <a:ext uri="{FF2B5EF4-FFF2-40B4-BE49-F238E27FC236}">
                <a16:creationId xmlns:a16="http://schemas.microsoft.com/office/drawing/2014/main" id="{6139EDB9-A20B-C92E-1048-7017EC79C4EF}"/>
              </a:ext>
            </a:extLst>
          </p:cNvPr>
          <p:cNvSpPr/>
          <p:nvPr/>
        </p:nvSpPr>
        <p:spPr bwMode="auto">
          <a:xfrm>
            <a:off x="3575437" y="1538979"/>
            <a:ext cx="540006" cy="360005"/>
          </a:xfrm>
          <a:prstGeom prst="rect">
            <a:avLst/>
          </a:prstGeom>
          <a:solidFill>
            <a:schemeClr val="accent5">
              <a:lumMod val="20000"/>
              <a:lumOff val="80000"/>
            </a:schemeClr>
          </a:solid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cxnSp>
        <p:nvCxnSpPr>
          <p:cNvPr id="103" name="直線コネクタ 102">
            <a:extLst>
              <a:ext uri="{FF2B5EF4-FFF2-40B4-BE49-F238E27FC236}">
                <a16:creationId xmlns:a16="http://schemas.microsoft.com/office/drawing/2014/main" id="{6FBA540C-8869-E2B4-F501-DE6138A96BDE}"/>
              </a:ext>
            </a:extLst>
          </p:cNvPr>
          <p:cNvCxnSpPr>
            <a:cxnSpLocks/>
          </p:cNvCxnSpPr>
          <p:nvPr/>
        </p:nvCxnSpPr>
        <p:spPr bwMode="auto">
          <a:xfrm>
            <a:off x="3575437" y="1898984"/>
            <a:ext cx="540006" cy="0"/>
          </a:xfrm>
          <a:prstGeom prst="line">
            <a:avLst/>
          </a:prstGeom>
          <a:noFill/>
          <a:ln w="19050" cap="rnd" cmpd="sng" algn="ctr">
            <a:solidFill>
              <a:schemeClr val="accent6"/>
            </a:solidFill>
            <a:prstDash val="solid"/>
            <a:round/>
            <a:headEnd type="none" w="med" len="med"/>
            <a:tailEnd type="none" w="med" len="med"/>
          </a:ln>
          <a:effectLst/>
        </p:spPr>
      </p:cxnSp>
      <p:cxnSp>
        <p:nvCxnSpPr>
          <p:cNvPr id="104" name="直線コネクタ 103">
            <a:extLst>
              <a:ext uri="{FF2B5EF4-FFF2-40B4-BE49-F238E27FC236}">
                <a16:creationId xmlns:a16="http://schemas.microsoft.com/office/drawing/2014/main" id="{056AC4F5-F630-BDBB-0C73-4091EEDECAD6}"/>
              </a:ext>
            </a:extLst>
          </p:cNvPr>
          <p:cNvCxnSpPr>
            <a:cxnSpLocks/>
          </p:cNvCxnSpPr>
          <p:nvPr/>
        </p:nvCxnSpPr>
        <p:spPr bwMode="auto">
          <a:xfrm>
            <a:off x="3575437" y="1448978"/>
            <a:ext cx="0" cy="180002"/>
          </a:xfrm>
          <a:prstGeom prst="line">
            <a:avLst/>
          </a:prstGeom>
          <a:noFill/>
          <a:ln w="19050" cap="rnd" cmpd="sng" algn="ctr">
            <a:solidFill>
              <a:schemeClr val="accent6"/>
            </a:solidFill>
            <a:prstDash val="solid"/>
            <a:round/>
            <a:headEnd type="none" w="med" len="med"/>
            <a:tailEnd type="none" w="med" len="med"/>
          </a:ln>
          <a:effectLst/>
        </p:spPr>
      </p:cxnSp>
      <p:cxnSp>
        <p:nvCxnSpPr>
          <p:cNvPr id="106" name="直線コネクタ 105">
            <a:extLst>
              <a:ext uri="{FF2B5EF4-FFF2-40B4-BE49-F238E27FC236}">
                <a16:creationId xmlns:a16="http://schemas.microsoft.com/office/drawing/2014/main" id="{06F1DBC7-97DE-49FE-7C58-3074B4542EDF}"/>
              </a:ext>
            </a:extLst>
          </p:cNvPr>
          <p:cNvCxnSpPr>
            <a:cxnSpLocks/>
          </p:cNvCxnSpPr>
          <p:nvPr/>
        </p:nvCxnSpPr>
        <p:spPr bwMode="auto">
          <a:xfrm>
            <a:off x="4115443" y="1448978"/>
            <a:ext cx="0" cy="450041"/>
          </a:xfrm>
          <a:prstGeom prst="line">
            <a:avLst/>
          </a:prstGeom>
          <a:noFill/>
          <a:ln w="19050" cap="rnd" cmpd="sng" algn="ctr">
            <a:solidFill>
              <a:schemeClr val="accent6"/>
            </a:solidFill>
            <a:prstDash val="solid"/>
            <a:round/>
            <a:headEnd type="none" w="med" len="med"/>
            <a:tailEnd type="none" w="med" len="med"/>
          </a:ln>
          <a:effectLst/>
        </p:spPr>
      </p:cxnSp>
      <p:cxnSp>
        <p:nvCxnSpPr>
          <p:cNvPr id="107" name="直線コネクタ 106">
            <a:extLst>
              <a:ext uri="{FF2B5EF4-FFF2-40B4-BE49-F238E27FC236}">
                <a16:creationId xmlns:a16="http://schemas.microsoft.com/office/drawing/2014/main" id="{297EEFE5-7C96-C418-3C82-83CEF62177F8}"/>
              </a:ext>
            </a:extLst>
          </p:cNvPr>
          <p:cNvCxnSpPr>
            <a:cxnSpLocks/>
          </p:cNvCxnSpPr>
          <p:nvPr/>
        </p:nvCxnSpPr>
        <p:spPr bwMode="auto">
          <a:xfrm flipV="1">
            <a:off x="3845438" y="1898984"/>
            <a:ext cx="0" cy="180002"/>
          </a:xfrm>
          <a:prstGeom prst="line">
            <a:avLst/>
          </a:prstGeom>
          <a:noFill/>
          <a:ln w="19050" cap="flat" cmpd="sng" algn="ctr">
            <a:solidFill>
              <a:schemeClr val="accent6"/>
            </a:solidFill>
            <a:prstDash val="solid"/>
            <a:round/>
            <a:headEnd type="none" w="med" len="med"/>
            <a:tailEnd type="none" w="med" len="med"/>
          </a:ln>
          <a:effectLst/>
        </p:spPr>
      </p:cxnSp>
      <p:sp>
        <p:nvSpPr>
          <p:cNvPr id="108" name="正方形/長方形 107">
            <a:extLst>
              <a:ext uri="{FF2B5EF4-FFF2-40B4-BE49-F238E27FC236}">
                <a16:creationId xmlns:a16="http://schemas.microsoft.com/office/drawing/2014/main" id="{B4360AC0-15E8-7260-FEE9-1C179C798BD8}"/>
              </a:ext>
            </a:extLst>
          </p:cNvPr>
          <p:cNvSpPr/>
          <p:nvPr/>
        </p:nvSpPr>
        <p:spPr bwMode="auto">
          <a:xfrm rot="5400000">
            <a:off x="3350432" y="2033985"/>
            <a:ext cx="180002" cy="630007"/>
          </a:xfrm>
          <a:prstGeom prst="rect">
            <a:avLst/>
          </a:prstGeom>
          <a:solidFill>
            <a:schemeClr val="accent5">
              <a:lumMod val="20000"/>
              <a:lumOff val="80000"/>
            </a:schemeClr>
          </a:solid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cxnSp>
        <p:nvCxnSpPr>
          <p:cNvPr id="109" name="直線コネクタ 108">
            <a:extLst>
              <a:ext uri="{FF2B5EF4-FFF2-40B4-BE49-F238E27FC236}">
                <a16:creationId xmlns:a16="http://schemas.microsoft.com/office/drawing/2014/main" id="{9EAA6BD0-65F5-A3B8-9901-F00B33623889}"/>
              </a:ext>
            </a:extLst>
          </p:cNvPr>
          <p:cNvCxnSpPr>
            <a:cxnSpLocks/>
          </p:cNvCxnSpPr>
          <p:nvPr/>
        </p:nvCxnSpPr>
        <p:spPr bwMode="auto">
          <a:xfrm>
            <a:off x="3935441" y="2258989"/>
            <a:ext cx="1530015" cy="0"/>
          </a:xfrm>
          <a:prstGeom prst="line">
            <a:avLst/>
          </a:prstGeom>
          <a:noFill/>
          <a:ln w="19050" cap="flat" cmpd="sng" algn="ctr">
            <a:solidFill>
              <a:schemeClr val="tx1"/>
            </a:solidFill>
            <a:prstDash val="solid"/>
            <a:round/>
            <a:headEnd type="none" w="med" len="med"/>
            <a:tailEnd type="none" w="med" len="med"/>
          </a:ln>
          <a:effectLst/>
        </p:spPr>
      </p:cxnSp>
      <p:cxnSp>
        <p:nvCxnSpPr>
          <p:cNvPr id="110" name="直線コネクタ 109">
            <a:extLst>
              <a:ext uri="{FF2B5EF4-FFF2-40B4-BE49-F238E27FC236}">
                <a16:creationId xmlns:a16="http://schemas.microsoft.com/office/drawing/2014/main" id="{C9864A01-618C-9D9F-0848-B85DFE9414BA}"/>
              </a:ext>
            </a:extLst>
          </p:cNvPr>
          <p:cNvCxnSpPr>
            <a:cxnSpLocks/>
          </p:cNvCxnSpPr>
          <p:nvPr/>
        </p:nvCxnSpPr>
        <p:spPr bwMode="auto">
          <a:xfrm>
            <a:off x="3125430" y="2438989"/>
            <a:ext cx="2160026" cy="0"/>
          </a:xfrm>
          <a:prstGeom prst="line">
            <a:avLst/>
          </a:prstGeom>
          <a:noFill/>
          <a:ln w="19050" cap="flat" cmpd="sng" algn="ctr">
            <a:solidFill>
              <a:schemeClr val="tx1"/>
            </a:solidFill>
            <a:prstDash val="solid"/>
            <a:round/>
            <a:headEnd type="none" w="med" len="med"/>
            <a:tailEnd type="none" w="med" len="med"/>
          </a:ln>
          <a:effectLst/>
        </p:spPr>
      </p:cxnSp>
      <p:cxnSp>
        <p:nvCxnSpPr>
          <p:cNvPr id="111" name="直線コネクタ 110">
            <a:extLst>
              <a:ext uri="{FF2B5EF4-FFF2-40B4-BE49-F238E27FC236}">
                <a16:creationId xmlns:a16="http://schemas.microsoft.com/office/drawing/2014/main" id="{B1289701-178D-24B6-0EA3-103B2EB51FAF}"/>
              </a:ext>
            </a:extLst>
          </p:cNvPr>
          <p:cNvCxnSpPr>
            <a:cxnSpLocks/>
          </p:cNvCxnSpPr>
          <p:nvPr/>
        </p:nvCxnSpPr>
        <p:spPr bwMode="auto">
          <a:xfrm>
            <a:off x="3125430" y="2258987"/>
            <a:ext cx="630007" cy="0"/>
          </a:xfrm>
          <a:prstGeom prst="line">
            <a:avLst/>
          </a:prstGeom>
          <a:noFill/>
          <a:ln w="19050" cap="flat" cmpd="sng" algn="ctr">
            <a:solidFill>
              <a:schemeClr val="tx1"/>
            </a:solidFill>
            <a:prstDash val="solid"/>
            <a:round/>
            <a:headEnd type="none" w="med" len="med"/>
            <a:tailEnd type="none" w="med" len="med"/>
          </a:ln>
          <a:effectLst/>
        </p:spPr>
      </p:cxnSp>
      <p:sp>
        <p:nvSpPr>
          <p:cNvPr id="112" name="正方形/長方形 111">
            <a:extLst>
              <a:ext uri="{FF2B5EF4-FFF2-40B4-BE49-F238E27FC236}">
                <a16:creationId xmlns:a16="http://schemas.microsoft.com/office/drawing/2014/main" id="{A9B4DD12-1B2D-9175-136A-71177562751B}"/>
              </a:ext>
            </a:extLst>
          </p:cNvPr>
          <p:cNvSpPr/>
          <p:nvPr/>
        </p:nvSpPr>
        <p:spPr bwMode="auto">
          <a:xfrm rot="5400000">
            <a:off x="3575435" y="2258988"/>
            <a:ext cx="540006" cy="180001"/>
          </a:xfrm>
          <a:prstGeom prst="rect">
            <a:avLst/>
          </a:prstGeom>
          <a:solidFill>
            <a:schemeClr val="accent6"/>
          </a:solidFill>
          <a:ln>
            <a:solidFill>
              <a:schemeClr val="accent6"/>
            </a:solidFill>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sp>
        <p:nvSpPr>
          <p:cNvPr id="122" name="正方形/長方形 121">
            <a:extLst>
              <a:ext uri="{FF2B5EF4-FFF2-40B4-BE49-F238E27FC236}">
                <a16:creationId xmlns:a16="http://schemas.microsoft.com/office/drawing/2014/main" id="{F3967332-3FDF-A741-0716-3145E63D1C05}"/>
              </a:ext>
            </a:extLst>
          </p:cNvPr>
          <p:cNvSpPr/>
          <p:nvPr/>
        </p:nvSpPr>
        <p:spPr bwMode="auto">
          <a:xfrm rot="5400000" flipH="1">
            <a:off x="3800435" y="2753991"/>
            <a:ext cx="90001" cy="180001"/>
          </a:xfrm>
          <a:prstGeom prst="rect">
            <a:avLst/>
          </a:prstGeom>
          <a:solidFill>
            <a:schemeClr val="accent6"/>
          </a:solidFill>
          <a:ln>
            <a:solidFill>
              <a:schemeClr val="accent6"/>
            </a:solidFill>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cxnSp>
        <p:nvCxnSpPr>
          <p:cNvPr id="123" name="直線コネクタ 122">
            <a:extLst>
              <a:ext uri="{FF2B5EF4-FFF2-40B4-BE49-F238E27FC236}">
                <a16:creationId xmlns:a16="http://schemas.microsoft.com/office/drawing/2014/main" id="{11A9BA0C-99AA-5449-39CF-D982BB676438}"/>
              </a:ext>
            </a:extLst>
          </p:cNvPr>
          <p:cNvCxnSpPr>
            <a:cxnSpLocks/>
          </p:cNvCxnSpPr>
          <p:nvPr/>
        </p:nvCxnSpPr>
        <p:spPr bwMode="auto">
          <a:xfrm flipH="1">
            <a:off x="3935439" y="2618990"/>
            <a:ext cx="3" cy="180000"/>
          </a:xfrm>
          <a:prstGeom prst="line">
            <a:avLst/>
          </a:prstGeom>
          <a:noFill/>
          <a:ln w="19050" cap="rnd" cmpd="sng" algn="ctr">
            <a:solidFill>
              <a:schemeClr val="accent6"/>
            </a:solidFill>
            <a:prstDash val="sysDot"/>
            <a:round/>
            <a:headEnd type="none" w="med" len="med"/>
            <a:tailEnd type="none" w="med" len="med"/>
          </a:ln>
          <a:effectLst/>
        </p:spPr>
      </p:cxnSp>
      <p:cxnSp>
        <p:nvCxnSpPr>
          <p:cNvPr id="124" name="直線コネクタ 123">
            <a:extLst>
              <a:ext uri="{FF2B5EF4-FFF2-40B4-BE49-F238E27FC236}">
                <a16:creationId xmlns:a16="http://schemas.microsoft.com/office/drawing/2014/main" id="{8BB09BA4-45C1-94C7-1EA8-5DB64EE6D78E}"/>
              </a:ext>
            </a:extLst>
          </p:cNvPr>
          <p:cNvCxnSpPr>
            <a:cxnSpLocks/>
          </p:cNvCxnSpPr>
          <p:nvPr/>
        </p:nvCxnSpPr>
        <p:spPr bwMode="auto">
          <a:xfrm flipH="1">
            <a:off x="3755438" y="2618990"/>
            <a:ext cx="5" cy="180000"/>
          </a:xfrm>
          <a:prstGeom prst="line">
            <a:avLst/>
          </a:prstGeom>
          <a:noFill/>
          <a:ln w="19050" cap="rnd" cmpd="sng" algn="ctr">
            <a:solidFill>
              <a:schemeClr val="accent6"/>
            </a:solidFill>
            <a:prstDash val="sysDot"/>
            <a:round/>
            <a:headEnd type="none" w="med" len="med"/>
            <a:tailEnd type="none" w="med" len="med"/>
          </a:ln>
          <a:effectLst/>
        </p:spPr>
      </p:cxnSp>
      <p:cxnSp>
        <p:nvCxnSpPr>
          <p:cNvPr id="128" name="直線コネクタ 127">
            <a:extLst>
              <a:ext uri="{FF2B5EF4-FFF2-40B4-BE49-F238E27FC236}">
                <a16:creationId xmlns:a16="http://schemas.microsoft.com/office/drawing/2014/main" id="{9CE5EB65-E59C-EE65-B2B1-650EFBD778CB}"/>
              </a:ext>
            </a:extLst>
          </p:cNvPr>
          <p:cNvCxnSpPr>
            <a:cxnSpLocks/>
          </p:cNvCxnSpPr>
          <p:nvPr/>
        </p:nvCxnSpPr>
        <p:spPr bwMode="auto">
          <a:xfrm>
            <a:off x="1865416" y="1628980"/>
            <a:ext cx="1710019" cy="0"/>
          </a:xfrm>
          <a:prstGeom prst="line">
            <a:avLst/>
          </a:prstGeom>
          <a:noFill/>
          <a:ln w="19050" cap="flat" cmpd="sng" algn="ctr">
            <a:solidFill>
              <a:schemeClr val="tx1"/>
            </a:solidFill>
            <a:prstDash val="solid"/>
            <a:round/>
            <a:headEnd type="none" w="med" len="med"/>
            <a:tailEnd type="none" w="med" len="med"/>
          </a:ln>
          <a:effectLst/>
        </p:spPr>
      </p:cxnSp>
      <p:cxnSp>
        <p:nvCxnSpPr>
          <p:cNvPr id="134" name="直線コネクタ 133">
            <a:extLst>
              <a:ext uri="{FF2B5EF4-FFF2-40B4-BE49-F238E27FC236}">
                <a16:creationId xmlns:a16="http://schemas.microsoft.com/office/drawing/2014/main" id="{6B5E5816-2762-D7E5-E91F-E870FA408E6C}"/>
              </a:ext>
            </a:extLst>
          </p:cNvPr>
          <p:cNvCxnSpPr>
            <a:cxnSpLocks/>
          </p:cNvCxnSpPr>
          <p:nvPr/>
        </p:nvCxnSpPr>
        <p:spPr bwMode="auto">
          <a:xfrm>
            <a:off x="2045418" y="1808982"/>
            <a:ext cx="1530017" cy="0"/>
          </a:xfrm>
          <a:prstGeom prst="line">
            <a:avLst/>
          </a:prstGeom>
          <a:noFill/>
          <a:ln w="19050" cap="flat" cmpd="sng" algn="ctr">
            <a:solidFill>
              <a:schemeClr val="tx1"/>
            </a:solidFill>
            <a:prstDash val="solid"/>
            <a:round/>
            <a:headEnd type="none" w="med" len="med"/>
            <a:tailEnd type="none" w="med" len="med"/>
          </a:ln>
          <a:effectLst/>
        </p:spPr>
      </p:cxnSp>
      <p:cxnSp>
        <p:nvCxnSpPr>
          <p:cNvPr id="135" name="直線コネクタ 134">
            <a:extLst>
              <a:ext uri="{FF2B5EF4-FFF2-40B4-BE49-F238E27FC236}">
                <a16:creationId xmlns:a16="http://schemas.microsoft.com/office/drawing/2014/main" id="{1740B023-8028-8517-1FED-D025AD99AF31}"/>
              </a:ext>
            </a:extLst>
          </p:cNvPr>
          <p:cNvCxnSpPr>
            <a:cxnSpLocks/>
          </p:cNvCxnSpPr>
          <p:nvPr/>
        </p:nvCxnSpPr>
        <p:spPr bwMode="auto">
          <a:xfrm flipV="1">
            <a:off x="3575435" y="1808982"/>
            <a:ext cx="0" cy="90001"/>
          </a:xfrm>
          <a:prstGeom prst="line">
            <a:avLst/>
          </a:prstGeom>
          <a:noFill/>
          <a:ln w="19050" cap="rnd" cmpd="sng" algn="ctr">
            <a:solidFill>
              <a:schemeClr val="accent6"/>
            </a:solidFill>
            <a:prstDash val="solid"/>
            <a:round/>
            <a:headEnd type="none" w="med" len="med"/>
            <a:tailEnd type="none" w="med" len="med"/>
          </a:ln>
          <a:effectLst/>
        </p:spPr>
      </p:cxnSp>
      <p:cxnSp>
        <p:nvCxnSpPr>
          <p:cNvPr id="136" name="直線コネクタ 135">
            <a:extLst>
              <a:ext uri="{FF2B5EF4-FFF2-40B4-BE49-F238E27FC236}">
                <a16:creationId xmlns:a16="http://schemas.microsoft.com/office/drawing/2014/main" id="{FC65C831-E944-0B2D-C0DF-8E55806E792F}"/>
              </a:ext>
            </a:extLst>
          </p:cNvPr>
          <p:cNvCxnSpPr>
            <a:cxnSpLocks/>
          </p:cNvCxnSpPr>
          <p:nvPr/>
        </p:nvCxnSpPr>
        <p:spPr bwMode="auto">
          <a:xfrm>
            <a:off x="3575437" y="4779015"/>
            <a:ext cx="0" cy="90001"/>
          </a:xfrm>
          <a:prstGeom prst="line">
            <a:avLst/>
          </a:prstGeom>
          <a:noFill/>
          <a:ln w="19050" cap="rnd" cmpd="sng" algn="ctr">
            <a:solidFill>
              <a:schemeClr val="accent5"/>
            </a:solidFill>
            <a:prstDash val="solid"/>
            <a:round/>
            <a:headEnd type="none" w="med" len="med"/>
            <a:tailEnd type="none" w="med" len="med"/>
          </a:ln>
          <a:effectLst/>
        </p:spPr>
      </p:cxnSp>
      <p:sp>
        <p:nvSpPr>
          <p:cNvPr id="137" name="正方形/長方形 136">
            <a:extLst>
              <a:ext uri="{FF2B5EF4-FFF2-40B4-BE49-F238E27FC236}">
                <a16:creationId xmlns:a16="http://schemas.microsoft.com/office/drawing/2014/main" id="{FB57F4DF-DE9B-7BC5-5959-E838DC8E3618}"/>
              </a:ext>
            </a:extLst>
          </p:cNvPr>
          <p:cNvSpPr/>
          <p:nvPr/>
        </p:nvSpPr>
        <p:spPr bwMode="auto">
          <a:xfrm>
            <a:off x="2045418" y="4599013"/>
            <a:ext cx="1530017" cy="180002"/>
          </a:xfrm>
          <a:prstGeom prst="rect">
            <a:avLst/>
          </a:prstGeom>
          <a:solidFill>
            <a:schemeClr val="accent5">
              <a:lumMod val="20000"/>
              <a:lumOff val="80000"/>
            </a:schemeClr>
          </a:solid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cxnSp>
        <p:nvCxnSpPr>
          <p:cNvPr id="138" name="直線コネクタ 137">
            <a:extLst>
              <a:ext uri="{FF2B5EF4-FFF2-40B4-BE49-F238E27FC236}">
                <a16:creationId xmlns:a16="http://schemas.microsoft.com/office/drawing/2014/main" id="{4AC726A8-5F55-4363-0AF7-617C064FE0F0}"/>
              </a:ext>
            </a:extLst>
          </p:cNvPr>
          <p:cNvCxnSpPr>
            <a:cxnSpLocks/>
          </p:cNvCxnSpPr>
          <p:nvPr/>
        </p:nvCxnSpPr>
        <p:spPr bwMode="auto">
          <a:xfrm>
            <a:off x="2045418" y="4599013"/>
            <a:ext cx="1530017" cy="0"/>
          </a:xfrm>
          <a:prstGeom prst="line">
            <a:avLst/>
          </a:prstGeom>
          <a:noFill/>
          <a:ln w="19050" cap="flat" cmpd="sng" algn="ctr">
            <a:solidFill>
              <a:schemeClr val="tx1"/>
            </a:solidFill>
            <a:prstDash val="solid"/>
            <a:round/>
            <a:headEnd type="none" w="med" len="med"/>
            <a:tailEnd type="none" w="med" len="med"/>
          </a:ln>
          <a:effectLst/>
        </p:spPr>
      </p:cxnSp>
      <p:cxnSp>
        <p:nvCxnSpPr>
          <p:cNvPr id="139" name="直線コネクタ 138">
            <a:extLst>
              <a:ext uri="{FF2B5EF4-FFF2-40B4-BE49-F238E27FC236}">
                <a16:creationId xmlns:a16="http://schemas.microsoft.com/office/drawing/2014/main" id="{EB82784B-D142-70D0-D93F-8FB77309A892}"/>
              </a:ext>
            </a:extLst>
          </p:cNvPr>
          <p:cNvCxnSpPr>
            <a:cxnSpLocks/>
          </p:cNvCxnSpPr>
          <p:nvPr/>
        </p:nvCxnSpPr>
        <p:spPr bwMode="auto">
          <a:xfrm>
            <a:off x="1865416" y="4779015"/>
            <a:ext cx="1710019" cy="0"/>
          </a:xfrm>
          <a:prstGeom prst="line">
            <a:avLst/>
          </a:prstGeom>
          <a:noFill/>
          <a:ln w="19050" cap="flat" cmpd="sng" algn="ctr">
            <a:solidFill>
              <a:schemeClr val="tx1"/>
            </a:solidFill>
            <a:prstDash val="solid"/>
            <a:round/>
            <a:headEnd type="none" w="med" len="med"/>
            <a:tailEnd type="none" w="med" len="med"/>
          </a:ln>
          <a:effectLst/>
        </p:spPr>
      </p:cxnSp>
      <p:cxnSp>
        <p:nvCxnSpPr>
          <p:cNvPr id="140" name="直線コネクタ 139">
            <a:extLst>
              <a:ext uri="{FF2B5EF4-FFF2-40B4-BE49-F238E27FC236}">
                <a16:creationId xmlns:a16="http://schemas.microsoft.com/office/drawing/2014/main" id="{34FFEC2B-2DEF-B6F9-51ED-84467780D0BF}"/>
              </a:ext>
            </a:extLst>
          </p:cNvPr>
          <p:cNvCxnSpPr>
            <a:cxnSpLocks/>
          </p:cNvCxnSpPr>
          <p:nvPr/>
        </p:nvCxnSpPr>
        <p:spPr bwMode="auto">
          <a:xfrm>
            <a:off x="5465456" y="3609002"/>
            <a:ext cx="1260551" cy="0"/>
          </a:xfrm>
          <a:prstGeom prst="line">
            <a:avLst/>
          </a:prstGeom>
          <a:noFill/>
          <a:ln w="19050" cap="flat" cmpd="sng" algn="ctr">
            <a:solidFill>
              <a:schemeClr val="tx1"/>
            </a:solidFill>
            <a:prstDash val="solid"/>
            <a:round/>
            <a:headEnd type="none" w="med" len="med"/>
            <a:tailEnd type="none" w="med" len="med"/>
          </a:ln>
          <a:effectLst/>
        </p:spPr>
      </p:cxnSp>
      <p:cxnSp>
        <p:nvCxnSpPr>
          <p:cNvPr id="141" name="直線コネクタ 140">
            <a:extLst>
              <a:ext uri="{FF2B5EF4-FFF2-40B4-BE49-F238E27FC236}">
                <a16:creationId xmlns:a16="http://schemas.microsoft.com/office/drawing/2014/main" id="{4AFEF921-8515-66E2-A802-5FFDAC2EBD0E}"/>
              </a:ext>
            </a:extLst>
          </p:cNvPr>
          <p:cNvCxnSpPr>
            <a:cxnSpLocks/>
          </p:cNvCxnSpPr>
          <p:nvPr/>
        </p:nvCxnSpPr>
        <p:spPr bwMode="auto">
          <a:xfrm>
            <a:off x="5465456" y="3789004"/>
            <a:ext cx="1260551" cy="0"/>
          </a:xfrm>
          <a:prstGeom prst="line">
            <a:avLst/>
          </a:prstGeom>
          <a:noFill/>
          <a:ln w="19050" cap="flat" cmpd="sng" algn="ctr">
            <a:solidFill>
              <a:schemeClr val="tx1"/>
            </a:solidFill>
            <a:prstDash val="solid"/>
            <a:round/>
            <a:headEnd type="none" w="med" len="med"/>
            <a:tailEnd type="none" w="med" len="med"/>
          </a:ln>
          <a:effectLst/>
        </p:spPr>
      </p:cxnSp>
      <p:cxnSp>
        <p:nvCxnSpPr>
          <p:cNvPr id="142" name="直線コネクタ 141">
            <a:extLst>
              <a:ext uri="{FF2B5EF4-FFF2-40B4-BE49-F238E27FC236}">
                <a16:creationId xmlns:a16="http://schemas.microsoft.com/office/drawing/2014/main" id="{2D0BBF34-28F9-33D5-7CDA-1E1C48959B13}"/>
              </a:ext>
            </a:extLst>
          </p:cNvPr>
          <p:cNvCxnSpPr>
            <a:cxnSpLocks/>
          </p:cNvCxnSpPr>
          <p:nvPr/>
        </p:nvCxnSpPr>
        <p:spPr bwMode="auto">
          <a:xfrm>
            <a:off x="5285454" y="2438989"/>
            <a:ext cx="537" cy="2790389"/>
          </a:xfrm>
          <a:prstGeom prst="line">
            <a:avLst/>
          </a:prstGeom>
          <a:noFill/>
          <a:ln w="19050" cap="flat" cmpd="sng" algn="ctr">
            <a:solidFill>
              <a:schemeClr val="tx1"/>
            </a:solidFill>
            <a:prstDash val="solid"/>
            <a:round/>
            <a:headEnd type="none" w="med" len="med"/>
            <a:tailEnd type="none" w="med" len="med"/>
          </a:ln>
          <a:effectLst/>
        </p:spPr>
      </p:cxnSp>
      <p:cxnSp>
        <p:nvCxnSpPr>
          <p:cNvPr id="143" name="直線コネクタ 142">
            <a:extLst>
              <a:ext uri="{FF2B5EF4-FFF2-40B4-BE49-F238E27FC236}">
                <a16:creationId xmlns:a16="http://schemas.microsoft.com/office/drawing/2014/main" id="{848C65A6-D44B-4061-4B77-A20DA7A024E3}"/>
              </a:ext>
            </a:extLst>
          </p:cNvPr>
          <p:cNvCxnSpPr>
            <a:cxnSpLocks/>
          </p:cNvCxnSpPr>
          <p:nvPr/>
        </p:nvCxnSpPr>
        <p:spPr bwMode="auto">
          <a:xfrm>
            <a:off x="5465993" y="3789004"/>
            <a:ext cx="0" cy="1620376"/>
          </a:xfrm>
          <a:prstGeom prst="line">
            <a:avLst/>
          </a:prstGeom>
          <a:noFill/>
          <a:ln w="19050" cap="flat" cmpd="sng" algn="ctr">
            <a:solidFill>
              <a:schemeClr val="tx1"/>
            </a:solidFill>
            <a:prstDash val="solid"/>
            <a:round/>
            <a:headEnd type="none" w="med" len="med"/>
            <a:tailEnd type="none" w="med" len="med"/>
          </a:ln>
          <a:effectLst/>
        </p:spPr>
      </p:cxnSp>
      <p:cxnSp>
        <p:nvCxnSpPr>
          <p:cNvPr id="144" name="直線コネクタ 143">
            <a:extLst>
              <a:ext uri="{FF2B5EF4-FFF2-40B4-BE49-F238E27FC236}">
                <a16:creationId xmlns:a16="http://schemas.microsoft.com/office/drawing/2014/main" id="{F4077C46-5FE1-DB2A-27FD-E1BB2D2D4C4E}"/>
              </a:ext>
            </a:extLst>
          </p:cNvPr>
          <p:cNvCxnSpPr>
            <a:cxnSpLocks/>
          </p:cNvCxnSpPr>
          <p:nvPr/>
        </p:nvCxnSpPr>
        <p:spPr bwMode="auto">
          <a:xfrm>
            <a:off x="2045418" y="1808982"/>
            <a:ext cx="537" cy="2790389"/>
          </a:xfrm>
          <a:prstGeom prst="line">
            <a:avLst/>
          </a:prstGeom>
          <a:noFill/>
          <a:ln w="19050" cap="flat" cmpd="sng" algn="ctr">
            <a:solidFill>
              <a:schemeClr val="tx1"/>
            </a:solidFill>
            <a:prstDash val="solid"/>
            <a:round/>
            <a:headEnd type="none" w="med" len="med"/>
            <a:tailEnd type="none" w="med" len="med"/>
          </a:ln>
          <a:effectLst/>
        </p:spPr>
      </p:cxnSp>
      <p:cxnSp>
        <p:nvCxnSpPr>
          <p:cNvPr id="145" name="直線コネクタ 144">
            <a:extLst>
              <a:ext uri="{FF2B5EF4-FFF2-40B4-BE49-F238E27FC236}">
                <a16:creationId xmlns:a16="http://schemas.microsoft.com/office/drawing/2014/main" id="{EE74C84B-AB24-FF27-F6ED-BA016CB0F1AF}"/>
              </a:ext>
            </a:extLst>
          </p:cNvPr>
          <p:cNvCxnSpPr>
            <a:cxnSpLocks/>
          </p:cNvCxnSpPr>
          <p:nvPr/>
        </p:nvCxnSpPr>
        <p:spPr bwMode="auto">
          <a:xfrm>
            <a:off x="1865416" y="1628980"/>
            <a:ext cx="0" cy="1980022"/>
          </a:xfrm>
          <a:prstGeom prst="line">
            <a:avLst/>
          </a:prstGeom>
          <a:noFill/>
          <a:ln w="19050" cap="flat" cmpd="sng" algn="ctr">
            <a:solidFill>
              <a:schemeClr val="tx1"/>
            </a:solidFill>
            <a:prstDash val="solid"/>
            <a:round/>
            <a:headEnd type="none" w="med" len="med"/>
            <a:tailEnd type="none" w="med" len="med"/>
          </a:ln>
          <a:effectLst/>
        </p:spPr>
      </p:cxnSp>
      <p:cxnSp>
        <p:nvCxnSpPr>
          <p:cNvPr id="146" name="直線コネクタ 145">
            <a:extLst>
              <a:ext uri="{FF2B5EF4-FFF2-40B4-BE49-F238E27FC236}">
                <a16:creationId xmlns:a16="http://schemas.microsoft.com/office/drawing/2014/main" id="{9D45B06E-B024-7A2C-FA1F-5B76F617AFC1}"/>
              </a:ext>
            </a:extLst>
          </p:cNvPr>
          <p:cNvCxnSpPr>
            <a:cxnSpLocks/>
          </p:cNvCxnSpPr>
          <p:nvPr/>
        </p:nvCxnSpPr>
        <p:spPr bwMode="auto">
          <a:xfrm>
            <a:off x="1865416" y="3789004"/>
            <a:ext cx="0" cy="990011"/>
          </a:xfrm>
          <a:prstGeom prst="line">
            <a:avLst/>
          </a:prstGeom>
          <a:noFill/>
          <a:ln w="19050" cap="flat" cmpd="sng" algn="ctr">
            <a:solidFill>
              <a:schemeClr val="tx1"/>
            </a:solidFill>
            <a:prstDash val="solid"/>
            <a:round/>
            <a:headEnd type="none" w="med" len="med"/>
            <a:tailEnd type="none" w="med" len="med"/>
          </a:ln>
          <a:effectLst/>
        </p:spPr>
      </p:cxnSp>
      <p:sp>
        <p:nvSpPr>
          <p:cNvPr id="147" name="正方形/長方形 146">
            <a:extLst>
              <a:ext uri="{FF2B5EF4-FFF2-40B4-BE49-F238E27FC236}">
                <a16:creationId xmlns:a16="http://schemas.microsoft.com/office/drawing/2014/main" id="{8EE28A6C-402D-F105-D3BF-0FA3D99313F6}"/>
              </a:ext>
            </a:extLst>
          </p:cNvPr>
          <p:cNvSpPr/>
          <p:nvPr/>
        </p:nvSpPr>
        <p:spPr bwMode="auto">
          <a:xfrm>
            <a:off x="335399" y="3609002"/>
            <a:ext cx="1530017" cy="180002"/>
          </a:xfrm>
          <a:prstGeom prst="rect">
            <a:avLst/>
          </a:prstGeom>
          <a:solidFill>
            <a:schemeClr val="accent5">
              <a:lumMod val="20000"/>
              <a:lumOff val="80000"/>
            </a:schemeClr>
          </a:solid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cxnSp>
        <p:nvCxnSpPr>
          <p:cNvPr id="148" name="直線コネクタ 147">
            <a:extLst>
              <a:ext uri="{FF2B5EF4-FFF2-40B4-BE49-F238E27FC236}">
                <a16:creationId xmlns:a16="http://schemas.microsoft.com/office/drawing/2014/main" id="{F7ECF9FC-624C-523D-BD79-2C27097B32C6}"/>
              </a:ext>
            </a:extLst>
          </p:cNvPr>
          <p:cNvCxnSpPr>
            <a:cxnSpLocks/>
          </p:cNvCxnSpPr>
          <p:nvPr/>
        </p:nvCxnSpPr>
        <p:spPr bwMode="auto">
          <a:xfrm>
            <a:off x="335399" y="3609002"/>
            <a:ext cx="1530017" cy="0"/>
          </a:xfrm>
          <a:prstGeom prst="line">
            <a:avLst/>
          </a:prstGeom>
          <a:noFill/>
          <a:ln w="19050" cap="flat" cmpd="sng" algn="ctr">
            <a:solidFill>
              <a:schemeClr val="tx1"/>
            </a:solidFill>
            <a:prstDash val="solid"/>
            <a:round/>
            <a:headEnd type="none" w="med" len="med"/>
            <a:tailEnd type="none" w="med" len="med"/>
          </a:ln>
          <a:effectLst/>
        </p:spPr>
      </p:cxnSp>
      <p:cxnSp>
        <p:nvCxnSpPr>
          <p:cNvPr id="149" name="直線コネクタ 148">
            <a:extLst>
              <a:ext uri="{FF2B5EF4-FFF2-40B4-BE49-F238E27FC236}">
                <a16:creationId xmlns:a16="http://schemas.microsoft.com/office/drawing/2014/main" id="{F40E8A0F-C3A2-B7BE-AF0C-A5AA388483B6}"/>
              </a:ext>
            </a:extLst>
          </p:cNvPr>
          <p:cNvCxnSpPr>
            <a:cxnSpLocks/>
          </p:cNvCxnSpPr>
          <p:nvPr/>
        </p:nvCxnSpPr>
        <p:spPr bwMode="auto">
          <a:xfrm>
            <a:off x="335399" y="3789004"/>
            <a:ext cx="1530017" cy="0"/>
          </a:xfrm>
          <a:prstGeom prst="line">
            <a:avLst/>
          </a:prstGeom>
          <a:noFill/>
          <a:ln w="19050" cap="flat" cmpd="sng" algn="ctr">
            <a:solidFill>
              <a:schemeClr val="tx1"/>
            </a:solidFill>
            <a:prstDash val="solid"/>
            <a:round/>
            <a:headEnd type="none" w="med" len="med"/>
            <a:tailEnd type="none" w="med" len="med"/>
          </a:ln>
          <a:effectLst/>
        </p:spPr>
      </p:cxnSp>
      <p:cxnSp>
        <p:nvCxnSpPr>
          <p:cNvPr id="150" name="直線コネクタ 149">
            <a:extLst>
              <a:ext uri="{FF2B5EF4-FFF2-40B4-BE49-F238E27FC236}">
                <a16:creationId xmlns:a16="http://schemas.microsoft.com/office/drawing/2014/main" id="{D0C66F1E-8043-A077-B853-1AF78C5A0E88}"/>
              </a:ext>
            </a:extLst>
          </p:cNvPr>
          <p:cNvCxnSpPr>
            <a:cxnSpLocks/>
          </p:cNvCxnSpPr>
          <p:nvPr/>
        </p:nvCxnSpPr>
        <p:spPr bwMode="auto">
          <a:xfrm>
            <a:off x="5465456" y="2258987"/>
            <a:ext cx="0" cy="1350015"/>
          </a:xfrm>
          <a:prstGeom prst="line">
            <a:avLst/>
          </a:prstGeom>
          <a:noFill/>
          <a:ln w="19050" cap="flat" cmpd="sng" algn="ctr">
            <a:solidFill>
              <a:schemeClr val="tx1"/>
            </a:solidFill>
            <a:prstDash val="solid"/>
            <a:round/>
            <a:headEnd type="none" w="med" len="med"/>
            <a:tailEnd type="none" w="med" len="med"/>
          </a:ln>
          <a:effectLst/>
        </p:spPr>
      </p:cxnSp>
      <p:cxnSp>
        <p:nvCxnSpPr>
          <p:cNvPr id="151" name="直線矢印コネクタ 150">
            <a:extLst>
              <a:ext uri="{FF2B5EF4-FFF2-40B4-BE49-F238E27FC236}">
                <a16:creationId xmlns:a16="http://schemas.microsoft.com/office/drawing/2014/main" id="{2139DE83-E4A6-7055-AE2C-1BB903B1E242}"/>
              </a:ext>
            </a:extLst>
          </p:cNvPr>
          <p:cNvCxnSpPr>
            <a:cxnSpLocks/>
          </p:cNvCxnSpPr>
          <p:nvPr/>
        </p:nvCxnSpPr>
        <p:spPr bwMode="auto">
          <a:xfrm flipH="1">
            <a:off x="3125430" y="5319021"/>
            <a:ext cx="2070023" cy="0"/>
          </a:xfrm>
          <a:prstGeom prst="straightConnector1">
            <a:avLst/>
          </a:prstGeom>
          <a:ln>
            <a:headEnd type="none" w="med" len="med"/>
            <a:tailEnd type="triangle"/>
          </a:ln>
        </p:spPr>
        <p:style>
          <a:lnRef idx="2">
            <a:schemeClr val="accent5"/>
          </a:lnRef>
          <a:fillRef idx="0">
            <a:schemeClr val="accent5"/>
          </a:fillRef>
          <a:effectRef idx="1">
            <a:schemeClr val="accent5"/>
          </a:effectRef>
          <a:fontRef idx="minor">
            <a:schemeClr val="tx1"/>
          </a:fontRef>
        </p:style>
      </p:cxnSp>
      <p:sp>
        <p:nvSpPr>
          <p:cNvPr id="153" name="正方形/長方形 152">
            <a:extLst>
              <a:ext uri="{FF2B5EF4-FFF2-40B4-BE49-F238E27FC236}">
                <a16:creationId xmlns:a16="http://schemas.microsoft.com/office/drawing/2014/main" id="{E36B1CC6-DB5F-9875-9E6B-327FDB0021CA}"/>
              </a:ext>
            </a:extLst>
          </p:cNvPr>
          <p:cNvSpPr/>
          <p:nvPr/>
        </p:nvSpPr>
        <p:spPr bwMode="auto">
          <a:xfrm>
            <a:off x="2315421" y="1988984"/>
            <a:ext cx="720008" cy="720007"/>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r>
              <a:rPr lang="ja-JP" altLang="en-US" sz="1600" dirty="0">
                <a:solidFill>
                  <a:schemeClr val="tx1">
                    <a:lumMod val="75000"/>
                    <a:lumOff val="25000"/>
                  </a:schemeClr>
                </a:solidFill>
              </a:rPr>
              <a:t>給水口</a:t>
            </a:r>
          </a:p>
        </p:txBody>
      </p:sp>
      <p:sp>
        <p:nvSpPr>
          <p:cNvPr id="154" name="正方形/長方形 153">
            <a:extLst>
              <a:ext uri="{FF2B5EF4-FFF2-40B4-BE49-F238E27FC236}">
                <a16:creationId xmlns:a16="http://schemas.microsoft.com/office/drawing/2014/main" id="{C7F40FC4-8139-7DF0-2135-C61A858099F4}"/>
              </a:ext>
            </a:extLst>
          </p:cNvPr>
          <p:cNvSpPr/>
          <p:nvPr/>
        </p:nvSpPr>
        <p:spPr bwMode="auto">
          <a:xfrm>
            <a:off x="2315421" y="4959017"/>
            <a:ext cx="720008" cy="720007"/>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r>
              <a:rPr lang="ja-JP" altLang="en-US" sz="1600" b="1" dirty="0">
                <a:solidFill>
                  <a:schemeClr val="accent5"/>
                </a:solidFill>
              </a:rPr>
              <a:t>排水口</a:t>
            </a:r>
          </a:p>
        </p:txBody>
      </p:sp>
      <p:sp>
        <p:nvSpPr>
          <p:cNvPr id="208" name="テキスト プレースホルダー 2">
            <a:extLst>
              <a:ext uri="{FF2B5EF4-FFF2-40B4-BE49-F238E27FC236}">
                <a16:creationId xmlns:a16="http://schemas.microsoft.com/office/drawing/2014/main" id="{4BFAA9A8-AE9F-787A-9051-7EA8322EE72C}"/>
              </a:ext>
            </a:extLst>
          </p:cNvPr>
          <p:cNvSpPr>
            <a:spLocks noGrp="1"/>
          </p:cNvSpPr>
          <p:nvPr>
            <p:ph type="body" sz="quarter" idx="10"/>
          </p:nvPr>
        </p:nvSpPr>
        <p:spPr>
          <a:xfrm>
            <a:off x="1775952" y="6219031"/>
            <a:ext cx="8640096" cy="540006"/>
          </a:xfrm>
        </p:spPr>
        <p:txBody>
          <a:bodyPr/>
          <a:lstStyle/>
          <a:p>
            <a:r>
              <a:rPr kumimoji="1" lang="ja-JP" altLang="en-US" dirty="0"/>
              <a:t>入力に水がくると，右側の２つのタンクにあった水が排水される</a:t>
            </a:r>
            <a:endParaRPr kumimoji="1" lang="en-US" dirty="0"/>
          </a:p>
        </p:txBody>
      </p:sp>
      <p:sp>
        <p:nvSpPr>
          <p:cNvPr id="3" name="正方形/長方形 2">
            <a:extLst>
              <a:ext uri="{FF2B5EF4-FFF2-40B4-BE49-F238E27FC236}">
                <a16:creationId xmlns:a16="http://schemas.microsoft.com/office/drawing/2014/main" id="{7DC0A775-F348-D936-0346-4A08EF1CA4C7}"/>
              </a:ext>
            </a:extLst>
          </p:cNvPr>
          <p:cNvSpPr/>
          <p:nvPr/>
        </p:nvSpPr>
        <p:spPr bwMode="auto">
          <a:xfrm rot="5400000">
            <a:off x="8841031" y="3744002"/>
            <a:ext cx="2790031" cy="180002"/>
          </a:xfrm>
          <a:prstGeom prst="rect">
            <a:avLst/>
          </a:prstGeom>
          <a:solidFill>
            <a:schemeClr val="accent5">
              <a:lumMod val="20000"/>
              <a:lumOff val="80000"/>
            </a:schemeClr>
          </a:solid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sp>
        <p:nvSpPr>
          <p:cNvPr id="4" name="正方形/長方形 3">
            <a:extLst>
              <a:ext uri="{FF2B5EF4-FFF2-40B4-BE49-F238E27FC236}">
                <a16:creationId xmlns:a16="http://schemas.microsoft.com/office/drawing/2014/main" id="{1EF12C25-48CE-C713-31A2-EB31FEE3FEA7}"/>
              </a:ext>
            </a:extLst>
          </p:cNvPr>
          <p:cNvSpPr/>
          <p:nvPr/>
        </p:nvSpPr>
        <p:spPr bwMode="auto">
          <a:xfrm rot="5400000">
            <a:off x="9471038" y="4554012"/>
            <a:ext cx="180002" cy="1530017"/>
          </a:xfrm>
          <a:prstGeom prst="rect">
            <a:avLst/>
          </a:prstGeom>
          <a:solidFill>
            <a:schemeClr val="accent5">
              <a:lumMod val="20000"/>
              <a:lumOff val="80000"/>
            </a:schemeClr>
          </a:solid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cxnSp>
        <p:nvCxnSpPr>
          <p:cNvPr id="5" name="直線コネクタ 4">
            <a:extLst>
              <a:ext uri="{FF2B5EF4-FFF2-40B4-BE49-F238E27FC236}">
                <a16:creationId xmlns:a16="http://schemas.microsoft.com/office/drawing/2014/main" id="{FA56CCAC-514D-905B-3A18-FE6257DE7DE0}"/>
              </a:ext>
            </a:extLst>
          </p:cNvPr>
          <p:cNvCxnSpPr>
            <a:cxnSpLocks/>
          </p:cNvCxnSpPr>
          <p:nvPr/>
        </p:nvCxnSpPr>
        <p:spPr bwMode="auto">
          <a:xfrm>
            <a:off x="8796033" y="5229021"/>
            <a:ext cx="1350015" cy="0"/>
          </a:xfrm>
          <a:prstGeom prst="line">
            <a:avLst/>
          </a:prstGeom>
          <a:noFill/>
          <a:ln w="19050" cap="flat" cmpd="sng" algn="ctr">
            <a:solidFill>
              <a:schemeClr val="tx1"/>
            </a:solidFill>
            <a:prstDash val="solid"/>
            <a:round/>
            <a:headEnd type="none" w="med" len="med"/>
            <a:tailEnd type="none" w="med" len="med"/>
          </a:ln>
          <a:effectLst/>
        </p:spPr>
      </p:cxnSp>
      <p:cxnSp>
        <p:nvCxnSpPr>
          <p:cNvPr id="6" name="直線コネクタ 5">
            <a:extLst>
              <a:ext uri="{FF2B5EF4-FFF2-40B4-BE49-F238E27FC236}">
                <a16:creationId xmlns:a16="http://schemas.microsoft.com/office/drawing/2014/main" id="{DFB9D26E-EDB2-C325-CBF8-6A583D50E597}"/>
              </a:ext>
            </a:extLst>
          </p:cNvPr>
          <p:cNvCxnSpPr>
            <a:cxnSpLocks/>
          </p:cNvCxnSpPr>
          <p:nvPr/>
        </p:nvCxnSpPr>
        <p:spPr bwMode="auto">
          <a:xfrm>
            <a:off x="7986022" y="5409021"/>
            <a:ext cx="2340026" cy="0"/>
          </a:xfrm>
          <a:prstGeom prst="line">
            <a:avLst/>
          </a:prstGeom>
          <a:noFill/>
          <a:ln w="19050" cap="flat" cmpd="sng" algn="ctr">
            <a:solidFill>
              <a:schemeClr val="tx1"/>
            </a:solidFill>
            <a:prstDash val="solid"/>
            <a:round/>
            <a:headEnd type="none" w="med" len="med"/>
            <a:tailEnd type="none" w="med" len="med"/>
          </a:ln>
          <a:effectLst/>
        </p:spPr>
      </p:cxnSp>
      <p:cxnSp>
        <p:nvCxnSpPr>
          <p:cNvPr id="7" name="直線コネクタ 6">
            <a:extLst>
              <a:ext uri="{FF2B5EF4-FFF2-40B4-BE49-F238E27FC236}">
                <a16:creationId xmlns:a16="http://schemas.microsoft.com/office/drawing/2014/main" id="{D7F91EA4-8C3B-70F8-FD0B-48A1C13EAEAD}"/>
              </a:ext>
            </a:extLst>
          </p:cNvPr>
          <p:cNvCxnSpPr>
            <a:cxnSpLocks/>
          </p:cNvCxnSpPr>
          <p:nvPr/>
        </p:nvCxnSpPr>
        <p:spPr bwMode="auto">
          <a:xfrm>
            <a:off x="7986022" y="5229019"/>
            <a:ext cx="630007" cy="0"/>
          </a:xfrm>
          <a:prstGeom prst="line">
            <a:avLst/>
          </a:prstGeom>
          <a:noFill/>
          <a:ln w="19050" cap="flat" cmpd="sng" algn="ctr">
            <a:solidFill>
              <a:schemeClr val="tx1"/>
            </a:solidFill>
            <a:prstDash val="solid"/>
            <a:round/>
            <a:headEnd type="none" w="med" len="med"/>
            <a:tailEnd type="none" w="med" len="med"/>
          </a:ln>
          <a:effectLst/>
        </p:spPr>
      </p:cxnSp>
      <p:sp>
        <p:nvSpPr>
          <p:cNvPr id="8" name="正方形/長方形 7">
            <a:extLst>
              <a:ext uri="{FF2B5EF4-FFF2-40B4-BE49-F238E27FC236}">
                <a16:creationId xmlns:a16="http://schemas.microsoft.com/office/drawing/2014/main" id="{27B531E0-BAC1-AC51-C15B-6215AD5C7401}"/>
              </a:ext>
            </a:extLst>
          </p:cNvPr>
          <p:cNvSpPr/>
          <p:nvPr/>
        </p:nvSpPr>
        <p:spPr bwMode="auto">
          <a:xfrm rot="5400000">
            <a:off x="9066033" y="1178975"/>
            <a:ext cx="180002" cy="2340026"/>
          </a:xfrm>
          <a:prstGeom prst="rect">
            <a:avLst/>
          </a:prstGeom>
          <a:solidFill>
            <a:schemeClr val="accent5">
              <a:lumMod val="20000"/>
              <a:lumOff val="80000"/>
            </a:schemeClr>
          </a:solid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cxnSp>
        <p:nvCxnSpPr>
          <p:cNvPr id="13" name="直線コネクタ 12">
            <a:extLst>
              <a:ext uri="{FF2B5EF4-FFF2-40B4-BE49-F238E27FC236}">
                <a16:creationId xmlns:a16="http://schemas.microsoft.com/office/drawing/2014/main" id="{4CBA9336-5DC6-AA1F-8E95-8084AD8B7490}"/>
              </a:ext>
            </a:extLst>
          </p:cNvPr>
          <p:cNvCxnSpPr>
            <a:cxnSpLocks/>
          </p:cNvCxnSpPr>
          <p:nvPr/>
        </p:nvCxnSpPr>
        <p:spPr bwMode="auto">
          <a:xfrm>
            <a:off x="8796033" y="2258988"/>
            <a:ext cx="1530015" cy="0"/>
          </a:xfrm>
          <a:prstGeom prst="line">
            <a:avLst/>
          </a:prstGeom>
          <a:noFill/>
          <a:ln w="19050" cap="flat" cmpd="sng" algn="ctr">
            <a:solidFill>
              <a:schemeClr val="tx1"/>
            </a:solidFill>
            <a:prstDash val="solid"/>
            <a:round/>
            <a:headEnd type="none" w="med" len="med"/>
            <a:tailEnd type="none" w="med" len="med"/>
          </a:ln>
          <a:effectLst/>
        </p:spPr>
      </p:cxnSp>
      <p:cxnSp>
        <p:nvCxnSpPr>
          <p:cNvPr id="14" name="直線コネクタ 13">
            <a:extLst>
              <a:ext uri="{FF2B5EF4-FFF2-40B4-BE49-F238E27FC236}">
                <a16:creationId xmlns:a16="http://schemas.microsoft.com/office/drawing/2014/main" id="{C8865F76-4F58-166F-F897-D5F59A80DDCD}"/>
              </a:ext>
            </a:extLst>
          </p:cNvPr>
          <p:cNvCxnSpPr>
            <a:cxnSpLocks/>
          </p:cNvCxnSpPr>
          <p:nvPr/>
        </p:nvCxnSpPr>
        <p:spPr bwMode="auto">
          <a:xfrm>
            <a:off x="7986022" y="2438988"/>
            <a:ext cx="2160026" cy="0"/>
          </a:xfrm>
          <a:prstGeom prst="line">
            <a:avLst/>
          </a:prstGeom>
          <a:noFill/>
          <a:ln w="19050" cap="flat" cmpd="sng" algn="ctr">
            <a:solidFill>
              <a:schemeClr val="tx1"/>
            </a:solidFill>
            <a:prstDash val="solid"/>
            <a:round/>
            <a:headEnd type="none" w="med" len="med"/>
            <a:tailEnd type="none" w="med" len="med"/>
          </a:ln>
          <a:effectLst/>
        </p:spPr>
      </p:cxnSp>
      <p:cxnSp>
        <p:nvCxnSpPr>
          <p:cNvPr id="15" name="直線コネクタ 14">
            <a:extLst>
              <a:ext uri="{FF2B5EF4-FFF2-40B4-BE49-F238E27FC236}">
                <a16:creationId xmlns:a16="http://schemas.microsoft.com/office/drawing/2014/main" id="{74DE750E-C6E9-615D-7120-9D90BF3DECEF}"/>
              </a:ext>
            </a:extLst>
          </p:cNvPr>
          <p:cNvCxnSpPr>
            <a:cxnSpLocks/>
          </p:cNvCxnSpPr>
          <p:nvPr/>
        </p:nvCxnSpPr>
        <p:spPr bwMode="auto">
          <a:xfrm>
            <a:off x="7986022" y="2258986"/>
            <a:ext cx="630007" cy="0"/>
          </a:xfrm>
          <a:prstGeom prst="line">
            <a:avLst/>
          </a:prstGeom>
          <a:noFill/>
          <a:ln w="19050" cap="flat" cmpd="sng" algn="ctr">
            <a:solidFill>
              <a:schemeClr val="tx1"/>
            </a:solidFill>
            <a:prstDash val="solid"/>
            <a:round/>
            <a:headEnd type="none" w="med" len="med"/>
            <a:tailEnd type="none" w="med" len="med"/>
          </a:ln>
          <a:effectLst/>
        </p:spPr>
      </p:cxnSp>
      <p:cxnSp>
        <p:nvCxnSpPr>
          <p:cNvPr id="16" name="直線コネクタ 15">
            <a:extLst>
              <a:ext uri="{FF2B5EF4-FFF2-40B4-BE49-F238E27FC236}">
                <a16:creationId xmlns:a16="http://schemas.microsoft.com/office/drawing/2014/main" id="{FF11F036-BF66-AD4A-1C42-4CB3C1855A35}"/>
              </a:ext>
            </a:extLst>
          </p:cNvPr>
          <p:cNvCxnSpPr>
            <a:cxnSpLocks/>
          </p:cNvCxnSpPr>
          <p:nvPr/>
        </p:nvCxnSpPr>
        <p:spPr bwMode="auto">
          <a:xfrm>
            <a:off x="6726008" y="1268975"/>
            <a:ext cx="1710019" cy="0"/>
          </a:xfrm>
          <a:prstGeom prst="line">
            <a:avLst/>
          </a:prstGeom>
          <a:noFill/>
          <a:ln w="19050" cap="flat" cmpd="sng" algn="ctr">
            <a:solidFill>
              <a:schemeClr val="tx1"/>
            </a:solidFill>
            <a:prstDash val="solid"/>
            <a:round/>
            <a:headEnd type="none" w="med" len="med"/>
            <a:tailEnd type="none" w="med" len="med"/>
          </a:ln>
          <a:effectLst/>
        </p:spPr>
      </p:cxnSp>
      <p:cxnSp>
        <p:nvCxnSpPr>
          <p:cNvPr id="17" name="直線コネクタ 16">
            <a:extLst>
              <a:ext uri="{FF2B5EF4-FFF2-40B4-BE49-F238E27FC236}">
                <a16:creationId xmlns:a16="http://schemas.microsoft.com/office/drawing/2014/main" id="{F8A726E7-1657-5D35-61A2-362149EF28F0}"/>
              </a:ext>
            </a:extLst>
          </p:cNvPr>
          <p:cNvCxnSpPr>
            <a:cxnSpLocks/>
          </p:cNvCxnSpPr>
          <p:nvPr/>
        </p:nvCxnSpPr>
        <p:spPr bwMode="auto">
          <a:xfrm>
            <a:off x="6906010" y="1448977"/>
            <a:ext cx="1530017" cy="0"/>
          </a:xfrm>
          <a:prstGeom prst="line">
            <a:avLst/>
          </a:prstGeom>
          <a:noFill/>
          <a:ln w="19050" cap="flat" cmpd="sng" algn="ctr">
            <a:solidFill>
              <a:schemeClr val="tx1"/>
            </a:solidFill>
            <a:prstDash val="solid"/>
            <a:round/>
            <a:headEnd type="none" w="med" len="med"/>
            <a:tailEnd type="none" w="med" len="med"/>
          </a:ln>
          <a:effectLst/>
        </p:spPr>
      </p:cxnSp>
      <p:cxnSp>
        <p:nvCxnSpPr>
          <p:cNvPr id="18" name="直線コネクタ 17">
            <a:extLst>
              <a:ext uri="{FF2B5EF4-FFF2-40B4-BE49-F238E27FC236}">
                <a16:creationId xmlns:a16="http://schemas.microsoft.com/office/drawing/2014/main" id="{544808C0-FC53-807F-0598-4D6AF71EBAE8}"/>
              </a:ext>
            </a:extLst>
          </p:cNvPr>
          <p:cNvCxnSpPr>
            <a:cxnSpLocks/>
          </p:cNvCxnSpPr>
          <p:nvPr/>
        </p:nvCxnSpPr>
        <p:spPr bwMode="auto">
          <a:xfrm>
            <a:off x="6906010" y="4599012"/>
            <a:ext cx="1530017" cy="0"/>
          </a:xfrm>
          <a:prstGeom prst="line">
            <a:avLst/>
          </a:prstGeom>
          <a:noFill/>
          <a:ln w="19050" cap="flat" cmpd="sng" algn="ctr">
            <a:solidFill>
              <a:schemeClr val="tx1"/>
            </a:solidFill>
            <a:prstDash val="solid"/>
            <a:round/>
            <a:headEnd type="none" w="med" len="med"/>
            <a:tailEnd type="none" w="med" len="med"/>
          </a:ln>
          <a:effectLst/>
        </p:spPr>
      </p:cxnSp>
      <p:cxnSp>
        <p:nvCxnSpPr>
          <p:cNvPr id="19" name="直線コネクタ 18">
            <a:extLst>
              <a:ext uri="{FF2B5EF4-FFF2-40B4-BE49-F238E27FC236}">
                <a16:creationId xmlns:a16="http://schemas.microsoft.com/office/drawing/2014/main" id="{9C89EB8A-3B65-F6C5-31A4-DF47FEDD2D20}"/>
              </a:ext>
            </a:extLst>
          </p:cNvPr>
          <p:cNvCxnSpPr>
            <a:cxnSpLocks/>
          </p:cNvCxnSpPr>
          <p:nvPr/>
        </p:nvCxnSpPr>
        <p:spPr bwMode="auto">
          <a:xfrm>
            <a:off x="6726008" y="4779014"/>
            <a:ext cx="1710019" cy="0"/>
          </a:xfrm>
          <a:prstGeom prst="line">
            <a:avLst/>
          </a:prstGeom>
          <a:noFill/>
          <a:ln w="19050" cap="flat" cmpd="sng" algn="ctr">
            <a:solidFill>
              <a:schemeClr val="tx1"/>
            </a:solidFill>
            <a:prstDash val="solid"/>
            <a:round/>
            <a:headEnd type="none" w="med" len="med"/>
            <a:tailEnd type="none" w="med" len="med"/>
          </a:ln>
          <a:effectLst/>
        </p:spPr>
      </p:cxnSp>
      <p:cxnSp>
        <p:nvCxnSpPr>
          <p:cNvPr id="20" name="直線コネクタ 19">
            <a:extLst>
              <a:ext uri="{FF2B5EF4-FFF2-40B4-BE49-F238E27FC236}">
                <a16:creationId xmlns:a16="http://schemas.microsoft.com/office/drawing/2014/main" id="{E3AEC9E3-D3A8-55B5-C4DD-49B7DD96BF07}"/>
              </a:ext>
            </a:extLst>
          </p:cNvPr>
          <p:cNvCxnSpPr>
            <a:cxnSpLocks/>
          </p:cNvCxnSpPr>
          <p:nvPr/>
        </p:nvCxnSpPr>
        <p:spPr bwMode="auto">
          <a:xfrm>
            <a:off x="10326048" y="3609001"/>
            <a:ext cx="1530017" cy="0"/>
          </a:xfrm>
          <a:prstGeom prst="line">
            <a:avLst/>
          </a:prstGeom>
          <a:noFill/>
          <a:ln w="19050" cap="flat" cmpd="sng" algn="ctr">
            <a:solidFill>
              <a:schemeClr val="tx1"/>
            </a:solidFill>
            <a:prstDash val="solid"/>
            <a:round/>
            <a:headEnd type="none" w="med" len="med"/>
            <a:tailEnd type="none" w="med" len="med"/>
          </a:ln>
          <a:effectLst/>
        </p:spPr>
      </p:cxnSp>
      <p:cxnSp>
        <p:nvCxnSpPr>
          <p:cNvPr id="21" name="直線コネクタ 20">
            <a:extLst>
              <a:ext uri="{FF2B5EF4-FFF2-40B4-BE49-F238E27FC236}">
                <a16:creationId xmlns:a16="http://schemas.microsoft.com/office/drawing/2014/main" id="{192D27AC-10A3-4BC4-9479-E0939C96B82B}"/>
              </a:ext>
            </a:extLst>
          </p:cNvPr>
          <p:cNvCxnSpPr>
            <a:cxnSpLocks/>
          </p:cNvCxnSpPr>
          <p:nvPr/>
        </p:nvCxnSpPr>
        <p:spPr bwMode="auto">
          <a:xfrm>
            <a:off x="10326048" y="3789003"/>
            <a:ext cx="1530017" cy="0"/>
          </a:xfrm>
          <a:prstGeom prst="line">
            <a:avLst/>
          </a:prstGeom>
          <a:noFill/>
          <a:ln w="19050" cap="flat" cmpd="sng" algn="ctr">
            <a:solidFill>
              <a:schemeClr val="tx1"/>
            </a:solidFill>
            <a:prstDash val="solid"/>
            <a:round/>
            <a:headEnd type="none" w="med" len="med"/>
            <a:tailEnd type="none" w="med" len="med"/>
          </a:ln>
          <a:effectLst/>
        </p:spPr>
      </p:cxnSp>
      <p:cxnSp>
        <p:nvCxnSpPr>
          <p:cNvPr id="22" name="直線コネクタ 21">
            <a:extLst>
              <a:ext uri="{FF2B5EF4-FFF2-40B4-BE49-F238E27FC236}">
                <a16:creationId xmlns:a16="http://schemas.microsoft.com/office/drawing/2014/main" id="{7869455C-AA31-C1A0-B097-465AD0683311}"/>
              </a:ext>
            </a:extLst>
          </p:cNvPr>
          <p:cNvCxnSpPr>
            <a:cxnSpLocks/>
          </p:cNvCxnSpPr>
          <p:nvPr/>
        </p:nvCxnSpPr>
        <p:spPr bwMode="auto">
          <a:xfrm>
            <a:off x="10146046" y="2438988"/>
            <a:ext cx="537" cy="2790389"/>
          </a:xfrm>
          <a:prstGeom prst="line">
            <a:avLst/>
          </a:prstGeom>
          <a:noFill/>
          <a:ln w="19050" cap="flat" cmpd="sng" algn="ctr">
            <a:solidFill>
              <a:schemeClr val="tx1"/>
            </a:solidFill>
            <a:prstDash val="solid"/>
            <a:round/>
            <a:headEnd type="none" w="med" len="med"/>
            <a:tailEnd type="none" w="med" len="med"/>
          </a:ln>
          <a:effectLst/>
        </p:spPr>
      </p:cxnSp>
      <p:cxnSp>
        <p:nvCxnSpPr>
          <p:cNvPr id="23" name="直線コネクタ 22">
            <a:extLst>
              <a:ext uri="{FF2B5EF4-FFF2-40B4-BE49-F238E27FC236}">
                <a16:creationId xmlns:a16="http://schemas.microsoft.com/office/drawing/2014/main" id="{349F2D05-4CFF-97C2-C53E-BE97B69011FD}"/>
              </a:ext>
            </a:extLst>
          </p:cNvPr>
          <p:cNvCxnSpPr>
            <a:cxnSpLocks/>
          </p:cNvCxnSpPr>
          <p:nvPr/>
        </p:nvCxnSpPr>
        <p:spPr bwMode="auto">
          <a:xfrm>
            <a:off x="10326585" y="3789003"/>
            <a:ext cx="0" cy="1620376"/>
          </a:xfrm>
          <a:prstGeom prst="line">
            <a:avLst/>
          </a:prstGeom>
          <a:noFill/>
          <a:ln w="19050" cap="flat" cmpd="sng" algn="ctr">
            <a:solidFill>
              <a:schemeClr val="tx1"/>
            </a:solidFill>
            <a:prstDash val="solid"/>
            <a:round/>
            <a:headEnd type="none" w="med" len="med"/>
            <a:tailEnd type="none" w="med" len="med"/>
          </a:ln>
          <a:effectLst/>
        </p:spPr>
      </p:cxnSp>
      <p:cxnSp>
        <p:nvCxnSpPr>
          <p:cNvPr id="24" name="直線コネクタ 23">
            <a:extLst>
              <a:ext uri="{FF2B5EF4-FFF2-40B4-BE49-F238E27FC236}">
                <a16:creationId xmlns:a16="http://schemas.microsoft.com/office/drawing/2014/main" id="{0265AA71-D121-27A0-667A-FDE8A9FB0AD2}"/>
              </a:ext>
            </a:extLst>
          </p:cNvPr>
          <p:cNvCxnSpPr>
            <a:cxnSpLocks/>
          </p:cNvCxnSpPr>
          <p:nvPr/>
        </p:nvCxnSpPr>
        <p:spPr bwMode="auto">
          <a:xfrm>
            <a:off x="6906010" y="1448977"/>
            <a:ext cx="537" cy="3150393"/>
          </a:xfrm>
          <a:prstGeom prst="line">
            <a:avLst/>
          </a:prstGeom>
          <a:noFill/>
          <a:ln w="19050" cap="flat" cmpd="sng" algn="ctr">
            <a:solidFill>
              <a:schemeClr val="tx1"/>
            </a:solidFill>
            <a:prstDash val="solid"/>
            <a:round/>
            <a:headEnd type="none" w="med" len="med"/>
            <a:tailEnd type="none" w="med" len="med"/>
          </a:ln>
          <a:effectLst/>
        </p:spPr>
      </p:cxnSp>
      <p:cxnSp>
        <p:nvCxnSpPr>
          <p:cNvPr id="25" name="直線コネクタ 24">
            <a:extLst>
              <a:ext uri="{FF2B5EF4-FFF2-40B4-BE49-F238E27FC236}">
                <a16:creationId xmlns:a16="http://schemas.microsoft.com/office/drawing/2014/main" id="{A34A4665-CA60-DBE8-622B-3BDB9C92194F}"/>
              </a:ext>
            </a:extLst>
          </p:cNvPr>
          <p:cNvCxnSpPr>
            <a:cxnSpLocks/>
          </p:cNvCxnSpPr>
          <p:nvPr/>
        </p:nvCxnSpPr>
        <p:spPr bwMode="auto">
          <a:xfrm>
            <a:off x="6726008" y="1268975"/>
            <a:ext cx="0" cy="2340026"/>
          </a:xfrm>
          <a:prstGeom prst="line">
            <a:avLst/>
          </a:prstGeom>
          <a:noFill/>
          <a:ln w="19050" cap="flat" cmpd="sng" algn="ctr">
            <a:solidFill>
              <a:schemeClr val="tx1"/>
            </a:solidFill>
            <a:prstDash val="solid"/>
            <a:round/>
            <a:headEnd type="none" w="med" len="med"/>
            <a:tailEnd type="none" w="med" len="med"/>
          </a:ln>
          <a:effectLst/>
        </p:spPr>
      </p:cxnSp>
      <p:cxnSp>
        <p:nvCxnSpPr>
          <p:cNvPr id="26" name="直線コネクタ 25">
            <a:extLst>
              <a:ext uri="{FF2B5EF4-FFF2-40B4-BE49-F238E27FC236}">
                <a16:creationId xmlns:a16="http://schemas.microsoft.com/office/drawing/2014/main" id="{1656EDA9-9E3E-05A9-B7AC-4BE3ED744F3D}"/>
              </a:ext>
            </a:extLst>
          </p:cNvPr>
          <p:cNvCxnSpPr>
            <a:cxnSpLocks/>
          </p:cNvCxnSpPr>
          <p:nvPr/>
        </p:nvCxnSpPr>
        <p:spPr bwMode="auto">
          <a:xfrm>
            <a:off x="6726008" y="3789003"/>
            <a:ext cx="0" cy="990011"/>
          </a:xfrm>
          <a:prstGeom prst="line">
            <a:avLst/>
          </a:prstGeom>
          <a:noFill/>
          <a:ln w="19050" cap="flat" cmpd="sng" algn="ctr">
            <a:solidFill>
              <a:schemeClr val="tx1"/>
            </a:solidFill>
            <a:prstDash val="solid"/>
            <a:round/>
            <a:headEnd type="none" w="med" len="med"/>
            <a:tailEnd type="none" w="med" len="med"/>
          </a:ln>
          <a:effectLst/>
        </p:spPr>
      </p:cxnSp>
      <p:cxnSp>
        <p:nvCxnSpPr>
          <p:cNvPr id="29" name="直線コネクタ 28">
            <a:extLst>
              <a:ext uri="{FF2B5EF4-FFF2-40B4-BE49-F238E27FC236}">
                <a16:creationId xmlns:a16="http://schemas.microsoft.com/office/drawing/2014/main" id="{06792026-86F8-92CA-F80B-8682A6AB8B18}"/>
              </a:ext>
            </a:extLst>
          </p:cNvPr>
          <p:cNvCxnSpPr>
            <a:cxnSpLocks/>
          </p:cNvCxnSpPr>
          <p:nvPr/>
        </p:nvCxnSpPr>
        <p:spPr bwMode="auto">
          <a:xfrm>
            <a:off x="10326048" y="2258986"/>
            <a:ext cx="0" cy="1350015"/>
          </a:xfrm>
          <a:prstGeom prst="line">
            <a:avLst/>
          </a:prstGeom>
          <a:noFill/>
          <a:ln w="19050" cap="flat" cmpd="sng" algn="ctr">
            <a:solidFill>
              <a:schemeClr val="tx1"/>
            </a:solidFill>
            <a:prstDash val="solid"/>
            <a:round/>
            <a:headEnd type="none" w="med" len="med"/>
            <a:tailEnd type="none" w="med" len="med"/>
          </a:ln>
          <a:effectLst/>
        </p:spPr>
      </p:cxnSp>
      <p:sp>
        <p:nvSpPr>
          <p:cNvPr id="30" name="正方形/長方形 29">
            <a:extLst>
              <a:ext uri="{FF2B5EF4-FFF2-40B4-BE49-F238E27FC236}">
                <a16:creationId xmlns:a16="http://schemas.microsoft.com/office/drawing/2014/main" id="{7242A8BF-9B8D-39E2-83F6-B0DA77BF6496}"/>
              </a:ext>
            </a:extLst>
          </p:cNvPr>
          <p:cNvSpPr/>
          <p:nvPr/>
        </p:nvSpPr>
        <p:spPr bwMode="auto">
          <a:xfrm>
            <a:off x="7176013" y="1988983"/>
            <a:ext cx="720008" cy="720007"/>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r>
              <a:rPr lang="ja-JP" altLang="en-US" sz="1600" dirty="0">
                <a:solidFill>
                  <a:schemeClr val="tx1">
                    <a:lumMod val="75000"/>
                    <a:lumOff val="25000"/>
                  </a:schemeClr>
                </a:solidFill>
              </a:rPr>
              <a:t>給水口</a:t>
            </a:r>
          </a:p>
        </p:txBody>
      </p:sp>
      <p:sp>
        <p:nvSpPr>
          <p:cNvPr id="31" name="正方形/長方形 30">
            <a:extLst>
              <a:ext uri="{FF2B5EF4-FFF2-40B4-BE49-F238E27FC236}">
                <a16:creationId xmlns:a16="http://schemas.microsoft.com/office/drawing/2014/main" id="{63EFB157-9977-65E2-0F31-4A34E4BE2852}"/>
              </a:ext>
            </a:extLst>
          </p:cNvPr>
          <p:cNvSpPr/>
          <p:nvPr/>
        </p:nvSpPr>
        <p:spPr bwMode="auto">
          <a:xfrm>
            <a:off x="7176013" y="4959016"/>
            <a:ext cx="720008" cy="720007"/>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r>
              <a:rPr lang="ja-JP" altLang="en-US" sz="1600" dirty="0">
                <a:solidFill>
                  <a:schemeClr val="tx1">
                    <a:lumMod val="75000"/>
                    <a:lumOff val="25000"/>
                  </a:schemeClr>
                </a:solidFill>
              </a:rPr>
              <a:t>排水口</a:t>
            </a:r>
          </a:p>
        </p:txBody>
      </p:sp>
      <p:sp>
        <p:nvSpPr>
          <p:cNvPr id="39" name="正方形/長方形 38">
            <a:extLst>
              <a:ext uri="{FF2B5EF4-FFF2-40B4-BE49-F238E27FC236}">
                <a16:creationId xmlns:a16="http://schemas.microsoft.com/office/drawing/2014/main" id="{D27DC778-E49C-859C-3303-F0BF93FF87F3}"/>
              </a:ext>
            </a:extLst>
          </p:cNvPr>
          <p:cNvSpPr/>
          <p:nvPr/>
        </p:nvSpPr>
        <p:spPr bwMode="auto">
          <a:xfrm>
            <a:off x="10326047" y="3609002"/>
            <a:ext cx="1530017" cy="180002"/>
          </a:xfrm>
          <a:prstGeom prst="rect">
            <a:avLst/>
          </a:prstGeom>
          <a:solidFill>
            <a:schemeClr val="accent5">
              <a:lumMod val="20000"/>
              <a:lumOff val="80000"/>
            </a:schemeClr>
          </a:solid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cxnSp>
        <p:nvCxnSpPr>
          <p:cNvPr id="40" name="直線コネクタ 39">
            <a:extLst>
              <a:ext uri="{FF2B5EF4-FFF2-40B4-BE49-F238E27FC236}">
                <a16:creationId xmlns:a16="http://schemas.microsoft.com/office/drawing/2014/main" id="{8628AACC-51D5-79D5-6D6E-2704AA6BB9D6}"/>
              </a:ext>
            </a:extLst>
          </p:cNvPr>
          <p:cNvCxnSpPr>
            <a:cxnSpLocks/>
          </p:cNvCxnSpPr>
          <p:nvPr/>
        </p:nvCxnSpPr>
        <p:spPr bwMode="auto">
          <a:xfrm>
            <a:off x="10326047" y="3609002"/>
            <a:ext cx="1530017" cy="0"/>
          </a:xfrm>
          <a:prstGeom prst="line">
            <a:avLst/>
          </a:prstGeom>
          <a:noFill/>
          <a:ln w="19050" cap="flat" cmpd="sng" algn="ctr">
            <a:solidFill>
              <a:schemeClr val="tx1"/>
            </a:solidFill>
            <a:prstDash val="solid"/>
            <a:round/>
            <a:headEnd type="none" w="med" len="med"/>
            <a:tailEnd type="none" w="med" len="med"/>
          </a:ln>
          <a:effectLst/>
        </p:spPr>
      </p:cxnSp>
      <p:cxnSp>
        <p:nvCxnSpPr>
          <p:cNvPr id="41" name="直線コネクタ 40">
            <a:extLst>
              <a:ext uri="{FF2B5EF4-FFF2-40B4-BE49-F238E27FC236}">
                <a16:creationId xmlns:a16="http://schemas.microsoft.com/office/drawing/2014/main" id="{7677FBE4-FA25-F26A-FF19-D3A5AA6100EF}"/>
              </a:ext>
            </a:extLst>
          </p:cNvPr>
          <p:cNvCxnSpPr>
            <a:cxnSpLocks/>
          </p:cNvCxnSpPr>
          <p:nvPr/>
        </p:nvCxnSpPr>
        <p:spPr bwMode="auto">
          <a:xfrm>
            <a:off x="10326047" y="3789004"/>
            <a:ext cx="1530017" cy="0"/>
          </a:xfrm>
          <a:prstGeom prst="line">
            <a:avLst/>
          </a:prstGeom>
          <a:noFill/>
          <a:ln w="19050" cap="flat" cmpd="sng" algn="ctr">
            <a:solidFill>
              <a:schemeClr val="tx1"/>
            </a:solidFill>
            <a:prstDash val="solid"/>
            <a:round/>
            <a:headEnd type="none" w="med" len="med"/>
            <a:tailEnd type="none" w="med" len="med"/>
          </a:ln>
          <a:effectLst/>
        </p:spPr>
      </p:cxnSp>
      <p:cxnSp>
        <p:nvCxnSpPr>
          <p:cNvPr id="42" name="直線コネクタ 41">
            <a:extLst>
              <a:ext uri="{FF2B5EF4-FFF2-40B4-BE49-F238E27FC236}">
                <a16:creationId xmlns:a16="http://schemas.microsoft.com/office/drawing/2014/main" id="{2033671D-7EF5-E525-7EEB-B656C889260F}"/>
              </a:ext>
            </a:extLst>
          </p:cNvPr>
          <p:cNvCxnSpPr>
            <a:cxnSpLocks/>
          </p:cNvCxnSpPr>
          <p:nvPr/>
        </p:nvCxnSpPr>
        <p:spPr bwMode="auto">
          <a:xfrm>
            <a:off x="8436028" y="1538979"/>
            <a:ext cx="540006" cy="0"/>
          </a:xfrm>
          <a:prstGeom prst="line">
            <a:avLst/>
          </a:prstGeom>
          <a:noFill/>
          <a:ln w="19050" cap="rnd" cmpd="sng" algn="ctr">
            <a:solidFill>
              <a:schemeClr val="accent6"/>
            </a:solidFill>
            <a:prstDash val="solid"/>
            <a:round/>
            <a:headEnd type="none" w="med" len="med"/>
            <a:tailEnd type="none" w="med" len="med"/>
          </a:ln>
          <a:effectLst/>
        </p:spPr>
      </p:cxnSp>
      <p:cxnSp>
        <p:nvCxnSpPr>
          <p:cNvPr id="43" name="直線コネクタ 42">
            <a:extLst>
              <a:ext uri="{FF2B5EF4-FFF2-40B4-BE49-F238E27FC236}">
                <a16:creationId xmlns:a16="http://schemas.microsoft.com/office/drawing/2014/main" id="{A9EFC27F-B563-F0ED-3EA2-9A82842334AB}"/>
              </a:ext>
            </a:extLst>
          </p:cNvPr>
          <p:cNvCxnSpPr>
            <a:cxnSpLocks/>
          </p:cNvCxnSpPr>
          <p:nvPr/>
        </p:nvCxnSpPr>
        <p:spPr bwMode="auto">
          <a:xfrm>
            <a:off x="8436028" y="1088973"/>
            <a:ext cx="0" cy="180002"/>
          </a:xfrm>
          <a:prstGeom prst="line">
            <a:avLst/>
          </a:prstGeom>
          <a:noFill/>
          <a:ln w="19050" cap="rnd" cmpd="sng" algn="ctr">
            <a:solidFill>
              <a:schemeClr val="accent6"/>
            </a:solidFill>
            <a:prstDash val="solid"/>
            <a:round/>
            <a:headEnd type="none" w="med" len="med"/>
            <a:tailEnd type="none" w="med" len="med"/>
          </a:ln>
          <a:effectLst/>
        </p:spPr>
      </p:cxnSp>
      <p:cxnSp>
        <p:nvCxnSpPr>
          <p:cNvPr id="44" name="直線コネクタ 43">
            <a:extLst>
              <a:ext uri="{FF2B5EF4-FFF2-40B4-BE49-F238E27FC236}">
                <a16:creationId xmlns:a16="http://schemas.microsoft.com/office/drawing/2014/main" id="{6546D748-9E75-354E-5F63-06753DDE5C28}"/>
              </a:ext>
            </a:extLst>
          </p:cNvPr>
          <p:cNvCxnSpPr>
            <a:cxnSpLocks/>
          </p:cNvCxnSpPr>
          <p:nvPr/>
        </p:nvCxnSpPr>
        <p:spPr bwMode="auto">
          <a:xfrm>
            <a:off x="8976034" y="1088973"/>
            <a:ext cx="0" cy="450041"/>
          </a:xfrm>
          <a:prstGeom prst="line">
            <a:avLst/>
          </a:prstGeom>
          <a:noFill/>
          <a:ln w="19050" cap="rnd" cmpd="sng" algn="ctr">
            <a:solidFill>
              <a:schemeClr val="accent6"/>
            </a:solidFill>
            <a:prstDash val="solid"/>
            <a:round/>
            <a:headEnd type="none" w="med" len="med"/>
            <a:tailEnd type="none" w="med" len="med"/>
          </a:ln>
          <a:effectLst/>
        </p:spPr>
      </p:cxnSp>
      <p:cxnSp>
        <p:nvCxnSpPr>
          <p:cNvPr id="45" name="直線コネクタ 44">
            <a:extLst>
              <a:ext uri="{FF2B5EF4-FFF2-40B4-BE49-F238E27FC236}">
                <a16:creationId xmlns:a16="http://schemas.microsoft.com/office/drawing/2014/main" id="{2660974F-037D-4E56-A2AA-F4F1911EA248}"/>
              </a:ext>
            </a:extLst>
          </p:cNvPr>
          <p:cNvCxnSpPr>
            <a:cxnSpLocks/>
          </p:cNvCxnSpPr>
          <p:nvPr/>
        </p:nvCxnSpPr>
        <p:spPr bwMode="auto">
          <a:xfrm flipV="1">
            <a:off x="8706029" y="1538979"/>
            <a:ext cx="0" cy="180002"/>
          </a:xfrm>
          <a:prstGeom prst="line">
            <a:avLst/>
          </a:prstGeom>
          <a:noFill/>
          <a:ln w="19050" cap="flat" cmpd="sng" algn="ctr">
            <a:solidFill>
              <a:schemeClr val="accent6"/>
            </a:solidFill>
            <a:prstDash val="solid"/>
            <a:round/>
            <a:headEnd type="none" w="med" len="med"/>
            <a:tailEnd type="none" w="med" len="med"/>
          </a:ln>
          <a:effectLst/>
        </p:spPr>
      </p:cxnSp>
      <p:sp>
        <p:nvSpPr>
          <p:cNvPr id="46" name="正方形/長方形 45">
            <a:extLst>
              <a:ext uri="{FF2B5EF4-FFF2-40B4-BE49-F238E27FC236}">
                <a16:creationId xmlns:a16="http://schemas.microsoft.com/office/drawing/2014/main" id="{BE1194CF-179F-54D1-11D2-6306DC7599BC}"/>
              </a:ext>
            </a:extLst>
          </p:cNvPr>
          <p:cNvSpPr/>
          <p:nvPr/>
        </p:nvSpPr>
        <p:spPr bwMode="auto">
          <a:xfrm rot="5400000">
            <a:off x="8436026" y="1898983"/>
            <a:ext cx="540006" cy="180001"/>
          </a:xfrm>
          <a:prstGeom prst="rect">
            <a:avLst/>
          </a:prstGeom>
          <a:solidFill>
            <a:schemeClr val="accent6"/>
          </a:solidFill>
          <a:ln>
            <a:solidFill>
              <a:schemeClr val="accent6"/>
            </a:solidFill>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sp>
        <p:nvSpPr>
          <p:cNvPr id="47" name="正方形/長方形 46">
            <a:extLst>
              <a:ext uri="{FF2B5EF4-FFF2-40B4-BE49-F238E27FC236}">
                <a16:creationId xmlns:a16="http://schemas.microsoft.com/office/drawing/2014/main" id="{3CE61028-5AF8-DF51-522A-51B4DA0594E1}"/>
              </a:ext>
            </a:extLst>
          </p:cNvPr>
          <p:cNvSpPr/>
          <p:nvPr/>
        </p:nvSpPr>
        <p:spPr bwMode="auto">
          <a:xfrm rot="5400000" flipH="1">
            <a:off x="8661028" y="2393986"/>
            <a:ext cx="90001" cy="180001"/>
          </a:xfrm>
          <a:prstGeom prst="rect">
            <a:avLst/>
          </a:prstGeom>
          <a:solidFill>
            <a:schemeClr val="accent6"/>
          </a:solidFill>
          <a:ln>
            <a:solidFill>
              <a:schemeClr val="accent6"/>
            </a:solidFill>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cxnSp>
        <p:nvCxnSpPr>
          <p:cNvPr id="48" name="直線コネクタ 47">
            <a:extLst>
              <a:ext uri="{FF2B5EF4-FFF2-40B4-BE49-F238E27FC236}">
                <a16:creationId xmlns:a16="http://schemas.microsoft.com/office/drawing/2014/main" id="{2325891A-DBB9-0615-5A86-1B100C3B3BE8}"/>
              </a:ext>
            </a:extLst>
          </p:cNvPr>
          <p:cNvCxnSpPr>
            <a:cxnSpLocks/>
          </p:cNvCxnSpPr>
          <p:nvPr/>
        </p:nvCxnSpPr>
        <p:spPr bwMode="auto">
          <a:xfrm flipH="1">
            <a:off x="8796032" y="2258985"/>
            <a:ext cx="3" cy="180000"/>
          </a:xfrm>
          <a:prstGeom prst="line">
            <a:avLst/>
          </a:prstGeom>
          <a:noFill/>
          <a:ln w="19050" cap="rnd" cmpd="sng" algn="ctr">
            <a:solidFill>
              <a:schemeClr val="accent6"/>
            </a:solidFill>
            <a:prstDash val="sysDot"/>
            <a:round/>
            <a:headEnd type="none" w="med" len="med"/>
            <a:tailEnd type="none" w="med" len="med"/>
          </a:ln>
          <a:effectLst/>
        </p:spPr>
      </p:cxnSp>
      <p:cxnSp>
        <p:nvCxnSpPr>
          <p:cNvPr id="49" name="直線コネクタ 48">
            <a:extLst>
              <a:ext uri="{FF2B5EF4-FFF2-40B4-BE49-F238E27FC236}">
                <a16:creationId xmlns:a16="http://schemas.microsoft.com/office/drawing/2014/main" id="{049B156E-C156-0CF9-F6AC-11A681144538}"/>
              </a:ext>
            </a:extLst>
          </p:cNvPr>
          <p:cNvCxnSpPr>
            <a:cxnSpLocks/>
          </p:cNvCxnSpPr>
          <p:nvPr/>
        </p:nvCxnSpPr>
        <p:spPr bwMode="auto">
          <a:xfrm flipH="1">
            <a:off x="8616031" y="2258985"/>
            <a:ext cx="5" cy="180000"/>
          </a:xfrm>
          <a:prstGeom prst="line">
            <a:avLst/>
          </a:prstGeom>
          <a:noFill/>
          <a:ln w="19050" cap="rnd" cmpd="sng" algn="ctr">
            <a:solidFill>
              <a:schemeClr val="accent6"/>
            </a:solidFill>
            <a:prstDash val="sysDot"/>
            <a:round/>
            <a:headEnd type="none" w="med" len="med"/>
            <a:tailEnd type="none" w="med" len="med"/>
          </a:ln>
          <a:effectLst/>
        </p:spPr>
      </p:cxnSp>
      <p:cxnSp>
        <p:nvCxnSpPr>
          <p:cNvPr id="50" name="直線コネクタ 49">
            <a:extLst>
              <a:ext uri="{FF2B5EF4-FFF2-40B4-BE49-F238E27FC236}">
                <a16:creationId xmlns:a16="http://schemas.microsoft.com/office/drawing/2014/main" id="{B090AFCA-A6DC-519C-43AD-4E8224C007CA}"/>
              </a:ext>
            </a:extLst>
          </p:cNvPr>
          <p:cNvCxnSpPr>
            <a:cxnSpLocks/>
          </p:cNvCxnSpPr>
          <p:nvPr/>
        </p:nvCxnSpPr>
        <p:spPr bwMode="auto">
          <a:xfrm flipV="1">
            <a:off x="8436027" y="1448977"/>
            <a:ext cx="0" cy="90001"/>
          </a:xfrm>
          <a:prstGeom prst="line">
            <a:avLst/>
          </a:prstGeom>
          <a:noFill/>
          <a:ln w="19050" cap="rnd" cmpd="sng" algn="ctr">
            <a:solidFill>
              <a:schemeClr val="accent6"/>
            </a:solidFill>
            <a:prstDash val="solid"/>
            <a:round/>
            <a:headEnd type="none" w="med" len="med"/>
            <a:tailEnd type="none" w="med" len="med"/>
          </a:ln>
          <a:effectLst/>
        </p:spPr>
      </p:cxnSp>
      <p:cxnSp>
        <p:nvCxnSpPr>
          <p:cNvPr id="51" name="直線コネクタ 50">
            <a:extLst>
              <a:ext uri="{FF2B5EF4-FFF2-40B4-BE49-F238E27FC236}">
                <a16:creationId xmlns:a16="http://schemas.microsoft.com/office/drawing/2014/main" id="{2C6355A6-246C-94CE-3BE1-BB1DA503A803}"/>
              </a:ext>
            </a:extLst>
          </p:cNvPr>
          <p:cNvCxnSpPr>
            <a:cxnSpLocks/>
          </p:cNvCxnSpPr>
          <p:nvPr/>
        </p:nvCxnSpPr>
        <p:spPr bwMode="auto">
          <a:xfrm>
            <a:off x="8436028" y="4869016"/>
            <a:ext cx="540006" cy="0"/>
          </a:xfrm>
          <a:prstGeom prst="line">
            <a:avLst/>
          </a:prstGeom>
          <a:noFill/>
          <a:ln w="19050" cap="rnd" cmpd="sng" algn="ctr">
            <a:solidFill>
              <a:schemeClr val="accent5"/>
            </a:solidFill>
            <a:prstDash val="solid"/>
            <a:round/>
            <a:headEnd type="none" w="med" len="med"/>
            <a:tailEnd type="none" w="med" len="med"/>
          </a:ln>
          <a:effectLst/>
        </p:spPr>
      </p:cxnSp>
      <p:cxnSp>
        <p:nvCxnSpPr>
          <p:cNvPr id="52" name="直線コネクタ 51">
            <a:extLst>
              <a:ext uri="{FF2B5EF4-FFF2-40B4-BE49-F238E27FC236}">
                <a16:creationId xmlns:a16="http://schemas.microsoft.com/office/drawing/2014/main" id="{5511F77E-6251-FA23-5E11-40D55DF32985}"/>
              </a:ext>
            </a:extLst>
          </p:cNvPr>
          <p:cNvCxnSpPr>
            <a:cxnSpLocks/>
          </p:cNvCxnSpPr>
          <p:nvPr/>
        </p:nvCxnSpPr>
        <p:spPr bwMode="auto">
          <a:xfrm>
            <a:off x="8436028" y="4419010"/>
            <a:ext cx="0" cy="180003"/>
          </a:xfrm>
          <a:prstGeom prst="line">
            <a:avLst/>
          </a:prstGeom>
          <a:noFill/>
          <a:ln w="19050" cap="rnd" cmpd="sng" algn="ctr">
            <a:solidFill>
              <a:schemeClr val="accent5"/>
            </a:solidFill>
            <a:prstDash val="solid"/>
            <a:round/>
            <a:headEnd type="none" w="med" len="med"/>
            <a:tailEnd type="none" w="med" len="med"/>
          </a:ln>
          <a:effectLst/>
        </p:spPr>
      </p:cxnSp>
      <p:cxnSp>
        <p:nvCxnSpPr>
          <p:cNvPr id="53" name="直線コネクタ 52">
            <a:extLst>
              <a:ext uri="{FF2B5EF4-FFF2-40B4-BE49-F238E27FC236}">
                <a16:creationId xmlns:a16="http://schemas.microsoft.com/office/drawing/2014/main" id="{AC932ACB-8F48-3945-0F58-9DA3E8A3115C}"/>
              </a:ext>
            </a:extLst>
          </p:cNvPr>
          <p:cNvCxnSpPr>
            <a:cxnSpLocks/>
          </p:cNvCxnSpPr>
          <p:nvPr/>
        </p:nvCxnSpPr>
        <p:spPr bwMode="auto">
          <a:xfrm>
            <a:off x="8976034" y="4419010"/>
            <a:ext cx="0" cy="450041"/>
          </a:xfrm>
          <a:prstGeom prst="line">
            <a:avLst/>
          </a:prstGeom>
          <a:noFill/>
          <a:ln w="19050" cap="rnd" cmpd="sng" algn="ctr">
            <a:solidFill>
              <a:schemeClr val="accent5"/>
            </a:solidFill>
            <a:prstDash val="solid"/>
            <a:round/>
            <a:headEnd type="none" w="med" len="med"/>
            <a:tailEnd type="none" w="med" len="med"/>
          </a:ln>
          <a:effectLst/>
        </p:spPr>
      </p:cxnSp>
      <p:cxnSp>
        <p:nvCxnSpPr>
          <p:cNvPr id="54" name="直線コネクタ 53">
            <a:extLst>
              <a:ext uri="{FF2B5EF4-FFF2-40B4-BE49-F238E27FC236}">
                <a16:creationId xmlns:a16="http://schemas.microsoft.com/office/drawing/2014/main" id="{849717F3-0EB0-589C-C401-11A59C01E657}"/>
              </a:ext>
            </a:extLst>
          </p:cNvPr>
          <p:cNvCxnSpPr>
            <a:cxnSpLocks/>
          </p:cNvCxnSpPr>
          <p:nvPr/>
        </p:nvCxnSpPr>
        <p:spPr bwMode="auto">
          <a:xfrm flipV="1">
            <a:off x="8706029" y="4869016"/>
            <a:ext cx="0" cy="180002"/>
          </a:xfrm>
          <a:prstGeom prst="line">
            <a:avLst/>
          </a:prstGeom>
          <a:noFill/>
          <a:ln w="19050" cap="flat" cmpd="sng" algn="ctr">
            <a:solidFill>
              <a:schemeClr val="accent5"/>
            </a:solidFill>
            <a:prstDash val="solid"/>
            <a:round/>
            <a:headEnd type="none" w="med" len="med"/>
            <a:tailEnd type="none" w="med" len="med"/>
          </a:ln>
          <a:effectLst/>
        </p:spPr>
      </p:cxnSp>
      <p:sp>
        <p:nvSpPr>
          <p:cNvPr id="55" name="正方形/長方形 54">
            <a:extLst>
              <a:ext uri="{FF2B5EF4-FFF2-40B4-BE49-F238E27FC236}">
                <a16:creationId xmlns:a16="http://schemas.microsoft.com/office/drawing/2014/main" id="{4347113B-D775-7BEC-F77D-4199458B82B8}"/>
              </a:ext>
            </a:extLst>
          </p:cNvPr>
          <p:cNvSpPr/>
          <p:nvPr/>
        </p:nvSpPr>
        <p:spPr bwMode="auto">
          <a:xfrm rot="5400000">
            <a:off x="8436026" y="5229020"/>
            <a:ext cx="540006" cy="180001"/>
          </a:xfrm>
          <a:prstGeom prst="rect">
            <a:avLst/>
          </a:prstGeom>
          <a:solidFill>
            <a:schemeClr val="accent5"/>
          </a:solidFill>
          <a:ln>
            <a:solidFill>
              <a:schemeClr val="accent5"/>
            </a:solidFill>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sp>
        <p:nvSpPr>
          <p:cNvPr id="58" name="正方形/長方形 57">
            <a:extLst>
              <a:ext uri="{FF2B5EF4-FFF2-40B4-BE49-F238E27FC236}">
                <a16:creationId xmlns:a16="http://schemas.microsoft.com/office/drawing/2014/main" id="{D4FE4716-61EB-EFD2-DFBE-B890C336471D}"/>
              </a:ext>
            </a:extLst>
          </p:cNvPr>
          <p:cNvSpPr/>
          <p:nvPr/>
        </p:nvSpPr>
        <p:spPr bwMode="auto">
          <a:xfrm rot="5400000" flipH="1">
            <a:off x="8661028" y="5724023"/>
            <a:ext cx="90001" cy="180001"/>
          </a:xfrm>
          <a:prstGeom prst="rect">
            <a:avLst/>
          </a:prstGeom>
          <a:solidFill>
            <a:schemeClr val="accent5"/>
          </a:solidFill>
          <a:ln>
            <a:solidFill>
              <a:schemeClr val="accent5"/>
            </a:solidFill>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cxnSp>
        <p:nvCxnSpPr>
          <p:cNvPr id="59" name="直線コネクタ 58">
            <a:extLst>
              <a:ext uri="{FF2B5EF4-FFF2-40B4-BE49-F238E27FC236}">
                <a16:creationId xmlns:a16="http://schemas.microsoft.com/office/drawing/2014/main" id="{A4431BD9-98A8-9661-1BE5-3BF30475DEC3}"/>
              </a:ext>
            </a:extLst>
          </p:cNvPr>
          <p:cNvCxnSpPr>
            <a:cxnSpLocks/>
          </p:cNvCxnSpPr>
          <p:nvPr/>
        </p:nvCxnSpPr>
        <p:spPr bwMode="auto">
          <a:xfrm flipH="1">
            <a:off x="8796032" y="5589022"/>
            <a:ext cx="3" cy="180000"/>
          </a:xfrm>
          <a:prstGeom prst="line">
            <a:avLst/>
          </a:prstGeom>
          <a:noFill/>
          <a:ln w="19050" cap="rnd" cmpd="sng" algn="ctr">
            <a:solidFill>
              <a:schemeClr val="accent5"/>
            </a:solidFill>
            <a:prstDash val="sysDot"/>
            <a:round/>
            <a:headEnd type="none" w="med" len="med"/>
            <a:tailEnd type="none" w="med" len="med"/>
          </a:ln>
          <a:effectLst/>
        </p:spPr>
      </p:cxnSp>
      <p:cxnSp>
        <p:nvCxnSpPr>
          <p:cNvPr id="60" name="直線コネクタ 59">
            <a:extLst>
              <a:ext uri="{FF2B5EF4-FFF2-40B4-BE49-F238E27FC236}">
                <a16:creationId xmlns:a16="http://schemas.microsoft.com/office/drawing/2014/main" id="{1E8ADB05-BA53-6699-AF98-BE876C4722F6}"/>
              </a:ext>
            </a:extLst>
          </p:cNvPr>
          <p:cNvCxnSpPr>
            <a:cxnSpLocks/>
          </p:cNvCxnSpPr>
          <p:nvPr/>
        </p:nvCxnSpPr>
        <p:spPr bwMode="auto">
          <a:xfrm flipH="1">
            <a:off x="8616031" y="5589022"/>
            <a:ext cx="5" cy="180000"/>
          </a:xfrm>
          <a:prstGeom prst="line">
            <a:avLst/>
          </a:prstGeom>
          <a:noFill/>
          <a:ln w="19050" cap="rnd" cmpd="sng" algn="ctr">
            <a:solidFill>
              <a:schemeClr val="accent5"/>
            </a:solidFill>
            <a:prstDash val="sysDot"/>
            <a:round/>
            <a:headEnd type="none" w="med" len="med"/>
            <a:tailEnd type="none" w="med" len="med"/>
          </a:ln>
          <a:effectLst/>
        </p:spPr>
      </p:cxnSp>
      <p:cxnSp>
        <p:nvCxnSpPr>
          <p:cNvPr id="114" name="直線コネクタ 113">
            <a:extLst>
              <a:ext uri="{FF2B5EF4-FFF2-40B4-BE49-F238E27FC236}">
                <a16:creationId xmlns:a16="http://schemas.microsoft.com/office/drawing/2014/main" id="{D4A5DEC7-FC6D-FBE8-FFEE-0824BFC201FE}"/>
              </a:ext>
            </a:extLst>
          </p:cNvPr>
          <p:cNvCxnSpPr>
            <a:cxnSpLocks/>
          </p:cNvCxnSpPr>
          <p:nvPr/>
        </p:nvCxnSpPr>
        <p:spPr bwMode="auto">
          <a:xfrm>
            <a:off x="8436026" y="4779015"/>
            <a:ext cx="0" cy="90001"/>
          </a:xfrm>
          <a:prstGeom prst="line">
            <a:avLst/>
          </a:prstGeom>
          <a:noFill/>
          <a:ln w="19050" cap="rnd" cmpd="sng" algn="ctr">
            <a:solidFill>
              <a:schemeClr val="accent5"/>
            </a:solidFill>
            <a:prstDash val="solid"/>
            <a:round/>
            <a:headEnd type="none" w="med" len="med"/>
            <a:tailEnd type="none" w="med" len="med"/>
          </a:ln>
          <a:effectLst/>
        </p:spPr>
      </p:cxnSp>
      <p:sp>
        <p:nvSpPr>
          <p:cNvPr id="9" name="正方形/長方形 8">
            <a:extLst>
              <a:ext uri="{FF2B5EF4-FFF2-40B4-BE49-F238E27FC236}">
                <a16:creationId xmlns:a16="http://schemas.microsoft.com/office/drawing/2014/main" id="{DC886F3B-34F1-08CC-E6DB-BC2C103DAD76}"/>
              </a:ext>
            </a:extLst>
          </p:cNvPr>
          <p:cNvSpPr/>
          <p:nvPr/>
        </p:nvSpPr>
        <p:spPr bwMode="auto">
          <a:xfrm>
            <a:off x="245935" y="3068996"/>
            <a:ext cx="720008" cy="720007"/>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r>
              <a:rPr lang="ja-JP" altLang="en-US" sz="1600" dirty="0">
                <a:solidFill>
                  <a:schemeClr val="tx1">
                    <a:lumMod val="75000"/>
                    <a:lumOff val="25000"/>
                  </a:schemeClr>
                </a:solidFill>
              </a:rPr>
              <a:t>入力</a:t>
            </a:r>
          </a:p>
        </p:txBody>
      </p:sp>
    </p:spTree>
    <p:extLst>
      <p:ext uri="{BB962C8B-B14F-4D97-AF65-F5344CB8AC3E}">
        <p14:creationId xmlns:p14="http://schemas.microsoft.com/office/powerpoint/2010/main" val="311930104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 name="正方形/長方形 233">
            <a:extLst>
              <a:ext uri="{FF2B5EF4-FFF2-40B4-BE49-F238E27FC236}">
                <a16:creationId xmlns:a16="http://schemas.microsoft.com/office/drawing/2014/main" id="{B3F3082E-9922-1DD6-6D50-55D8068F3043}"/>
              </a:ext>
            </a:extLst>
          </p:cNvPr>
          <p:cNvSpPr/>
          <p:nvPr/>
        </p:nvSpPr>
        <p:spPr bwMode="auto">
          <a:xfrm rot="5400000">
            <a:off x="10461048" y="4734015"/>
            <a:ext cx="450005" cy="540006"/>
          </a:xfrm>
          <a:prstGeom prst="rect">
            <a:avLst/>
          </a:prstGeom>
          <a:solidFill>
            <a:schemeClr val="accent5">
              <a:lumMod val="20000"/>
              <a:lumOff val="80000"/>
            </a:schemeClr>
          </a:solid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vert270" wrap="none" lIns="91440" tIns="45720" rIns="91440" bIns="45720" numCol="1" spcCol="0" rtlCol="0" fromWordArt="0" anchor="ctr" anchorCtr="0" forceAA="0" compatLnSpc="1">
            <a:prstTxWarp prst="textNoShape">
              <a:avLst/>
            </a:prstTxWarp>
            <a:noAutofit/>
          </a:bodyPr>
          <a:lstStyle/>
          <a:p>
            <a:pPr algn="ctr"/>
            <a:endParaRPr kumimoji="1" lang="en-US" b="1" dirty="0">
              <a:solidFill>
                <a:schemeClr val="accent5"/>
              </a:solidFill>
              <a:latin typeface="+mn-ea"/>
            </a:endParaRPr>
          </a:p>
        </p:txBody>
      </p:sp>
      <p:sp>
        <p:nvSpPr>
          <p:cNvPr id="34" name="正方形/長方形 33">
            <a:extLst>
              <a:ext uri="{FF2B5EF4-FFF2-40B4-BE49-F238E27FC236}">
                <a16:creationId xmlns:a16="http://schemas.microsoft.com/office/drawing/2014/main" id="{F53AD23F-CD7D-280B-4713-C7F269B16FCD}"/>
              </a:ext>
            </a:extLst>
          </p:cNvPr>
          <p:cNvSpPr/>
          <p:nvPr/>
        </p:nvSpPr>
        <p:spPr bwMode="auto">
          <a:xfrm rot="5400000">
            <a:off x="8976031" y="2798992"/>
            <a:ext cx="180002" cy="1260014"/>
          </a:xfrm>
          <a:prstGeom prst="rect">
            <a:avLst/>
          </a:prstGeom>
          <a:solidFill>
            <a:schemeClr val="accent5">
              <a:lumMod val="20000"/>
              <a:lumOff val="80000"/>
            </a:schemeClr>
          </a:solid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sp>
        <p:nvSpPr>
          <p:cNvPr id="2" name="タイトル 1">
            <a:extLst>
              <a:ext uri="{FF2B5EF4-FFF2-40B4-BE49-F238E27FC236}">
                <a16:creationId xmlns:a16="http://schemas.microsoft.com/office/drawing/2014/main" id="{9920DA14-088E-E4A8-9DF1-D943987ADAE6}"/>
              </a:ext>
            </a:extLst>
          </p:cNvPr>
          <p:cNvSpPr>
            <a:spLocks noGrp="1"/>
          </p:cNvSpPr>
          <p:nvPr>
            <p:ph type="title"/>
          </p:nvPr>
        </p:nvSpPr>
        <p:spPr/>
        <p:txBody>
          <a:bodyPr/>
          <a:lstStyle/>
          <a:p>
            <a:r>
              <a:rPr kumimoji="1" lang="ja-JP" altLang="en-US" dirty="0"/>
              <a:t>つまり，スイッチの切り替えが起きると・・・</a:t>
            </a:r>
            <a:endParaRPr kumimoji="1" lang="en-US" dirty="0"/>
          </a:p>
        </p:txBody>
      </p:sp>
      <p:sp>
        <p:nvSpPr>
          <p:cNvPr id="3" name="テキスト プレースホルダー 2">
            <a:extLst>
              <a:ext uri="{FF2B5EF4-FFF2-40B4-BE49-F238E27FC236}">
                <a16:creationId xmlns:a16="http://schemas.microsoft.com/office/drawing/2014/main" id="{890EE345-485C-03AB-4F9D-6EC7336BF1A2}"/>
              </a:ext>
            </a:extLst>
          </p:cNvPr>
          <p:cNvSpPr>
            <a:spLocks noGrp="1"/>
          </p:cNvSpPr>
          <p:nvPr>
            <p:ph type="body" sz="quarter" idx="10"/>
          </p:nvPr>
        </p:nvSpPr>
        <p:spPr>
          <a:xfrm>
            <a:off x="515937" y="1088974"/>
            <a:ext cx="6210070" cy="5490061"/>
          </a:xfrm>
        </p:spPr>
        <p:txBody>
          <a:bodyPr/>
          <a:lstStyle/>
          <a:p>
            <a:r>
              <a:rPr kumimoji="1" lang="ja-JP" altLang="en-US" dirty="0"/>
              <a:t>スイッチングが起きると・・・</a:t>
            </a:r>
            <a:endParaRPr kumimoji="1" lang="en-US" altLang="ja-JP" dirty="0"/>
          </a:p>
          <a:p>
            <a:pPr lvl="1"/>
            <a:r>
              <a:rPr kumimoji="1" lang="ja-JP" altLang="en-US" dirty="0"/>
              <a:t>高さ </a:t>
            </a:r>
            <a:r>
              <a:rPr kumimoji="1" lang="en-US" altLang="ja-JP" dirty="0"/>
              <a:t>V </a:t>
            </a:r>
            <a:r>
              <a:rPr kumimoji="1" lang="ja-JP" altLang="en-US" dirty="0"/>
              <a:t>の給水源から水量 </a:t>
            </a:r>
            <a:r>
              <a:rPr kumimoji="1" lang="en-US" altLang="ja-JP" dirty="0"/>
              <a:t>Q </a:t>
            </a:r>
            <a:r>
              <a:rPr kumimoji="1" lang="ja-JP" altLang="en-US" dirty="0"/>
              <a:t>が供給</a:t>
            </a:r>
            <a:endParaRPr kumimoji="1" lang="en-US" altLang="ja-JP" dirty="0"/>
          </a:p>
          <a:p>
            <a:pPr lvl="1"/>
            <a:r>
              <a:rPr kumimoji="1" lang="ja-JP" altLang="en-US" dirty="0"/>
              <a:t>総量 </a:t>
            </a:r>
            <a:r>
              <a:rPr kumimoji="1" lang="en-US" altLang="ja-JP" dirty="0"/>
              <a:t>Q </a:t>
            </a:r>
            <a:r>
              <a:rPr kumimoji="1" lang="ja-JP" altLang="en-US" dirty="0"/>
              <a:t>の水がタンクとパイプに入って抜ける</a:t>
            </a:r>
            <a:endParaRPr kumimoji="1" lang="en-US" altLang="ja-JP" dirty="0"/>
          </a:p>
          <a:p>
            <a:r>
              <a:rPr lang="ja-JP" altLang="en-US" dirty="0">
                <a:solidFill>
                  <a:schemeClr val="accent5"/>
                </a:solidFill>
              </a:rPr>
              <a:t>入力の変化に伴い，水の出し入れが</a:t>
            </a:r>
            <a:br>
              <a:rPr lang="en-US" altLang="ja-JP" dirty="0">
                <a:solidFill>
                  <a:schemeClr val="accent5"/>
                </a:solidFill>
              </a:rPr>
            </a:br>
            <a:r>
              <a:rPr lang="ja-JP" altLang="en-US" dirty="0">
                <a:solidFill>
                  <a:schemeClr val="accent5"/>
                </a:solidFill>
              </a:rPr>
              <a:t>生じるとエネルギーが消費される</a:t>
            </a:r>
            <a:endParaRPr lang="en-US" altLang="ja-JP" dirty="0">
              <a:solidFill>
                <a:schemeClr val="accent5"/>
              </a:solidFill>
            </a:endParaRPr>
          </a:p>
          <a:p>
            <a:pPr lvl="1"/>
            <a:r>
              <a:rPr lang="ja-JP" altLang="en-US" dirty="0"/>
              <a:t>電荷が電源から </a:t>
            </a:r>
            <a:r>
              <a:rPr lang="en-US" altLang="ja-JP" dirty="0"/>
              <a:t>GND </a:t>
            </a:r>
            <a:r>
              <a:rPr lang="ja-JP" altLang="en-US" dirty="0"/>
              <a:t>に流れるのも同じ</a:t>
            </a:r>
            <a:endParaRPr kumimoji="1" lang="en-US" altLang="ja-JP" dirty="0"/>
          </a:p>
          <a:p>
            <a:r>
              <a:rPr kumimoji="1" lang="ja-JP" altLang="en-US" dirty="0">
                <a:solidFill>
                  <a:schemeClr val="accent5"/>
                </a:solidFill>
              </a:rPr>
              <a:t>水を高いところから流すとその分</a:t>
            </a:r>
            <a:br>
              <a:rPr kumimoji="1" lang="en-US" altLang="ja-JP" dirty="0">
                <a:solidFill>
                  <a:schemeClr val="accent5"/>
                </a:solidFill>
              </a:rPr>
            </a:br>
            <a:r>
              <a:rPr kumimoji="1" lang="ja-JP" altLang="en-US" dirty="0">
                <a:solidFill>
                  <a:schemeClr val="accent5"/>
                </a:solidFill>
              </a:rPr>
              <a:t>位置エネルギーが失われる</a:t>
            </a:r>
            <a:endParaRPr kumimoji="1" lang="en-US" altLang="ja-JP" dirty="0">
              <a:solidFill>
                <a:schemeClr val="accent5"/>
              </a:solidFill>
            </a:endParaRPr>
          </a:p>
          <a:p>
            <a:pPr lvl="1"/>
            <a:r>
              <a:rPr kumimoji="1" lang="ja-JP" altLang="en-US" dirty="0"/>
              <a:t>タンクにたまった水の総量：</a:t>
            </a:r>
            <a:r>
              <a:rPr kumimoji="1" lang="en-US" altLang="ja-JP" dirty="0"/>
              <a:t>	Q </a:t>
            </a:r>
          </a:p>
          <a:p>
            <a:pPr lvl="1"/>
            <a:r>
              <a:rPr kumimoji="1" lang="ja-JP" altLang="en-US" dirty="0"/>
              <a:t>排水</a:t>
            </a:r>
            <a:r>
              <a:rPr lang="ja-JP" altLang="en-US" dirty="0"/>
              <a:t>口</a:t>
            </a:r>
            <a:r>
              <a:rPr kumimoji="1" lang="ja-JP" altLang="en-US" dirty="0"/>
              <a:t>から給水口高さ：</a:t>
            </a:r>
            <a:r>
              <a:rPr kumimoji="1" lang="en-US" altLang="ja-JP" dirty="0"/>
              <a:t>		V</a:t>
            </a:r>
          </a:p>
          <a:p>
            <a:pPr lvl="1"/>
            <a:r>
              <a:rPr kumimoji="1" lang="ja-JP" altLang="en-US" dirty="0"/>
              <a:t>エネルギー：</a:t>
            </a:r>
            <a:r>
              <a:rPr kumimoji="1" lang="en-US" altLang="ja-JP" dirty="0"/>
              <a:t>			Q × V</a:t>
            </a:r>
          </a:p>
        </p:txBody>
      </p:sp>
      <p:sp>
        <p:nvSpPr>
          <p:cNvPr id="4" name="正方形/長方形 3">
            <a:extLst>
              <a:ext uri="{FF2B5EF4-FFF2-40B4-BE49-F238E27FC236}">
                <a16:creationId xmlns:a16="http://schemas.microsoft.com/office/drawing/2014/main" id="{27CA8DD0-859F-78F6-62E0-E27694E1A9F2}"/>
              </a:ext>
            </a:extLst>
          </p:cNvPr>
          <p:cNvSpPr/>
          <p:nvPr/>
        </p:nvSpPr>
        <p:spPr bwMode="auto">
          <a:xfrm rot="5400000">
            <a:off x="6771008" y="3294000"/>
            <a:ext cx="3150033" cy="180002"/>
          </a:xfrm>
          <a:prstGeom prst="rect">
            <a:avLst/>
          </a:prstGeom>
          <a:solidFill>
            <a:schemeClr val="accent5">
              <a:lumMod val="20000"/>
              <a:lumOff val="80000"/>
            </a:schemeClr>
          </a:solid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sp>
        <p:nvSpPr>
          <p:cNvPr id="5" name="正方形/長方形 4">
            <a:extLst>
              <a:ext uri="{FF2B5EF4-FFF2-40B4-BE49-F238E27FC236}">
                <a16:creationId xmlns:a16="http://schemas.microsoft.com/office/drawing/2014/main" id="{A2CD0000-5518-5419-524D-597D08B2BF19}"/>
              </a:ext>
            </a:extLst>
          </p:cNvPr>
          <p:cNvSpPr/>
          <p:nvPr/>
        </p:nvSpPr>
        <p:spPr bwMode="auto">
          <a:xfrm rot="5400000">
            <a:off x="7941020" y="4644014"/>
            <a:ext cx="180002" cy="810009"/>
          </a:xfrm>
          <a:prstGeom prst="rect">
            <a:avLst/>
          </a:prstGeom>
          <a:solidFill>
            <a:schemeClr val="accent5">
              <a:lumMod val="20000"/>
              <a:lumOff val="80000"/>
            </a:schemeClr>
          </a:solid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cxnSp>
        <p:nvCxnSpPr>
          <p:cNvPr id="6" name="直線コネクタ 5">
            <a:extLst>
              <a:ext uri="{FF2B5EF4-FFF2-40B4-BE49-F238E27FC236}">
                <a16:creationId xmlns:a16="http://schemas.microsoft.com/office/drawing/2014/main" id="{C24EF3B2-D55B-AC66-4BD9-E28B003094EF}"/>
              </a:ext>
            </a:extLst>
          </p:cNvPr>
          <p:cNvCxnSpPr>
            <a:cxnSpLocks/>
          </p:cNvCxnSpPr>
          <p:nvPr/>
        </p:nvCxnSpPr>
        <p:spPr bwMode="auto">
          <a:xfrm>
            <a:off x="6906011" y="4959019"/>
            <a:ext cx="1350015" cy="0"/>
          </a:xfrm>
          <a:prstGeom prst="line">
            <a:avLst/>
          </a:prstGeom>
          <a:noFill/>
          <a:ln w="19050" cap="flat" cmpd="sng" algn="ctr">
            <a:solidFill>
              <a:schemeClr val="tx1"/>
            </a:solidFill>
            <a:prstDash val="solid"/>
            <a:round/>
            <a:headEnd type="none" w="med" len="med"/>
            <a:tailEnd type="none" w="med" len="med"/>
          </a:ln>
          <a:effectLst/>
        </p:spPr>
      </p:cxnSp>
      <p:sp>
        <p:nvSpPr>
          <p:cNvPr id="9" name="正方形/長方形 8">
            <a:extLst>
              <a:ext uri="{FF2B5EF4-FFF2-40B4-BE49-F238E27FC236}">
                <a16:creationId xmlns:a16="http://schemas.microsoft.com/office/drawing/2014/main" id="{D0537EB4-C86D-1E33-585F-37719BBC8AAF}"/>
              </a:ext>
            </a:extLst>
          </p:cNvPr>
          <p:cNvSpPr/>
          <p:nvPr/>
        </p:nvSpPr>
        <p:spPr bwMode="auto">
          <a:xfrm rot="5400000">
            <a:off x="7581016" y="953972"/>
            <a:ext cx="180002" cy="1530017"/>
          </a:xfrm>
          <a:prstGeom prst="rect">
            <a:avLst/>
          </a:prstGeom>
          <a:solidFill>
            <a:schemeClr val="accent5">
              <a:lumMod val="20000"/>
              <a:lumOff val="80000"/>
            </a:schemeClr>
          </a:solid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cxnSp>
        <p:nvCxnSpPr>
          <p:cNvPr id="10" name="直線コネクタ 9">
            <a:extLst>
              <a:ext uri="{FF2B5EF4-FFF2-40B4-BE49-F238E27FC236}">
                <a16:creationId xmlns:a16="http://schemas.microsoft.com/office/drawing/2014/main" id="{374FCD48-E7A7-80F3-3ACE-A7C41A9308D3}"/>
              </a:ext>
            </a:extLst>
          </p:cNvPr>
          <p:cNvCxnSpPr>
            <a:cxnSpLocks/>
          </p:cNvCxnSpPr>
          <p:nvPr/>
        </p:nvCxnSpPr>
        <p:spPr bwMode="auto">
          <a:xfrm>
            <a:off x="6906009" y="1628980"/>
            <a:ext cx="1530015" cy="0"/>
          </a:xfrm>
          <a:prstGeom prst="line">
            <a:avLst/>
          </a:prstGeom>
          <a:noFill/>
          <a:ln w="19050" cap="flat" cmpd="sng" algn="ctr">
            <a:solidFill>
              <a:schemeClr val="tx1"/>
            </a:solidFill>
            <a:prstDash val="solid"/>
            <a:round/>
            <a:headEnd type="none" w="med" len="med"/>
            <a:tailEnd type="none" w="med" len="med"/>
          </a:ln>
          <a:effectLst/>
        </p:spPr>
      </p:cxnSp>
      <p:cxnSp>
        <p:nvCxnSpPr>
          <p:cNvPr id="11" name="直線コネクタ 10">
            <a:extLst>
              <a:ext uri="{FF2B5EF4-FFF2-40B4-BE49-F238E27FC236}">
                <a16:creationId xmlns:a16="http://schemas.microsoft.com/office/drawing/2014/main" id="{EF7B9461-F6EF-F57F-53EA-461201555B16}"/>
              </a:ext>
            </a:extLst>
          </p:cNvPr>
          <p:cNvCxnSpPr>
            <a:cxnSpLocks/>
          </p:cNvCxnSpPr>
          <p:nvPr/>
        </p:nvCxnSpPr>
        <p:spPr bwMode="auto">
          <a:xfrm>
            <a:off x="6906009" y="1808982"/>
            <a:ext cx="1350017" cy="0"/>
          </a:xfrm>
          <a:prstGeom prst="line">
            <a:avLst/>
          </a:prstGeom>
          <a:noFill/>
          <a:ln w="19050" cap="flat" cmpd="sng" algn="ctr">
            <a:solidFill>
              <a:schemeClr val="tx1"/>
            </a:solidFill>
            <a:prstDash val="solid"/>
            <a:round/>
            <a:headEnd type="none" w="med" len="med"/>
            <a:tailEnd type="none" w="med" len="med"/>
          </a:ln>
          <a:effectLst/>
        </p:spPr>
      </p:cxnSp>
      <p:cxnSp>
        <p:nvCxnSpPr>
          <p:cNvPr id="13" name="直線コネクタ 12">
            <a:extLst>
              <a:ext uri="{FF2B5EF4-FFF2-40B4-BE49-F238E27FC236}">
                <a16:creationId xmlns:a16="http://schemas.microsoft.com/office/drawing/2014/main" id="{39C6673B-CD44-4EB3-177E-208100E91647}"/>
              </a:ext>
            </a:extLst>
          </p:cNvPr>
          <p:cNvCxnSpPr>
            <a:cxnSpLocks/>
          </p:cNvCxnSpPr>
          <p:nvPr/>
        </p:nvCxnSpPr>
        <p:spPr bwMode="auto">
          <a:xfrm>
            <a:off x="8256561" y="1808982"/>
            <a:ext cx="0" cy="3150393"/>
          </a:xfrm>
          <a:prstGeom prst="line">
            <a:avLst/>
          </a:prstGeom>
          <a:noFill/>
          <a:ln w="19050" cap="flat" cmpd="sng" algn="ctr">
            <a:solidFill>
              <a:schemeClr val="tx1"/>
            </a:solidFill>
            <a:prstDash val="solid"/>
            <a:round/>
            <a:headEnd type="none" w="med" len="med"/>
            <a:tailEnd type="none" w="med" len="med"/>
          </a:ln>
          <a:effectLst/>
        </p:spPr>
      </p:cxnSp>
      <p:cxnSp>
        <p:nvCxnSpPr>
          <p:cNvPr id="14" name="直線コネクタ 13">
            <a:extLst>
              <a:ext uri="{FF2B5EF4-FFF2-40B4-BE49-F238E27FC236}">
                <a16:creationId xmlns:a16="http://schemas.microsoft.com/office/drawing/2014/main" id="{87FB89EA-E28D-B248-FFFB-C5138E2EF2BE}"/>
              </a:ext>
            </a:extLst>
          </p:cNvPr>
          <p:cNvCxnSpPr>
            <a:cxnSpLocks/>
          </p:cNvCxnSpPr>
          <p:nvPr/>
        </p:nvCxnSpPr>
        <p:spPr bwMode="auto">
          <a:xfrm>
            <a:off x="8436563" y="3519001"/>
            <a:ext cx="0" cy="1620376"/>
          </a:xfrm>
          <a:prstGeom prst="line">
            <a:avLst/>
          </a:prstGeom>
          <a:noFill/>
          <a:ln w="19050" cap="flat" cmpd="sng" algn="ctr">
            <a:solidFill>
              <a:schemeClr val="tx1"/>
            </a:solidFill>
            <a:prstDash val="solid"/>
            <a:round/>
            <a:headEnd type="none" w="med" len="med"/>
            <a:tailEnd type="none" w="med" len="med"/>
          </a:ln>
          <a:effectLst/>
        </p:spPr>
      </p:cxnSp>
      <p:cxnSp>
        <p:nvCxnSpPr>
          <p:cNvPr id="15" name="直線コネクタ 14">
            <a:extLst>
              <a:ext uri="{FF2B5EF4-FFF2-40B4-BE49-F238E27FC236}">
                <a16:creationId xmlns:a16="http://schemas.microsoft.com/office/drawing/2014/main" id="{02D70DA7-9442-91A6-9126-49CE9C7F6366}"/>
              </a:ext>
            </a:extLst>
          </p:cNvPr>
          <p:cNvCxnSpPr>
            <a:cxnSpLocks/>
          </p:cNvCxnSpPr>
          <p:nvPr/>
        </p:nvCxnSpPr>
        <p:spPr bwMode="auto">
          <a:xfrm>
            <a:off x="8436026" y="1628980"/>
            <a:ext cx="0" cy="1710019"/>
          </a:xfrm>
          <a:prstGeom prst="line">
            <a:avLst/>
          </a:prstGeom>
          <a:noFill/>
          <a:ln w="19050" cap="flat" cmpd="sng" algn="ctr">
            <a:solidFill>
              <a:schemeClr val="tx1"/>
            </a:solidFill>
            <a:prstDash val="solid"/>
            <a:round/>
            <a:headEnd type="none" w="med" len="med"/>
            <a:tailEnd type="none" w="med" len="med"/>
          </a:ln>
          <a:effectLst/>
        </p:spPr>
      </p:cxnSp>
      <p:cxnSp>
        <p:nvCxnSpPr>
          <p:cNvPr id="30" name="直線コネクタ 29">
            <a:extLst>
              <a:ext uri="{FF2B5EF4-FFF2-40B4-BE49-F238E27FC236}">
                <a16:creationId xmlns:a16="http://schemas.microsoft.com/office/drawing/2014/main" id="{98793B44-65A2-F9F8-CB11-2BA2BEC51046}"/>
              </a:ext>
            </a:extLst>
          </p:cNvPr>
          <p:cNvCxnSpPr>
            <a:cxnSpLocks/>
          </p:cNvCxnSpPr>
          <p:nvPr/>
        </p:nvCxnSpPr>
        <p:spPr bwMode="auto">
          <a:xfrm>
            <a:off x="8436025" y="3519000"/>
            <a:ext cx="1260013" cy="0"/>
          </a:xfrm>
          <a:prstGeom prst="line">
            <a:avLst/>
          </a:prstGeom>
          <a:noFill/>
          <a:ln w="19050" cap="flat" cmpd="sng" algn="ctr">
            <a:solidFill>
              <a:schemeClr val="tx1"/>
            </a:solidFill>
            <a:prstDash val="solid"/>
            <a:round/>
            <a:headEnd type="none" w="med" len="med"/>
            <a:tailEnd type="none" w="med" len="med"/>
          </a:ln>
          <a:effectLst/>
        </p:spPr>
      </p:cxnSp>
      <p:cxnSp>
        <p:nvCxnSpPr>
          <p:cNvPr id="33" name="直線コネクタ 32">
            <a:extLst>
              <a:ext uri="{FF2B5EF4-FFF2-40B4-BE49-F238E27FC236}">
                <a16:creationId xmlns:a16="http://schemas.microsoft.com/office/drawing/2014/main" id="{911E405F-22B2-6238-ABEB-845CDB1F5BC7}"/>
              </a:ext>
            </a:extLst>
          </p:cNvPr>
          <p:cNvCxnSpPr>
            <a:cxnSpLocks/>
          </p:cNvCxnSpPr>
          <p:nvPr/>
        </p:nvCxnSpPr>
        <p:spPr bwMode="auto">
          <a:xfrm>
            <a:off x="8436025" y="3338998"/>
            <a:ext cx="1260013" cy="0"/>
          </a:xfrm>
          <a:prstGeom prst="line">
            <a:avLst/>
          </a:prstGeom>
          <a:noFill/>
          <a:ln w="19050" cap="flat" cmpd="sng" algn="ctr">
            <a:solidFill>
              <a:schemeClr val="tx1"/>
            </a:solidFill>
            <a:prstDash val="solid"/>
            <a:round/>
            <a:headEnd type="none" w="med" len="med"/>
            <a:tailEnd type="none" w="med" len="med"/>
          </a:ln>
          <a:effectLst/>
        </p:spPr>
      </p:cxnSp>
      <p:sp>
        <p:nvSpPr>
          <p:cNvPr id="17" name="正方形/長方形 16">
            <a:extLst>
              <a:ext uri="{FF2B5EF4-FFF2-40B4-BE49-F238E27FC236}">
                <a16:creationId xmlns:a16="http://schemas.microsoft.com/office/drawing/2014/main" id="{B6E9C2DA-12EC-4F2F-EB22-F3E2EADA9E3F}"/>
              </a:ext>
            </a:extLst>
          </p:cNvPr>
          <p:cNvSpPr/>
          <p:nvPr/>
        </p:nvSpPr>
        <p:spPr bwMode="auto">
          <a:xfrm rot="5400000">
            <a:off x="9876040" y="1268976"/>
            <a:ext cx="180003" cy="900011"/>
          </a:xfrm>
          <a:prstGeom prst="rect">
            <a:avLst/>
          </a:prstGeom>
          <a:solidFill>
            <a:schemeClr val="accent5">
              <a:lumMod val="20000"/>
              <a:lumOff val="80000"/>
            </a:schemeClr>
          </a:solid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sp>
        <p:nvSpPr>
          <p:cNvPr id="18" name="正方形/長方形 17">
            <a:extLst>
              <a:ext uri="{FF2B5EF4-FFF2-40B4-BE49-F238E27FC236}">
                <a16:creationId xmlns:a16="http://schemas.microsoft.com/office/drawing/2014/main" id="{E937538F-948B-694E-1161-BCBE74D07855}"/>
              </a:ext>
            </a:extLst>
          </p:cNvPr>
          <p:cNvSpPr/>
          <p:nvPr/>
        </p:nvSpPr>
        <p:spPr bwMode="auto">
          <a:xfrm rot="5400000">
            <a:off x="10461048" y="1403978"/>
            <a:ext cx="450005" cy="540006"/>
          </a:xfrm>
          <a:prstGeom prst="rect">
            <a:avLst/>
          </a:prstGeom>
          <a:solidFill>
            <a:schemeClr val="accent5">
              <a:lumMod val="20000"/>
              <a:lumOff val="80000"/>
            </a:schemeClr>
          </a:solid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vert270" wrap="none" lIns="91440" tIns="45720" rIns="91440" bIns="45720" numCol="1" spcCol="0" rtlCol="0" fromWordArt="0" anchor="ctr" anchorCtr="0" forceAA="0" compatLnSpc="1">
            <a:prstTxWarp prst="textNoShape">
              <a:avLst/>
            </a:prstTxWarp>
            <a:noAutofit/>
          </a:bodyPr>
          <a:lstStyle/>
          <a:p>
            <a:pPr algn="ctr"/>
            <a:endParaRPr kumimoji="1" lang="en-US" b="1" dirty="0">
              <a:solidFill>
                <a:schemeClr val="accent5"/>
              </a:solidFill>
              <a:latin typeface="+mn-ea"/>
            </a:endParaRPr>
          </a:p>
        </p:txBody>
      </p:sp>
      <p:sp>
        <p:nvSpPr>
          <p:cNvPr id="19" name="正方形/長方形 18">
            <a:extLst>
              <a:ext uri="{FF2B5EF4-FFF2-40B4-BE49-F238E27FC236}">
                <a16:creationId xmlns:a16="http://schemas.microsoft.com/office/drawing/2014/main" id="{C469AF16-318F-2134-408E-DEDC59540ACE}"/>
              </a:ext>
            </a:extLst>
          </p:cNvPr>
          <p:cNvSpPr/>
          <p:nvPr/>
        </p:nvSpPr>
        <p:spPr bwMode="auto">
          <a:xfrm rot="5400000">
            <a:off x="7941020" y="3383999"/>
            <a:ext cx="3330037" cy="180002"/>
          </a:xfrm>
          <a:prstGeom prst="rect">
            <a:avLst/>
          </a:prstGeom>
          <a:solidFill>
            <a:schemeClr val="accent5">
              <a:lumMod val="20000"/>
              <a:lumOff val="80000"/>
            </a:schemeClr>
          </a:solid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sp>
        <p:nvSpPr>
          <p:cNvPr id="21" name="正方形/長方形 20">
            <a:extLst>
              <a:ext uri="{FF2B5EF4-FFF2-40B4-BE49-F238E27FC236}">
                <a16:creationId xmlns:a16="http://schemas.microsoft.com/office/drawing/2014/main" id="{7929699B-8C82-CD5A-3261-DC382BC0CA0E}"/>
              </a:ext>
            </a:extLst>
          </p:cNvPr>
          <p:cNvSpPr/>
          <p:nvPr/>
        </p:nvSpPr>
        <p:spPr bwMode="auto">
          <a:xfrm rot="5400000">
            <a:off x="9966042" y="4689015"/>
            <a:ext cx="180003" cy="720008"/>
          </a:xfrm>
          <a:prstGeom prst="rect">
            <a:avLst/>
          </a:prstGeom>
          <a:solidFill>
            <a:schemeClr val="accent5">
              <a:lumMod val="20000"/>
              <a:lumOff val="80000"/>
            </a:schemeClr>
          </a:solid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cxnSp>
        <p:nvCxnSpPr>
          <p:cNvPr id="25" name="直線コネクタ 24">
            <a:extLst>
              <a:ext uri="{FF2B5EF4-FFF2-40B4-BE49-F238E27FC236}">
                <a16:creationId xmlns:a16="http://schemas.microsoft.com/office/drawing/2014/main" id="{6286D723-92E7-6963-E1A3-B859882C2DB9}"/>
              </a:ext>
            </a:extLst>
          </p:cNvPr>
          <p:cNvCxnSpPr>
            <a:cxnSpLocks/>
          </p:cNvCxnSpPr>
          <p:nvPr/>
        </p:nvCxnSpPr>
        <p:spPr bwMode="auto">
          <a:xfrm>
            <a:off x="9516039" y="1628979"/>
            <a:ext cx="900009" cy="1"/>
          </a:xfrm>
          <a:prstGeom prst="line">
            <a:avLst/>
          </a:prstGeom>
          <a:noFill/>
          <a:ln w="19050" cap="flat" cmpd="sng" algn="ctr">
            <a:solidFill>
              <a:schemeClr val="tx1"/>
            </a:solidFill>
            <a:prstDash val="solid"/>
            <a:round/>
            <a:headEnd type="none" w="med" len="med"/>
            <a:tailEnd type="none" w="med" len="med"/>
          </a:ln>
          <a:effectLst/>
        </p:spPr>
      </p:cxnSp>
      <p:cxnSp>
        <p:nvCxnSpPr>
          <p:cNvPr id="26" name="直線コネクタ 25">
            <a:extLst>
              <a:ext uri="{FF2B5EF4-FFF2-40B4-BE49-F238E27FC236}">
                <a16:creationId xmlns:a16="http://schemas.microsoft.com/office/drawing/2014/main" id="{3D92774A-1D00-93EF-6816-3549CD56763B}"/>
              </a:ext>
            </a:extLst>
          </p:cNvPr>
          <p:cNvCxnSpPr>
            <a:cxnSpLocks/>
          </p:cNvCxnSpPr>
          <p:nvPr/>
        </p:nvCxnSpPr>
        <p:spPr bwMode="auto">
          <a:xfrm>
            <a:off x="9696041" y="1808981"/>
            <a:ext cx="720007" cy="0"/>
          </a:xfrm>
          <a:prstGeom prst="line">
            <a:avLst/>
          </a:prstGeom>
          <a:noFill/>
          <a:ln w="19050" cap="flat" cmpd="sng" algn="ctr">
            <a:solidFill>
              <a:schemeClr val="tx1"/>
            </a:solidFill>
            <a:prstDash val="solid"/>
            <a:round/>
            <a:headEnd type="none" w="med" len="med"/>
            <a:tailEnd type="none" w="med" len="med"/>
          </a:ln>
          <a:effectLst/>
        </p:spPr>
      </p:cxnSp>
      <p:cxnSp>
        <p:nvCxnSpPr>
          <p:cNvPr id="27" name="直線コネクタ 26">
            <a:extLst>
              <a:ext uri="{FF2B5EF4-FFF2-40B4-BE49-F238E27FC236}">
                <a16:creationId xmlns:a16="http://schemas.microsoft.com/office/drawing/2014/main" id="{6FD33837-ABB3-3340-ADB6-34F13255C959}"/>
              </a:ext>
            </a:extLst>
          </p:cNvPr>
          <p:cNvCxnSpPr>
            <a:cxnSpLocks/>
          </p:cNvCxnSpPr>
          <p:nvPr/>
        </p:nvCxnSpPr>
        <p:spPr bwMode="auto">
          <a:xfrm>
            <a:off x="9696040" y="4959019"/>
            <a:ext cx="720008" cy="0"/>
          </a:xfrm>
          <a:prstGeom prst="line">
            <a:avLst/>
          </a:prstGeom>
          <a:noFill/>
          <a:ln w="19050" cap="flat" cmpd="sng" algn="ctr">
            <a:solidFill>
              <a:schemeClr val="tx1"/>
            </a:solidFill>
            <a:prstDash val="solid"/>
            <a:round/>
            <a:headEnd type="none" w="med" len="med"/>
            <a:tailEnd type="none" w="med" len="med"/>
          </a:ln>
          <a:effectLst/>
        </p:spPr>
      </p:cxnSp>
      <p:cxnSp>
        <p:nvCxnSpPr>
          <p:cNvPr id="28" name="直線コネクタ 27">
            <a:extLst>
              <a:ext uri="{FF2B5EF4-FFF2-40B4-BE49-F238E27FC236}">
                <a16:creationId xmlns:a16="http://schemas.microsoft.com/office/drawing/2014/main" id="{BDA61227-CF51-4567-2FE0-8EBD13B8E3C8}"/>
              </a:ext>
            </a:extLst>
          </p:cNvPr>
          <p:cNvCxnSpPr>
            <a:cxnSpLocks/>
          </p:cNvCxnSpPr>
          <p:nvPr/>
        </p:nvCxnSpPr>
        <p:spPr bwMode="auto">
          <a:xfrm>
            <a:off x="9516038" y="5139022"/>
            <a:ext cx="900010" cy="0"/>
          </a:xfrm>
          <a:prstGeom prst="line">
            <a:avLst/>
          </a:prstGeom>
          <a:noFill/>
          <a:ln w="19050" cap="flat" cmpd="sng" algn="ctr">
            <a:solidFill>
              <a:schemeClr val="tx1"/>
            </a:solidFill>
            <a:prstDash val="solid"/>
            <a:round/>
            <a:headEnd type="none" w="med" len="med"/>
            <a:tailEnd type="none" w="med" len="med"/>
          </a:ln>
          <a:effectLst/>
        </p:spPr>
      </p:cxnSp>
      <p:cxnSp>
        <p:nvCxnSpPr>
          <p:cNvPr id="29" name="直線コネクタ 28">
            <a:extLst>
              <a:ext uri="{FF2B5EF4-FFF2-40B4-BE49-F238E27FC236}">
                <a16:creationId xmlns:a16="http://schemas.microsoft.com/office/drawing/2014/main" id="{57CBCA4E-9A0C-AAC1-BAF0-33050D73F8A5}"/>
              </a:ext>
            </a:extLst>
          </p:cNvPr>
          <p:cNvCxnSpPr>
            <a:cxnSpLocks/>
          </p:cNvCxnSpPr>
          <p:nvPr/>
        </p:nvCxnSpPr>
        <p:spPr bwMode="auto">
          <a:xfrm>
            <a:off x="9696041" y="1808981"/>
            <a:ext cx="537" cy="3150393"/>
          </a:xfrm>
          <a:prstGeom prst="line">
            <a:avLst/>
          </a:prstGeom>
          <a:noFill/>
          <a:ln w="19050" cap="flat" cmpd="sng" algn="ctr">
            <a:solidFill>
              <a:schemeClr val="tx1"/>
            </a:solidFill>
            <a:prstDash val="solid"/>
            <a:round/>
            <a:headEnd type="none" w="med" len="med"/>
            <a:tailEnd type="none" w="med" len="med"/>
          </a:ln>
          <a:effectLst/>
        </p:spPr>
      </p:cxnSp>
      <p:cxnSp>
        <p:nvCxnSpPr>
          <p:cNvPr id="31" name="直線コネクタ 30">
            <a:extLst>
              <a:ext uri="{FF2B5EF4-FFF2-40B4-BE49-F238E27FC236}">
                <a16:creationId xmlns:a16="http://schemas.microsoft.com/office/drawing/2014/main" id="{6FFE099D-B29C-348F-EC38-44DB51C31560}"/>
              </a:ext>
            </a:extLst>
          </p:cNvPr>
          <p:cNvCxnSpPr>
            <a:cxnSpLocks/>
          </p:cNvCxnSpPr>
          <p:nvPr/>
        </p:nvCxnSpPr>
        <p:spPr bwMode="auto">
          <a:xfrm>
            <a:off x="9516039" y="1628979"/>
            <a:ext cx="0" cy="1710020"/>
          </a:xfrm>
          <a:prstGeom prst="line">
            <a:avLst/>
          </a:prstGeom>
          <a:noFill/>
          <a:ln w="19050" cap="flat" cmpd="sng" algn="ctr">
            <a:solidFill>
              <a:schemeClr val="tx1"/>
            </a:solidFill>
            <a:prstDash val="solid"/>
            <a:round/>
            <a:headEnd type="none" w="med" len="med"/>
            <a:tailEnd type="none" w="med" len="med"/>
          </a:ln>
          <a:effectLst/>
        </p:spPr>
      </p:cxnSp>
      <p:cxnSp>
        <p:nvCxnSpPr>
          <p:cNvPr id="32" name="直線コネクタ 31">
            <a:extLst>
              <a:ext uri="{FF2B5EF4-FFF2-40B4-BE49-F238E27FC236}">
                <a16:creationId xmlns:a16="http://schemas.microsoft.com/office/drawing/2014/main" id="{8FE196B2-9F9B-4332-7333-9B07D4988213}"/>
              </a:ext>
            </a:extLst>
          </p:cNvPr>
          <p:cNvCxnSpPr>
            <a:cxnSpLocks/>
          </p:cNvCxnSpPr>
          <p:nvPr/>
        </p:nvCxnSpPr>
        <p:spPr bwMode="auto">
          <a:xfrm>
            <a:off x="9516038" y="3519001"/>
            <a:ext cx="0" cy="1620018"/>
          </a:xfrm>
          <a:prstGeom prst="line">
            <a:avLst/>
          </a:prstGeom>
          <a:noFill/>
          <a:ln w="19050" cap="flat" cmpd="sng" algn="ctr">
            <a:solidFill>
              <a:schemeClr val="tx1"/>
            </a:solidFill>
            <a:prstDash val="solid"/>
            <a:round/>
            <a:headEnd type="none" w="med" len="med"/>
            <a:tailEnd type="none" w="med" len="med"/>
          </a:ln>
          <a:effectLst/>
        </p:spPr>
      </p:cxnSp>
      <p:cxnSp>
        <p:nvCxnSpPr>
          <p:cNvPr id="37" name="直線コネクタ 36">
            <a:extLst>
              <a:ext uri="{FF2B5EF4-FFF2-40B4-BE49-F238E27FC236}">
                <a16:creationId xmlns:a16="http://schemas.microsoft.com/office/drawing/2014/main" id="{C0409F30-16C6-F16C-3581-CD8989D4C9A4}"/>
              </a:ext>
            </a:extLst>
          </p:cNvPr>
          <p:cNvCxnSpPr>
            <a:cxnSpLocks/>
          </p:cNvCxnSpPr>
          <p:nvPr/>
        </p:nvCxnSpPr>
        <p:spPr bwMode="auto">
          <a:xfrm>
            <a:off x="10416050" y="1898983"/>
            <a:ext cx="540006" cy="0"/>
          </a:xfrm>
          <a:prstGeom prst="line">
            <a:avLst/>
          </a:prstGeom>
          <a:noFill/>
          <a:ln w="19050" cap="rnd" cmpd="sng" algn="ctr">
            <a:solidFill>
              <a:schemeClr val="accent6"/>
            </a:solidFill>
            <a:prstDash val="solid"/>
            <a:round/>
            <a:headEnd type="none" w="med" len="med"/>
            <a:tailEnd type="none" w="med" len="med"/>
          </a:ln>
          <a:effectLst/>
        </p:spPr>
      </p:cxnSp>
      <p:cxnSp>
        <p:nvCxnSpPr>
          <p:cNvPr id="38" name="直線コネクタ 37">
            <a:extLst>
              <a:ext uri="{FF2B5EF4-FFF2-40B4-BE49-F238E27FC236}">
                <a16:creationId xmlns:a16="http://schemas.microsoft.com/office/drawing/2014/main" id="{69BFBF7E-7361-8A0F-CB84-F600271E408D}"/>
              </a:ext>
            </a:extLst>
          </p:cNvPr>
          <p:cNvCxnSpPr>
            <a:cxnSpLocks/>
          </p:cNvCxnSpPr>
          <p:nvPr/>
        </p:nvCxnSpPr>
        <p:spPr bwMode="auto">
          <a:xfrm>
            <a:off x="10416050" y="1448977"/>
            <a:ext cx="0" cy="180002"/>
          </a:xfrm>
          <a:prstGeom prst="line">
            <a:avLst/>
          </a:prstGeom>
          <a:noFill/>
          <a:ln w="19050" cap="rnd" cmpd="sng" algn="ctr">
            <a:solidFill>
              <a:schemeClr val="accent6"/>
            </a:solidFill>
            <a:prstDash val="solid"/>
            <a:round/>
            <a:headEnd type="none" w="med" len="med"/>
            <a:tailEnd type="none" w="med" len="med"/>
          </a:ln>
          <a:effectLst/>
        </p:spPr>
      </p:cxnSp>
      <p:cxnSp>
        <p:nvCxnSpPr>
          <p:cNvPr id="39" name="直線コネクタ 38">
            <a:extLst>
              <a:ext uri="{FF2B5EF4-FFF2-40B4-BE49-F238E27FC236}">
                <a16:creationId xmlns:a16="http://schemas.microsoft.com/office/drawing/2014/main" id="{E4175443-CE7D-65E6-F6CB-1684DF12FF4B}"/>
              </a:ext>
            </a:extLst>
          </p:cNvPr>
          <p:cNvCxnSpPr>
            <a:cxnSpLocks/>
          </p:cNvCxnSpPr>
          <p:nvPr/>
        </p:nvCxnSpPr>
        <p:spPr bwMode="auto">
          <a:xfrm>
            <a:off x="10956056" y="1448977"/>
            <a:ext cx="0" cy="450041"/>
          </a:xfrm>
          <a:prstGeom prst="line">
            <a:avLst/>
          </a:prstGeom>
          <a:noFill/>
          <a:ln w="19050" cap="rnd" cmpd="sng" algn="ctr">
            <a:solidFill>
              <a:schemeClr val="accent6"/>
            </a:solidFill>
            <a:prstDash val="solid"/>
            <a:round/>
            <a:headEnd type="none" w="med" len="med"/>
            <a:tailEnd type="none" w="med" len="med"/>
          </a:ln>
          <a:effectLst/>
        </p:spPr>
      </p:cxnSp>
      <p:cxnSp>
        <p:nvCxnSpPr>
          <p:cNvPr id="40" name="直線コネクタ 39">
            <a:extLst>
              <a:ext uri="{FF2B5EF4-FFF2-40B4-BE49-F238E27FC236}">
                <a16:creationId xmlns:a16="http://schemas.microsoft.com/office/drawing/2014/main" id="{28B1DCE6-A895-677A-08AA-6ABC071ACA5C}"/>
              </a:ext>
            </a:extLst>
          </p:cNvPr>
          <p:cNvCxnSpPr>
            <a:cxnSpLocks/>
          </p:cNvCxnSpPr>
          <p:nvPr/>
        </p:nvCxnSpPr>
        <p:spPr bwMode="auto">
          <a:xfrm flipV="1">
            <a:off x="10686051" y="1898983"/>
            <a:ext cx="0" cy="180002"/>
          </a:xfrm>
          <a:prstGeom prst="line">
            <a:avLst/>
          </a:prstGeom>
          <a:noFill/>
          <a:ln w="19050" cap="flat" cmpd="sng" algn="ctr">
            <a:solidFill>
              <a:schemeClr val="accent6"/>
            </a:solidFill>
            <a:prstDash val="solid"/>
            <a:round/>
            <a:headEnd type="none" w="med" len="med"/>
            <a:tailEnd type="none" w="med" len="med"/>
          </a:ln>
          <a:effectLst/>
        </p:spPr>
      </p:cxnSp>
      <p:sp>
        <p:nvSpPr>
          <p:cNvPr id="41" name="正方形/長方形 40">
            <a:extLst>
              <a:ext uri="{FF2B5EF4-FFF2-40B4-BE49-F238E27FC236}">
                <a16:creationId xmlns:a16="http://schemas.microsoft.com/office/drawing/2014/main" id="{B4317BAB-B5A1-EA94-01B5-5030FCBDEC47}"/>
              </a:ext>
            </a:extLst>
          </p:cNvPr>
          <p:cNvSpPr/>
          <p:nvPr/>
        </p:nvSpPr>
        <p:spPr bwMode="auto">
          <a:xfrm rot="5400000">
            <a:off x="10416048" y="2258987"/>
            <a:ext cx="540006" cy="180001"/>
          </a:xfrm>
          <a:prstGeom prst="rect">
            <a:avLst/>
          </a:prstGeom>
          <a:solidFill>
            <a:schemeClr val="tx1">
              <a:lumMod val="50000"/>
              <a:lumOff val="50000"/>
            </a:schemeClr>
          </a:solidFill>
          <a:ln>
            <a:solidFill>
              <a:schemeClr val="tx1">
                <a:lumMod val="50000"/>
                <a:lumOff val="50000"/>
              </a:schemeClr>
            </a:solidFill>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sp>
        <p:nvSpPr>
          <p:cNvPr id="42" name="正方形/長方形 41">
            <a:extLst>
              <a:ext uri="{FF2B5EF4-FFF2-40B4-BE49-F238E27FC236}">
                <a16:creationId xmlns:a16="http://schemas.microsoft.com/office/drawing/2014/main" id="{BE2461B0-6CB9-9B81-DFDC-8820BB2940BE}"/>
              </a:ext>
            </a:extLst>
          </p:cNvPr>
          <p:cNvSpPr/>
          <p:nvPr/>
        </p:nvSpPr>
        <p:spPr bwMode="auto">
          <a:xfrm rot="5400000" flipH="1">
            <a:off x="10641050" y="2753990"/>
            <a:ext cx="90001" cy="180001"/>
          </a:xfrm>
          <a:prstGeom prst="rect">
            <a:avLst/>
          </a:prstGeom>
          <a:solidFill>
            <a:schemeClr val="tx1">
              <a:lumMod val="50000"/>
              <a:lumOff val="50000"/>
            </a:schemeClr>
          </a:solidFill>
          <a:ln>
            <a:solidFill>
              <a:schemeClr val="tx1">
                <a:lumMod val="50000"/>
                <a:lumOff val="50000"/>
              </a:schemeClr>
            </a:solidFill>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cxnSp>
        <p:nvCxnSpPr>
          <p:cNvPr id="43" name="直線コネクタ 42">
            <a:extLst>
              <a:ext uri="{FF2B5EF4-FFF2-40B4-BE49-F238E27FC236}">
                <a16:creationId xmlns:a16="http://schemas.microsoft.com/office/drawing/2014/main" id="{5F87F2D1-29D3-301C-9CC9-D9349AD5B209}"/>
              </a:ext>
            </a:extLst>
          </p:cNvPr>
          <p:cNvCxnSpPr>
            <a:cxnSpLocks/>
          </p:cNvCxnSpPr>
          <p:nvPr/>
        </p:nvCxnSpPr>
        <p:spPr bwMode="auto">
          <a:xfrm flipH="1">
            <a:off x="10776054" y="2618989"/>
            <a:ext cx="3" cy="180000"/>
          </a:xfrm>
          <a:prstGeom prst="line">
            <a:avLst/>
          </a:prstGeom>
          <a:noFill/>
          <a:ln w="19050" cap="rnd" cmpd="sng" algn="ctr">
            <a:solidFill>
              <a:schemeClr val="tx1">
                <a:lumMod val="50000"/>
                <a:lumOff val="50000"/>
              </a:schemeClr>
            </a:solidFill>
            <a:prstDash val="sysDot"/>
            <a:round/>
            <a:headEnd type="none" w="med" len="med"/>
            <a:tailEnd type="none" w="med" len="med"/>
          </a:ln>
          <a:effectLst/>
        </p:spPr>
      </p:cxnSp>
      <p:cxnSp>
        <p:nvCxnSpPr>
          <p:cNvPr id="44" name="直線コネクタ 43">
            <a:extLst>
              <a:ext uri="{FF2B5EF4-FFF2-40B4-BE49-F238E27FC236}">
                <a16:creationId xmlns:a16="http://schemas.microsoft.com/office/drawing/2014/main" id="{A03C9579-42F7-5CF8-BA16-BD8F817AB1FF}"/>
              </a:ext>
            </a:extLst>
          </p:cNvPr>
          <p:cNvCxnSpPr>
            <a:cxnSpLocks/>
          </p:cNvCxnSpPr>
          <p:nvPr/>
        </p:nvCxnSpPr>
        <p:spPr bwMode="auto">
          <a:xfrm flipH="1">
            <a:off x="10596053" y="2618989"/>
            <a:ext cx="5" cy="180000"/>
          </a:xfrm>
          <a:prstGeom prst="line">
            <a:avLst/>
          </a:prstGeom>
          <a:noFill/>
          <a:ln w="19050" cap="rnd" cmpd="sng" algn="ctr">
            <a:solidFill>
              <a:schemeClr val="tx1">
                <a:lumMod val="50000"/>
                <a:lumOff val="50000"/>
              </a:schemeClr>
            </a:solidFill>
            <a:prstDash val="sysDot"/>
            <a:round/>
            <a:headEnd type="none" w="med" len="med"/>
            <a:tailEnd type="none" w="med" len="med"/>
          </a:ln>
          <a:effectLst/>
        </p:spPr>
      </p:cxnSp>
      <p:cxnSp>
        <p:nvCxnSpPr>
          <p:cNvPr id="45" name="直線コネクタ 44">
            <a:extLst>
              <a:ext uri="{FF2B5EF4-FFF2-40B4-BE49-F238E27FC236}">
                <a16:creationId xmlns:a16="http://schemas.microsoft.com/office/drawing/2014/main" id="{63829541-51CB-EBBA-0CBB-A15DF6D27C0C}"/>
              </a:ext>
            </a:extLst>
          </p:cNvPr>
          <p:cNvCxnSpPr>
            <a:cxnSpLocks/>
          </p:cNvCxnSpPr>
          <p:nvPr/>
        </p:nvCxnSpPr>
        <p:spPr bwMode="auto">
          <a:xfrm flipV="1">
            <a:off x="10416049" y="1808981"/>
            <a:ext cx="0" cy="90001"/>
          </a:xfrm>
          <a:prstGeom prst="line">
            <a:avLst/>
          </a:prstGeom>
          <a:noFill/>
          <a:ln w="19050" cap="rnd" cmpd="sng" algn="ctr">
            <a:solidFill>
              <a:schemeClr val="accent6"/>
            </a:solidFill>
            <a:prstDash val="solid"/>
            <a:round/>
            <a:headEnd type="none" w="med" len="med"/>
            <a:tailEnd type="none" w="med" len="med"/>
          </a:ln>
          <a:effectLst/>
        </p:spPr>
      </p:cxnSp>
      <p:cxnSp>
        <p:nvCxnSpPr>
          <p:cNvPr id="202" name="直線コネクタ 201">
            <a:extLst>
              <a:ext uri="{FF2B5EF4-FFF2-40B4-BE49-F238E27FC236}">
                <a16:creationId xmlns:a16="http://schemas.microsoft.com/office/drawing/2014/main" id="{8FBB7A99-954B-7624-ABC0-DF97B2E7DAD3}"/>
              </a:ext>
            </a:extLst>
          </p:cNvPr>
          <p:cNvCxnSpPr>
            <a:cxnSpLocks/>
          </p:cNvCxnSpPr>
          <p:nvPr/>
        </p:nvCxnSpPr>
        <p:spPr bwMode="auto">
          <a:xfrm>
            <a:off x="10416048" y="5229021"/>
            <a:ext cx="540006" cy="0"/>
          </a:xfrm>
          <a:prstGeom prst="line">
            <a:avLst/>
          </a:prstGeom>
          <a:noFill/>
          <a:ln w="19050" cap="rnd" cmpd="sng" algn="ctr">
            <a:solidFill>
              <a:schemeClr val="accent5"/>
            </a:solidFill>
            <a:prstDash val="solid"/>
            <a:round/>
            <a:headEnd type="none" w="med" len="med"/>
            <a:tailEnd type="none" w="med" len="med"/>
          </a:ln>
          <a:effectLst/>
        </p:spPr>
      </p:cxnSp>
      <p:cxnSp>
        <p:nvCxnSpPr>
          <p:cNvPr id="203" name="直線コネクタ 202">
            <a:extLst>
              <a:ext uri="{FF2B5EF4-FFF2-40B4-BE49-F238E27FC236}">
                <a16:creationId xmlns:a16="http://schemas.microsoft.com/office/drawing/2014/main" id="{1C7AF6C4-0D7D-7D3B-BB5E-14E183EA253E}"/>
              </a:ext>
            </a:extLst>
          </p:cNvPr>
          <p:cNvCxnSpPr>
            <a:cxnSpLocks/>
          </p:cNvCxnSpPr>
          <p:nvPr/>
        </p:nvCxnSpPr>
        <p:spPr bwMode="auto">
          <a:xfrm>
            <a:off x="10416048" y="4779015"/>
            <a:ext cx="0" cy="180002"/>
          </a:xfrm>
          <a:prstGeom prst="line">
            <a:avLst/>
          </a:prstGeom>
          <a:noFill/>
          <a:ln w="19050" cap="rnd" cmpd="sng" algn="ctr">
            <a:solidFill>
              <a:schemeClr val="accent5"/>
            </a:solidFill>
            <a:prstDash val="solid"/>
            <a:round/>
            <a:headEnd type="none" w="med" len="med"/>
            <a:tailEnd type="none" w="med" len="med"/>
          </a:ln>
          <a:effectLst/>
        </p:spPr>
      </p:cxnSp>
      <p:cxnSp>
        <p:nvCxnSpPr>
          <p:cNvPr id="204" name="直線コネクタ 203">
            <a:extLst>
              <a:ext uri="{FF2B5EF4-FFF2-40B4-BE49-F238E27FC236}">
                <a16:creationId xmlns:a16="http://schemas.microsoft.com/office/drawing/2014/main" id="{2A985DDA-C8BC-7EEF-15B5-04AD36FC759F}"/>
              </a:ext>
            </a:extLst>
          </p:cNvPr>
          <p:cNvCxnSpPr>
            <a:cxnSpLocks/>
          </p:cNvCxnSpPr>
          <p:nvPr/>
        </p:nvCxnSpPr>
        <p:spPr bwMode="auto">
          <a:xfrm>
            <a:off x="10956054" y="4779015"/>
            <a:ext cx="0" cy="450041"/>
          </a:xfrm>
          <a:prstGeom prst="line">
            <a:avLst/>
          </a:prstGeom>
          <a:noFill/>
          <a:ln w="19050" cap="rnd" cmpd="sng" algn="ctr">
            <a:solidFill>
              <a:schemeClr val="accent5"/>
            </a:solidFill>
            <a:prstDash val="solid"/>
            <a:round/>
            <a:headEnd type="none" w="med" len="med"/>
            <a:tailEnd type="none" w="med" len="med"/>
          </a:ln>
          <a:effectLst/>
        </p:spPr>
      </p:cxnSp>
      <p:cxnSp>
        <p:nvCxnSpPr>
          <p:cNvPr id="205" name="直線コネクタ 204">
            <a:extLst>
              <a:ext uri="{FF2B5EF4-FFF2-40B4-BE49-F238E27FC236}">
                <a16:creationId xmlns:a16="http://schemas.microsoft.com/office/drawing/2014/main" id="{5BB2D490-EEA9-4155-590C-A802F7983645}"/>
              </a:ext>
            </a:extLst>
          </p:cNvPr>
          <p:cNvCxnSpPr>
            <a:cxnSpLocks/>
          </p:cNvCxnSpPr>
          <p:nvPr/>
        </p:nvCxnSpPr>
        <p:spPr bwMode="auto">
          <a:xfrm flipV="1">
            <a:off x="10686049" y="5229021"/>
            <a:ext cx="0" cy="180002"/>
          </a:xfrm>
          <a:prstGeom prst="line">
            <a:avLst/>
          </a:prstGeom>
          <a:noFill/>
          <a:ln w="19050" cap="flat" cmpd="sng" algn="ctr">
            <a:solidFill>
              <a:schemeClr val="accent5"/>
            </a:solidFill>
            <a:prstDash val="solid"/>
            <a:round/>
            <a:headEnd type="none" w="med" len="med"/>
            <a:tailEnd type="none" w="med" len="med"/>
          </a:ln>
          <a:effectLst/>
        </p:spPr>
      </p:cxnSp>
      <p:sp>
        <p:nvSpPr>
          <p:cNvPr id="206" name="正方形/長方形 205">
            <a:extLst>
              <a:ext uri="{FF2B5EF4-FFF2-40B4-BE49-F238E27FC236}">
                <a16:creationId xmlns:a16="http://schemas.microsoft.com/office/drawing/2014/main" id="{32968234-2E2D-4230-10D9-15EBA8CDE6F2}"/>
              </a:ext>
            </a:extLst>
          </p:cNvPr>
          <p:cNvSpPr/>
          <p:nvPr/>
        </p:nvSpPr>
        <p:spPr bwMode="auto">
          <a:xfrm rot="5400000">
            <a:off x="10596048" y="5409023"/>
            <a:ext cx="180002" cy="180001"/>
          </a:xfrm>
          <a:prstGeom prst="rect">
            <a:avLst/>
          </a:prstGeom>
          <a:solidFill>
            <a:schemeClr val="tx1">
              <a:lumMod val="50000"/>
              <a:lumOff val="50000"/>
            </a:schemeClr>
          </a:solidFill>
          <a:ln>
            <a:solidFill>
              <a:schemeClr val="accent5"/>
            </a:solidFill>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sp>
        <p:nvSpPr>
          <p:cNvPr id="207" name="正方形/長方形 206">
            <a:extLst>
              <a:ext uri="{FF2B5EF4-FFF2-40B4-BE49-F238E27FC236}">
                <a16:creationId xmlns:a16="http://schemas.microsoft.com/office/drawing/2014/main" id="{7A8637ED-1D3B-8791-B677-1804EFFAE811}"/>
              </a:ext>
            </a:extLst>
          </p:cNvPr>
          <p:cNvSpPr/>
          <p:nvPr/>
        </p:nvSpPr>
        <p:spPr bwMode="auto">
          <a:xfrm rot="5400000" flipH="1">
            <a:off x="10461044" y="5904026"/>
            <a:ext cx="450004" cy="180001"/>
          </a:xfrm>
          <a:prstGeom prst="rect">
            <a:avLst/>
          </a:prstGeom>
          <a:solidFill>
            <a:schemeClr val="tx1">
              <a:lumMod val="50000"/>
              <a:lumOff val="50000"/>
            </a:schemeClr>
          </a:solidFill>
          <a:ln>
            <a:solidFill>
              <a:schemeClr val="accent5"/>
            </a:solidFill>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cxnSp>
        <p:nvCxnSpPr>
          <p:cNvPr id="208" name="直線コネクタ 207">
            <a:extLst>
              <a:ext uri="{FF2B5EF4-FFF2-40B4-BE49-F238E27FC236}">
                <a16:creationId xmlns:a16="http://schemas.microsoft.com/office/drawing/2014/main" id="{3A596151-8EFD-90EF-2916-C31AD9BC3864}"/>
              </a:ext>
            </a:extLst>
          </p:cNvPr>
          <p:cNvCxnSpPr>
            <a:cxnSpLocks/>
          </p:cNvCxnSpPr>
          <p:nvPr/>
        </p:nvCxnSpPr>
        <p:spPr bwMode="auto">
          <a:xfrm flipH="1">
            <a:off x="10776048" y="5589023"/>
            <a:ext cx="3" cy="180000"/>
          </a:xfrm>
          <a:prstGeom prst="line">
            <a:avLst/>
          </a:prstGeom>
          <a:noFill/>
          <a:ln w="19050" cap="rnd" cmpd="sng" algn="ctr">
            <a:solidFill>
              <a:schemeClr val="accent5"/>
            </a:solidFill>
            <a:prstDash val="sysDot"/>
            <a:round/>
            <a:headEnd type="none" w="med" len="med"/>
            <a:tailEnd type="none" w="med" len="med"/>
          </a:ln>
          <a:effectLst/>
        </p:spPr>
      </p:cxnSp>
      <p:cxnSp>
        <p:nvCxnSpPr>
          <p:cNvPr id="210" name="直線コネクタ 209">
            <a:extLst>
              <a:ext uri="{FF2B5EF4-FFF2-40B4-BE49-F238E27FC236}">
                <a16:creationId xmlns:a16="http://schemas.microsoft.com/office/drawing/2014/main" id="{10B456A2-2271-0B2B-E322-C87D0291CE42}"/>
              </a:ext>
            </a:extLst>
          </p:cNvPr>
          <p:cNvCxnSpPr>
            <a:cxnSpLocks/>
          </p:cNvCxnSpPr>
          <p:nvPr/>
        </p:nvCxnSpPr>
        <p:spPr bwMode="auto">
          <a:xfrm flipH="1">
            <a:off x="10596047" y="5589023"/>
            <a:ext cx="5" cy="180000"/>
          </a:xfrm>
          <a:prstGeom prst="line">
            <a:avLst/>
          </a:prstGeom>
          <a:noFill/>
          <a:ln w="19050" cap="rnd" cmpd="sng" algn="ctr">
            <a:solidFill>
              <a:schemeClr val="accent5"/>
            </a:solidFill>
            <a:prstDash val="sysDot"/>
            <a:round/>
            <a:headEnd type="none" w="med" len="med"/>
            <a:tailEnd type="none" w="med" len="med"/>
          </a:ln>
          <a:effectLst/>
        </p:spPr>
      </p:cxnSp>
      <p:cxnSp>
        <p:nvCxnSpPr>
          <p:cNvPr id="211" name="直線コネクタ 210">
            <a:extLst>
              <a:ext uri="{FF2B5EF4-FFF2-40B4-BE49-F238E27FC236}">
                <a16:creationId xmlns:a16="http://schemas.microsoft.com/office/drawing/2014/main" id="{B1B00B70-B73B-63DF-E08B-CF17C27613CC}"/>
              </a:ext>
            </a:extLst>
          </p:cNvPr>
          <p:cNvCxnSpPr>
            <a:cxnSpLocks/>
          </p:cNvCxnSpPr>
          <p:nvPr/>
        </p:nvCxnSpPr>
        <p:spPr bwMode="auto">
          <a:xfrm>
            <a:off x="10416048" y="5139019"/>
            <a:ext cx="0" cy="90001"/>
          </a:xfrm>
          <a:prstGeom prst="line">
            <a:avLst/>
          </a:prstGeom>
          <a:noFill/>
          <a:ln w="19050" cap="rnd" cmpd="sng" algn="ctr">
            <a:solidFill>
              <a:schemeClr val="accent5"/>
            </a:solidFill>
            <a:prstDash val="solid"/>
            <a:round/>
            <a:headEnd type="none" w="med" len="med"/>
            <a:tailEnd type="none" w="med" len="med"/>
          </a:ln>
          <a:effectLst/>
        </p:spPr>
      </p:cxnSp>
      <p:cxnSp>
        <p:nvCxnSpPr>
          <p:cNvPr id="215" name="直線コネクタ 214">
            <a:extLst>
              <a:ext uri="{FF2B5EF4-FFF2-40B4-BE49-F238E27FC236}">
                <a16:creationId xmlns:a16="http://schemas.microsoft.com/office/drawing/2014/main" id="{09625A50-6A35-278F-73F5-4635ECCAF1CE}"/>
              </a:ext>
            </a:extLst>
          </p:cNvPr>
          <p:cNvCxnSpPr>
            <a:cxnSpLocks/>
          </p:cNvCxnSpPr>
          <p:nvPr/>
        </p:nvCxnSpPr>
        <p:spPr bwMode="auto">
          <a:xfrm>
            <a:off x="6906009" y="5139019"/>
            <a:ext cx="1530017" cy="0"/>
          </a:xfrm>
          <a:prstGeom prst="line">
            <a:avLst/>
          </a:prstGeom>
          <a:noFill/>
          <a:ln w="19050" cap="flat" cmpd="sng" algn="ctr">
            <a:solidFill>
              <a:schemeClr val="tx1"/>
            </a:solidFill>
            <a:prstDash val="solid"/>
            <a:round/>
            <a:headEnd type="none" w="med" len="med"/>
            <a:tailEnd type="none" w="med" len="med"/>
          </a:ln>
          <a:effectLst/>
        </p:spPr>
      </p:cxnSp>
      <p:cxnSp>
        <p:nvCxnSpPr>
          <p:cNvPr id="219" name="直線矢印コネクタ 218">
            <a:extLst>
              <a:ext uri="{FF2B5EF4-FFF2-40B4-BE49-F238E27FC236}">
                <a16:creationId xmlns:a16="http://schemas.microsoft.com/office/drawing/2014/main" id="{74881F6C-CEE1-87E3-18E4-E3154CA5B670}"/>
              </a:ext>
            </a:extLst>
          </p:cNvPr>
          <p:cNvCxnSpPr>
            <a:cxnSpLocks/>
          </p:cNvCxnSpPr>
          <p:nvPr/>
        </p:nvCxnSpPr>
        <p:spPr bwMode="auto">
          <a:xfrm flipV="1">
            <a:off x="6636006" y="1808982"/>
            <a:ext cx="0" cy="3060034"/>
          </a:xfrm>
          <a:prstGeom prst="straightConnector1">
            <a:avLst/>
          </a:prstGeom>
          <a:ln>
            <a:headEnd type="none" w="med" len="med"/>
            <a:tailEnd type="triangle"/>
          </a:ln>
        </p:spPr>
        <p:style>
          <a:lnRef idx="2">
            <a:schemeClr val="accent5"/>
          </a:lnRef>
          <a:fillRef idx="0">
            <a:schemeClr val="accent5"/>
          </a:fillRef>
          <a:effectRef idx="1">
            <a:schemeClr val="accent5"/>
          </a:effectRef>
          <a:fontRef idx="minor">
            <a:schemeClr val="tx1"/>
          </a:fontRef>
        </p:style>
      </p:cxnSp>
      <p:sp>
        <p:nvSpPr>
          <p:cNvPr id="220" name="正方形/長方形 219">
            <a:extLst>
              <a:ext uri="{FF2B5EF4-FFF2-40B4-BE49-F238E27FC236}">
                <a16:creationId xmlns:a16="http://schemas.microsoft.com/office/drawing/2014/main" id="{B83396CD-2DD7-59AC-3743-9B3A2F965CDD}"/>
              </a:ext>
            </a:extLst>
          </p:cNvPr>
          <p:cNvSpPr/>
          <p:nvPr/>
        </p:nvSpPr>
        <p:spPr bwMode="auto">
          <a:xfrm>
            <a:off x="6636006" y="3068996"/>
            <a:ext cx="720008" cy="720007"/>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r>
              <a:rPr lang="ja-JP" altLang="en-US" sz="2400" b="1" dirty="0">
                <a:solidFill>
                  <a:schemeClr val="accent5"/>
                </a:solidFill>
              </a:rPr>
              <a:t>高さ</a:t>
            </a:r>
            <a:r>
              <a:rPr lang="en-US" altLang="ja-JP" sz="2400" b="1" dirty="0">
                <a:solidFill>
                  <a:schemeClr val="accent5"/>
                </a:solidFill>
              </a:rPr>
              <a:t> V </a:t>
            </a:r>
            <a:endParaRPr lang="ja-JP" altLang="en-US" sz="2400" b="1" dirty="0">
              <a:solidFill>
                <a:schemeClr val="accent5"/>
              </a:solidFill>
            </a:endParaRPr>
          </a:p>
        </p:txBody>
      </p:sp>
      <p:sp>
        <p:nvSpPr>
          <p:cNvPr id="225" name="正方形/長方形 224">
            <a:extLst>
              <a:ext uri="{FF2B5EF4-FFF2-40B4-BE49-F238E27FC236}">
                <a16:creationId xmlns:a16="http://schemas.microsoft.com/office/drawing/2014/main" id="{C4C6B40E-C1F5-1F40-2370-F913BD969163}"/>
              </a:ext>
            </a:extLst>
          </p:cNvPr>
          <p:cNvSpPr/>
          <p:nvPr/>
        </p:nvSpPr>
        <p:spPr bwMode="auto">
          <a:xfrm rot="5400000">
            <a:off x="7266011" y="1268977"/>
            <a:ext cx="540006" cy="180001"/>
          </a:xfrm>
          <a:prstGeom prst="rect">
            <a:avLst/>
          </a:prstGeom>
          <a:solidFill>
            <a:schemeClr val="tx1">
              <a:lumMod val="50000"/>
              <a:lumOff val="50000"/>
            </a:schemeClr>
          </a:solidFill>
          <a:ln>
            <a:solidFill>
              <a:schemeClr val="tx1">
                <a:lumMod val="50000"/>
                <a:lumOff val="50000"/>
              </a:schemeClr>
            </a:solidFill>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sp>
        <p:nvSpPr>
          <p:cNvPr id="226" name="正方形/長方形 225">
            <a:extLst>
              <a:ext uri="{FF2B5EF4-FFF2-40B4-BE49-F238E27FC236}">
                <a16:creationId xmlns:a16="http://schemas.microsoft.com/office/drawing/2014/main" id="{55AF84A9-239B-FFAC-2C8C-CD5CE5869C5F}"/>
              </a:ext>
            </a:extLst>
          </p:cNvPr>
          <p:cNvSpPr/>
          <p:nvPr/>
        </p:nvSpPr>
        <p:spPr bwMode="auto">
          <a:xfrm rot="5400000" flipH="1">
            <a:off x="7491013" y="1763980"/>
            <a:ext cx="90001" cy="180001"/>
          </a:xfrm>
          <a:prstGeom prst="rect">
            <a:avLst/>
          </a:prstGeom>
          <a:solidFill>
            <a:schemeClr val="tx1">
              <a:lumMod val="50000"/>
              <a:lumOff val="50000"/>
            </a:schemeClr>
          </a:solidFill>
          <a:ln>
            <a:solidFill>
              <a:schemeClr val="tx1">
                <a:lumMod val="50000"/>
                <a:lumOff val="50000"/>
              </a:schemeClr>
            </a:solidFill>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cxnSp>
        <p:nvCxnSpPr>
          <p:cNvPr id="227" name="直線コネクタ 226">
            <a:extLst>
              <a:ext uri="{FF2B5EF4-FFF2-40B4-BE49-F238E27FC236}">
                <a16:creationId xmlns:a16="http://schemas.microsoft.com/office/drawing/2014/main" id="{5024C3EF-F04A-3D53-7043-D66701D686E3}"/>
              </a:ext>
            </a:extLst>
          </p:cNvPr>
          <p:cNvCxnSpPr>
            <a:cxnSpLocks/>
          </p:cNvCxnSpPr>
          <p:nvPr/>
        </p:nvCxnSpPr>
        <p:spPr bwMode="auto">
          <a:xfrm flipH="1">
            <a:off x="7626017" y="1628979"/>
            <a:ext cx="3" cy="180000"/>
          </a:xfrm>
          <a:prstGeom prst="line">
            <a:avLst/>
          </a:prstGeom>
          <a:noFill/>
          <a:ln w="19050" cap="rnd" cmpd="sng" algn="ctr">
            <a:solidFill>
              <a:schemeClr val="tx1">
                <a:lumMod val="50000"/>
                <a:lumOff val="50000"/>
              </a:schemeClr>
            </a:solidFill>
            <a:prstDash val="sysDot"/>
            <a:round/>
            <a:headEnd type="none" w="med" len="med"/>
            <a:tailEnd type="none" w="med" len="med"/>
          </a:ln>
          <a:effectLst/>
        </p:spPr>
      </p:cxnSp>
      <p:cxnSp>
        <p:nvCxnSpPr>
          <p:cNvPr id="228" name="直線コネクタ 227">
            <a:extLst>
              <a:ext uri="{FF2B5EF4-FFF2-40B4-BE49-F238E27FC236}">
                <a16:creationId xmlns:a16="http://schemas.microsoft.com/office/drawing/2014/main" id="{3D8CD2F4-E317-2C3B-7571-5C620A866A2C}"/>
              </a:ext>
            </a:extLst>
          </p:cNvPr>
          <p:cNvCxnSpPr>
            <a:cxnSpLocks/>
          </p:cNvCxnSpPr>
          <p:nvPr/>
        </p:nvCxnSpPr>
        <p:spPr bwMode="auto">
          <a:xfrm flipH="1">
            <a:off x="7446016" y="1628979"/>
            <a:ext cx="5" cy="180000"/>
          </a:xfrm>
          <a:prstGeom prst="line">
            <a:avLst/>
          </a:prstGeom>
          <a:noFill/>
          <a:ln w="19050" cap="rnd" cmpd="sng" algn="ctr">
            <a:solidFill>
              <a:schemeClr val="tx1">
                <a:lumMod val="50000"/>
                <a:lumOff val="50000"/>
              </a:schemeClr>
            </a:solidFill>
            <a:prstDash val="sysDot"/>
            <a:round/>
            <a:headEnd type="none" w="med" len="med"/>
            <a:tailEnd type="none" w="med" len="med"/>
          </a:ln>
          <a:effectLst/>
        </p:spPr>
      </p:cxnSp>
      <p:sp>
        <p:nvSpPr>
          <p:cNvPr id="230" name="正方形/長方形 229">
            <a:extLst>
              <a:ext uri="{FF2B5EF4-FFF2-40B4-BE49-F238E27FC236}">
                <a16:creationId xmlns:a16="http://schemas.microsoft.com/office/drawing/2014/main" id="{7A2C1D6A-81FB-72B9-9519-8A982FA23148}"/>
              </a:ext>
            </a:extLst>
          </p:cNvPr>
          <p:cNvSpPr/>
          <p:nvPr/>
        </p:nvSpPr>
        <p:spPr bwMode="auto">
          <a:xfrm rot="5400000">
            <a:off x="7266012" y="4869017"/>
            <a:ext cx="540006" cy="180001"/>
          </a:xfrm>
          <a:prstGeom prst="rect">
            <a:avLst/>
          </a:prstGeom>
          <a:solidFill>
            <a:schemeClr val="tx1">
              <a:lumMod val="50000"/>
              <a:lumOff val="50000"/>
            </a:schemeClr>
          </a:solidFill>
          <a:ln>
            <a:solidFill>
              <a:schemeClr val="tx1">
                <a:lumMod val="50000"/>
                <a:lumOff val="50000"/>
              </a:schemeClr>
            </a:solidFill>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sp>
        <p:nvSpPr>
          <p:cNvPr id="231" name="正方形/長方形 230">
            <a:extLst>
              <a:ext uri="{FF2B5EF4-FFF2-40B4-BE49-F238E27FC236}">
                <a16:creationId xmlns:a16="http://schemas.microsoft.com/office/drawing/2014/main" id="{DEA7C9D5-E261-DC66-AD57-13900CC895BD}"/>
              </a:ext>
            </a:extLst>
          </p:cNvPr>
          <p:cNvSpPr/>
          <p:nvPr/>
        </p:nvSpPr>
        <p:spPr bwMode="auto">
          <a:xfrm rot="5400000" flipH="1">
            <a:off x="7491014" y="5364020"/>
            <a:ext cx="90001" cy="180001"/>
          </a:xfrm>
          <a:prstGeom prst="rect">
            <a:avLst/>
          </a:prstGeom>
          <a:solidFill>
            <a:schemeClr val="tx1">
              <a:lumMod val="50000"/>
              <a:lumOff val="50000"/>
            </a:schemeClr>
          </a:solidFill>
          <a:ln>
            <a:solidFill>
              <a:schemeClr val="tx1">
                <a:lumMod val="50000"/>
                <a:lumOff val="50000"/>
              </a:schemeClr>
            </a:solidFill>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cxnSp>
        <p:nvCxnSpPr>
          <p:cNvPr id="232" name="直線コネクタ 231">
            <a:extLst>
              <a:ext uri="{FF2B5EF4-FFF2-40B4-BE49-F238E27FC236}">
                <a16:creationId xmlns:a16="http://schemas.microsoft.com/office/drawing/2014/main" id="{773FC1A8-ED85-009E-21A8-B0685E2FDF00}"/>
              </a:ext>
            </a:extLst>
          </p:cNvPr>
          <p:cNvCxnSpPr>
            <a:cxnSpLocks/>
          </p:cNvCxnSpPr>
          <p:nvPr/>
        </p:nvCxnSpPr>
        <p:spPr bwMode="auto">
          <a:xfrm flipH="1">
            <a:off x="7626018" y="5229019"/>
            <a:ext cx="3" cy="180000"/>
          </a:xfrm>
          <a:prstGeom prst="line">
            <a:avLst/>
          </a:prstGeom>
          <a:noFill/>
          <a:ln w="19050" cap="rnd" cmpd="sng" algn="ctr">
            <a:solidFill>
              <a:schemeClr val="tx1">
                <a:lumMod val="50000"/>
                <a:lumOff val="50000"/>
              </a:schemeClr>
            </a:solidFill>
            <a:prstDash val="sysDot"/>
            <a:round/>
            <a:headEnd type="none" w="med" len="med"/>
            <a:tailEnd type="none" w="med" len="med"/>
          </a:ln>
          <a:effectLst/>
        </p:spPr>
      </p:cxnSp>
      <p:cxnSp>
        <p:nvCxnSpPr>
          <p:cNvPr id="233" name="直線コネクタ 232">
            <a:extLst>
              <a:ext uri="{FF2B5EF4-FFF2-40B4-BE49-F238E27FC236}">
                <a16:creationId xmlns:a16="http://schemas.microsoft.com/office/drawing/2014/main" id="{E3BD5A4A-7781-1036-16C3-DE68FB9AA560}"/>
              </a:ext>
            </a:extLst>
          </p:cNvPr>
          <p:cNvCxnSpPr>
            <a:cxnSpLocks/>
          </p:cNvCxnSpPr>
          <p:nvPr/>
        </p:nvCxnSpPr>
        <p:spPr bwMode="auto">
          <a:xfrm flipH="1">
            <a:off x="7446017" y="5229019"/>
            <a:ext cx="5" cy="180000"/>
          </a:xfrm>
          <a:prstGeom prst="line">
            <a:avLst/>
          </a:prstGeom>
          <a:noFill/>
          <a:ln w="19050" cap="rnd" cmpd="sng" algn="ctr">
            <a:solidFill>
              <a:schemeClr val="tx1">
                <a:lumMod val="50000"/>
                <a:lumOff val="50000"/>
              </a:schemeClr>
            </a:solidFill>
            <a:prstDash val="sysDot"/>
            <a:round/>
            <a:headEnd type="none" w="med" len="med"/>
            <a:tailEnd type="none" w="med" len="med"/>
          </a:ln>
          <a:effectLst/>
        </p:spPr>
      </p:cxnSp>
      <p:sp>
        <p:nvSpPr>
          <p:cNvPr id="236" name="正方形/長方形 235">
            <a:extLst>
              <a:ext uri="{FF2B5EF4-FFF2-40B4-BE49-F238E27FC236}">
                <a16:creationId xmlns:a16="http://schemas.microsoft.com/office/drawing/2014/main" id="{99F1DECC-5A52-3E37-C906-11104C8D4ECE}"/>
              </a:ext>
            </a:extLst>
          </p:cNvPr>
          <p:cNvSpPr/>
          <p:nvPr/>
        </p:nvSpPr>
        <p:spPr bwMode="auto">
          <a:xfrm>
            <a:off x="8346025" y="3068996"/>
            <a:ext cx="720008" cy="720007"/>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r>
              <a:rPr lang="ja-JP" altLang="en-US" sz="2400" b="1" dirty="0">
                <a:solidFill>
                  <a:schemeClr val="accent5"/>
                </a:solidFill>
              </a:rPr>
              <a:t>水量 </a:t>
            </a:r>
            <a:r>
              <a:rPr lang="en-US" altLang="ja-JP" sz="2400" b="1" dirty="0">
                <a:solidFill>
                  <a:schemeClr val="accent5"/>
                </a:solidFill>
              </a:rPr>
              <a:t>Q</a:t>
            </a:r>
            <a:endParaRPr lang="ja-JP" altLang="en-US" sz="2400" b="1" dirty="0">
              <a:solidFill>
                <a:schemeClr val="accent5"/>
              </a:solidFill>
            </a:endParaRPr>
          </a:p>
        </p:txBody>
      </p:sp>
      <p:cxnSp>
        <p:nvCxnSpPr>
          <p:cNvPr id="237" name="直線矢印コネクタ 236">
            <a:extLst>
              <a:ext uri="{FF2B5EF4-FFF2-40B4-BE49-F238E27FC236}">
                <a16:creationId xmlns:a16="http://schemas.microsoft.com/office/drawing/2014/main" id="{7BC1AA68-8B26-BAEB-BF78-948166F2226B}"/>
              </a:ext>
            </a:extLst>
          </p:cNvPr>
          <p:cNvCxnSpPr>
            <a:cxnSpLocks/>
          </p:cNvCxnSpPr>
          <p:nvPr/>
        </p:nvCxnSpPr>
        <p:spPr bwMode="auto">
          <a:xfrm>
            <a:off x="6816008" y="1718981"/>
            <a:ext cx="630007" cy="0"/>
          </a:xfrm>
          <a:prstGeom prst="straightConnector1">
            <a:avLst/>
          </a:prstGeom>
          <a:ln>
            <a:headEnd type="none" w="med" len="med"/>
            <a:tailEnd type="triangle"/>
          </a:ln>
        </p:spPr>
        <p:style>
          <a:lnRef idx="2">
            <a:schemeClr val="accent5"/>
          </a:lnRef>
          <a:fillRef idx="0">
            <a:schemeClr val="accent5"/>
          </a:fillRef>
          <a:effectRef idx="1">
            <a:schemeClr val="accent5"/>
          </a:effectRef>
          <a:fontRef idx="minor">
            <a:schemeClr val="tx1"/>
          </a:fontRef>
        </p:style>
      </p:cxnSp>
    </p:spTree>
    <p:extLst>
      <p:ext uri="{BB962C8B-B14F-4D97-AF65-F5344CB8AC3E}">
        <p14:creationId xmlns:p14="http://schemas.microsoft.com/office/powerpoint/2010/main" val="407735746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965943" y="31490"/>
            <a:ext cx="10776052" cy="908972"/>
          </a:xfrm>
        </p:spPr>
        <p:txBody>
          <a:bodyPr/>
          <a:lstStyle/>
          <a:p>
            <a:r>
              <a:rPr lang="ja-JP" altLang="en-US" dirty="0"/>
              <a:t>補足：スイッチの </a:t>
            </a:r>
            <a:r>
              <a:rPr lang="en-US" altLang="ja-JP" dirty="0"/>
              <a:t>ON/OFF </a:t>
            </a:r>
            <a:r>
              <a:rPr lang="ja-JP" altLang="en-US" dirty="0"/>
              <a:t>以外による消費エネルギー</a:t>
            </a:r>
            <a:endParaRPr kumimoji="1" lang="ja-JP" altLang="en-US" dirty="0"/>
          </a:p>
        </p:txBody>
      </p:sp>
      <p:sp>
        <p:nvSpPr>
          <p:cNvPr id="3" name="テキスト プレースホルダー 2"/>
          <p:cNvSpPr>
            <a:spLocks noGrp="1"/>
          </p:cNvSpPr>
          <p:nvPr>
            <p:ph type="body" sz="quarter" idx="10"/>
          </p:nvPr>
        </p:nvSpPr>
        <p:spPr>
          <a:xfrm>
            <a:off x="1775951" y="1088974"/>
            <a:ext cx="9630107" cy="5490061"/>
          </a:xfrm>
        </p:spPr>
        <p:txBody>
          <a:bodyPr/>
          <a:lstStyle/>
          <a:p>
            <a:r>
              <a:rPr lang="ja-JP" altLang="en-US" dirty="0"/>
              <a:t>その他に，リーク電流と呼ばれるものもある</a:t>
            </a:r>
            <a:endParaRPr lang="en-US" altLang="ja-JP" dirty="0"/>
          </a:p>
          <a:p>
            <a:pPr lvl="1"/>
            <a:r>
              <a:rPr lang="ja-JP" altLang="en-US" dirty="0"/>
              <a:t>トランジスタを </a:t>
            </a:r>
            <a:r>
              <a:rPr lang="en-US" altLang="ja-JP" dirty="0"/>
              <a:t>OFF </a:t>
            </a:r>
            <a:r>
              <a:rPr lang="ja-JP" altLang="en-US" dirty="0"/>
              <a:t>にしていても，流れ続けてしまう電流</a:t>
            </a:r>
            <a:endParaRPr lang="en-US" altLang="ja-JP" dirty="0"/>
          </a:p>
          <a:p>
            <a:r>
              <a:rPr lang="ja-JP" altLang="en-US" dirty="0"/>
              <a:t>分類：</a:t>
            </a:r>
            <a:endParaRPr lang="en-US" altLang="ja-JP" dirty="0"/>
          </a:p>
          <a:p>
            <a:pPr lvl="1"/>
            <a:r>
              <a:rPr lang="ja-JP" altLang="en-US" dirty="0"/>
              <a:t>充放電によるもの：動的（</a:t>
            </a:r>
            <a:r>
              <a:rPr lang="en-US" altLang="ja-JP" dirty="0"/>
              <a:t>dynamic</a:t>
            </a:r>
            <a:r>
              <a:rPr lang="ja-JP" altLang="en-US" dirty="0"/>
              <a:t>）消費電力</a:t>
            </a:r>
            <a:endParaRPr lang="en-US" altLang="ja-JP" dirty="0"/>
          </a:p>
          <a:p>
            <a:pPr lvl="1"/>
            <a:r>
              <a:rPr lang="ja-JP" altLang="en-US" dirty="0"/>
              <a:t>リークによるもの：静的（</a:t>
            </a:r>
            <a:r>
              <a:rPr lang="en-US" altLang="ja-JP" dirty="0"/>
              <a:t>static</a:t>
            </a:r>
            <a:r>
              <a:rPr lang="ja-JP" altLang="en-US" dirty="0"/>
              <a:t>）消費電力</a:t>
            </a:r>
            <a:endParaRPr lang="en-US" altLang="ja-JP" dirty="0"/>
          </a:p>
          <a:p>
            <a:r>
              <a:rPr kumimoji="1" lang="ja-JP" altLang="en-US" dirty="0"/>
              <a:t>リークは，栓が完璧ではないのでチロチロ水が漏れているイメージ</a:t>
            </a:r>
            <a:endParaRPr kumimoji="1" lang="en-US" altLang="ja-JP" dirty="0"/>
          </a:p>
        </p:txBody>
      </p:sp>
    </p:spTree>
    <p:extLst>
      <p:ext uri="{BB962C8B-B14F-4D97-AF65-F5344CB8AC3E}">
        <p14:creationId xmlns:p14="http://schemas.microsoft.com/office/powerpoint/2010/main" val="257452996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52E4C17-1332-7F96-5503-74AABD5E0787}"/>
              </a:ext>
            </a:extLst>
          </p:cNvPr>
          <p:cNvSpPr>
            <a:spLocks noGrp="1"/>
          </p:cNvSpPr>
          <p:nvPr>
            <p:ph type="title"/>
          </p:nvPr>
        </p:nvSpPr>
        <p:spPr>
          <a:xfrm>
            <a:off x="875942" y="0"/>
            <a:ext cx="11316058" cy="908972"/>
          </a:xfrm>
        </p:spPr>
        <p:txBody>
          <a:bodyPr/>
          <a:lstStyle/>
          <a:p>
            <a:r>
              <a:rPr kumimoji="1" lang="ja-JP" altLang="en-US" dirty="0"/>
              <a:t>水流システムのアナロジー</a:t>
            </a:r>
            <a:r>
              <a:rPr lang="ja-JP" altLang="en-US" dirty="0"/>
              <a:t>から説明できること</a:t>
            </a:r>
            <a:endParaRPr kumimoji="1" lang="en-US" dirty="0"/>
          </a:p>
        </p:txBody>
      </p:sp>
      <p:sp>
        <p:nvSpPr>
          <p:cNvPr id="3" name="テキスト プレースホルダー 2">
            <a:extLst>
              <a:ext uri="{FF2B5EF4-FFF2-40B4-BE49-F238E27FC236}">
                <a16:creationId xmlns:a16="http://schemas.microsoft.com/office/drawing/2014/main" id="{69D014C6-E436-4CBB-7774-0F62FCB3EA4A}"/>
              </a:ext>
            </a:extLst>
          </p:cNvPr>
          <p:cNvSpPr>
            <a:spLocks noGrp="1"/>
          </p:cNvSpPr>
          <p:nvPr>
            <p:ph type="body" sz="quarter" idx="10"/>
          </p:nvPr>
        </p:nvSpPr>
        <p:spPr>
          <a:xfrm>
            <a:off x="965943" y="1088974"/>
            <a:ext cx="10530117" cy="5490061"/>
          </a:xfrm>
        </p:spPr>
        <p:txBody>
          <a:bodyPr/>
          <a:lstStyle/>
          <a:p>
            <a:r>
              <a:rPr kumimoji="1" lang="ja-JP" altLang="en-US" dirty="0"/>
              <a:t>消費エネルギー：</a:t>
            </a:r>
            <a:endParaRPr kumimoji="1" lang="en-US" altLang="ja-JP" dirty="0"/>
          </a:p>
          <a:p>
            <a:pPr lvl="1"/>
            <a:r>
              <a:rPr kumimoji="1" lang="ja-JP" altLang="en-US" dirty="0"/>
              <a:t>回路：全 </a:t>
            </a:r>
            <a:r>
              <a:rPr kumimoji="1" lang="en-US" altLang="ja-JP" dirty="0"/>
              <a:t>PMOS/NMOS </a:t>
            </a:r>
            <a:r>
              <a:rPr kumimoji="1" lang="ja-JP" altLang="en-US" dirty="0"/>
              <a:t>のコンデンサに溜まる電荷量 </a:t>
            </a:r>
            <a:r>
              <a:rPr kumimoji="1" lang="en-US" altLang="ja-JP" dirty="0"/>
              <a:t>Q </a:t>
            </a:r>
            <a:r>
              <a:rPr kumimoji="1" lang="ja-JP" altLang="en-US" dirty="0"/>
              <a:t>と，電圧 </a:t>
            </a:r>
            <a:r>
              <a:rPr kumimoji="1" lang="en-US" altLang="ja-JP" dirty="0"/>
              <a:t>V </a:t>
            </a:r>
            <a:r>
              <a:rPr kumimoji="1" lang="ja-JP" altLang="en-US" dirty="0"/>
              <a:t>によって決まる</a:t>
            </a:r>
            <a:endParaRPr kumimoji="1" lang="en-US" altLang="ja-JP" dirty="0"/>
          </a:p>
          <a:p>
            <a:pPr lvl="1"/>
            <a:r>
              <a:rPr kumimoji="1" lang="ja-JP" altLang="en-US" dirty="0"/>
              <a:t>水流：全タンクにたまる総水量 </a:t>
            </a:r>
            <a:r>
              <a:rPr kumimoji="1" lang="en-US" altLang="ja-JP" dirty="0"/>
              <a:t>Q </a:t>
            </a:r>
            <a:r>
              <a:rPr kumimoji="1" lang="ja-JP" altLang="en-US" dirty="0"/>
              <a:t>と，高さ </a:t>
            </a:r>
            <a:r>
              <a:rPr kumimoji="1" lang="en-US" altLang="ja-JP" dirty="0"/>
              <a:t>V </a:t>
            </a:r>
            <a:r>
              <a:rPr kumimoji="1" lang="ja-JP" altLang="en-US" dirty="0"/>
              <a:t>によって決まる</a:t>
            </a:r>
            <a:endParaRPr kumimoji="1" lang="en-US" altLang="ja-JP" dirty="0"/>
          </a:p>
          <a:p>
            <a:r>
              <a:rPr kumimoji="1" lang="ja-JP" altLang="en-US" dirty="0">
                <a:solidFill>
                  <a:schemeClr val="accent5"/>
                </a:solidFill>
              </a:rPr>
              <a:t>回路量に比例して</a:t>
            </a:r>
            <a:r>
              <a:rPr lang="ja-JP" altLang="en-US" dirty="0">
                <a:solidFill>
                  <a:schemeClr val="accent5"/>
                </a:solidFill>
              </a:rPr>
              <a:t>消費エネルギーは増える：</a:t>
            </a:r>
            <a:endParaRPr lang="en-US" altLang="ja-JP" dirty="0">
              <a:solidFill>
                <a:schemeClr val="accent5"/>
              </a:solidFill>
            </a:endParaRPr>
          </a:p>
          <a:p>
            <a:pPr lvl="1"/>
            <a:r>
              <a:rPr lang="ja-JP" altLang="en-US" dirty="0"/>
              <a:t>水流：</a:t>
            </a:r>
            <a:r>
              <a:rPr kumimoji="1" lang="ja-JP" altLang="en-US" dirty="0"/>
              <a:t>全タンクに溜まる総水量は</a:t>
            </a:r>
            <a:r>
              <a:rPr lang="ja-JP" altLang="en-US" dirty="0"/>
              <a:t>タンクの数に</a:t>
            </a:r>
            <a:r>
              <a:rPr kumimoji="1" lang="ja-JP" altLang="en-US" dirty="0"/>
              <a:t>比例する</a:t>
            </a:r>
            <a:endParaRPr kumimoji="1" lang="en-US" altLang="ja-JP" dirty="0"/>
          </a:p>
          <a:p>
            <a:r>
              <a:rPr kumimoji="1" lang="ja-JP" altLang="en-US" dirty="0">
                <a:solidFill>
                  <a:schemeClr val="accent5"/>
                </a:solidFill>
              </a:rPr>
              <a:t>配線も電力を消費する：</a:t>
            </a:r>
            <a:endParaRPr kumimoji="1" lang="en-US" altLang="ja-JP" dirty="0">
              <a:solidFill>
                <a:schemeClr val="accent5"/>
              </a:solidFill>
            </a:endParaRPr>
          </a:p>
          <a:p>
            <a:pPr lvl="1"/>
            <a:r>
              <a:rPr kumimoji="1" lang="ja-JP" altLang="en-US" dirty="0"/>
              <a:t>回路：配線が持つ寄生容量に充放電が起きる</a:t>
            </a:r>
            <a:endParaRPr kumimoji="1" lang="en-US" altLang="ja-JP" dirty="0"/>
          </a:p>
          <a:p>
            <a:pPr lvl="1"/>
            <a:r>
              <a:rPr lang="ja-JP" altLang="en-US" dirty="0"/>
              <a:t>水流</a:t>
            </a:r>
            <a:r>
              <a:rPr kumimoji="1" lang="ja-JP" altLang="en-US" dirty="0"/>
              <a:t>：パイプにも水は多少溜まる</a:t>
            </a:r>
            <a:endParaRPr kumimoji="1" lang="en-US" altLang="ja-JP" dirty="0"/>
          </a:p>
          <a:p>
            <a:r>
              <a:rPr kumimoji="1" lang="ja-JP" altLang="en-US" dirty="0">
                <a:solidFill>
                  <a:schemeClr val="accent5"/>
                </a:solidFill>
              </a:rPr>
              <a:t>半導体化が微細化すると電力や速度も向上する：</a:t>
            </a:r>
            <a:endParaRPr kumimoji="1" lang="en-US" altLang="ja-JP" dirty="0">
              <a:solidFill>
                <a:schemeClr val="accent5"/>
              </a:solidFill>
            </a:endParaRPr>
          </a:p>
          <a:p>
            <a:pPr lvl="1"/>
            <a:r>
              <a:rPr kumimoji="1" lang="ja-JP" altLang="en-US" dirty="0"/>
              <a:t>回路：コンデンサに電荷をためる量と時間が減る</a:t>
            </a:r>
            <a:endParaRPr kumimoji="1" lang="en-US" altLang="ja-JP" dirty="0"/>
          </a:p>
          <a:p>
            <a:pPr lvl="1"/>
            <a:r>
              <a:rPr lang="ja-JP" altLang="en-US" dirty="0"/>
              <a:t>水流：タンクが小さくなるので，水が貯まる時間と量が減る</a:t>
            </a:r>
            <a:endParaRPr kumimoji="1" lang="en-US" dirty="0"/>
          </a:p>
        </p:txBody>
      </p:sp>
    </p:spTree>
    <p:extLst>
      <p:ext uri="{BB962C8B-B14F-4D97-AF65-F5344CB8AC3E}">
        <p14:creationId xmlns:p14="http://schemas.microsoft.com/office/powerpoint/2010/main" val="213791734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EA1D90B-43EC-144E-99F4-72CD7C5ED95B}"/>
              </a:ext>
            </a:extLst>
          </p:cNvPr>
          <p:cNvSpPr>
            <a:spLocks noGrp="1"/>
          </p:cNvSpPr>
          <p:nvPr>
            <p:ph type="title"/>
          </p:nvPr>
        </p:nvSpPr>
        <p:spPr>
          <a:xfrm>
            <a:off x="785941" y="0"/>
            <a:ext cx="10776052" cy="908972"/>
          </a:xfrm>
        </p:spPr>
        <p:txBody>
          <a:bodyPr/>
          <a:lstStyle/>
          <a:p>
            <a:r>
              <a:rPr kumimoji="1" lang="ja-JP" altLang="en-US" sz="2800" dirty="0"/>
              <a:t>これらの話は，基本的には半導体技術が進んで</a:t>
            </a:r>
            <a:r>
              <a:rPr lang="ja-JP" altLang="en-US" sz="2800" dirty="0"/>
              <a:t>も変わらない</a:t>
            </a:r>
            <a:br>
              <a:rPr kumimoji="1" lang="en-US" altLang="ja-JP" sz="2800" dirty="0"/>
            </a:br>
            <a:r>
              <a:rPr lang="ja-JP" altLang="en-US" sz="1100" dirty="0"/>
              <a:t>図 は </a:t>
            </a:r>
            <a:r>
              <a:rPr lang="en-US" altLang="ja-JP" sz="1100" dirty="0"/>
              <a:t>IEEE INTERNATIONAL ROADMAP FOR DEVICES AND SYSTEMS (IRDS) EXECUTIVE SUMMARY 2022  </a:t>
            </a:r>
            <a:r>
              <a:rPr lang="ja-JP" altLang="en-US" sz="1100" dirty="0"/>
              <a:t>より</a:t>
            </a:r>
            <a:endParaRPr kumimoji="1" lang="en-US" sz="2800" dirty="0"/>
          </a:p>
        </p:txBody>
      </p:sp>
      <p:pic>
        <p:nvPicPr>
          <p:cNvPr id="5" name="図 4">
            <a:extLst>
              <a:ext uri="{FF2B5EF4-FFF2-40B4-BE49-F238E27FC236}">
                <a16:creationId xmlns:a16="http://schemas.microsoft.com/office/drawing/2014/main" id="{4C308B1C-D100-891D-CBA5-10F9E7D2FA93}"/>
              </a:ext>
            </a:extLst>
          </p:cNvPr>
          <p:cNvPicPr>
            <a:picLocks noChangeAspect="1"/>
          </p:cNvPicPr>
          <p:nvPr/>
        </p:nvPicPr>
        <p:blipFill>
          <a:blip r:embed="rId2"/>
          <a:stretch>
            <a:fillRect/>
          </a:stretch>
        </p:blipFill>
        <p:spPr>
          <a:xfrm>
            <a:off x="155934" y="1088974"/>
            <a:ext cx="7920089" cy="5523707"/>
          </a:xfrm>
          <a:prstGeom prst="rect">
            <a:avLst/>
          </a:prstGeom>
        </p:spPr>
      </p:pic>
      <p:sp>
        <p:nvSpPr>
          <p:cNvPr id="3" name="テキスト プレースホルダー 2">
            <a:extLst>
              <a:ext uri="{FF2B5EF4-FFF2-40B4-BE49-F238E27FC236}">
                <a16:creationId xmlns:a16="http://schemas.microsoft.com/office/drawing/2014/main" id="{16AF6E77-DA7A-6BB1-F075-2F86984BE0B7}"/>
              </a:ext>
            </a:extLst>
          </p:cNvPr>
          <p:cNvSpPr>
            <a:spLocks noGrp="1"/>
          </p:cNvSpPr>
          <p:nvPr>
            <p:ph type="body" sz="quarter" idx="10"/>
          </p:nvPr>
        </p:nvSpPr>
        <p:spPr>
          <a:xfrm>
            <a:off x="7176012" y="1268976"/>
            <a:ext cx="4680052" cy="5220058"/>
          </a:xfrm>
        </p:spPr>
        <p:txBody>
          <a:bodyPr/>
          <a:lstStyle/>
          <a:p>
            <a:pPr lvl="1"/>
            <a:r>
              <a:rPr kumimoji="1" lang="en-US" altLang="ja-JP" dirty="0"/>
              <a:t>CMOS </a:t>
            </a:r>
            <a:r>
              <a:rPr kumimoji="1" lang="ja-JP" altLang="en-US" dirty="0"/>
              <a:t>の作り方は今後色々変わっていく</a:t>
            </a:r>
            <a:endParaRPr kumimoji="1" lang="en-US" altLang="ja-JP" dirty="0"/>
          </a:p>
          <a:p>
            <a:pPr lvl="2"/>
            <a:r>
              <a:rPr kumimoji="1" lang="ja-JP" altLang="en-US" dirty="0"/>
              <a:t>色々な</a:t>
            </a:r>
            <a:r>
              <a:rPr kumimoji="1" lang="en-US" altLang="ja-JP" dirty="0"/>
              <a:t>3</a:t>
            </a:r>
            <a:r>
              <a:rPr kumimoji="1" lang="ja-JP" altLang="en-US" dirty="0"/>
              <a:t>次元構造が導入される予定</a:t>
            </a:r>
            <a:endParaRPr kumimoji="1" lang="en-US" altLang="ja-JP" dirty="0"/>
          </a:p>
          <a:p>
            <a:pPr lvl="2"/>
            <a:r>
              <a:rPr kumimoji="1" lang="ja-JP" altLang="en-US" dirty="0"/>
              <a:t>チップ上にトランジスタを</a:t>
            </a:r>
            <a:br>
              <a:rPr kumimoji="1" lang="en-US" altLang="ja-JP" dirty="0"/>
            </a:br>
            <a:r>
              <a:rPr kumimoji="1" lang="ja-JP" altLang="en-US" dirty="0"/>
              <a:t>積み上げる事で数を増やす</a:t>
            </a:r>
            <a:endParaRPr kumimoji="1" lang="en-US" altLang="ja-JP" dirty="0"/>
          </a:p>
          <a:p>
            <a:pPr lvl="2"/>
            <a:endParaRPr kumimoji="1" lang="en-US" altLang="ja-JP" dirty="0"/>
          </a:p>
          <a:p>
            <a:pPr lvl="1"/>
            <a:r>
              <a:rPr kumimoji="1" lang="ja-JP" altLang="en-US" dirty="0"/>
              <a:t>作りが変わっても，電力や速度の考え方は</a:t>
            </a:r>
            <a:r>
              <a:rPr lang="ja-JP" altLang="en-US" dirty="0"/>
              <a:t>基本的に変わらない</a:t>
            </a:r>
            <a:endParaRPr kumimoji="1" lang="en-US" altLang="ja-JP" dirty="0"/>
          </a:p>
        </p:txBody>
      </p:sp>
      <p:sp>
        <p:nvSpPr>
          <p:cNvPr id="4" name="四角形: 角を丸くする 3">
            <a:extLst>
              <a:ext uri="{FF2B5EF4-FFF2-40B4-BE49-F238E27FC236}">
                <a16:creationId xmlns:a16="http://schemas.microsoft.com/office/drawing/2014/main" id="{FB320AE2-9E78-F341-9661-2BC6DCA19625}"/>
              </a:ext>
            </a:extLst>
          </p:cNvPr>
          <p:cNvSpPr/>
          <p:nvPr/>
        </p:nvSpPr>
        <p:spPr bwMode="auto">
          <a:xfrm>
            <a:off x="3665973" y="3158997"/>
            <a:ext cx="900010" cy="720008"/>
          </a:xfrm>
          <a:prstGeom prst="roundRect">
            <a:avLst/>
          </a:prstGeom>
          <a:noFill/>
          <a:ln>
            <a:solidFill>
              <a:schemeClr val="accent6"/>
            </a:solidFill>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sp>
        <p:nvSpPr>
          <p:cNvPr id="6" name="四角形: 角を丸くする 5">
            <a:extLst>
              <a:ext uri="{FF2B5EF4-FFF2-40B4-BE49-F238E27FC236}">
                <a16:creationId xmlns:a16="http://schemas.microsoft.com/office/drawing/2014/main" id="{012E4ACD-F35B-7B94-FDD6-38D05FDD71BE}"/>
              </a:ext>
            </a:extLst>
          </p:cNvPr>
          <p:cNvSpPr/>
          <p:nvPr/>
        </p:nvSpPr>
        <p:spPr bwMode="auto">
          <a:xfrm>
            <a:off x="3755973" y="1448978"/>
            <a:ext cx="810009" cy="180002"/>
          </a:xfrm>
          <a:prstGeom prst="roundRect">
            <a:avLst/>
          </a:prstGeom>
          <a:noFill/>
          <a:ln>
            <a:solidFill>
              <a:schemeClr val="accent6"/>
            </a:solidFill>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sp>
        <p:nvSpPr>
          <p:cNvPr id="7" name="正方形/長方形 6">
            <a:extLst>
              <a:ext uri="{FF2B5EF4-FFF2-40B4-BE49-F238E27FC236}">
                <a16:creationId xmlns:a16="http://schemas.microsoft.com/office/drawing/2014/main" id="{9BB6CF00-7DA0-0E21-E214-B1F3DC062DDA}"/>
              </a:ext>
            </a:extLst>
          </p:cNvPr>
          <p:cNvSpPr/>
          <p:nvPr/>
        </p:nvSpPr>
        <p:spPr bwMode="auto">
          <a:xfrm>
            <a:off x="3665973" y="818971"/>
            <a:ext cx="720008" cy="720007"/>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r>
              <a:rPr lang="ja-JP" altLang="en-US" sz="1400" b="1" dirty="0">
                <a:solidFill>
                  <a:schemeClr val="accent6"/>
                </a:solidFill>
              </a:rPr>
              <a:t>モデル名</a:t>
            </a:r>
          </a:p>
        </p:txBody>
      </p:sp>
      <p:sp>
        <p:nvSpPr>
          <p:cNvPr id="8" name="正方形/長方形 7">
            <a:extLst>
              <a:ext uri="{FF2B5EF4-FFF2-40B4-BE49-F238E27FC236}">
                <a16:creationId xmlns:a16="http://schemas.microsoft.com/office/drawing/2014/main" id="{109A4469-97BA-D251-B51B-FDF8FBE0F648}"/>
              </a:ext>
            </a:extLst>
          </p:cNvPr>
          <p:cNvSpPr/>
          <p:nvPr/>
        </p:nvSpPr>
        <p:spPr bwMode="auto">
          <a:xfrm>
            <a:off x="3485971" y="2708992"/>
            <a:ext cx="720008" cy="720007"/>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r>
              <a:rPr lang="ja-JP" altLang="en-US" sz="1400" b="1" dirty="0">
                <a:solidFill>
                  <a:schemeClr val="accent6"/>
                </a:solidFill>
              </a:rPr>
              <a:t>実際のサイズ</a:t>
            </a:r>
          </a:p>
        </p:txBody>
      </p:sp>
    </p:spTree>
    <p:extLst>
      <p:ext uri="{BB962C8B-B14F-4D97-AF65-F5344CB8AC3E}">
        <p14:creationId xmlns:p14="http://schemas.microsoft.com/office/powerpoint/2010/main" val="311252718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図 4">
            <a:extLst>
              <a:ext uri="{FF2B5EF4-FFF2-40B4-BE49-F238E27FC236}">
                <a16:creationId xmlns:a16="http://schemas.microsoft.com/office/drawing/2014/main" id="{C701F75B-B5F5-F7B4-D8F7-D434BD0C472C}"/>
              </a:ext>
            </a:extLst>
          </p:cNvPr>
          <p:cNvPicPr>
            <a:picLocks noChangeAspect="1"/>
          </p:cNvPicPr>
          <p:nvPr/>
        </p:nvPicPr>
        <p:blipFill>
          <a:blip r:embed="rId2"/>
          <a:stretch>
            <a:fillRect/>
          </a:stretch>
        </p:blipFill>
        <p:spPr>
          <a:xfrm>
            <a:off x="7356014" y="3699003"/>
            <a:ext cx="4877334" cy="3240036"/>
          </a:xfrm>
          <a:prstGeom prst="rect">
            <a:avLst/>
          </a:prstGeom>
        </p:spPr>
      </p:pic>
      <p:sp>
        <p:nvSpPr>
          <p:cNvPr id="2" name="タイトル 1">
            <a:extLst>
              <a:ext uri="{FF2B5EF4-FFF2-40B4-BE49-F238E27FC236}">
                <a16:creationId xmlns:a16="http://schemas.microsoft.com/office/drawing/2014/main" id="{FBBF5C81-8953-E4A0-0683-120CF701405B}"/>
              </a:ext>
            </a:extLst>
          </p:cNvPr>
          <p:cNvSpPr>
            <a:spLocks noGrp="1"/>
          </p:cNvSpPr>
          <p:nvPr>
            <p:ph type="title"/>
          </p:nvPr>
        </p:nvSpPr>
        <p:spPr>
          <a:xfrm>
            <a:off x="605939" y="0"/>
            <a:ext cx="11316058" cy="908972"/>
          </a:xfrm>
        </p:spPr>
        <p:txBody>
          <a:bodyPr/>
          <a:lstStyle/>
          <a:p>
            <a:r>
              <a:rPr kumimoji="1" lang="ja-JP" altLang="en-US" sz="2800" dirty="0"/>
              <a:t>（余談１）微細化による半導体世代の「定義の進化」</a:t>
            </a:r>
            <a:endParaRPr lang="en-US" sz="900" dirty="0"/>
          </a:p>
        </p:txBody>
      </p:sp>
      <p:sp>
        <p:nvSpPr>
          <p:cNvPr id="3" name="テキスト プレースホルダー 2">
            <a:extLst>
              <a:ext uri="{FF2B5EF4-FFF2-40B4-BE49-F238E27FC236}">
                <a16:creationId xmlns:a16="http://schemas.microsoft.com/office/drawing/2014/main" id="{BD81CC1E-B612-B3CF-B27B-D152558671E1}"/>
              </a:ext>
            </a:extLst>
          </p:cNvPr>
          <p:cNvSpPr>
            <a:spLocks noGrp="1"/>
          </p:cNvSpPr>
          <p:nvPr>
            <p:ph type="body" sz="quarter" idx="10"/>
          </p:nvPr>
        </p:nvSpPr>
        <p:spPr>
          <a:xfrm>
            <a:off x="425937" y="1088974"/>
            <a:ext cx="11160124" cy="5220057"/>
          </a:xfrm>
        </p:spPr>
        <p:txBody>
          <a:bodyPr anchor="t"/>
          <a:lstStyle/>
          <a:p>
            <a:r>
              <a:rPr kumimoji="1" lang="ja-JP" altLang="en-US" dirty="0"/>
              <a:t>半導体の世代を表す「</a:t>
            </a:r>
            <a:r>
              <a:rPr lang="en-US" altLang="ja-JP" dirty="0"/>
              <a:t>2nm</a:t>
            </a:r>
            <a:r>
              <a:rPr kumimoji="1" lang="ja-JP" altLang="en-US" dirty="0"/>
              <a:t>」などの言葉は「進化」してきた</a:t>
            </a:r>
            <a:endParaRPr kumimoji="1" lang="en-US" altLang="ja-JP" dirty="0"/>
          </a:p>
          <a:p>
            <a:pPr lvl="1"/>
            <a:r>
              <a:rPr lang="ja-JP" altLang="en-US" dirty="0"/>
              <a:t>最初はちゃんと物理サイズを表していた</a:t>
            </a:r>
            <a:endParaRPr lang="en-US" altLang="ja-JP" dirty="0"/>
          </a:p>
          <a:p>
            <a:pPr lvl="1"/>
            <a:r>
              <a:rPr lang="ja-JP" altLang="en-US" dirty="0"/>
              <a:t>いろいろあって，</a:t>
            </a:r>
            <a:r>
              <a:rPr kumimoji="1" lang="ja-JP" altLang="en-US" dirty="0"/>
              <a:t>前の世代</a:t>
            </a:r>
            <a:r>
              <a:rPr lang="ja-JP" altLang="en-US" dirty="0"/>
              <a:t>の数字</a:t>
            </a:r>
            <a:r>
              <a:rPr kumimoji="1" lang="ja-JP" altLang="en-US" dirty="0"/>
              <a:t>に</a:t>
            </a:r>
            <a:r>
              <a:rPr lang="ja-JP" altLang="en-US" dirty="0"/>
              <a:t>単に </a:t>
            </a:r>
            <a:r>
              <a:rPr lang="en-US" altLang="ja-JP" dirty="0"/>
              <a:t>0.7 </a:t>
            </a:r>
            <a:r>
              <a:rPr lang="ja-JP" altLang="en-US" dirty="0"/>
              <a:t>をかけたものになった</a:t>
            </a:r>
            <a:endParaRPr lang="en-US" altLang="ja-JP" dirty="0"/>
          </a:p>
          <a:p>
            <a:pPr lvl="2"/>
            <a:r>
              <a:rPr lang="ja-JP" altLang="en-US" dirty="0"/>
              <a:t>世代の数字が予定通り進まないと格好がつかないため</a:t>
            </a:r>
            <a:endParaRPr lang="en-US" altLang="ja-JP" dirty="0"/>
          </a:p>
          <a:p>
            <a:pPr lvl="2"/>
            <a:r>
              <a:rPr lang="ja-JP" altLang="en-US" dirty="0"/>
              <a:t>注意深く見ると企業は「</a:t>
            </a:r>
            <a:r>
              <a:rPr lang="en-US" altLang="ja-JP" dirty="0"/>
              <a:t>2nm</a:t>
            </a:r>
            <a:r>
              <a:rPr lang="ja-JP" altLang="en-US" dirty="0"/>
              <a:t>」とは言わず「</a:t>
            </a:r>
            <a:r>
              <a:rPr lang="en-US" altLang="ja-JP" dirty="0"/>
              <a:t>2N</a:t>
            </a:r>
            <a:r>
              <a:rPr lang="ja-JP" altLang="en-US" dirty="0"/>
              <a:t>」「２ナノ世代」等と表記している</a:t>
            </a:r>
            <a:endParaRPr lang="en-US" altLang="ja-JP" dirty="0"/>
          </a:p>
          <a:p>
            <a:r>
              <a:rPr lang="ja-JP" altLang="en-US" dirty="0"/>
              <a:t>「現在の半導体は </a:t>
            </a:r>
            <a:r>
              <a:rPr lang="en-US" altLang="ja-JP" dirty="0"/>
              <a:t>2nm </a:t>
            </a:r>
            <a:r>
              <a:rPr lang="ja-JP" altLang="en-US" dirty="0"/>
              <a:t>程度のサイズであり，これは原子数個分で～」のような表現</a:t>
            </a:r>
            <a:endParaRPr lang="en-US" altLang="ja-JP" dirty="0"/>
          </a:p>
          <a:p>
            <a:pPr lvl="1"/>
            <a:r>
              <a:rPr lang="ja-JP" altLang="en-US" dirty="0">
                <a:solidFill>
                  <a:schemeClr val="accent5"/>
                </a:solidFill>
              </a:rPr>
              <a:t>「</a:t>
            </a:r>
            <a:r>
              <a:rPr lang="en-US" altLang="ja-JP" dirty="0">
                <a:solidFill>
                  <a:schemeClr val="accent5"/>
                </a:solidFill>
              </a:rPr>
              <a:t>2nm </a:t>
            </a:r>
            <a:r>
              <a:rPr lang="ja-JP" altLang="en-US" dirty="0">
                <a:solidFill>
                  <a:schemeClr val="accent5"/>
                </a:solidFill>
              </a:rPr>
              <a:t>の半導体」は，実際には別にどこも </a:t>
            </a:r>
            <a:r>
              <a:rPr lang="en-US" altLang="ja-JP" dirty="0">
                <a:solidFill>
                  <a:schemeClr val="accent5"/>
                </a:solidFill>
              </a:rPr>
              <a:t>2nm </a:t>
            </a:r>
            <a:r>
              <a:rPr lang="ja-JP" altLang="en-US" dirty="0">
                <a:solidFill>
                  <a:schemeClr val="accent5"/>
                </a:solidFill>
              </a:rPr>
              <a:t>ではない</a:t>
            </a:r>
            <a:endParaRPr lang="en-US" altLang="ja-JP" dirty="0">
              <a:solidFill>
                <a:schemeClr val="accent5"/>
              </a:solidFill>
            </a:endParaRPr>
          </a:p>
          <a:p>
            <a:pPr lvl="2"/>
            <a:r>
              <a:rPr lang="ja-JP" altLang="en-US" dirty="0"/>
              <a:t>ただのモデルナンバーなので，そこまで縮んでない</a:t>
            </a:r>
            <a:endParaRPr lang="en-US" altLang="ja-JP" dirty="0"/>
          </a:p>
          <a:p>
            <a:pPr lvl="1"/>
            <a:r>
              <a:rPr lang="ja-JP" altLang="en-US" dirty="0"/>
              <a:t>物理的にはまだ </a:t>
            </a:r>
            <a:r>
              <a:rPr lang="en-US" altLang="ja-JP" dirty="0"/>
              <a:t>14nm </a:t>
            </a:r>
            <a:r>
              <a:rPr lang="ja-JP" altLang="en-US" dirty="0"/>
              <a:t>ぐらい</a:t>
            </a:r>
            <a:endParaRPr lang="en-US" altLang="ja-JP" dirty="0"/>
          </a:p>
          <a:p>
            <a:pPr lvl="2"/>
            <a:r>
              <a:rPr lang="ja-JP" altLang="en-US" dirty="0"/>
              <a:t>原子サイズの限界まではまだある程度余地がある</a:t>
            </a:r>
            <a:endParaRPr lang="en-US" altLang="ja-JP" dirty="0"/>
          </a:p>
          <a:p>
            <a:pPr marL="0" indent="0">
              <a:buNone/>
            </a:pPr>
            <a:r>
              <a:rPr lang="ja-JP" altLang="en-US" sz="1400" dirty="0"/>
              <a:t>図と説明は </a:t>
            </a:r>
            <a:r>
              <a:rPr lang="en-US" altLang="ja-JP" sz="1400" dirty="0"/>
              <a:t>IEEE INTERNATIONAL ROADMAP FOR DEVICES AND SYSTEMS (IRDS) </a:t>
            </a:r>
            <a:br>
              <a:rPr lang="en-US" altLang="ja-JP" sz="1400" dirty="0"/>
            </a:br>
            <a:r>
              <a:rPr lang="en-US" altLang="ja-JP" sz="1400" dirty="0"/>
              <a:t>EXECUTIVE SUMMARY 2022 </a:t>
            </a:r>
            <a:r>
              <a:rPr lang="ja-JP" altLang="en-US" sz="1400" dirty="0"/>
              <a:t>より．以下は日本語版．</a:t>
            </a:r>
            <a:br>
              <a:rPr lang="en-US" altLang="ja-JP" sz="1400" dirty="0"/>
            </a:br>
            <a:r>
              <a:rPr lang="en-US" sz="1400" dirty="0">
                <a:hlinkClick r:id="rId3"/>
              </a:rPr>
              <a:t>https://irds.ieee.org/images/files/pdf/2022/2022IRDS_ExecutiveSummary_JP.pdf</a:t>
            </a:r>
            <a:endParaRPr kumimoji="1" lang="en-US" sz="1400" dirty="0"/>
          </a:p>
        </p:txBody>
      </p:sp>
    </p:spTree>
    <p:extLst>
      <p:ext uri="{BB962C8B-B14F-4D97-AF65-F5344CB8AC3E}">
        <p14:creationId xmlns:p14="http://schemas.microsoft.com/office/powerpoint/2010/main" val="71215042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（余談２）クロックによる消費エネルギー</a:t>
            </a:r>
          </a:p>
        </p:txBody>
      </p:sp>
      <p:sp>
        <p:nvSpPr>
          <p:cNvPr id="3" name="テキスト プレースホルダー 2"/>
          <p:cNvSpPr>
            <a:spLocks noGrp="1"/>
          </p:cNvSpPr>
          <p:nvPr>
            <p:ph type="body" sz="quarter" idx="10"/>
          </p:nvPr>
        </p:nvSpPr>
        <p:spPr>
          <a:xfrm>
            <a:off x="1775952" y="1088975"/>
            <a:ext cx="8532044" cy="5219751"/>
          </a:xfrm>
        </p:spPr>
        <p:txBody>
          <a:bodyPr/>
          <a:lstStyle/>
          <a:p>
            <a:r>
              <a:rPr lang="ja-JP" altLang="en-US" dirty="0"/>
              <a:t>クロック信号：</a:t>
            </a:r>
            <a:endParaRPr lang="en-US" altLang="ja-JP" dirty="0"/>
          </a:p>
          <a:p>
            <a:pPr lvl="1"/>
            <a:r>
              <a:rPr lang="ja-JP" altLang="en-US" dirty="0"/>
              <a:t>回路の動作の同期をとるための信号で，回路全体に配られる</a:t>
            </a:r>
            <a:endParaRPr lang="en-US" altLang="ja-JP" dirty="0"/>
          </a:p>
          <a:p>
            <a:pPr lvl="1"/>
            <a:r>
              <a:rPr kumimoji="1" lang="ja-JP" altLang="en-US" dirty="0"/>
              <a:t>したがって，クロック供給のための配線は長大</a:t>
            </a:r>
            <a:endParaRPr kumimoji="1" lang="en-US" altLang="ja-JP" dirty="0"/>
          </a:p>
          <a:p>
            <a:pPr lvl="2"/>
            <a:r>
              <a:rPr lang="ja-JP" altLang="en-US" dirty="0"/>
              <a:t>配線も寄生コンデンサを作るので，そこで充放電が起きる</a:t>
            </a:r>
            <a:endParaRPr kumimoji="1" lang="en-US" altLang="ja-JP" dirty="0"/>
          </a:p>
          <a:p>
            <a:r>
              <a:rPr kumimoji="1" lang="ja-JP" altLang="en-US" dirty="0"/>
              <a:t>クロック信号線では，配線の総延長がすごいことになる</a:t>
            </a:r>
            <a:endParaRPr kumimoji="1" lang="en-US" altLang="ja-JP" dirty="0"/>
          </a:p>
          <a:p>
            <a:pPr lvl="1"/>
            <a:r>
              <a:rPr lang="ja-JP" altLang="en-US" dirty="0"/>
              <a:t>すべての部分がが単一のクロック発信源まで接続されている</a:t>
            </a:r>
            <a:endParaRPr lang="en-US" altLang="ja-JP" dirty="0"/>
          </a:p>
          <a:p>
            <a:pPr lvl="1"/>
            <a:r>
              <a:rPr lang="ja-JP" altLang="en-US" dirty="0"/>
              <a:t>クロック発信源から各部まで配線長が等しくなるように配置</a:t>
            </a:r>
            <a:endParaRPr lang="en-US" altLang="ja-JP" dirty="0"/>
          </a:p>
          <a:p>
            <a:r>
              <a:rPr lang="ja-JP" altLang="en-US" dirty="0">
                <a:solidFill>
                  <a:schemeClr val="accent5"/>
                </a:solidFill>
              </a:rPr>
              <a:t>ただ同期を取るためだけに，チップ内の電力の数割が消費されている</a:t>
            </a:r>
            <a:endParaRPr lang="en-US" altLang="ja-JP" dirty="0">
              <a:solidFill>
                <a:schemeClr val="accent5"/>
              </a:solidFill>
            </a:endParaRPr>
          </a:p>
          <a:p>
            <a:pPr lvl="1"/>
            <a:r>
              <a:rPr lang="ja-JP" altLang="en-US" dirty="0"/>
              <a:t>クロック信号線全体に電荷を入れて抜くを繰り返している</a:t>
            </a:r>
            <a:endParaRPr lang="en-US" altLang="ja-JP" dirty="0"/>
          </a:p>
        </p:txBody>
      </p:sp>
    </p:spTree>
    <p:extLst>
      <p:ext uri="{BB962C8B-B14F-4D97-AF65-F5344CB8AC3E}">
        <p14:creationId xmlns:p14="http://schemas.microsoft.com/office/powerpoint/2010/main" val="319782302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クロックの配線方法の例：</a:t>
            </a:r>
            <a:r>
              <a:rPr kumimoji="1" lang="en-US" altLang="ja-JP" dirty="0"/>
              <a:t>H-TREE</a:t>
            </a:r>
            <a:endParaRPr kumimoji="1" lang="ja-JP" altLang="en-US" dirty="0"/>
          </a:p>
        </p:txBody>
      </p:sp>
      <p:cxnSp>
        <p:nvCxnSpPr>
          <p:cNvPr id="6" name="直線コネクタ 5"/>
          <p:cNvCxnSpPr/>
          <p:nvPr/>
        </p:nvCxnSpPr>
        <p:spPr bwMode="auto">
          <a:xfrm>
            <a:off x="4655984" y="1628980"/>
            <a:ext cx="0" cy="720008"/>
          </a:xfrm>
          <a:prstGeom prst="line">
            <a:avLst/>
          </a:prstGeom>
          <a:ln>
            <a:headEnd type="oval" w="med" len="med"/>
            <a:tailEnd type="oval" w="med" len="med"/>
          </a:ln>
        </p:spPr>
        <p:style>
          <a:lnRef idx="2">
            <a:schemeClr val="accent5"/>
          </a:lnRef>
          <a:fillRef idx="0">
            <a:schemeClr val="accent5"/>
          </a:fillRef>
          <a:effectRef idx="1">
            <a:schemeClr val="accent5"/>
          </a:effectRef>
          <a:fontRef idx="minor">
            <a:schemeClr val="tx1"/>
          </a:fontRef>
        </p:style>
      </p:cxnSp>
      <p:cxnSp>
        <p:nvCxnSpPr>
          <p:cNvPr id="8" name="直線コネクタ 7"/>
          <p:cNvCxnSpPr/>
          <p:nvPr/>
        </p:nvCxnSpPr>
        <p:spPr bwMode="auto">
          <a:xfrm>
            <a:off x="5375992" y="1628980"/>
            <a:ext cx="0" cy="720008"/>
          </a:xfrm>
          <a:prstGeom prst="line">
            <a:avLst/>
          </a:prstGeom>
          <a:ln>
            <a:headEnd type="oval" w="med" len="med"/>
            <a:tailEnd type="oval" w="med" len="med"/>
          </a:ln>
        </p:spPr>
        <p:style>
          <a:lnRef idx="2">
            <a:schemeClr val="accent5"/>
          </a:lnRef>
          <a:fillRef idx="0">
            <a:schemeClr val="accent5"/>
          </a:fillRef>
          <a:effectRef idx="1">
            <a:schemeClr val="accent5"/>
          </a:effectRef>
          <a:fontRef idx="minor">
            <a:schemeClr val="tx1"/>
          </a:fontRef>
        </p:style>
      </p:cxnSp>
      <p:cxnSp>
        <p:nvCxnSpPr>
          <p:cNvPr id="9" name="直線コネクタ 8"/>
          <p:cNvCxnSpPr/>
          <p:nvPr/>
        </p:nvCxnSpPr>
        <p:spPr bwMode="auto">
          <a:xfrm>
            <a:off x="4655984" y="1988984"/>
            <a:ext cx="720008" cy="0"/>
          </a:xfrm>
          <a:prstGeom prst="line">
            <a:avLst/>
          </a:prstGeom>
          <a:ln>
            <a:headEnd type="none" w="med" len="med"/>
            <a:tailEnd type="none" w="med" len="med"/>
          </a:ln>
        </p:spPr>
        <p:style>
          <a:lnRef idx="2">
            <a:schemeClr val="accent5"/>
          </a:lnRef>
          <a:fillRef idx="0">
            <a:schemeClr val="accent5"/>
          </a:fillRef>
          <a:effectRef idx="1">
            <a:schemeClr val="accent5"/>
          </a:effectRef>
          <a:fontRef idx="minor">
            <a:schemeClr val="tx1"/>
          </a:fontRef>
        </p:style>
      </p:cxnSp>
      <p:cxnSp>
        <p:nvCxnSpPr>
          <p:cNvPr id="12" name="直線コネクタ 11"/>
          <p:cNvCxnSpPr/>
          <p:nvPr/>
        </p:nvCxnSpPr>
        <p:spPr bwMode="auto">
          <a:xfrm>
            <a:off x="6096000" y="1628980"/>
            <a:ext cx="0" cy="720008"/>
          </a:xfrm>
          <a:prstGeom prst="line">
            <a:avLst/>
          </a:prstGeom>
          <a:ln>
            <a:headEnd type="oval" w="med" len="med"/>
            <a:tailEnd type="oval" w="med" len="med"/>
          </a:ln>
        </p:spPr>
        <p:style>
          <a:lnRef idx="2">
            <a:schemeClr val="accent5"/>
          </a:lnRef>
          <a:fillRef idx="0">
            <a:schemeClr val="accent5"/>
          </a:fillRef>
          <a:effectRef idx="1">
            <a:schemeClr val="accent5"/>
          </a:effectRef>
          <a:fontRef idx="minor">
            <a:schemeClr val="tx1"/>
          </a:fontRef>
        </p:style>
      </p:cxnSp>
      <p:cxnSp>
        <p:nvCxnSpPr>
          <p:cNvPr id="13" name="直線コネクタ 12"/>
          <p:cNvCxnSpPr/>
          <p:nvPr/>
        </p:nvCxnSpPr>
        <p:spPr bwMode="auto">
          <a:xfrm>
            <a:off x="6816008" y="1628980"/>
            <a:ext cx="0" cy="720008"/>
          </a:xfrm>
          <a:prstGeom prst="line">
            <a:avLst/>
          </a:prstGeom>
          <a:ln>
            <a:headEnd type="oval" w="med" len="med"/>
            <a:tailEnd type="oval" w="med" len="med"/>
          </a:ln>
        </p:spPr>
        <p:style>
          <a:lnRef idx="2">
            <a:schemeClr val="accent5"/>
          </a:lnRef>
          <a:fillRef idx="0">
            <a:schemeClr val="accent5"/>
          </a:fillRef>
          <a:effectRef idx="1">
            <a:schemeClr val="accent5"/>
          </a:effectRef>
          <a:fontRef idx="minor">
            <a:schemeClr val="tx1"/>
          </a:fontRef>
        </p:style>
      </p:cxnSp>
      <p:cxnSp>
        <p:nvCxnSpPr>
          <p:cNvPr id="14" name="直線コネクタ 13"/>
          <p:cNvCxnSpPr/>
          <p:nvPr/>
        </p:nvCxnSpPr>
        <p:spPr bwMode="auto">
          <a:xfrm>
            <a:off x="6096000" y="1988984"/>
            <a:ext cx="720008" cy="0"/>
          </a:xfrm>
          <a:prstGeom prst="line">
            <a:avLst/>
          </a:prstGeom>
          <a:ln>
            <a:headEnd type="none" w="med" len="med"/>
            <a:tailEnd type="none" w="med" len="med"/>
          </a:ln>
        </p:spPr>
        <p:style>
          <a:lnRef idx="2">
            <a:schemeClr val="accent5"/>
          </a:lnRef>
          <a:fillRef idx="0">
            <a:schemeClr val="accent5"/>
          </a:fillRef>
          <a:effectRef idx="1">
            <a:schemeClr val="accent5"/>
          </a:effectRef>
          <a:fontRef idx="minor">
            <a:schemeClr val="tx1"/>
          </a:fontRef>
        </p:style>
      </p:cxnSp>
      <p:cxnSp>
        <p:nvCxnSpPr>
          <p:cNvPr id="15" name="直線コネクタ 14"/>
          <p:cNvCxnSpPr/>
          <p:nvPr/>
        </p:nvCxnSpPr>
        <p:spPr bwMode="auto">
          <a:xfrm>
            <a:off x="5015988" y="1988984"/>
            <a:ext cx="0" cy="1080012"/>
          </a:xfrm>
          <a:prstGeom prst="line">
            <a:avLst/>
          </a:prstGeom>
          <a:ln>
            <a:headEnd type="none" w="med" len="med"/>
            <a:tailEnd type="none" w="med" len="med"/>
          </a:ln>
        </p:spPr>
        <p:style>
          <a:lnRef idx="2">
            <a:schemeClr val="accent5"/>
          </a:lnRef>
          <a:fillRef idx="0">
            <a:schemeClr val="accent5"/>
          </a:fillRef>
          <a:effectRef idx="1">
            <a:schemeClr val="accent5"/>
          </a:effectRef>
          <a:fontRef idx="minor">
            <a:schemeClr val="tx1"/>
          </a:fontRef>
        </p:style>
      </p:cxnSp>
      <p:cxnSp>
        <p:nvCxnSpPr>
          <p:cNvPr id="18" name="直線コネクタ 17"/>
          <p:cNvCxnSpPr/>
          <p:nvPr/>
        </p:nvCxnSpPr>
        <p:spPr bwMode="auto">
          <a:xfrm>
            <a:off x="4655984" y="2708992"/>
            <a:ext cx="0" cy="720008"/>
          </a:xfrm>
          <a:prstGeom prst="line">
            <a:avLst/>
          </a:prstGeom>
          <a:ln>
            <a:headEnd type="oval" w="med" len="med"/>
            <a:tailEnd type="oval" w="med" len="med"/>
          </a:ln>
        </p:spPr>
        <p:style>
          <a:lnRef idx="2">
            <a:schemeClr val="accent5"/>
          </a:lnRef>
          <a:fillRef idx="0">
            <a:schemeClr val="accent5"/>
          </a:fillRef>
          <a:effectRef idx="1">
            <a:schemeClr val="accent5"/>
          </a:effectRef>
          <a:fontRef idx="minor">
            <a:schemeClr val="tx1"/>
          </a:fontRef>
        </p:style>
      </p:cxnSp>
      <p:cxnSp>
        <p:nvCxnSpPr>
          <p:cNvPr id="19" name="直線コネクタ 18"/>
          <p:cNvCxnSpPr/>
          <p:nvPr/>
        </p:nvCxnSpPr>
        <p:spPr bwMode="auto">
          <a:xfrm>
            <a:off x="5375992" y="2708992"/>
            <a:ext cx="0" cy="720008"/>
          </a:xfrm>
          <a:prstGeom prst="line">
            <a:avLst/>
          </a:prstGeom>
          <a:ln>
            <a:headEnd type="oval" w="med" len="med"/>
            <a:tailEnd type="oval" w="med" len="med"/>
          </a:ln>
        </p:spPr>
        <p:style>
          <a:lnRef idx="2">
            <a:schemeClr val="accent5"/>
          </a:lnRef>
          <a:fillRef idx="0">
            <a:schemeClr val="accent5"/>
          </a:fillRef>
          <a:effectRef idx="1">
            <a:schemeClr val="accent5"/>
          </a:effectRef>
          <a:fontRef idx="minor">
            <a:schemeClr val="tx1"/>
          </a:fontRef>
        </p:style>
      </p:cxnSp>
      <p:cxnSp>
        <p:nvCxnSpPr>
          <p:cNvPr id="20" name="直線コネクタ 19"/>
          <p:cNvCxnSpPr/>
          <p:nvPr/>
        </p:nvCxnSpPr>
        <p:spPr bwMode="auto">
          <a:xfrm>
            <a:off x="4655984" y="3068996"/>
            <a:ext cx="720008" cy="0"/>
          </a:xfrm>
          <a:prstGeom prst="line">
            <a:avLst/>
          </a:prstGeom>
          <a:ln>
            <a:headEnd type="none" w="med" len="med"/>
            <a:tailEnd type="none" w="med" len="med"/>
          </a:ln>
        </p:spPr>
        <p:style>
          <a:lnRef idx="2">
            <a:schemeClr val="accent5"/>
          </a:lnRef>
          <a:fillRef idx="0">
            <a:schemeClr val="accent5"/>
          </a:fillRef>
          <a:effectRef idx="1">
            <a:schemeClr val="accent5"/>
          </a:effectRef>
          <a:fontRef idx="minor">
            <a:schemeClr val="tx1"/>
          </a:fontRef>
        </p:style>
      </p:cxnSp>
      <p:cxnSp>
        <p:nvCxnSpPr>
          <p:cNvPr id="21" name="直線コネクタ 20"/>
          <p:cNvCxnSpPr/>
          <p:nvPr/>
        </p:nvCxnSpPr>
        <p:spPr bwMode="auto">
          <a:xfrm>
            <a:off x="6096000" y="2708992"/>
            <a:ext cx="0" cy="720008"/>
          </a:xfrm>
          <a:prstGeom prst="line">
            <a:avLst/>
          </a:prstGeom>
          <a:ln>
            <a:headEnd type="oval" w="med" len="med"/>
            <a:tailEnd type="oval" w="med" len="med"/>
          </a:ln>
        </p:spPr>
        <p:style>
          <a:lnRef idx="2">
            <a:schemeClr val="accent5"/>
          </a:lnRef>
          <a:fillRef idx="0">
            <a:schemeClr val="accent5"/>
          </a:fillRef>
          <a:effectRef idx="1">
            <a:schemeClr val="accent5"/>
          </a:effectRef>
          <a:fontRef idx="minor">
            <a:schemeClr val="tx1"/>
          </a:fontRef>
        </p:style>
      </p:cxnSp>
      <p:cxnSp>
        <p:nvCxnSpPr>
          <p:cNvPr id="22" name="直線コネクタ 21"/>
          <p:cNvCxnSpPr/>
          <p:nvPr/>
        </p:nvCxnSpPr>
        <p:spPr bwMode="auto">
          <a:xfrm>
            <a:off x="6816008" y="2708992"/>
            <a:ext cx="0" cy="720008"/>
          </a:xfrm>
          <a:prstGeom prst="line">
            <a:avLst/>
          </a:prstGeom>
          <a:ln>
            <a:headEnd type="oval" w="med" len="med"/>
            <a:tailEnd type="oval" w="med" len="med"/>
          </a:ln>
        </p:spPr>
        <p:style>
          <a:lnRef idx="2">
            <a:schemeClr val="accent5"/>
          </a:lnRef>
          <a:fillRef idx="0">
            <a:schemeClr val="accent5"/>
          </a:fillRef>
          <a:effectRef idx="1">
            <a:schemeClr val="accent5"/>
          </a:effectRef>
          <a:fontRef idx="minor">
            <a:schemeClr val="tx1"/>
          </a:fontRef>
        </p:style>
      </p:cxnSp>
      <p:cxnSp>
        <p:nvCxnSpPr>
          <p:cNvPr id="23" name="直線コネクタ 22"/>
          <p:cNvCxnSpPr/>
          <p:nvPr/>
        </p:nvCxnSpPr>
        <p:spPr bwMode="auto">
          <a:xfrm>
            <a:off x="6096000" y="3068996"/>
            <a:ext cx="720008" cy="0"/>
          </a:xfrm>
          <a:prstGeom prst="line">
            <a:avLst/>
          </a:prstGeom>
          <a:ln>
            <a:headEnd type="none" w="med" len="med"/>
            <a:tailEnd type="none" w="med" len="med"/>
          </a:ln>
        </p:spPr>
        <p:style>
          <a:lnRef idx="2">
            <a:schemeClr val="accent5"/>
          </a:lnRef>
          <a:fillRef idx="0">
            <a:schemeClr val="accent5"/>
          </a:fillRef>
          <a:effectRef idx="1">
            <a:schemeClr val="accent5"/>
          </a:effectRef>
          <a:fontRef idx="minor">
            <a:schemeClr val="tx1"/>
          </a:fontRef>
        </p:style>
      </p:cxnSp>
      <p:cxnSp>
        <p:nvCxnSpPr>
          <p:cNvPr id="24" name="直線コネクタ 23"/>
          <p:cNvCxnSpPr/>
          <p:nvPr/>
        </p:nvCxnSpPr>
        <p:spPr bwMode="auto">
          <a:xfrm>
            <a:off x="6456004" y="1988984"/>
            <a:ext cx="0" cy="1080012"/>
          </a:xfrm>
          <a:prstGeom prst="line">
            <a:avLst/>
          </a:prstGeom>
          <a:ln>
            <a:headEnd type="none" w="med" len="med"/>
            <a:tailEnd type="none" w="med" len="med"/>
          </a:ln>
        </p:spPr>
        <p:style>
          <a:lnRef idx="2">
            <a:schemeClr val="accent5"/>
          </a:lnRef>
          <a:fillRef idx="0">
            <a:schemeClr val="accent5"/>
          </a:fillRef>
          <a:effectRef idx="1">
            <a:schemeClr val="accent5"/>
          </a:effectRef>
          <a:fontRef idx="minor">
            <a:schemeClr val="tx1"/>
          </a:fontRef>
        </p:style>
      </p:cxnSp>
      <p:cxnSp>
        <p:nvCxnSpPr>
          <p:cNvPr id="25" name="直線コネクタ 24"/>
          <p:cNvCxnSpPr/>
          <p:nvPr/>
        </p:nvCxnSpPr>
        <p:spPr bwMode="auto">
          <a:xfrm>
            <a:off x="5015988" y="2528991"/>
            <a:ext cx="1440016" cy="1"/>
          </a:xfrm>
          <a:prstGeom prst="line">
            <a:avLst/>
          </a:prstGeom>
          <a:ln>
            <a:headEnd type="none" w="med" len="med"/>
            <a:tailEnd type="none" w="med" len="med"/>
          </a:ln>
        </p:spPr>
        <p:style>
          <a:lnRef idx="2">
            <a:schemeClr val="accent5"/>
          </a:lnRef>
          <a:fillRef idx="0">
            <a:schemeClr val="accent5"/>
          </a:fillRef>
          <a:effectRef idx="1">
            <a:schemeClr val="accent5"/>
          </a:effectRef>
          <a:fontRef idx="minor">
            <a:schemeClr val="tx1"/>
          </a:fontRef>
        </p:style>
      </p:cxnSp>
      <p:cxnSp>
        <p:nvCxnSpPr>
          <p:cNvPr id="28" name="直線コネクタ 27"/>
          <p:cNvCxnSpPr/>
          <p:nvPr/>
        </p:nvCxnSpPr>
        <p:spPr bwMode="auto">
          <a:xfrm flipV="1">
            <a:off x="5735996" y="2528992"/>
            <a:ext cx="0" cy="1260013"/>
          </a:xfrm>
          <a:prstGeom prst="line">
            <a:avLst/>
          </a:prstGeom>
          <a:ln>
            <a:headEnd type="none" w="med" len="med"/>
            <a:tailEnd type="arrow" w="med" len="med"/>
          </a:ln>
        </p:spPr>
        <p:style>
          <a:lnRef idx="2">
            <a:schemeClr val="accent5"/>
          </a:lnRef>
          <a:fillRef idx="0">
            <a:schemeClr val="accent5"/>
          </a:fillRef>
          <a:effectRef idx="1">
            <a:schemeClr val="accent5"/>
          </a:effectRef>
          <a:fontRef idx="minor">
            <a:schemeClr val="tx1"/>
          </a:fontRef>
        </p:style>
      </p:cxnSp>
      <p:sp>
        <p:nvSpPr>
          <p:cNvPr id="31" name="テキスト プレースホルダー 2"/>
          <p:cNvSpPr txBox="1">
            <a:spLocks/>
          </p:cNvSpPr>
          <p:nvPr/>
        </p:nvSpPr>
        <p:spPr bwMode="auto">
          <a:xfrm>
            <a:off x="2135956" y="3609003"/>
            <a:ext cx="7920088" cy="297003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marL="360000" indent="-360000" algn="l" rtl="0" eaLnBrk="1" fontAlgn="base" hangingPunct="1">
              <a:lnSpc>
                <a:spcPct val="110000"/>
              </a:lnSpc>
              <a:spcBef>
                <a:spcPts val="2400"/>
              </a:spcBef>
              <a:spcAft>
                <a:spcPts val="600"/>
              </a:spcAft>
              <a:buClr>
                <a:schemeClr val="accent5"/>
              </a:buClr>
              <a:buFont typeface="Wingdings" panose="05000000000000000000" pitchFamily="2" charset="2"/>
              <a:buChar char="n"/>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1pPr>
            <a:lvl2pPr marL="720000" indent="-360000" algn="l" rtl="0" eaLnBrk="1" fontAlgn="base" hangingPunct="1">
              <a:lnSpc>
                <a:spcPct val="110000"/>
              </a:lnSpc>
              <a:spcBef>
                <a:spcPts val="300"/>
              </a:spcBef>
              <a:spcAft>
                <a:spcPts val="300"/>
              </a:spcAft>
              <a:buClr>
                <a:schemeClr val="accent4"/>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2pPr>
            <a:lvl3pPr marL="1080000" indent="-360000" algn="l" rtl="0" eaLnBrk="1" fontAlgn="base" hangingPunct="1">
              <a:lnSpc>
                <a:spcPct val="110000"/>
              </a:lnSpc>
              <a:spcBef>
                <a:spcPts val="300"/>
              </a:spcBef>
              <a:spcAft>
                <a:spcPts val="100"/>
              </a:spcAft>
              <a:buClr>
                <a:schemeClr val="accent3"/>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3pPr>
            <a:lvl4pPr marL="1440000" indent="-360000" algn="l" rtl="0" eaLnBrk="1" fontAlgn="base" hangingPunct="1">
              <a:lnSpc>
                <a:spcPct val="100000"/>
              </a:lnSpc>
              <a:spcBef>
                <a:spcPts val="100"/>
              </a:spcBef>
              <a:spcAft>
                <a:spcPts val="100"/>
              </a:spcAft>
              <a:buClr>
                <a:schemeClr val="accent5"/>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4pPr>
            <a:lvl5pPr marL="1800000" indent="-360000" algn="l" rtl="0" eaLnBrk="1" fontAlgn="base" hangingPunct="1">
              <a:lnSpc>
                <a:spcPct val="100000"/>
              </a:lnSpc>
              <a:spcBef>
                <a:spcPts val="100"/>
              </a:spcBef>
              <a:spcAft>
                <a:spcPts val="100"/>
              </a:spcAft>
              <a:buClr>
                <a:srgbClr val="6666FF"/>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5pPr>
            <a:lvl6pPr marL="25146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6pPr>
            <a:lvl7pPr marL="29718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7pPr>
            <a:lvl8pPr marL="34290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8pPr>
            <a:lvl9pPr marL="38862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9pPr>
          </a:lstStyle>
          <a:p>
            <a:r>
              <a:rPr lang="en-US" altLang="ja-JP" sz="1800" kern="0" dirty="0"/>
              <a:t>H-TREE</a:t>
            </a:r>
          </a:p>
          <a:p>
            <a:pPr lvl="1"/>
            <a:r>
              <a:rPr lang="ja-JP" altLang="en-US" sz="1800" kern="0" dirty="0"/>
              <a:t>クロック発信源から各ノードへの配線長が全て等しくなる</a:t>
            </a:r>
            <a:endParaRPr lang="en-US" altLang="ja-JP" sz="1800" kern="0" dirty="0"/>
          </a:p>
          <a:p>
            <a:pPr lvl="1"/>
            <a:r>
              <a:rPr lang="ja-JP" altLang="en-US" sz="1800" kern="0" dirty="0"/>
              <a:t>しかしその分，物理的に近いノードであっても遠回りになる</a:t>
            </a:r>
          </a:p>
        </p:txBody>
      </p:sp>
      <p:sp>
        <p:nvSpPr>
          <p:cNvPr id="26" name="正方形/長方形 25"/>
          <p:cNvSpPr/>
          <p:nvPr/>
        </p:nvSpPr>
        <p:spPr bwMode="auto">
          <a:xfrm>
            <a:off x="5375992" y="3699004"/>
            <a:ext cx="720008" cy="720007"/>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pPr algn="ctr"/>
            <a:r>
              <a:rPr lang="ja-JP" altLang="en-US" sz="2000" dirty="0">
                <a:solidFill>
                  <a:schemeClr val="tx1">
                    <a:lumMod val="75000"/>
                    <a:lumOff val="25000"/>
                  </a:schemeClr>
                </a:solidFill>
              </a:rPr>
              <a:t>クロック発信源</a:t>
            </a:r>
          </a:p>
        </p:txBody>
      </p:sp>
      <p:sp>
        <p:nvSpPr>
          <p:cNvPr id="27" name="正方形/長方形 26"/>
          <p:cNvSpPr/>
          <p:nvPr/>
        </p:nvSpPr>
        <p:spPr bwMode="auto">
          <a:xfrm>
            <a:off x="6996010" y="1268977"/>
            <a:ext cx="720008" cy="720007"/>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pPr algn="ctr"/>
            <a:r>
              <a:rPr lang="ja-JP" altLang="en-US" sz="2000" dirty="0">
                <a:solidFill>
                  <a:schemeClr val="tx1">
                    <a:lumMod val="75000"/>
                    <a:lumOff val="25000"/>
                  </a:schemeClr>
                </a:solidFill>
              </a:rPr>
              <a:t>ノード</a:t>
            </a:r>
          </a:p>
        </p:txBody>
      </p:sp>
    </p:spTree>
    <p:extLst>
      <p:ext uri="{BB962C8B-B14F-4D97-AF65-F5344CB8AC3E}">
        <p14:creationId xmlns:p14="http://schemas.microsoft.com/office/powerpoint/2010/main" val="6881065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H-TREE </a:t>
            </a:r>
            <a:r>
              <a:rPr kumimoji="1" lang="ja-JP" altLang="en-US" dirty="0"/>
              <a:t>による配線の例：</a:t>
            </a:r>
            <a:r>
              <a:rPr kumimoji="1" lang="en-US" altLang="ja-JP" dirty="0"/>
              <a:t>IBM Power PC</a:t>
            </a:r>
            <a:endParaRPr kumimoji="1" lang="ja-JP" altLang="en-US" dirty="0"/>
          </a:p>
        </p:txBody>
      </p:sp>
      <p:pic>
        <p:nvPicPr>
          <p:cNvPr id="4" name="図 3"/>
          <p:cNvPicPr>
            <a:picLocks noChangeAspect="1"/>
          </p:cNvPicPr>
          <p:nvPr/>
        </p:nvPicPr>
        <p:blipFill>
          <a:blip r:embed="rId2"/>
          <a:stretch>
            <a:fillRect/>
          </a:stretch>
        </p:blipFill>
        <p:spPr>
          <a:xfrm>
            <a:off x="6096000" y="1268977"/>
            <a:ext cx="4423254" cy="4216015"/>
          </a:xfrm>
          <a:prstGeom prst="rect">
            <a:avLst/>
          </a:prstGeom>
        </p:spPr>
      </p:pic>
      <p:sp>
        <p:nvSpPr>
          <p:cNvPr id="3" name="テキスト プレースホルダー 2"/>
          <p:cNvSpPr>
            <a:spLocks noGrp="1"/>
          </p:cNvSpPr>
          <p:nvPr>
            <p:ph type="body" sz="quarter" idx="10"/>
          </p:nvPr>
        </p:nvSpPr>
        <p:spPr>
          <a:xfrm>
            <a:off x="2045955" y="5589024"/>
            <a:ext cx="8280092" cy="989704"/>
          </a:xfrm>
        </p:spPr>
        <p:txBody>
          <a:bodyPr/>
          <a:lstStyle/>
          <a:p>
            <a:r>
              <a:rPr lang="en-US" altLang="ja-JP" sz="1400" dirty="0"/>
              <a:t>P. </a:t>
            </a:r>
            <a:r>
              <a:rPr lang="en-US" altLang="ja-JP" sz="1400" dirty="0" err="1"/>
              <a:t>Hofstee</a:t>
            </a:r>
            <a:r>
              <a:rPr lang="en-US" altLang="ja-JP" sz="1400" dirty="0"/>
              <a:t>, N. Aoki, D. </a:t>
            </a:r>
            <a:r>
              <a:rPr lang="en-US" altLang="ja-JP" sz="1400" dirty="0" err="1"/>
              <a:t>Boerstler</a:t>
            </a:r>
            <a:r>
              <a:rPr lang="en-US" altLang="ja-JP" sz="1400" dirty="0"/>
              <a:t>, P. Coulman1 , S. </a:t>
            </a:r>
            <a:r>
              <a:rPr lang="en-US" altLang="ja-JP" sz="1400" dirty="0" err="1"/>
              <a:t>Dhong</a:t>
            </a:r>
            <a:r>
              <a:rPr lang="en-US" altLang="ja-JP" sz="1400" dirty="0"/>
              <a:t>, B. </a:t>
            </a:r>
            <a:r>
              <a:rPr lang="en-US" altLang="ja-JP" sz="1400" dirty="0" err="1"/>
              <a:t>Flachs</a:t>
            </a:r>
            <a:r>
              <a:rPr lang="en-US" altLang="ja-JP" sz="1400" dirty="0"/>
              <a:t>, N. Kojima, O. Kwon, K. Lee, D. Meltzer2 , K. </a:t>
            </a:r>
            <a:r>
              <a:rPr lang="en-US" altLang="ja-JP" sz="1400" dirty="0" err="1"/>
              <a:t>Nowka</a:t>
            </a:r>
            <a:r>
              <a:rPr lang="en-US" altLang="ja-JP" sz="1400" dirty="0"/>
              <a:t>, J. Park, J. Peter, S. </a:t>
            </a:r>
            <a:r>
              <a:rPr lang="en-US" altLang="ja-JP" sz="1400" dirty="0" err="1"/>
              <a:t>Posluszny</a:t>
            </a:r>
            <a:r>
              <a:rPr lang="en-US" altLang="ja-JP" sz="1400" dirty="0"/>
              <a:t>, M. Shapiro3 , J. Silberman2 , O. Takahashi, B. Weinberger, MP 5.4 A 1GHz Single-Issue 64b PowerPC Processor, ISSCC 2000 </a:t>
            </a:r>
            <a:r>
              <a:rPr lang="ja-JP" altLang="en-US" sz="1400" dirty="0"/>
              <a:t>より</a:t>
            </a:r>
          </a:p>
        </p:txBody>
      </p:sp>
      <p:pic>
        <p:nvPicPr>
          <p:cNvPr id="32" name="図 31"/>
          <p:cNvPicPr>
            <a:picLocks noChangeAspect="1"/>
          </p:cNvPicPr>
          <p:nvPr/>
        </p:nvPicPr>
        <p:blipFill>
          <a:blip r:embed="rId3"/>
          <a:stretch>
            <a:fillRect/>
          </a:stretch>
        </p:blipFill>
        <p:spPr>
          <a:xfrm>
            <a:off x="1775953" y="1358977"/>
            <a:ext cx="4186559" cy="3969006"/>
          </a:xfrm>
          <a:prstGeom prst="rect">
            <a:avLst/>
          </a:prstGeom>
        </p:spPr>
      </p:pic>
      <p:sp>
        <p:nvSpPr>
          <p:cNvPr id="33" name="円/楕円 32"/>
          <p:cNvSpPr/>
          <p:nvPr/>
        </p:nvSpPr>
        <p:spPr bwMode="auto">
          <a:xfrm>
            <a:off x="4738236" y="3135750"/>
            <a:ext cx="360004" cy="360004"/>
          </a:xfrm>
          <a:prstGeom prst="ellipse">
            <a:avLst/>
          </a:prstGeom>
          <a:noFill/>
          <a:ln w="38100">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Tree>
    <p:extLst>
      <p:ext uri="{BB962C8B-B14F-4D97-AF65-F5344CB8AC3E}">
        <p14:creationId xmlns:p14="http://schemas.microsoft.com/office/powerpoint/2010/main" val="63352427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図 4">
            <a:extLst>
              <a:ext uri="{FF2B5EF4-FFF2-40B4-BE49-F238E27FC236}">
                <a16:creationId xmlns:a16="http://schemas.microsoft.com/office/drawing/2014/main" id="{7537CC82-2BC8-B7B0-EC58-B08271291404}"/>
              </a:ext>
            </a:extLst>
          </p:cNvPr>
          <p:cNvPicPr>
            <a:picLocks noChangeAspect="1"/>
          </p:cNvPicPr>
          <p:nvPr/>
        </p:nvPicPr>
        <p:blipFill>
          <a:blip r:embed="rId2"/>
          <a:stretch>
            <a:fillRect/>
          </a:stretch>
        </p:blipFill>
        <p:spPr>
          <a:xfrm>
            <a:off x="1145945" y="1088974"/>
            <a:ext cx="4317122" cy="5499023"/>
          </a:xfrm>
          <a:prstGeom prst="rect">
            <a:avLst/>
          </a:prstGeom>
        </p:spPr>
      </p:pic>
      <p:sp>
        <p:nvSpPr>
          <p:cNvPr id="2" name="タイトル 1">
            <a:extLst>
              <a:ext uri="{FF2B5EF4-FFF2-40B4-BE49-F238E27FC236}">
                <a16:creationId xmlns:a16="http://schemas.microsoft.com/office/drawing/2014/main" id="{61D6035B-7C9D-FCD1-DDAD-0D6207ED766B}"/>
              </a:ext>
            </a:extLst>
          </p:cNvPr>
          <p:cNvSpPr>
            <a:spLocks noGrp="1"/>
          </p:cNvSpPr>
          <p:nvPr>
            <p:ph type="title"/>
          </p:nvPr>
        </p:nvSpPr>
        <p:spPr/>
        <p:txBody>
          <a:bodyPr/>
          <a:lstStyle/>
          <a:p>
            <a:r>
              <a:rPr lang="ja-JP" altLang="en-US" sz="1400" dirty="0"/>
              <a:t>図は以下より：</a:t>
            </a:r>
            <a:br>
              <a:rPr lang="en-US" altLang="ja-JP" sz="1400" dirty="0"/>
            </a:br>
            <a:r>
              <a:rPr lang="en-US" altLang="ja-JP" sz="1400" dirty="0"/>
              <a:t>KIM, </a:t>
            </a:r>
            <a:r>
              <a:rPr lang="en-US" altLang="ja-JP" sz="1400" dirty="0" err="1"/>
              <a:t>Youngchan</a:t>
            </a:r>
            <a:r>
              <a:rPr lang="en-US" altLang="ja-JP" sz="1400" dirty="0"/>
              <a:t>; KIM, </a:t>
            </a:r>
            <a:r>
              <a:rPr lang="en-US" altLang="ja-JP" sz="1400" dirty="0" err="1"/>
              <a:t>Taewhan</a:t>
            </a:r>
            <a:r>
              <a:rPr lang="en-US" altLang="ja-JP" sz="1400" dirty="0"/>
              <a:t>. Algorithm for synthesis and exploration of clock spines. In: 2017 22nd Asia and South Pacific Design Automation Conference (ASP-DAC). IEEE, 2017. p. 263-268.</a:t>
            </a:r>
            <a:endParaRPr lang="ja-JP" altLang="en-US" sz="1400" dirty="0"/>
          </a:p>
        </p:txBody>
      </p:sp>
      <p:sp>
        <p:nvSpPr>
          <p:cNvPr id="3" name="テキスト プレースホルダー 2">
            <a:extLst>
              <a:ext uri="{FF2B5EF4-FFF2-40B4-BE49-F238E27FC236}">
                <a16:creationId xmlns:a16="http://schemas.microsoft.com/office/drawing/2014/main" id="{FDC93799-2B1B-000D-02F1-0CE6A22CD4EA}"/>
              </a:ext>
            </a:extLst>
          </p:cNvPr>
          <p:cNvSpPr>
            <a:spLocks noGrp="1"/>
          </p:cNvSpPr>
          <p:nvPr>
            <p:ph type="body" sz="quarter" idx="10"/>
          </p:nvPr>
        </p:nvSpPr>
        <p:spPr>
          <a:xfrm>
            <a:off x="5015988" y="1088975"/>
            <a:ext cx="6660073" cy="5219751"/>
          </a:xfrm>
        </p:spPr>
        <p:txBody>
          <a:bodyPr/>
          <a:lstStyle/>
          <a:p>
            <a:pPr lvl="1"/>
            <a:r>
              <a:rPr kumimoji="1" lang="en-US" altLang="ja-JP" dirty="0"/>
              <a:t>skew </a:t>
            </a:r>
            <a:r>
              <a:rPr kumimoji="1" lang="ja-JP" altLang="en-US" dirty="0"/>
              <a:t>を無くすためには，クロックネットワーク全体で電圧のズレがなければ良い</a:t>
            </a:r>
            <a:br>
              <a:rPr kumimoji="1" lang="en-US" altLang="ja-JP" dirty="0"/>
            </a:br>
            <a:endParaRPr lang="en-US" altLang="ja-JP" dirty="0"/>
          </a:p>
          <a:p>
            <a:pPr lvl="1"/>
            <a:r>
              <a:rPr kumimoji="1" lang="en-US" altLang="ja-JP" dirty="0"/>
              <a:t>clock grid</a:t>
            </a:r>
            <a:r>
              <a:rPr kumimoji="1" lang="ja-JP" altLang="en-US" dirty="0"/>
              <a:t>：メッシュ状の配線を使う</a:t>
            </a:r>
            <a:endParaRPr kumimoji="1" lang="en-US" altLang="ja-JP" dirty="0"/>
          </a:p>
          <a:p>
            <a:pPr lvl="2"/>
            <a:r>
              <a:rPr kumimoji="1" lang="ja-JP" altLang="en-US" dirty="0"/>
              <a:t>ノード同士を密に縦横で繋いでやれば電位差が生まれにくい</a:t>
            </a:r>
            <a:endParaRPr kumimoji="1" lang="en-US" altLang="ja-JP" dirty="0"/>
          </a:p>
          <a:p>
            <a:pPr lvl="1"/>
            <a:r>
              <a:rPr kumimoji="1" lang="en-US" altLang="ja-JP" dirty="0"/>
              <a:t>clock spine</a:t>
            </a:r>
            <a:r>
              <a:rPr kumimoji="1" lang="ja-JP" altLang="en-US" dirty="0"/>
              <a:t>：太い配線を幹にして，そこから配る</a:t>
            </a:r>
            <a:endParaRPr kumimoji="1" lang="en-US" altLang="ja-JP" dirty="0"/>
          </a:p>
          <a:p>
            <a:pPr lvl="2"/>
            <a:r>
              <a:rPr kumimoji="1" lang="ja-JP" altLang="en-US" dirty="0"/>
              <a:t>太い線の中では差が生まれにくいので，そこから配る</a:t>
            </a:r>
          </a:p>
          <a:p>
            <a:endParaRPr kumimoji="1" lang="ja-JP" altLang="en-US" dirty="0"/>
          </a:p>
        </p:txBody>
      </p:sp>
    </p:spTree>
    <p:extLst>
      <p:ext uri="{BB962C8B-B14F-4D97-AF65-F5344CB8AC3E}">
        <p14:creationId xmlns:p14="http://schemas.microsoft.com/office/powerpoint/2010/main" val="118200835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8B55D76-6708-E7D7-8C67-1DE5DC157F50}"/>
              </a:ext>
            </a:extLst>
          </p:cNvPr>
          <p:cNvSpPr>
            <a:spLocks noGrp="1"/>
          </p:cNvSpPr>
          <p:nvPr>
            <p:ph type="title"/>
          </p:nvPr>
        </p:nvSpPr>
        <p:spPr>
          <a:xfrm>
            <a:off x="695940" y="0"/>
            <a:ext cx="10776052" cy="908972"/>
          </a:xfrm>
        </p:spPr>
        <p:txBody>
          <a:bodyPr/>
          <a:lstStyle/>
          <a:p>
            <a:r>
              <a:rPr kumimoji="1" lang="ja-JP" altLang="en-US" dirty="0"/>
              <a:t>ここまでのまとめ</a:t>
            </a:r>
            <a:endParaRPr kumimoji="1" lang="en-US" dirty="0"/>
          </a:p>
        </p:txBody>
      </p:sp>
      <p:sp>
        <p:nvSpPr>
          <p:cNvPr id="3" name="テキスト プレースホルダー 2">
            <a:extLst>
              <a:ext uri="{FF2B5EF4-FFF2-40B4-BE49-F238E27FC236}">
                <a16:creationId xmlns:a16="http://schemas.microsoft.com/office/drawing/2014/main" id="{B026702E-314F-60DC-73EB-AA33B2B4153C}"/>
              </a:ext>
            </a:extLst>
          </p:cNvPr>
          <p:cNvSpPr>
            <a:spLocks noGrp="1"/>
          </p:cNvSpPr>
          <p:nvPr>
            <p:ph type="body" sz="quarter" idx="10"/>
          </p:nvPr>
        </p:nvSpPr>
        <p:spPr>
          <a:xfrm>
            <a:off x="605939" y="1088974"/>
            <a:ext cx="6120068" cy="5490061"/>
          </a:xfrm>
        </p:spPr>
        <p:txBody>
          <a:bodyPr/>
          <a:lstStyle/>
          <a:p>
            <a:r>
              <a:rPr kumimoji="1" lang="en-US" altLang="ja-JP" dirty="0"/>
              <a:t>CMOS </a:t>
            </a:r>
            <a:r>
              <a:rPr kumimoji="1" lang="ja-JP" altLang="en-US" dirty="0"/>
              <a:t>半導体の消費電力：</a:t>
            </a:r>
            <a:endParaRPr kumimoji="1" lang="en-US" altLang="ja-JP" dirty="0"/>
          </a:p>
          <a:p>
            <a:pPr lvl="1"/>
            <a:r>
              <a:rPr kumimoji="1" lang="ja-JP" altLang="en-US" dirty="0"/>
              <a:t>電荷の充放電と電圧により主に決まる</a:t>
            </a:r>
            <a:endParaRPr kumimoji="1" lang="en-US" altLang="ja-JP" dirty="0"/>
          </a:p>
          <a:p>
            <a:pPr lvl="1"/>
            <a:r>
              <a:rPr kumimoji="1" lang="ja-JP" altLang="en-US" dirty="0"/>
              <a:t>システムに流した水の量と高さのイメージ</a:t>
            </a:r>
            <a:endParaRPr kumimoji="1" lang="en-US" altLang="ja-JP" dirty="0"/>
          </a:p>
          <a:p>
            <a:r>
              <a:rPr kumimoji="1" lang="ja-JP" altLang="en-US" dirty="0">
                <a:solidFill>
                  <a:schemeClr val="accent5"/>
                </a:solidFill>
              </a:rPr>
              <a:t>消費電力は回路の大きさに比例する</a:t>
            </a:r>
            <a:endParaRPr kumimoji="1" lang="en-US" altLang="ja-JP" dirty="0">
              <a:solidFill>
                <a:schemeClr val="accent5"/>
              </a:solidFill>
            </a:endParaRPr>
          </a:p>
          <a:p>
            <a:pPr lvl="1"/>
            <a:r>
              <a:rPr kumimoji="1" lang="ja-JP" altLang="en-US" dirty="0"/>
              <a:t>充放電される電荷の量は，回路の量に比例</a:t>
            </a:r>
            <a:endParaRPr kumimoji="1" lang="en-US" altLang="ja-JP" dirty="0"/>
          </a:p>
          <a:p>
            <a:pPr lvl="1"/>
            <a:r>
              <a:rPr kumimoji="1" lang="ja-JP" altLang="en-US" dirty="0"/>
              <a:t>水タンクの総数や総量が大きくなるイメージ</a:t>
            </a:r>
            <a:endParaRPr kumimoji="1" lang="en-US" altLang="ja-JP" dirty="0"/>
          </a:p>
          <a:p>
            <a:r>
              <a:rPr lang="ja-JP" altLang="en-US" dirty="0">
                <a:solidFill>
                  <a:schemeClr val="accent5"/>
                </a:solidFill>
              </a:rPr>
              <a:t>消費電力は</a:t>
            </a:r>
            <a:r>
              <a:rPr kumimoji="1" lang="ja-JP" altLang="en-US" dirty="0">
                <a:solidFill>
                  <a:schemeClr val="accent5"/>
                </a:solidFill>
              </a:rPr>
              <a:t>動作周波数にも比例する</a:t>
            </a:r>
            <a:endParaRPr kumimoji="1" lang="en-US" altLang="ja-JP" dirty="0">
              <a:solidFill>
                <a:schemeClr val="accent5"/>
              </a:solidFill>
            </a:endParaRPr>
          </a:p>
          <a:p>
            <a:pPr lvl="1"/>
            <a:r>
              <a:rPr kumimoji="1" lang="ja-JP" altLang="en-US" dirty="0"/>
              <a:t>充放電回数が比例するから</a:t>
            </a:r>
            <a:endParaRPr kumimoji="1" lang="en-US" altLang="ja-JP" dirty="0"/>
          </a:p>
          <a:p>
            <a:pPr lvl="1"/>
            <a:r>
              <a:rPr kumimoji="1" lang="ja-JP" altLang="en-US" dirty="0"/>
              <a:t>水を入れて抜く回数が増えるとエネルギーが増えるイメージ</a:t>
            </a:r>
            <a:endParaRPr kumimoji="1" lang="en-US" dirty="0"/>
          </a:p>
        </p:txBody>
      </p:sp>
      <p:cxnSp>
        <p:nvCxnSpPr>
          <p:cNvPr id="8" name="直線コネクタ 7">
            <a:extLst>
              <a:ext uri="{FF2B5EF4-FFF2-40B4-BE49-F238E27FC236}">
                <a16:creationId xmlns:a16="http://schemas.microsoft.com/office/drawing/2014/main" id="{30E6E544-4393-ABA4-7DC8-A4E66F25823F}"/>
              </a:ext>
            </a:extLst>
          </p:cNvPr>
          <p:cNvCxnSpPr>
            <a:cxnSpLocks/>
          </p:cNvCxnSpPr>
          <p:nvPr/>
        </p:nvCxnSpPr>
        <p:spPr bwMode="auto">
          <a:xfrm>
            <a:off x="8526027" y="1178976"/>
            <a:ext cx="1530015" cy="0"/>
          </a:xfrm>
          <a:prstGeom prst="line">
            <a:avLst/>
          </a:prstGeom>
          <a:noFill/>
          <a:ln w="19050" cap="flat" cmpd="sng" algn="ctr">
            <a:solidFill>
              <a:schemeClr val="tx1"/>
            </a:solidFill>
            <a:prstDash val="solid"/>
            <a:round/>
            <a:headEnd type="none" w="med" len="med"/>
            <a:tailEnd type="none" w="med" len="med"/>
          </a:ln>
          <a:effectLst/>
        </p:spPr>
      </p:cxnSp>
      <p:cxnSp>
        <p:nvCxnSpPr>
          <p:cNvPr id="11" name="直線コネクタ 10">
            <a:extLst>
              <a:ext uri="{FF2B5EF4-FFF2-40B4-BE49-F238E27FC236}">
                <a16:creationId xmlns:a16="http://schemas.microsoft.com/office/drawing/2014/main" id="{F5E0D6DC-7F17-6B17-A6D4-8BC8F1785594}"/>
              </a:ext>
            </a:extLst>
          </p:cNvPr>
          <p:cNvCxnSpPr>
            <a:cxnSpLocks/>
          </p:cNvCxnSpPr>
          <p:nvPr/>
        </p:nvCxnSpPr>
        <p:spPr bwMode="auto">
          <a:xfrm>
            <a:off x="8526027" y="3338999"/>
            <a:ext cx="1530017" cy="0"/>
          </a:xfrm>
          <a:prstGeom prst="line">
            <a:avLst/>
          </a:prstGeom>
          <a:noFill/>
          <a:ln w="19050" cap="flat" cmpd="sng" algn="ctr">
            <a:solidFill>
              <a:schemeClr val="tx1"/>
            </a:solidFill>
            <a:prstDash val="solid"/>
            <a:round/>
            <a:headEnd type="none" w="med" len="med"/>
            <a:tailEnd type="none" w="med" len="med"/>
          </a:ln>
          <a:effectLst/>
        </p:spPr>
      </p:cxnSp>
      <p:cxnSp>
        <p:nvCxnSpPr>
          <p:cNvPr id="12" name="直線矢印コネクタ 11">
            <a:extLst>
              <a:ext uri="{FF2B5EF4-FFF2-40B4-BE49-F238E27FC236}">
                <a16:creationId xmlns:a16="http://schemas.microsoft.com/office/drawing/2014/main" id="{41CD512D-333A-D225-3422-5E8021F9A5DF}"/>
              </a:ext>
            </a:extLst>
          </p:cNvPr>
          <p:cNvCxnSpPr>
            <a:cxnSpLocks/>
          </p:cNvCxnSpPr>
          <p:nvPr/>
        </p:nvCxnSpPr>
        <p:spPr bwMode="auto">
          <a:xfrm flipV="1">
            <a:off x="8256024" y="1178975"/>
            <a:ext cx="0" cy="2160024"/>
          </a:xfrm>
          <a:prstGeom prst="straightConnector1">
            <a:avLst/>
          </a:prstGeom>
          <a:ln>
            <a:headEnd type="none" w="med" len="med"/>
            <a:tailEnd type="triangle"/>
          </a:ln>
        </p:spPr>
        <p:style>
          <a:lnRef idx="2">
            <a:schemeClr val="accent5"/>
          </a:lnRef>
          <a:fillRef idx="0">
            <a:schemeClr val="accent5"/>
          </a:fillRef>
          <a:effectRef idx="1">
            <a:schemeClr val="accent5"/>
          </a:effectRef>
          <a:fontRef idx="minor">
            <a:schemeClr val="tx1"/>
          </a:fontRef>
        </p:style>
      </p:cxnSp>
      <p:sp>
        <p:nvSpPr>
          <p:cNvPr id="13" name="正方形/長方形 12">
            <a:extLst>
              <a:ext uri="{FF2B5EF4-FFF2-40B4-BE49-F238E27FC236}">
                <a16:creationId xmlns:a16="http://schemas.microsoft.com/office/drawing/2014/main" id="{2EF5C402-C42C-991D-330F-D9E8F0A69973}"/>
              </a:ext>
            </a:extLst>
          </p:cNvPr>
          <p:cNvSpPr/>
          <p:nvPr/>
        </p:nvSpPr>
        <p:spPr bwMode="auto">
          <a:xfrm>
            <a:off x="7176012" y="1808982"/>
            <a:ext cx="720008" cy="720007"/>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r>
              <a:rPr lang="ja-JP" altLang="en-US" sz="2400" b="1" dirty="0">
                <a:solidFill>
                  <a:schemeClr val="accent5"/>
                </a:solidFill>
              </a:rPr>
              <a:t>電圧</a:t>
            </a:r>
            <a:r>
              <a:rPr lang="en-US" altLang="ja-JP" sz="2400" b="1" dirty="0">
                <a:solidFill>
                  <a:schemeClr val="accent5"/>
                </a:solidFill>
              </a:rPr>
              <a:t> V </a:t>
            </a:r>
            <a:endParaRPr lang="ja-JP" altLang="en-US" sz="2400" b="1" dirty="0">
              <a:solidFill>
                <a:schemeClr val="accent5"/>
              </a:solidFill>
            </a:endParaRPr>
          </a:p>
        </p:txBody>
      </p:sp>
      <p:sp>
        <p:nvSpPr>
          <p:cNvPr id="22" name="正方形/長方形 21">
            <a:extLst>
              <a:ext uri="{FF2B5EF4-FFF2-40B4-BE49-F238E27FC236}">
                <a16:creationId xmlns:a16="http://schemas.microsoft.com/office/drawing/2014/main" id="{AB43645C-2723-9AEF-69C6-430B83237913}"/>
              </a:ext>
            </a:extLst>
          </p:cNvPr>
          <p:cNvSpPr/>
          <p:nvPr/>
        </p:nvSpPr>
        <p:spPr bwMode="auto">
          <a:xfrm>
            <a:off x="8886031" y="1178975"/>
            <a:ext cx="720008" cy="720007"/>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r>
              <a:rPr lang="ja-JP" altLang="en-US" sz="2400" b="1" dirty="0">
                <a:solidFill>
                  <a:schemeClr val="accent5"/>
                </a:solidFill>
              </a:rPr>
              <a:t>電荷 </a:t>
            </a:r>
            <a:r>
              <a:rPr lang="en-US" altLang="ja-JP" sz="2400" b="1" dirty="0">
                <a:solidFill>
                  <a:schemeClr val="accent5"/>
                </a:solidFill>
              </a:rPr>
              <a:t>Q</a:t>
            </a:r>
            <a:endParaRPr lang="ja-JP" altLang="en-US" sz="2400" b="1" dirty="0">
              <a:solidFill>
                <a:schemeClr val="accent5"/>
              </a:solidFill>
            </a:endParaRPr>
          </a:p>
        </p:txBody>
      </p:sp>
      <p:cxnSp>
        <p:nvCxnSpPr>
          <p:cNvPr id="23" name="直線矢印コネクタ 22">
            <a:extLst>
              <a:ext uri="{FF2B5EF4-FFF2-40B4-BE49-F238E27FC236}">
                <a16:creationId xmlns:a16="http://schemas.microsoft.com/office/drawing/2014/main" id="{91F3AC5E-3B27-0832-0C18-849BB37EC5CC}"/>
              </a:ext>
            </a:extLst>
          </p:cNvPr>
          <p:cNvCxnSpPr>
            <a:cxnSpLocks/>
          </p:cNvCxnSpPr>
          <p:nvPr/>
        </p:nvCxnSpPr>
        <p:spPr bwMode="auto">
          <a:xfrm>
            <a:off x="9336036" y="1268976"/>
            <a:ext cx="630007" cy="0"/>
          </a:xfrm>
          <a:prstGeom prst="straightConnector1">
            <a:avLst/>
          </a:prstGeom>
          <a:ln>
            <a:headEnd type="none" w="med" len="med"/>
            <a:tailEnd type="triangle"/>
          </a:ln>
        </p:spPr>
        <p:style>
          <a:lnRef idx="2">
            <a:schemeClr val="accent5"/>
          </a:lnRef>
          <a:fillRef idx="0">
            <a:schemeClr val="accent5"/>
          </a:fillRef>
          <a:effectRef idx="1">
            <a:schemeClr val="accent5"/>
          </a:effectRef>
          <a:fontRef idx="minor">
            <a:schemeClr val="tx1"/>
          </a:fontRef>
        </p:style>
      </p:cxnSp>
      <p:cxnSp>
        <p:nvCxnSpPr>
          <p:cNvPr id="24" name="直線コネクタ 23">
            <a:extLst>
              <a:ext uri="{FF2B5EF4-FFF2-40B4-BE49-F238E27FC236}">
                <a16:creationId xmlns:a16="http://schemas.microsoft.com/office/drawing/2014/main" id="{219D2EA2-C0C1-5368-0761-5774CF8F144F}"/>
              </a:ext>
            </a:extLst>
          </p:cNvPr>
          <p:cNvCxnSpPr>
            <a:cxnSpLocks/>
          </p:cNvCxnSpPr>
          <p:nvPr/>
        </p:nvCxnSpPr>
        <p:spPr bwMode="auto">
          <a:xfrm>
            <a:off x="10056044" y="1178975"/>
            <a:ext cx="0" cy="630007"/>
          </a:xfrm>
          <a:prstGeom prst="line">
            <a:avLst/>
          </a:prstGeom>
          <a:noFill/>
          <a:ln w="19050" cap="flat" cmpd="sng" algn="ctr">
            <a:solidFill>
              <a:schemeClr val="tx1"/>
            </a:solidFill>
            <a:prstDash val="solid"/>
            <a:round/>
            <a:headEnd type="none" w="med" len="med"/>
            <a:tailEnd type="none" w="med" len="med"/>
          </a:ln>
          <a:effectLst/>
        </p:spPr>
      </p:cxnSp>
      <p:sp>
        <p:nvSpPr>
          <p:cNvPr id="25" name="正方形/長方形 24">
            <a:extLst>
              <a:ext uri="{FF2B5EF4-FFF2-40B4-BE49-F238E27FC236}">
                <a16:creationId xmlns:a16="http://schemas.microsoft.com/office/drawing/2014/main" id="{53E5A006-A943-EFF1-586B-590222F64348}"/>
              </a:ext>
            </a:extLst>
          </p:cNvPr>
          <p:cNvSpPr/>
          <p:nvPr/>
        </p:nvSpPr>
        <p:spPr bwMode="auto">
          <a:xfrm>
            <a:off x="8166023" y="638969"/>
            <a:ext cx="720008" cy="720007"/>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r>
              <a:rPr lang="ja-JP" altLang="en-US" sz="1600" dirty="0">
                <a:solidFill>
                  <a:schemeClr val="tx1">
                    <a:lumMod val="75000"/>
                    <a:lumOff val="25000"/>
                  </a:schemeClr>
                </a:solidFill>
              </a:rPr>
              <a:t>電源</a:t>
            </a:r>
          </a:p>
        </p:txBody>
      </p:sp>
      <p:sp>
        <p:nvSpPr>
          <p:cNvPr id="26" name="正方形/長方形 25">
            <a:extLst>
              <a:ext uri="{FF2B5EF4-FFF2-40B4-BE49-F238E27FC236}">
                <a16:creationId xmlns:a16="http://schemas.microsoft.com/office/drawing/2014/main" id="{21B265DE-86CF-25D0-E99A-7E9EDABCF893}"/>
              </a:ext>
            </a:extLst>
          </p:cNvPr>
          <p:cNvSpPr/>
          <p:nvPr/>
        </p:nvSpPr>
        <p:spPr bwMode="auto">
          <a:xfrm>
            <a:off x="8256024" y="3338999"/>
            <a:ext cx="720008" cy="720007"/>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r>
              <a:rPr lang="ja-JP" altLang="en-US" sz="1600" dirty="0">
                <a:solidFill>
                  <a:schemeClr val="tx1">
                    <a:lumMod val="75000"/>
                    <a:lumOff val="25000"/>
                  </a:schemeClr>
                </a:solidFill>
              </a:rPr>
              <a:t>グラウンド</a:t>
            </a:r>
          </a:p>
        </p:txBody>
      </p:sp>
      <p:cxnSp>
        <p:nvCxnSpPr>
          <p:cNvPr id="30" name="直線コネクタ 29">
            <a:extLst>
              <a:ext uri="{FF2B5EF4-FFF2-40B4-BE49-F238E27FC236}">
                <a16:creationId xmlns:a16="http://schemas.microsoft.com/office/drawing/2014/main" id="{7A1B647F-B03C-86CD-902E-41E0C3FC1DBC}"/>
              </a:ext>
            </a:extLst>
          </p:cNvPr>
          <p:cNvCxnSpPr>
            <a:cxnSpLocks/>
          </p:cNvCxnSpPr>
          <p:nvPr/>
        </p:nvCxnSpPr>
        <p:spPr bwMode="auto">
          <a:xfrm>
            <a:off x="10056044" y="2798993"/>
            <a:ext cx="0" cy="540006"/>
          </a:xfrm>
          <a:prstGeom prst="line">
            <a:avLst/>
          </a:prstGeom>
          <a:noFill/>
          <a:ln w="19050" cap="flat" cmpd="sng" algn="ctr">
            <a:solidFill>
              <a:schemeClr val="tx1"/>
            </a:solidFill>
            <a:prstDash val="solid"/>
            <a:round/>
            <a:headEnd type="none" w="med" len="med"/>
            <a:tailEnd type="none" w="med" len="med"/>
          </a:ln>
          <a:effectLst/>
        </p:spPr>
      </p:cxnSp>
      <p:sp>
        <p:nvSpPr>
          <p:cNvPr id="35" name="正方形/長方形 34">
            <a:extLst>
              <a:ext uri="{FF2B5EF4-FFF2-40B4-BE49-F238E27FC236}">
                <a16:creationId xmlns:a16="http://schemas.microsoft.com/office/drawing/2014/main" id="{23B739AC-F5D5-8FEE-FB96-0AF0A93FA4F4}"/>
              </a:ext>
            </a:extLst>
          </p:cNvPr>
          <p:cNvSpPr/>
          <p:nvPr/>
        </p:nvSpPr>
        <p:spPr bwMode="auto">
          <a:xfrm>
            <a:off x="8976033" y="1808982"/>
            <a:ext cx="2160023" cy="990011"/>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dirty="0">
                <a:solidFill>
                  <a:schemeClr val="tx1">
                    <a:lumMod val="75000"/>
                    <a:lumOff val="25000"/>
                  </a:schemeClr>
                </a:solidFill>
                <a:latin typeface="+mn-ea"/>
              </a:rPr>
              <a:t>　　　　　　半導体</a:t>
            </a:r>
            <a:endParaRPr kumimoji="1" lang="en-US" altLang="ja-JP" dirty="0">
              <a:solidFill>
                <a:schemeClr val="tx1">
                  <a:lumMod val="75000"/>
                  <a:lumOff val="25000"/>
                </a:schemeClr>
              </a:solidFill>
              <a:latin typeface="+mn-ea"/>
            </a:endParaRPr>
          </a:p>
          <a:p>
            <a:pPr algn="ctr"/>
            <a:r>
              <a:rPr kumimoji="1" lang="ja-JP" altLang="en-US" dirty="0">
                <a:solidFill>
                  <a:schemeClr val="tx1">
                    <a:lumMod val="75000"/>
                    <a:lumOff val="25000"/>
                  </a:schemeClr>
                </a:solidFill>
                <a:latin typeface="+mn-ea"/>
              </a:rPr>
              <a:t>　　　　　　　回路</a:t>
            </a:r>
            <a:endParaRPr lang="en-US" dirty="0">
              <a:solidFill>
                <a:schemeClr val="tx1">
                  <a:lumMod val="75000"/>
                  <a:lumOff val="25000"/>
                </a:schemeClr>
              </a:solidFill>
              <a:latin typeface="+mn-ea"/>
            </a:endParaRPr>
          </a:p>
          <a:p>
            <a:pPr algn="ctr"/>
            <a:endParaRPr kumimoji="1" lang="en-US" dirty="0">
              <a:solidFill>
                <a:schemeClr val="tx1">
                  <a:lumMod val="75000"/>
                  <a:lumOff val="25000"/>
                </a:schemeClr>
              </a:solidFill>
              <a:latin typeface="+mn-ea"/>
            </a:endParaRPr>
          </a:p>
        </p:txBody>
      </p:sp>
      <p:sp>
        <p:nvSpPr>
          <p:cNvPr id="110" name="正方形/長方形 109">
            <a:extLst>
              <a:ext uri="{FF2B5EF4-FFF2-40B4-BE49-F238E27FC236}">
                <a16:creationId xmlns:a16="http://schemas.microsoft.com/office/drawing/2014/main" id="{F7837E33-4930-66F3-17FC-E8A8C2B9BC4C}"/>
              </a:ext>
            </a:extLst>
          </p:cNvPr>
          <p:cNvSpPr/>
          <p:nvPr/>
        </p:nvSpPr>
        <p:spPr bwMode="auto">
          <a:xfrm rot="5400000">
            <a:off x="9786042" y="6129031"/>
            <a:ext cx="360002" cy="180002"/>
          </a:xfrm>
          <a:prstGeom prst="rect">
            <a:avLst/>
          </a:prstGeom>
          <a:solidFill>
            <a:schemeClr val="accent5">
              <a:lumMod val="20000"/>
              <a:lumOff val="80000"/>
            </a:schemeClr>
          </a:solid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sp>
        <p:nvSpPr>
          <p:cNvPr id="111" name="正方形/長方形 110">
            <a:extLst>
              <a:ext uri="{FF2B5EF4-FFF2-40B4-BE49-F238E27FC236}">
                <a16:creationId xmlns:a16="http://schemas.microsoft.com/office/drawing/2014/main" id="{4EE53477-B6B0-6C55-B266-54F55A62C5BA}"/>
              </a:ext>
            </a:extLst>
          </p:cNvPr>
          <p:cNvSpPr/>
          <p:nvPr/>
        </p:nvSpPr>
        <p:spPr bwMode="auto">
          <a:xfrm rot="5400000">
            <a:off x="9561038" y="6084028"/>
            <a:ext cx="180002" cy="810009"/>
          </a:xfrm>
          <a:prstGeom prst="rect">
            <a:avLst/>
          </a:prstGeom>
          <a:solidFill>
            <a:schemeClr val="accent5">
              <a:lumMod val="20000"/>
              <a:lumOff val="80000"/>
            </a:schemeClr>
          </a:solid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cxnSp>
        <p:nvCxnSpPr>
          <p:cNvPr id="112" name="直線コネクタ 111">
            <a:extLst>
              <a:ext uri="{FF2B5EF4-FFF2-40B4-BE49-F238E27FC236}">
                <a16:creationId xmlns:a16="http://schemas.microsoft.com/office/drawing/2014/main" id="{4796900C-886C-AB66-89BB-D51B530569EA}"/>
              </a:ext>
            </a:extLst>
          </p:cNvPr>
          <p:cNvCxnSpPr>
            <a:cxnSpLocks/>
          </p:cNvCxnSpPr>
          <p:nvPr/>
        </p:nvCxnSpPr>
        <p:spPr bwMode="auto">
          <a:xfrm>
            <a:off x="8526029" y="6399033"/>
            <a:ext cx="1350015" cy="0"/>
          </a:xfrm>
          <a:prstGeom prst="line">
            <a:avLst/>
          </a:prstGeom>
          <a:noFill/>
          <a:ln w="19050" cap="flat" cmpd="sng" algn="ctr">
            <a:solidFill>
              <a:schemeClr val="tx1"/>
            </a:solidFill>
            <a:prstDash val="solid"/>
            <a:round/>
            <a:headEnd type="none" w="med" len="med"/>
            <a:tailEnd type="none" w="med" len="med"/>
          </a:ln>
          <a:effectLst/>
        </p:spPr>
      </p:cxnSp>
      <p:sp>
        <p:nvSpPr>
          <p:cNvPr id="113" name="正方形/長方形 112">
            <a:extLst>
              <a:ext uri="{FF2B5EF4-FFF2-40B4-BE49-F238E27FC236}">
                <a16:creationId xmlns:a16="http://schemas.microsoft.com/office/drawing/2014/main" id="{7A0404E9-43AE-5F2C-A2B6-50FB1684A0CA}"/>
              </a:ext>
            </a:extLst>
          </p:cNvPr>
          <p:cNvSpPr/>
          <p:nvPr/>
        </p:nvSpPr>
        <p:spPr bwMode="auto">
          <a:xfrm rot="5400000">
            <a:off x="9201034" y="3744004"/>
            <a:ext cx="180002" cy="1530017"/>
          </a:xfrm>
          <a:prstGeom prst="rect">
            <a:avLst/>
          </a:prstGeom>
          <a:solidFill>
            <a:schemeClr val="accent5">
              <a:lumMod val="20000"/>
              <a:lumOff val="80000"/>
            </a:schemeClr>
          </a:solid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cxnSp>
        <p:nvCxnSpPr>
          <p:cNvPr id="114" name="直線コネクタ 113">
            <a:extLst>
              <a:ext uri="{FF2B5EF4-FFF2-40B4-BE49-F238E27FC236}">
                <a16:creationId xmlns:a16="http://schemas.microsoft.com/office/drawing/2014/main" id="{E9AB5606-932A-879D-D84B-E8D06DBF47B8}"/>
              </a:ext>
            </a:extLst>
          </p:cNvPr>
          <p:cNvCxnSpPr>
            <a:cxnSpLocks/>
          </p:cNvCxnSpPr>
          <p:nvPr/>
        </p:nvCxnSpPr>
        <p:spPr bwMode="auto">
          <a:xfrm>
            <a:off x="8526027" y="4419012"/>
            <a:ext cx="1530015" cy="0"/>
          </a:xfrm>
          <a:prstGeom prst="line">
            <a:avLst/>
          </a:prstGeom>
          <a:noFill/>
          <a:ln w="19050" cap="flat" cmpd="sng" algn="ctr">
            <a:solidFill>
              <a:schemeClr val="tx1"/>
            </a:solidFill>
            <a:prstDash val="solid"/>
            <a:round/>
            <a:headEnd type="none" w="med" len="med"/>
            <a:tailEnd type="none" w="med" len="med"/>
          </a:ln>
          <a:effectLst/>
        </p:spPr>
      </p:cxnSp>
      <p:cxnSp>
        <p:nvCxnSpPr>
          <p:cNvPr id="115" name="直線コネクタ 114">
            <a:extLst>
              <a:ext uri="{FF2B5EF4-FFF2-40B4-BE49-F238E27FC236}">
                <a16:creationId xmlns:a16="http://schemas.microsoft.com/office/drawing/2014/main" id="{66CFD292-C536-FD5B-3FC4-24523DF7DD51}"/>
              </a:ext>
            </a:extLst>
          </p:cNvPr>
          <p:cNvCxnSpPr>
            <a:cxnSpLocks/>
          </p:cNvCxnSpPr>
          <p:nvPr/>
        </p:nvCxnSpPr>
        <p:spPr bwMode="auto">
          <a:xfrm>
            <a:off x="8526027" y="4599014"/>
            <a:ext cx="1350017" cy="0"/>
          </a:xfrm>
          <a:prstGeom prst="line">
            <a:avLst/>
          </a:prstGeom>
          <a:noFill/>
          <a:ln w="19050" cap="flat" cmpd="sng" algn="ctr">
            <a:solidFill>
              <a:schemeClr val="tx1"/>
            </a:solidFill>
            <a:prstDash val="solid"/>
            <a:round/>
            <a:headEnd type="none" w="med" len="med"/>
            <a:tailEnd type="none" w="med" len="med"/>
          </a:ln>
          <a:effectLst/>
        </p:spPr>
      </p:cxnSp>
      <p:cxnSp>
        <p:nvCxnSpPr>
          <p:cNvPr id="116" name="直線コネクタ 115">
            <a:extLst>
              <a:ext uri="{FF2B5EF4-FFF2-40B4-BE49-F238E27FC236}">
                <a16:creationId xmlns:a16="http://schemas.microsoft.com/office/drawing/2014/main" id="{3871155B-44CF-9993-C3F5-CAAEC9F10D52}"/>
              </a:ext>
            </a:extLst>
          </p:cNvPr>
          <p:cNvCxnSpPr>
            <a:cxnSpLocks/>
          </p:cNvCxnSpPr>
          <p:nvPr/>
        </p:nvCxnSpPr>
        <p:spPr bwMode="auto">
          <a:xfrm>
            <a:off x="9876042" y="6039029"/>
            <a:ext cx="0" cy="360004"/>
          </a:xfrm>
          <a:prstGeom prst="line">
            <a:avLst/>
          </a:prstGeom>
          <a:noFill/>
          <a:ln w="19050" cap="flat" cmpd="sng" algn="ctr">
            <a:solidFill>
              <a:schemeClr val="tx1"/>
            </a:solidFill>
            <a:prstDash val="solid"/>
            <a:round/>
            <a:headEnd type="none" w="med" len="med"/>
            <a:tailEnd type="none" w="med" len="med"/>
          </a:ln>
          <a:effectLst/>
        </p:spPr>
      </p:cxnSp>
      <p:cxnSp>
        <p:nvCxnSpPr>
          <p:cNvPr id="117" name="直線コネクタ 116">
            <a:extLst>
              <a:ext uri="{FF2B5EF4-FFF2-40B4-BE49-F238E27FC236}">
                <a16:creationId xmlns:a16="http://schemas.microsoft.com/office/drawing/2014/main" id="{8ECA438F-C829-6C95-F3F5-709838CFF4D6}"/>
              </a:ext>
            </a:extLst>
          </p:cNvPr>
          <p:cNvCxnSpPr>
            <a:cxnSpLocks/>
          </p:cNvCxnSpPr>
          <p:nvPr/>
        </p:nvCxnSpPr>
        <p:spPr bwMode="auto">
          <a:xfrm>
            <a:off x="8526027" y="6579033"/>
            <a:ext cx="1530017" cy="0"/>
          </a:xfrm>
          <a:prstGeom prst="line">
            <a:avLst/>
          </a:prstGeom>
          <a:noFill/>
          <a:ln w="19050" cap="flat" cmpd="sng" algn="ctr">
            <a:solidFill>
              <a:schemeClr val="tx1"/>
            </a:solidFill>
            <a:prstDash val="solid"/>
            <a:round/>
            <a:headEnd type="none" w="med" len="med"/>
            <a:tailEnd type="none" w="med" len="med"/>
          </a:ln>
          <a:effectLst/>
        </p:spPr>
      </p:cxnSp>
      <p:cxnSp>
        <p:nvCxnSpPr>
          <p:cNvPr id="118" name="直線矢印コネクタ 117">
            <a:extLst>
              <a:ext uri="{FF2B5EF4-FFF2-40B4-BE49-F238E27FC236}">
                <a16:creationId xmlns:a16="http://schemas.microsoft.com/office/drawing/2014/main" id="{961E61BA-3A9C-73F5-837A-8A7BDB4EEB71}"/>
              </a:ext>
            </a:extLst>
          </p:cNvPr>
          <p:cNvCxnSpPr>
            <a:cxnSpLocks/>
          </p:cNvCxnSpPr>
          <p:nvPr/>
        </p:nvCxnSpPr>
        <p:spPr bwMode="auto">
          <a:xfrm flipV="1">
            <a:off x="8256024" y="4419011"/>
            <a:ext cx="0" cy="2160024"/>
          </a:xfrm>
          <a:prstGeom prst="straightConnector1">
            <a:avLst/>
          </a:prstGeom>
          <a:ln>
            <a:headEnd type="none" w="med" len="med"/>
            <a:tailEnd type="triangle"/>
          </a:ln>
        </p:spPr>
        <p:style>
          <a:lnRef idx="2">
            <a:schemeClr val="accent5"/>
          </a:lnRef>
          <a:fillRef idx="0">
            <a:schemeClr val="accent5"/>
          </a:fillRef>
          <a:effectRef idx="1">
            <a:schemeClr val="accent5"/>
          </a:effectRef>
          <a:fontRef idx="minor">
            <a:schemeClr val="tx1"/>
          </a:fontRef>
        </p:style>
      </p:cxnSp>
      <p:sp>
        <p:nvSpPr>
          <p:cNvPr id="119" name="正方形/長方形 118">
            <a:extLst>
              <a:ext uri="{FF2B5EF4-FFF2-40B4-BE49-F238E27FC236}">
                <a16:creationId xmlns:a16="http://schemas.microsoft.com/office/drawing/2014/main" id="{727C0BA7-CA0C-7EF9-13B4-24B77596AC8C}"/>
              </a:ext>
            </a:extLst>
          </p:cNvPr>
          <p:cNvSpPr/>
          <p:nvPr/>
        </p:nvSpPr>
        <p:spPr bwMode="auto">
          <a:xfrm>
            <a:off x="7176012" y="5049018"/>
            <a:ext cx="720008" cy="720007"/>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r>
              <a:rPr lang="ja-JP" altLang="en-US" sz="2400" b="1" dirty="0">
                <a:solidFill>
                  <a:schemeClr val="accent5"/>
                </a:solidFill>
              </a:rPr>
              <a:t>高さ</a:t>
            </a:r>
            <a:r>
              <a:rPr lang="en-US" altLang="ja-JP" sz="2400" b="1" dirty="0">
                <a:solidFill>
                  <a:schemeClr val="accent5"/>
                </a:solidFill>
              </a:rPr>
              <a:t> V </a:t>
            </a:r>
            <a:endParaRPr lang="ja-JP" altLang="en-US" sz="2400" b="1" dirty="0">
              <a:solidFill>
                <a:schemeClr val="accent5"/>
              </a:solidFill>
            </a:endParaRPr>
          </a:p>
        </p:txBody>
      </p:sp>
      <p:sp>
        <p:nvSpPr>
          <p:cNvPr id="120" name="正方形/長方形 119">
            <a:extLst>
              <a:ext uri="{FF2B5EF4-FFF2-40B4-BE49-F238E27FC236}">
                <a16:creationId xmlns:a16="http://schemas.microsoft.com/office/drawing/2014/main" id="{14270878-46E5-5AAF-B417-8CDDD8359365}"/>
              </a:ext>
            </a:extLst>
          </p:cNvPr>
          <p:cNvSpPr/>
          <p:nvPr/>
        </p:nvSpPr>
        <p:spPr bwMode="auto">
          <a:xfrm>
            <a:off x="8976032" y="3879005"/>
            <a:ext cx="720008" cy="720007"/>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r>
              <a:rPr lang="ja-JP" altLang="en-US" sz="2400" b="1" dirty="0">
                <a:solidFill>
                  <a:schemeClr val="accent5"/>
                </a:solidFill>
              </a:rPr>
              <a:t>給水量 </a:t>
            </a:r>
            <a:r>
              <a:rPr lang="en-US" altLang="ja-JP" sz="2400" b="1" dirty="0">
                <a:solidFill>
                  <a:schemeClr val="accent5"/>
                </a:solidFill>
              </a:rPr>
              <a:t>Q</a:t>
            </a:r>
            <a:endParaRPr lang="ja-JP" altLang="en-US" sz="2400" b="1" dirty="0">
              <a:solidFill>
                <a:schemeClr val="accent5"/>
              </a:solidFill>
            </a:endParaRPr>
          </a:p>
        </p:txBody>
      </p:sp>
      <p:cxnSp>
        <p:nvCxnSpPr>
          <p:cNvPr id="121" name="直線矢印コネクタ 120">
            <a:extLst>
              <a:ext uri="{FF2B5EF4-FFF2-40B4-BE49-F238E27FC236}">
                <a16:creationId xmlns:a16="http://schemas.microsoft.com/office/drawing/2014/main" id="{39B8B331-1677-3E45-BA05-036CCBF620AF}"/>
              </a:ext>
            </a:extLst>
          </p:cNvPr>
          <p:cNvCxnSpPr>
            <a:cxnSpLocks/>
          </p:cNvCxnSpPr>
          <p:nvPr/>
        </p:nvCxnSpPr>
        <p:spPr bwMode="auto">
          <a:xfrm>
            <a:off x="9336036" y="4509012"/>
            <a:ext cx="630007" cy="0"/>
          </a:xfrm>
          <a:prstGeom prst="straightConnector1">
            <a:avLst/>
          </a:prstGeom>
          <a:ln>
            <a:headEnd type="none" w="med" len="med"/>
            <a:tailEnd type="triangle"/>
          </a:ln>
        </p:spPr>
        <p:style>
          <a:lnRef idx="2">
            <a:schemeClr val="accent5"/>
          </a:lnRef>
          <a:fillRef idx="0">
            <a:schemeClr val="accent5"/>
          </a:fillRef>
          <a:effectRef idx="1">
            <a:schemeClr val="accent5"/>
          </a:effectRef>
          <a:fontRef idx="minor">
            <a:schemeClr val="tx1"/>
          </a:fontRef>
        </p:style>
      </p:cxnSp>
      <p:cxnSp>
        <p:nvCxnSpPr>
          <p:cNvPr id="122" name="直線コネクタ 121">
            <a:extLst>
              <a:ext uri="{FF2B5EF4-FFF2-40B4-BE49-F238E27FC236}">
                <a16:creationId xmlns:a16="http://schemas.microsoft.com/office/drawing/2014/main" id="{6FB7E1A6-9333-3582-FBCD-AE36E0EB8E62}"/>
              </a:ext>
            </a:extLst>
          </p:cNvPr>
          <p:cNvCxnSpPr>
            <a:cxnSpLocks/>
          </p:cNvCxnSpPr>
          <p:nvPr/>
        </p:nvCxnSpPr>
        <p:spPr bwMode="auto">
          <a:xfrm>
            <a:off x="10056044" y="4419011"/>
            <a:ext cx="0" cy="630007"/>
          </a:xfrm>
          <a:prstGeom prst="line">
            <a:avLst/>
          </a:prstGeom>
          <a:noFill/>
          <a:ln w="19050" cap="flat" cmpd="sng" algn="ctr">
            <a:solidFill>
              <a:schemeClr val="tx1"/>
            </a:solidFill>
            <a:prstDash val="solid"/>
            <a:round/>
            <a:headEnd type="none" w="med" len="med"/>
            <a:tailEnd type="none" w="med" len="med"/>
          </a:ln>
          <a:effectLst/>
        </p:spPr>
      </p:cxnSp>
      <p:sp>
        <p:nvSpPr>
          <p:cNvPr id="123" name="正方形/長方形 122">
            <a:extLst>
              <a:ext uri="{FF2B5EF4-FFF2-40B4-BE49-F238E27FC236}">
                <a16:creationId xmlns:a16="http://schemas.microsoft.com/office/drawing/2014/main" id="{C177DF3F-FC82-4E24-218C-92F63C6ADABB}"/>
              </a:ext>
            </a:extLst>
          </p:cNvPr>
          <p:cNvSpPr/>
          <p:nvPr/>
        </p:nvSpPr>
        <p:spPr bwMode="auto">
          <a:xfrm>
            <a:off x="8256024" y="3879005"/>
            <a:ext cx="720008" cy="720007"/>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r>
              <a:rPr lang="ja-JP" altLang="en-US" sz="1600" dirty="0">
                <a:solidFill>
                  <a:schemeClr val="tx1">
                    <a:lumMod val="75000"/>
                    <a:lumOff val="25000"/>
                  </a:schemeClr>
                </a:solidFill>
              </a:rPr>
              <a:t>給水口</a:t>
            </a:r>
          </a:p>
        </p:txBody>
      </p:sp>
      <p:sp>
        <p:nvSpPr>
          <p:cNvPr id="124" name="正方形/長方形 123">
            <a:extLst>
              <a:ext uri="{FF2B5EF4-FFF2-40B4-BE49-F238E27FC236}">
                <a16:creationId xmlns:a16="http://schemas.microsoft.com/office/drawing/2014/main" id="{AE8EE357-5AFE-61D7-424E-F938FA36E792}"/>
              </a:ext>
            </a:extLst>
          </p:cNvPr>
          <p:cNvSpPr/>
          <p:nvPr/>
        </p:nvSpPr>
        <p:spPr bwMode="auto">
          <a:xfrm>
            <a:off x="8256024" y="6399033"/>
            <a:ext cx="720008" cy="720007"/>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r>
              <a:rPr lang="ja-JP" altLang="en-US" sz="1600" dirty="0">
                <a:solidFill>
                  <a:schemeClr val="tx1">
                    <a:lumMod val="75000"/>
                    <a:lumOff val="25000"/>
                  </a:schemeClr>
                </a:solidFill>
              </a:rPr>
              <a:t>排水口</a:t>
            </a:r>
          </a:p>
        </p:txBody>
      </p:sp>
      <p:cxnSp>
        <p:nvCxnSpPr>
          <p:cNvPr id="125" name="直線コネクタ 124">
            <a:extLst>
              <a:ext uri="{FF2B5EF4-FFF2-40B4-BE49-F238E27FC236}">
                <a16:creationId xmlns:a16="http://schemas.microsoft.com/office/drawing/2014/main" id="{B54BA289-E8B9-DAC1-AB09-35BA643D99CA}"/>
              </a:ext>
            </a:extLst>
          </p:cNvPr>
          <p:cNvCxnSpPr>
            <a:cxnSpLocks/>
          </p:cNvCxnSpPr>
          <p:nvPr/>
        </p:nvCxnSpPr>
        <p:spPr bwMode="auto">
          <a:xfrm>
            <a:off x="10056044" y="6039029"/>
            <a:ext cx="0" cy="540006"/>
          </a:xfrm>
          <a:prstGeom prst="line">
            <a:avLst/>
          </a:prstGeom>
          <a:noFill/>
          <a:ln w="19050" cap="flat" cmpd="sng" algn="ctr">
            <a:solidFill>
              <a:schemeClr val="tx1"/>
            </a:solidFill>
            <a:prstDash val="solid"/>
            <a:round/>
            <a:headEnd type="none" w="med" len="med"/>
            <a:tailEnd type="none" w="med" len="med"/>
          </a:ln>
          <a:effectLst/>
        </p:spPr>
      </p:cxnSp>
      <p:cxnSp>
        <p:nvCxnSpPr>
          <p:cNvPr id="126" name="直線コネクタ 125">
            <a:extLst>
              <a:ext uri="{FF2B5EF4-FFF2-40B4-BE49-F238E27FC236}">
                <a16:creationId xmlns:a16="http://schemas.microsoft.com/office/drawing/2014/main" id="{19FE9476-F164-971D-8C13-369D8A4635A4}"/>
              </a:ext>
            </a:extLst>
          </p:cNvPr>
          <p:cNvCxnSpPr>
            <a:cxnSpLocks/>
          </p:cNvCxnSpPr>
          <p:nvPr/>
        </p:nvCxnSpPr>
        <p:spPr bwMode="auto">
          <a:xfrm>
            <a:off x="9876042" y="4599013"/>
            <a:ext cx="0" cy="450005"/>
          </a:xfrm>
          <a:prstGeom prst="line">
            <a:avLst/>
          </a:prstGeom>
          <a:noFill/>
          <a:ln w="19050" cap="flat" cmpd="sng" algn="ctr">
            <a:solidFill>
              <a:schemeClr val="tx1"/>
            </a:solidFill>
            <a:prstDash val="solid"/>
            <a:round/>
            <a:headEnd type="none" w="med" len="med"/>
            <a:tailEnd type="none" w="med" len="med"/>
          </a:ln>
          <a:effectLst/>
        </p:spPr>
      </p:cxnSp>
      <p:sp>
        <p:nvSpPr>
          <p:cNvPr id="127" name="正方形/長方形 126">
            <a:extLst>
              <a:ext uri="{FF2B5EF4-FFF2-40B4-BE49-F238E27FC236}">
                <a16:creationId xmlns:a16="http://schemas.microsoft.com/office/drawing/2014/main" id="{2B182211-396A-98C5-78D6-4983754DC4CA}"/>
              </a:ext>
            </a:extLst>
          </p:cNvPr>
          <p:cNvSpPr/>
          <p:nvPr/>
        </p:nvSpPr>
        <p:spPr bwMode="auto">
          <a:xfrm>
            <a:off x="8886031" y="5049018"/>
            <a:ext cx="2160023" cy="990011"/>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dirty="0">
                <a:solidFill>
                  <a:schemeClr val="tx1">
                    <a:lumMod val="75000"/>
                    <a:lumOff val="25000"/>
                  </a:schemeClr>
                </a:solidFill>
                <a:latin typeface="+mn-ea"/>
              </a:rPr>
              <a:t>　　　　　　　装置</a:t>
            </a:r>
            <a:br>
              <a:rPr kumimoji="1" lang="en-US" altLang="ja-JP" dirty="0">
                <a:solidFill>
                  <a:schemeClr val="tx1">
                    <a:lumMod val="75000"/>
                    <a:lumOff val="25000"/>
                  </a:schemeClr>
                </a:solidFill>
                <a:latin typeface="+mn-ea"/>
              </a:rPr>
            </a:br>
            <a:endParaRPr lang="en-US" dirty="0">
              <a:solidFill>
                <a:schemeClr val="tx1">
                  <a:lumMod val="75000"/>
                  <a:lumOff val="25000"/>
                </a:schemeClr>
              </a:solidFill>
              <a:latin typeface="+mn-ea"/>
            </a:endParaRPr>
          </a:p>
          <a:p>
            <a:pPr algn="ctr"/>
            <a:endParaRPr kumimoji="1" lang="en-US" dirty="0">
              <a:solidFill>
                <a:schemeClr val="tx1">
                  <a:lumMod val="75000"/>
                  <a:lumOff val="25000"/>
                </a:schemeClr>
              </a:solidFill>
              <a:latin typeface="+mn-ea"/>
            </a:endParaRPr>
          </a:p>
        </p:txBody>
      </p:sp>
      <p:grpSp>
        <p:nvGrpSpPr>
          <p:cNvPr id="128" name="グループ化 127">
            <a:extLst>
              <a:ext uri="{FF2B5EF4-FFF2-40B4-BE49-F238E27FC236}">
                <a16:creationId xmlns:a16="http://schemas.microsoft.com/office/drawing/2014/main" id="{C968AAD1-AB19-7B01-F7B9-EBBBDB462A2B}"/>
              </a:ext>
            </a:extLst>
          </p:cNvPr>
          <p:cNvGrpSpPr/>
          <p:nvPr/>
        </p:nvGrpSpPr>
        <p:grpSpPr>
          <a:xfrm>
            <a:off x="9606039" y="5679025"/>
            <a:ext cx="180002" cy="270004"/>
            <a:chOff x="9426037" y="4509012"/>
            <a:chExt cx="540006" cy="810010"/>
          </a:xfrm>
        </p:grpSpPr>
        <p:sp>
          <p:nvSpPr>
            <p:cNvPr id="129" name="正方形/長方形 128">
              <a:extLst>
                <a:ext uri="{FF2B5EF4-FFF2-40B4-BE49-F238E27FC236}">
                  <a16:creationId xmlns:a16="http://schemas.microsoft.com/office/drawing/2014/main" id="{001333DA-ED04-DD84-8BD9-941DE7EB7FEB}"/>
                </a:ext>
              </a:extLst>
            </p:cNvPr>
            <p:cNvSpPr/>
            <p:nvPr/>
          </p:nvSpPr>
          <p:spPr bwMode="auto">
            <a:xfrm>
              <a:off x="9426037" y="4599013"/>
              <a:ext cx="540006" cy="360005"/>
            </a:xfrm>
            <a:prstGeom prst="rect">
              <a:avLst/>
            </a:prstGeom>
            <a:solidFill>
              <a:schemeClr val="accent5">
                <a:lumMod val="20000"/>
                <a:lumOff val="80000"/>
              </a:schemeClr>
            </a:solid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cxnSp>
          <p:nvCxnSpPr>
            <p:cNvPr id="130" name="直線コネクタ 129">
              <a:extLst>
                <a:ext uri="{FF2B5EF4-FFF2-40B4-BE49-F238E27FC236}">
                  <a16:creationId xmlns:a16="http://schemas.microsoft.com/office/drawing/2014/main" id="{406DA4E5-E12A-7CAE-11C9-A0E25B0A7C26}"/>
                </a:ext>
              </a:extLst>
            </p:cNvPr>
            <p:cNvCxnSpPr>
              <a:cxnSpLocks/>
            </p:cNvCxnSpPr>
            <p:nvPr/>
          </p:nvCxnSpPr>
          <p:spPr bwMode="auto">
            <a:xfrm>
              <a:off x="9426037" y="4959018"/>
              <a:ext cx="540006" cy="0"/>
            </a:xfrm>
            <a:prstGeom prst="line">
              <a:avLst/>
            </a:prstGeom>
            <a:noFill/>
            <a:ln w="19050" cap="rnd" cmpd="sng" algn="ctr">
              <a:solidFill>
                <a:schemeClr val="accent5"/>
              </a:solidFill>
              <a:prstDash val="solid"/>
              <a:round/>
              <a:headEnd type="none" w="med" len="med"/>
              <a:tailEnd type="none" w="med" len="med"/>
            </a:ln>
            <a:effectLst/>
          </p:spPr>
        </p:cxnSp>
        <p:cxnSp>
          <p:nvCxnSpPr>
            <p:cNvPr id="131" name="直線コネクタ 130">
              <a:extLst>
                <a:ext uri="{FF2B5EF4-FFF2-40B4-BE49-F238E27FC236}">
                  <a16:creationId xmlns:a16="http://schemas.microsoft.com/office/drawing/2014/main" id="{7764A9C2-6019-C8C4-26A0-4B4E157299ED}"/>
                </a:ext>
              </a:extLst>
            </p:cNvPr>
            <p:cNvCxnSpPr>
              <a:cxnSpLocks/>
            </p:cNvCxnSpPr>
            <p:nvPr/>
          </p:nvCxnSpPr>
          <p:spPr bwMode="auto">
            <a:xfrm>
              <a:off x="9426037" y="4509012"/>
              <a:ext cx="0" cy="450005"/>
            </a:xfrm>
            <a:prstGeom prst="line">
              <a:avLst/>
            </a:prstGeom>
            <a:noFill/>
            <a:ln w="19050" cap="rnd" cmpd="sng" algn="ctr">
              <a:solidFill>
                <a:schemeClr val="accent5"/>
              </a:solidFill>
              <a:prstDash val="solid"/>
              <a:round/>
              <a:headEnd type="none" w="med" len="med"/>
              <a:tailEnd type="none" w="med" len="med"/>
            </a:ln>
            <a:effectLst/>
          </p:spPr>
        </p:cxnSp>
        <p:cxnSp>
          <p:nvCxnSpPr>
            <p:cNvPr id="132" name="直線コネクタ 131">
              <a:extLst>
                <a:ext uri="{FF2B5EF4-FFF2-40B4-BE49-F238E27FC236}">
                  <a16:creationId xmlns:a16="http://schemas.microsoft.com/office/drawing/2014/main" id="{8F65F003-A751-C0E9-0F96-CB46C31BC91B}"/>
                </a:ext>
              </a:extLst>
            </p:cNvPr>
            <p:cNvCxnSpPr>
              <a:cxnSpLocks/>
            </p:cNvCxnSpPr>
            <p:nvPr/>
          </p:nvCxnSpPr>
          <p:spPr bwMode="auto">
            <a:xfrm>
              <a:off x="9966043" y="4509012"/>
              <a:ext cx="0" cy="450041"/>
            </a:xfrm>
            <a:prstGeom prst="line">
              <a:avLst/>
            </a:prstGeom>
            <a:noFill/>
            <a:ln w="19050" cap="rnd" cmpd="sng" algn="ctr">
              <a:solidFill>
                <a:schemeClr val="accent5"/>
              </a:solidFill>
              <a:prstDash val="solid"/>
              <a:round/>
              <a:headEnd type="none" w="med" len="med"/>
              <a:tailEnd type="none" w="med" len="med"/>
            </a:ln>
            <a:effectLst/>
          </p:spPr>
        </p:cxnSp>
        <p:cxnSp>
          <p:nvCxnSpPr>
            <p:cNvPr id="133" name="直線コネクタ 132">
              <a:extLst>
                <a:ext uri="{FF2B5EF4-FFF2-40B4-BE49-F238E27FC236}">
                  <a16:creationId xmlns:a16="http://schemas.microsoft.com/office/drawing/2014/main" id="{D1B8098B-188A-63A7-AE0B-FE448E37779E}"/>
                </a:ext>
              </a:extLst>
            </p:cNvPr>
            <p:cNvCxnSpPr>
              <a:cxnSpLocks/>
            </p:cNvCxnSpPr>
            <p:nvPr/>
          </p:nvCxnSpPr>
          <p:spPr bwMode="auto">
            <a:xfrm flipV="1">
              <a:off x="9696038" y="4959018"/>
              <a:ext cx="0" cy="180002"/>
            </a:xfrm>
            <a:prstGeom prst="line">
              <a:avLst/>
            </a:prstGeom>
            <a:noFill/>
            <a:ln w="19050" cap="flat" cmpd="sng" algn="ctr">
              <a:solidFill>
                <a:schemeClr val="accent5"/>
              </a:solidFill>
              <a:prstDash val="solid"/>
              <a:round/>
              <a:headEnd type="none" w="med" len="med"/>
              <a:tailEnd type="none" w="med" len="med"/>
            </a:ln>
            <a:effectLst/>
          </p:spPr>
        </p:cxnSp>
        <p:sp>
          <p:nvSpPr>
            <p:cNvPr id="134" name="正方形/長方形 133">
              <a:extLst>
                <a:ext uri="{FF2B5EF4-FFF2-40B4-BE49-F238E27FC236}">
                  <a16:creationId xmlns:a16="http://schemas.microsoft.com/office/drawing/2014/main" id="{E23EDE77-F890-C525-91D6-B6FB064D9E21}"/>
                </a:ext>
              </a:extLst>
            </p:cNvPr>
            <p:cNvSpPr/>
            <p:nvPr/>
          </p:nvSpPr>
          <p:spPr bwMode="auto">
            <a:xfrm rot="5400000">
              <a:off x="9606037" y="5139020"/>
              <a:ext cx="180002" cy="180001"/>
            </a:xfrm>
            <a:prstGeom prst="rect">
              <a:avLst/>
            </a:prstGeom>
            <a:solidFill>
              <a:schemeClr val="accent5"/>
            </a:solidFill>
            <a:ln>
              <a:solidFill>
                <a:schemeClr val="accent5"/>
              </a:solidFill>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grpSp>
      <p:grpSp>
        <p:nvGrpSpPr>
          <p:cNvPr id="135" name="グループ化 134">
            <a:extLst>
              <a:ext uri="{FF2B5EF4-FFF2-40B4-BE49-F238E27FC236}">
                <a16:creationId xmlns:a16="http://schemas.microsoft.com/office/drawing/2014/main" id="{082DC44C-8E1E-8130-BD1F-E3145560B4A6}"/>
              </a:ext>
            </a:extLst>
          </p:cNvPr>
          <p:cNvGrpSpPr/>
          <p:nvPr/>
        </p:nvGrpSpPr>
        <p:grpSpPr>
          <a:xfrm>
            <a:off x="9246035" y="5139019"/>
            <a:ext cx="180004" cy="270005"/>
            <a:chOff x="8256026" y="4419011"/>
            <a:chExt cx="540006" cy="810011"/>
          </a:xfrm>
        </p:grpSpPr>
        <p:sp>
          <p:nvSpPr>
            <p:cNvPr id="136" name="正方形/長方形 135">
              <a:extLst>
                <a:ext uri="{FF2B5EF4-FFF2-40B4-BE49-F238E27FC236}">
                  <a16:creationId xmlns:a16="http://schemas.microsoft.com/office/drawing/2014/main" id="{9324E2F7-66E7-157D-16A9-E1ADC13CDC5E}"/>
                </a:ext>
              </a:extLst>
            </p:cNvPr>
            <p:cNvSpPr/>
            <p:nvPr/>
          </p:nvSpPr>
          <p:spPr bwMode="auto">
            <a:xfrm>
              <a:off x="8256026" y="4509012"/>
              <a:ext cx="540006" cy="360005"/>
            </a:xfrm>
            <a:prstGeom prst="rect">
              <a:avLst/>
            </a:prstGeom>
            <a:solidFill>
              <a:schemeClr val="accent5">
                <a:lumMod val="20000"/>
                <a:lumOff val="80000"/>
              </a:schemeClr>
            </a:solid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cxnSp>
          <p:nvCxnSpPr>
            <p:cNvPr id="137" name="直線コネクタ 136">
              <a:extLst>
                <a:ext uri="{FF2B5EF4-FFF2-40B4-BE49-F238E27FC236}">
                  <a16:creationId xmlns:a16="http://schemas.microsoft.com/office/drawing/2014/main" id="{88FA87FF-8A7B-05C8-DAF1-AA0077D5D49C}"/>
                </a:ext>
              </a:extLst>
            </p:cNvPr>
            <p:cNvCxnSpPr>
              <a:cxnSpLocks/>
            </p:cNvCxnSpPr>
            <p:nvPr/>
          </p:nvCxnSpPr>
          <p:spPr bwMode="auto">
            <a:xfrm>
              <a:off x="8256026" y="4869017"/>
              <a:ext cx="540006" cy="0"/>
            </a:xfrm>
            <a:prstGeom prst="line">
              <a:avLst/>
            </a:prstGeom>
            <a:noFill/>
            <a:ln w="19050" cap="rnd" cmpd="sng" algn="ctr">
              <a:solidFill>
                <a:schemeClr val="accent6"/>
              </a:solidFill>
              <a:prstDash val="solid"/>
              <a:round/>
              <a:headEnd type="none" w="med" len="med"/>
              <a:tailEnd type="none" w="med" len="med"/>
            </a:ln>
            <a:effectLst/>
          </p:spPr>
        </p:cxnSp>
        <p:cxnSp>
          <p:nvCxnSpPr>
            <p:cNvPr id="138" name="直線コネクタ 137">
              <a:extLst>
                <a:ext uri="{FF2B5EF4-FFF2-40B4-BE49-F238E27FC236}">
                  <a16:creationId xmlns:a16="http://schemas.microsoft.com/office/drawing/2014/main" id="{B82537B3-53C2-6F94-E5B7-050B634FF38C}"/>
                </a:ext>
              </a:extLst>
            </p:cNvPr>
            <p:cNvCxnSpPr>
              <a:cxnSpLocks/>
            </p:cNvCxnSpPr>
            <p:nvPr/>
          </p:nvCxnSpPr>
          <p:spPr bwMode="auto">
            <a:xfrm>
              <a:off x="8256026" y="4419011"/>
              <a:ext cx="0" cy="450005"/>
            </a:xfrm>
            <a:prstGeom prst="line">
              <a:avLst/>
            </a:prstGeom>
            <a:noFill/>
            <a:ln w="19050" cap="rnd" cmpd="sng" algn="ctr">
              <a:solidFill>
                <a:schemeClr val="accent6"/>
              </a:solidFill>
              <a:prstDash val="solid"/>
              <a:round/>
              <a:headEnd type="none" w="med" len="med"/>
              <a:tailEnd type="none" w="med" len="med"/>
            </a:ln>
            <a:effectLst/>
          </p:spPr>
        </p:cxnSp>
        <p:cxnSp>
          <p:nvCxnSpPr>
            <p:cNvPr id="139" name="直線コネクタ 138">
              <a:extLst>
                <a:ext uri="{FF2B5EF4-FFF2-40B4-BE49-F238E27FC236}">
                  <a16:creationId xmlns:a16="http://schemas.microsoft.com/office/drawing/2014/main" id="{192C6989-4D02-D566-A6AB-39EC39EF0AF0}"/>
                </a:ext>
              </a:extLst>
            </p:cNvPr>
            <p:cNvCxnSpPr>
              <a:cxnSpLocks/>
            </p:cNvCxnSpPr>
            <p:nvPr/>
          </p:nvCxnSpPr>
          <p:spPr bwMode="auto">
            <a:xfrm>
              <a:off x="8796032" y="4419011"/>
              <a:ext cx="0" cy="450041"/>
            </a:xfrm>
            <a:prstGeom prst="line">
              <a:avLst/>
            </a:prstGeom>
            <a:noFill/>
            <a:ln w="19050" cap="rnd" cmpd="sng" algn="ctr">
              <a:solidFill>
                <a:schemeClr val="accent6"/>
              </a:solidFill>
              <a:prstDash val="solid"/>
              <a:round/>
              <a:headEnd type="none" w="med" len="med"/>
              <a:tailEnd type="none" w="med" len="med"/>
            </a:ln>
            <a:effectLst/>
          </p:spPr>
        </p:cxnSp>
        <p:cxnSp>
          <p:nvCxnSpPr>
            <p:cNvPr id="140" name="直線コネクタ 139">
              <a:extLst>
                <a:ext uri="{FF2B5EF4-FFF2-40B4-BE49-F238E27FC236}">
                  <a16:creationId xmlns:a16="http://schemas.microsoft.com/office/drawing/2014/main" id="{FFB82CAD-AE27-04E0-CCB8-2FAEA5F03EF9}"/>
                </a:ext>
              </a:extLst>
            </p:cNvPr>
            <p:cNvCxnSpPr>
              <a:cxnSpLocks/>
            </p:cNvCxnSpPr>
            <p:nvPr/>
          </p:nvCxnSpPr>
          <p:spPr bwMode="auto">
            <a:xfrm flipV="1">
              <a:off x="8526027" y="4869017"/>
              <a:ext cx="0" cy="180002"/>
            </a:xfrm>
            <a:prstGeom prst="line">
              <a:avLst/>
            </a:prstGeom>
            <a:noFill/>
            <a:ln w="19050" cap="flat" cmpd="sng" algn="ctr">
              <a:solidFill>
                <a:schemeClr val="accent6"/>
              </a:solidFill>
              <a:prstDash val="solid"/>
              <a:round/>
              <a:headEnd type="none" w="med" len="med"/>
              <a:tailEnd type="none" w="med" len="med"/>
            </a:ln>
            <a:effectLst/>
          </p:spPr>
        </p:cxnSp>
        <p:sp>
          <p:nvSpPr>
            <p:cNvPr id="141" name="正方形/長方形 140">
              <a:extLst>
                <a:ext uri="{FF2B5EF4-FFF2-40B4-BE49-F238E27FC236}">
                  <a16:creationId xmlns:a16="http://schemas.microsoft.com/office/drawing/2014/main" id="{2FD548B0-EE4E-CB0B-BD1B-4D8336A8F369}"/>
                </a:ext>
              </a:extLst>
            </p:cNvPr>
            <p:cNvSpPr/>
            <p:nvPr/>
          </p:nvSpPr>
          <p:spPr bwMode="auto">
            <a:xfrm rot="5400000">
              <a:off x="8436025" y="5049020"/>
              <a:ext cx="180003" cy="180001"/>
            </a:xfrm>
            <a:prstGeom prst="rect">
              <a:avLst/>
            </a:prstGeom>
            <a:solidFill>
              <a:schemeClr val="accent6"/>
            </a:solidFill>
            <a:ln>
              <a:solidFill>
                <a:schemeClr val="accent6"/>
              </a:solidFill>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grpSp>
      <p:grpSp>
        <p:nvGrpSpPr>
          <p:cNvPr id="142" name="グループ化 141">
            <a:extLst>
              <a:ext uri="{FF2B5EF4-FFF2-40B4-BE49-F238E27FC236}">
                <a16:creationId xmlns:a16="http://schemas.microsoft.com/office/drawing/2014/main" id="{402418D7-476F-8AEE-20F5-7C7B0A7DA36C}"/>
              </a:ext>
            </a:extLst>
          </p:cNvPr>
          <p:cNvGrpSpPr/>
          <p:nvPr/>
        </p:nvGrpSpPr>
        <p:grpSpPr>
          <a:xfrm>
            <a:off x="9246035" y="5679025"/>
            <a:ext cx="180002" cy="270004"/>
            <a:chOff x="9426037" y="4509012"/>
            <a:chExt cx="540006" cy="810010"/>
          </a:xfrm>
        </p:grpSpPr>
        <p:sp>
          <p:nvSpPr>
            <p:cNvPr id="143" name="正方形/長方形 142">
              <a:extLst>
                <a:ext uri="{FF2B5EF4-FFF2-40B4-BE49-F238E27FC236}">
                  <a16:creationId xmlns:a16="http://schemas.microsoft.com/office/drawing/2014/main" id="{C5E2A8A8-F703-600A-A890-022AB8A7D9CB}"/>
                </a:ext>
              </a:extLst>
            </p:cNvPr>
            <p:cNvSpPr/>
            <p:nvPr/>
          </p:nvSpPr>
          <p:spPr bwMode="auto">
            <a:xfrm>
              <a:off x="9426037" y="4599013"/>
              <a:ext cx="540006" cy="360005"/>
            </a:xfrm>
            <a:prstGeom prst="rect">
              <a:avLst/>
            </a:prstGeom>
            <a:solidFill>
              <a:schemeClr val="accent5">
                <a:lumMod val="20000"/>
                <a:lumOff val="80000"/>
              </a:schemeClr>
            </a:solid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cxnSp>
          <p:nvCxnSpPr>
            <p:cNvPr id="144" name="直線コネクタ 143">
              <a:extLst>
                <a:ext uri="{FF2B5EF4-FFF2-40B4-BE49-F238E27FC236}">
                  <a16:creationId xmlns:a16="http://schemas.microsoft.com/office/drawing/2014/main" id="{3F73FA10-F093-FF09-E2CA-EA9C974F3CB6}"/>
                </a:ext>
              </a:extLst>
            </p:cNvPr>
            <p:cNvCxnSpPr>
              <a:cxnSpLocks/>
            </p:cNvCxnSpPr>
            <p:nvPr/>
          </p:nvCxnSpPr>
          <p:spPr bwMode="auto">
            <a:xfrm>
              <a:off x="9426037" y="4959018"/>
              <a:ext cx="540006" cy="0"/>
            </a:xfrm>
            <a:prstGeom prst="line">
              <a:avLst/>
            </a:prstGeom>
            <a:noFill/>
            <a:ln w="19050" cap="rnd" cmpd="sng" algn="ctr">
              <a:solidFill>
                <a:schemeClr val="accent5"/>
              </a:solidFill>
              <a:prstDash val="solid"/>
              <a:round/>
              <a:headEnd type="none" w="med" len="med"/>
              <a:tailEnd type="none" w="med" len="med"/>
            </a:ln>
            <a:effectLst/>
          </p:spPr>
        </p:cxnSp>
        <p:cxnSp>
          <p:nvCxnSpPr>
            <p:cNvPr id="145" name="直線コネクタ 144">
              <a:extLst>
                <a:ext uri="{FF2B5EF4-FFF2-40B4-BE49-F238E27FC236}">
                  <a16:creationId xmlns:a16="http://schemas.microsoft.com/office/drawing/2014/main" id="{09513382-1316-6912-449E-0A17C2FBCAB1}"/>
                </a:ext>
              </a:extLst>
            </p:cNvPr>
            <p:cNvCxnSpPr>
              <a:cxnSpLocks/>
            </p:cNvCxnSpPr>
            <p:nvPr/>
          </p:nvCxnSpPr>
          <p:spPr bwMode="auto">
            <a:xfrm>
              <a:off x="9426037" y="4509012"/>
              <a:ext cx="0" cy="450005"/>
            </a:xfrm>
            <a:prstGeom prst="line">
              <a:avLst/>
            </a:prstGeom>
            <a:noFill/>
            <a:ln w="19050" cap="rnd" cmpd="sng" algn="ctr">
              <a:solidFill>
                <a:schemeClr val="accent5"/>
              </a:solidFill>
              <a:prstDash val="solid"/>
              <a:round/>
              <a:headEnd type="none" w="med" len="med"/>
              <a:tailEnd type="none" w="med" len="med"/>
            </a:ln>
            <a:effectLst/>
          </p:spPr>
        </p:cxnSp>
        <p:cxnSp>
          <p:nvCxnSpPr>
            <p:cNvPr id="146" name="直線コネクタ 145">
              <a:extLst>
                <a:ext uri="{FF2B5EF4-FFF2-40B4-BE49-F238E27FC236}">
                  <a16:creationId xmlns:a16="http://schemas.microsoft.com/office/drawing/2014/main" id="{1585DD7F-B698-8F10-2441-1FFDB036F5C5}"/>
                </a:ext>
              </a:extLst>
            </p:cNvPr>
            <p:cNvCxnSpPr>
              <a:cxnSpLocks/>
            </p:cNvCxnSpPr>
            <p:nvPr/>
          </p:nvCxnSpPr>
          <p:spPr bwMode="auto">
            <a:xfrm>
              <a:off x="9966043" y="4509012"/>
              <a:ext cx="0" cy="450041"/>
            </a:xfrm>
            <a:prstGeom prst="line">
              <a:avLst/>
            </a:prstGeom>
            <a:noFill/>
            <a:ln w="19050" cap="rnd" cmpd="sng" algn="ctr">
              <a:solidFill>
                <a:schemeClr val="accent5"/>
              </a:solidFill>
              <a:prstDash val="solid"/>
              <a:round/>
              <a:headEnd type="none" w="med" len="med"/>
              <a:tailEnd type="none" w="med" len="med"/>
            </a:ln>
            <a:effectLst/>
          </p:spPr>
        </p:cxnSp>
        <p:cxnSp>
          <p:nvCxnSpPr>
            <p:cNvPr id="147" name="直線コネクタ 146">
              <a:extLst>
                <a:ext uri="{FF2B5EF4-FFF2-40B4-BE49-F238E27FC236}">
                  <a16:creationId xmlns:a16="http://schemas.microsoft.com/office/drawing/2014/main" id="{FEB140FE-E1E9-2500-BB0A-0843BFDA8DFB}"/>
                </a:ext>
              </a:extLst>
            </p:cNvPr>
            <p:cNvCxnSpPr>
              <a:cxnSpLocks/>
            </p:cNvCxnSpPr>
            <p:nvPr/>
          </p:nvCxnSpPr>
          <p:spPr bwMode="auto">
            <a:xfrm flipV="1">
              <a:off x="9696038" y="4959018"/>
              <a:ext cx="0" cy="180002"/>
            </a:xfrm>
            <a:prstGeom prst="line">
              <a:avLst/>
            </a:prstGeom>
            <a:noFill/>
            <a:ln w="19050" cap="flat" cmpd="sng" algn="ctr">
              <a:solidFill>
                <a:schemeClr val="accent5"/>
              </a:solidFill>
              <a:prstDash val="solid"/>
              <a:round/>
              <a:headEnd type="none" w="med" len="med"/>
              <a:tailEnd type="none" w="med" len="med"/>
            </a:ln>
            <a:effectLst/>
          </p:spPr>
        </p:cxnSp>
        <p:sp>
          <p:nvSpPr>
            <p:cNvPr id="148" name="正方形/長方形 147">
              <a:extLst>
                <a:ext uri="{FF2B5EF4-FFF2-40B4-BE49-F238E27FC236}">
                  <a16:creationId xmlns:a16="http://schemas.microsoft.com/office/drawing/2014/main" id="{1264E268-A9B6-03A4-E88F-70DD9B32C5B9}"/>
                </a:ext>
              </a:extLst>
            </p:cNvPr>
            <p:cNvSpPr/>
            <p:nvPr/>
          </p:nvSpPr>
          <p:spPr bwMode="auto">
            <a:xfrm rot="5400000">
              <a:off x="9606037" y="5139020"/>
              <a:ext cx="180002" cy="180001"/>
            </a:xfrm>
            <a:prstGeom prst="rect">
              <a:avLst/>
            </a:prstGeom>
            <a:solidFill>
              <a:schemeClr val="accent5"/>
            </a:solidFill>
            <a:ln>
              <a:solidFill>
                <a:schemeClr val="accent5"/>
              </a:solidFill>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grpSp>
      <p:grpSp>
        <p:nvGrpSpPr>
          <p:cNvPr id="149" name="グループ化 148">
            <a:extLst>
              <a:ext uri="{FF2B5EF4-FFF2-40B4-BE49-F238E27FC236}">
                <a16:creationId xmlns:a16="http://schemas.microsoft.com/office/drawing/2014/main" id="{59C0690C-8BB1-D15D-0420-98172F83293D}"/>
              </a:ext>
            </a:extLst>
          </p:cNvPr>
          <p:cNvGrpSpPr/>
          <p:nvPr/>
        </p:nvGrpSpPr>
        <p:grpSpPr>
          <a:xfrm>
            <a:off x="9606039" y="5139019"/>
            <a:ext cx="180004" cy="270005"/>
            <a:chOff x="8256026" y="4419011"/>
            <a:chExt cx="540006" cy="810011"/>
          </a:xfrm>
        </p:grpSpPr>
        <p:sp>
          <p:nvSpPr>
            <p:cNvPr id="150" name="正方形/長方形 149">
              <a:extLst>
                <a:ext uri="{FF2B5EF4-FFF2-40B4-BE49-F238E27FC236}">
                  <a16:creationId xmlns:a16="http://schemas.microsoft.com/office/drawing/2014/main" id="{15151AFC-A8B4-B6B0-36E8-DA084FE7CC07}"/>
                </a:ext>
              </a:extLst>
            </p:cNvPr>
            <p:cNvSpPr/>
            <p:nvPr/>
          </p:nvSpPr>
          <p:spPr bwMode="auto">
            <a:xfrm>
              <a:off x="8256026" y="4509012"/>
              <a:ext cx="540006" cy="360005"/>
            </a:xfrm>
            <a:prstGeom prst="rect">
              <a:avLst/>
            </a:prstGeom>
            <a:solidFill>
              <a:schemeClr val="accent5">
                <a:lumMod val="20000"/>
                <a:lumOff val="80000"/>
              </a:schemeClr>
            </a:solid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cxnSp>
          <p:nvCxnSpPr>
            <p:cNvPr id="151" name="直線コネクタ 150">
              <a:extLst>
                <a:ext uri="{FF2B5EF4-FFF2-40B4-BE49-F238E27FC236}">
                  <a16:creationId xmlns:a16="http://schemas.microsoft.com/office/drawing/2014/main" id="{FBDB57E0-C3B6-0FF9-9EC0-69C6EDCEF271}"/>
                </a:ext>
              </a:extLst>
            </p:cNvPr>
            <p:cNvCxnSpPr>
              <a:cxnSpLocks/>
            </p:cNvCxnSpPr>
            <p:nvPr/>
          </p:nvCxnSpPr>
          <p:spPr bwMode="auto">
            <a:xfrm>
              <a:off x="8256026" y="4869017"/>
              <a:ext cx="540006" cy="0"/>
            </a:xfrm>
            <a:prstGeom prst="line">
              <a:avLst/>
            </a:prstGeom>
            <a:noFill/>
            <a:ln w="19050" cap="rnd" cmpd="sng" algn="ctr">
              <a:solidFill>
                <a:schemeClr val="accent6"/>
              </a:solidFill>
              <a:prstDash val="solid"/>
              <a:round/>
              <a:headEnd type="none" w="med" len="med"/>
              <a:tailEnd type="none" w="med" len="med"/>
            </a:ln>
            <a:effectLst/>
          </p:spPr>
        </p:cxnSp>
        <p:cxnSp>
          <p:nvCxnSpPr>
            <p:cNvPr id="152" name="直線コネクタ 151">
              <a:extLst>
                <a:ext uri="{FF2B5EF4-FFF2-40B4-BE49-F238E27FC236}">
                  <a16:creationId xmlns:a16="http://schemas.microsoft.com/office/drawing/2014/main" id="{FCAD8F7F-E49B-9B65-1FD6-AA1D4A2800B9}"/>
                </a:ext>
              </a:extLst>
            </p:cNvPr>
            <p:cNvCxnSpPr>
              <a:cxnSpLocks/>
            </p:cNvCxnSpPr>
            <p:nvPr/>
          </p:nvCxnSpPr>
          <p:spPr bwMode="auto">
            <a:xfrm>
              <a:off x="8256026" y="4419011"/>
              <a:ext cx="0" cy="450005"/>
            </a:xfrm>
            <a:prstGeom prst="line">
              <a:avLst/>
            </a:prstGeom>
            <a:noFill/>
            <a:ln w="19050" cap="rnd" cmpd="sng" algn="ctr">
              <a:solidFill>
                <a:schemeClr val="accent6"/>
              </a:solidFill>
              <a:prstDash val="solid"/>
              <a:round/>
              <a:headEnd type="none" w="med" len="med"/>
              <a:tailEnd type="none" w="med" len="med"/>
            </a:ln>
            <a:effectLst/>
          </p:spPr>
        </p:cxnSp>
        <p:cxnSp>
          <p:nvCxnSpPr>
            <p:cNvPr id="153" name="直線コネクタ 152">
              <a:extLst>
                <a:ext uri="{FF2B5EF4-FFF2-40B4-BE49-F238E27FC236}">
                  <a16:creationId xmlns:a16="http://schemas.microsoft.com/office/drawing/2014/main" id="{B22A8AC0-0007-47BA-6537-D617CAFF127D}"/>
                </a:ext>
              </a:extLst>
            </p:cNvPr>
            <p:cNvCxnSpPr>
              <a:cxnSpLocks/>
            </p:cNvCxnSpPr>
            <p:nvPr/>
          </p:nvCxnSpPr>
          <p:spPr bwMode="auto">
            <a:xfrm>
              <a:off x="8796032" y="4419011"/>
              <a:ext cx="0" cy="450041"/>
            </a:xfrm>
            <a:prstGeom prst="line">
              <a:avLst/>
            </a:prstGeom>
            <a:noFill/>
            <a:ln w="19050" cap="rnd" cmpd="sng" algn="ctr">
              <a:solidFill>
                <a:schemeClr val="accent6"/>
              </a:solidFill>
              <a:prstDash val="solid"/>
              <a:round/>
              <a:headEnd type="none" w="med" len="med"/>
              <a:tailEnd type="none" w="med" len="med"/>
            </a:ln>
            <a:effectLst/>
          </p:spPr>
        </p:cxnSp>
        <p:cxnSp>
          <p:nvCxnSpPr>
            <p:cNvPr id="154" name="直線コネクタ 153">
              <a:extLst>
                <a:ext uri="{FF2B5EF4-FFF2-40B4-BE49-F238E27FC236}">
                  <a16:creationId xmlns:a16="http://schemas.microsoft.com/office/drawing/2014/main" id="{B131A1F0-2F2A-DA51-39BE-BE7F1373F661}"/>
                </a:ext>
              </a:extLst>
            </p:cNvPr>
            <p:cNvCxnSpPr>
              <a:cxnSpLocks/>
            </p:cNvCxnSpPr>
            <p:nvPr/>
          </p:nvCxnSpPr>
          <p:spPr bwMode="auto">
            <a:xfrm flipV="1">
              <a:off x="8526027" y="4869017"/>
              <a:ext cx="0" cy="180002"/>
            </a:xfrm>
            <a:prstGeom prst="line">
              <a:avLst/>
            </a:prstGeom>
            <a:noFill/>
            <a:ln w="19050" cap="flat" cmpd="sng" algn="ctr">
              <a:solidFill>
                <a:schemeClr val="accent6"/>
              </a:solidFill>
              <a:prstDash val="solid"/>
              <a:round/>
              <a:headEnd type="none" w="med" len="med"/>
              <a:tailEnd type="none" w="med" len="med"/>
            </a:ln>
            <a:effectLst/>
          </p:spPr>
        </p:cxnSp>
        <p:sp>
          <p:nvSpPr>
            <p:cNvPr id="155" name="正方形/長方形 154">
              <a:extLst>
                <a:ext uri="{FF2B5EF4-FFF2-40B4-BE49-F238E27FC236}">
                  <a16:creationId xmlns:a16="http://schemas.microsoft.com/office/drawing/2014/main" id="{E752DF7A-67E7-A333-9628-6D9E13003923}"/>
                </a:ext>
              </a:extLst>
            </p:cNvPr>
            <p:cNvSpPr/>
            <p:nvPr/>
          </p:nvSpPr>
          <p:spPr bwMode="auto">
            <a:xfrm rot="5400000">
              <a:off x="8436025" y="5049020"/>
              <a:ext cx="180003" cy="180001"/>
            </a:xfrm>
            <a:prstGeom prst="rect">
              <a:avLst/>
            </a:prstGeom>
            <a:solidFill>
              <a:schemeClr val="accent6"/>
            </a:solidFill>
            <a:ln>
              <a:solidFill>
                <a:schemeClr val="accent6"/>
              </a:solidFill>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grpSp>
      <p:grpSp>
        <p:nvGrpSpPr>
          <p:cNvPr id="156" name="グループ化 155">
            <a:extLst>
              <a:ext uri="{FF2B5EF4-FFF2-40B4-BE49-F238E27FC236}">
                <a16:creationId xmlns:a16="http://schemas.microsoft.com/office/drawing/2014/main" id="{EFE67227-6EC5-3A7B-D430-8B12CD9142AB}"/>
              </a:ext>
            </a:extLst>
          </p:cNvPr>
          <p:cNvGrpSpPr/>
          <p:nvPr/>
        </p:nvGrpSpPr>
        <p:grpSpPr>
          <a:xfrm>
            <a:off x="9966043" y="5139019"/>
            <a:ext cx="180004" cy="270005"/>
            <a:chOff x="8256026" y="4419011"/>
            <a:chExt cx="540006" cy="810011"/>
          </a:xfrm>
        </p:grpSpPr>
        <p:sp>
          <p:nvSpPr>
            <p:cNvPr id="157" name="正方形/長方形 156">
              <a:extLst>
                <a:ext uri="{FF2B5EF4-FFF2-40B4-BE49-F238E27FC236}">
                  <a16:creationId xmlns:a16="http://schemas.microsoft.com/office/drawing/2014/main" id="{BAD0F831-8928-6EA4-5A09-B8A3EA83964B}"/>
                </a:ext>
              </a:extLst>
            </p:cNvPr>
            <p:cNvSpPr/>
            <p:nvPr/>
          </p:nvSpPr>
          <p:spPr bwMode="auto">
            <a:xfrm>
              <a:off x="8256026" y="4509012"/>
              <a:ext cx="540006" cy="360005"/>
            </a:xfrm>
            <a:prstGeom prst="rect">
              <a:avLst/>
            </a:prstGeom>
            <a:solidFill>
              <a:schemeClr val="accent5">
                <a:lumMod val="20000"/>
                <a:lumOff val="80000"/>
              </a:schemeClr>
            </a:solid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cxnSp>
          <p:nvCxnSpPr>
            <p:cNvPr id="158" name="直線コネクタ 157">
              <a:extLst>
                <a:ext uri="{FF2B5EF4-FFF2-40B4-BE49-F238E27FC236}">
                  <a16:creationId xmlns:a16="http://schemas.microsoft.com/office/drawing/2014/main" id="{809DB969-2A4D-0F50-3294-DD639AFB02C9}"/>
                </a:ext>
              </a:extLst>
            </p:cNvPr>
            <p:cNvCxnSpPr>
              <a:cxnSpLocks/>
            </p:cNvCxnSpPr>
            <p:nvPr/>
          </p:nvCxnSpPr>
          <p:spPr bwMode="auto">
            <a:xfrm>
              <a:off x="8256026" y="4869017"/>
              <a:ext cx="540006" cy="0"/>
            </a:xfrm>
            <a:prstGeom prst="line">
              <a:avLst/>
            </a:prstGeom>
            <a:noFill/>
            <a:ln w="19050" cap="rnd" cmpd="sng" algn="ctr">
              <a:solidFill>
                <a:schemeClr val="accent6"/>
              </a:solidFill>
              <a:prstDash val="solid"/>
              <a:round/>
              <a:headEnd type="none" w="med" len="med"/>
              <a:tailEnd type="none" w="med" len="med"/>
            </a:ln>
            <a:effectLst/>
          </p:spPr>
        </p:cxnSp>
        <p:cxnSp>
          <p:nvCxnSpPr>
            <p:cNvPr id="159" name="直線コネクタ 158">
              <a:extLst>
                <a:ext uri="{FF2B5EF4-FFF2-40B4-BE49-F238E27FC236}">
                  <a16:creationId xmlns:a16="http://schemas.microsoft.com/office/drawing/2014/main" id="{43D3D104-28EA-614F-C3D4-72D329B989D6}"/>
                </a:ext>
              </a:extLst>
            </p:cNvPr>
            <p:cNvCxnSpPr>
              <a:cxnSpLocks/>
            </p:cNvCxnSpPr>
            <p:nvPr/>
          </p:nvCxnSpPr>
          <p:spPr bwMode="auto">
            <a:xfrm>
              <a:off x="8256026" y="4419011"/>
              <a:ext cx="0" cy="450005"/>
            </a:xfrm>
            <a:prstGeom prst="line">
              <a:avLst/>
            </a:prstGeom>
            <a:noFill/>
            <a:ln w="19050" cap="rnd" cmpd="sng" algn="ctr">
              <a:solidFill>
                <a:schemeClr val="accent6"/>
              </a:solidFill>
              <a:prstDash val="solid"/>
              <a:round/>
              <a:headEnd type="none" w="med" len="med"/>
              <a:tailEnd type="none" w="med" len="med"/>
            </a:ln>
            <a:effectLst/>
          </p:spPr>
        </p:cxnSp>
        <p:cxnSp>
          <p:nvCxnSpPr>
            <p:cNvPr id="160" name="直線コネクタ 159">
              <a:extLst>
                <a:ext uri="{FF2B5EF4-FFF2-40B4-BE49-F238E27FC236}">
                  <a16:creationId xmlns:a16="http://schemas.microsoft.com/office/drawing/2014/main" id="{8F5118BC-7EE4-17CA-4A0D-627F924FC0B6}"/>
                </a:ext>
              </a:extLst>
            </p:cNvPr>
            <p:cNvCxnSpPr>
              <a:cxnSpLocks/>
            </p:cNvCxnSpPr>
            <p:nvPr/>
          </p:nvCxnSpPr>
          <p:spPr bwMode="auto">
            <a:xfrm>
              <a:off x="8796032" y="4419011"/>
              <a:ext cx="0" cy="450041"/>
            </a:xfrm>
            <a:prstGeom prst="line">
              <a:avLst/>
            </a:prstGeom>
            <a:noFill/>
            <a:ln w="19050" cap="rnd" cmpd="sng" algn="ctr">
              <a:solidFill>
                <a:schemeClr val="accent6"/>
              </a:solidFill>
              <a:prstDash val="solid"/>
              <a:round/>
              <a:headEnd type="none" w="med" len="med"/>
              <a:tailEnd type="none" w="med" len="med"/>
            </a:ln>
            <a:effectLst/>
          </p:spPr>
        </p:cxnSp>
        <p:cxnSp>
          <p:nvCxnSpPr>
            <p:cNvPr id="161" name="直線コネクタ 160">
              <a:extLst>
                <a:ext uri="{FF2B5EF4-FFF2-40B4-BE49-F238E27FC236}">
                  <a16:creationId xmlns:a16="http://schemas.microsoft.com/office/drawing/2014/main" id="{659E4B58-0566-4ADA-593B-D19029AB8BBD}"/>
                </a:ext>
              </a:extLst>
            </p:cNvPr>
            <p:cNvCxnSpPr>
              <a:cxnSpLocks/>
            </p:cNvCxnSpPr>
            <p:nvPr/>
          </p:nvCxnSpPr>
          <p:spPr bwMode="auto">
            <a:xfrm flipV="1">
              <a:off x="8526027" y="4869017"/>
              <a:ext cx="0" cy="180002"/>
            </a:xfrm>
            <a:prstGeom prst="line">
              <a:avLst/>
            </a:prstGeom>
            <a:noFill/>
            <a:ln w="19050" cap="flat" cmpd="sng" algn="ctr">
              <a:solidFill>
                <a:schemeClr val="accent6"/>
              </a:solidFill>
              <a:prstDash val="solid"/>
              <a:round/>
              <a:headEnd type="none" w="med" len="med"/>
              <a:tailEnd type="none" w="med" len="med"/>
            </a:ln>
            <a:effectLst/>
          </p:spPr>
        </p:cxnSp>
        <p:sp>
          <p:nvSpPr>
            <p:cNvPr id="162" name="正方形/長方形 161">
              <a:extLst>
                <a:ext uri="{FF2B5EF4-FFF2-40B4-BE49-F238E27FC236}">
                  <a16:creationId xmlns:a16="http://schemas.microsoft.com/office/drawing/2014/main" id="{73711477-564D-7BFA-A652-21AC442B142E}"/>
                </a:ext>
              </a:extLst>
            </p:cNvPr>
            <p:cNvSpPr/>
            <p:nvPr/>
          </p:nvSpPr>
          <p:spPr bwMode="auto">
            <a:xfrm rot="5400000">
              <a:off x="8436025" y="5049020"/>
              <a:ext cx="180003" cy="180001"/>
            </a:xfrm>
            <a:prstGeom prst="rect">
              <a:avLst/>
            </a:prstGeom>
            <a:solidFill>
              <a:schemeClr val="accent6"/>
            </a:solidFill>
            <a:ln>
              <a:solidFill>
                <a:schemeClr val="accent6"/>
              </a:solidFill>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grpSp>
      <p:grpSp>
        <p:nvGrpSpPr>
          <p:cNvPr id="163" name="グループ化 162">
            <a:extLst>
              <a:ext uri="{FF2B5EF4-FFF2-40B4-BE49-F238E27FC236}">
                <a16:creationId xmlns:a16="http://schemas.microsoft.com/office/drawing/2014/main" id="{37B2EF0F-A1D7-7B16-CCF6-39D14AA85011}"/>
              </a:ext>
            </a:extLst>
          </p:cNvPr>
          <p:cNvGrpSpPr/>
          <p:nvPr/>
        </p:nvGrpSpPr>
        <p:grpSpPr>
          <a:xfrm>
            <a:off x="9966043" y="5679025"/>
            <a:ext cx="180002" cy="270004"/>
            <a:chOff x="9426037" y="4509012"/>
            <a:chExt cx="540006" cy="810010"/>
          </a:xfrm>
        </p:grpSpPr>
        <p:sp>
          <p:nvSpPr>
            <p:cNvPr id="164" name="正方形/長方形 163">
              <a:extLst>
                <a:ext uri="{FF2B5EF4-FFF2-40B4-BE49-F238E27FC236}">
                  <a16:creationId xmlns:a16="http://schemas.microsoft.com/office/drawing/2014/main" id="{CB5CDFE0-237A-C554-7D4E-9E32A9696282}"/>
                </a:ext>
              </a:extLst>
            </p:cNvPr>
            <p:cNvSpPr/>
            <p:nvPr/>
          </p:nvSpPr>
          <p:spPr bwMode="auto">
            <a:xfrm>
              <a:off x="9426037" y="4599013"/>
              <a:ext cx="540006" cy="360005"/>
            </a:xfrm>
            <a:prstGeom prst="rect">
              <a:avLst/>
            </a:prstGeom>
            <a:solidFill>
              <a:schemeClr val="accent5">
                <a:lumMod val="20000"/>
                <a:lumOff val="80000"/>
              </a:schemeClr>
            </a:solid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cxnSp>
          <p:nvCxnSpPr>
            <p:cNvPr id="165" name="直線コネクタ 164">
              <a:extLst>
                <a:ext uri="{FF2B5EF4-FFF2-40B4-BE49-F238E27FC236}">
                  <a16:creationId xmlns:a16="http://schemas.microsoft.com/office/drawing/2014/main" id="{A877C5E9-3FB0-9C9F-0F97-476AE2DB93AD}"/>
                </a:ext>
              </a:extLst>
            </p:cNvPr>
            <p:cNvCxnSpPr>
              <a:cxnSpLocks/>
            </p:cNvCxnSpPr>
            <p:nvPr/>
          </p:nvCxnSpPr>
          <p:spPr bwMode="auto">
            <a:xfrm>
              <a:off x="9426037" y="4959018"/>
              <a:ext cx="540006" cy="0"/>
            </a:xfrm>
            <a:prstGeom prst="line">
              <a:avLst/>
            </a:prstGeom>
            <a:noFill/>
            <a:ln w="19050" cap="rnd" cmpd="sng" algn="ctr">
              <a:solidFill>
                <a:schemeClr val="accent5"/>
              </a:solidFill>
              <a:prstDash val="solid"/>
              <a:round/>
              <a:headEnd type="none" w="med" len="med"/>
              <a:tailEnd type="none" w="med" len="med"/>
            </a:ln>
            <a:effectLst/>
          </p:spPr>
        </p:cxnSp>
        <p:cxnSp>
          <p:nvCxnSpPr>
            <p:cNvPr id="166" name="直線コネクタ 165">
              <a:extLst>
                <a:ext uri="{FF2B5EF4-FFF2-40B4-BE49-F238E27FC236}">
                  <a16:creationId xmlns:a16="http://schemas.microsoft.com/office/drawing/2014/main" id="{2477A2F1-60E9-5658-5546-327BB95C9193}"/>
                </a:ext>
              </a:extLst>
            </p:cNvPr>
            <p:cNvCxnSpPr>
              <a:cxnSpLocks/>
            </p:cNvCxnSpPr>
            <p:nvPr/>
          </p:nvCxnSpPr>
          <p:spPr bwMode="auto">
            <a:xfrm>
              <a:off x="9426037" y="4509012"/>
              <a:ext cx="0" cy="450005"/>
            </a:xfrm>
            <a:prstGeom prst="line">
              <a:avLst/>
            </a:prstGeom>
            <a:noFill/>
            <a:ln w="19050" cap="rnd" cmpd="sng" algn="ctr">
              <a:solidFill>
                <a:schemeClr val="accent5"/>
              </a:solidFill>
              <a:prstDash val="solid"/>
              <a:round/>
              <a:headEnd type="none" w="med" len="med"/>
              <a:tailEnd type="none" w="med" len="med"/>
            </a:ln>
            <a:effectLst/>
          </p:spPr>
        </p:cxnSp>
        <p:cxnSp>
          <p:nvCxnSpPr>
            <p:cNvPr id="167" name="直線コネクタ 166">
              <a:extLst>
                <a:ext uri="{FF2B5EF4-FFF2-40B4-BE49-F238E27FC236}">
                  <a16:creationId xmlns:a16="http://schemas.microsoft.com/office/drawing/2014/main" id="{C0E9F0C1-5540-914B-FD4A-35CC3986C734}"/>
                </a:ext>
              </a:extLst>
            </p:cNvPr>
            <p:cNvCxnSpPr>
              <a:cxnSpLocks/>
            </p:cNvCxnSpPr>
            <p:nvPr/>
          </p:nvCxnSpPr>
          <p:spPr bwMode="auto">
            <a:xfrm>
              <a:off x="9966043" y="4509012"/>
              <a:ext cx="0" cy="450041"/>
            </a:xfrm>
            <a:prstGeom prst="line">
              <a:avLst/>
            </a:prstGeom>
            <a:noFill/>
            <a:ln w="19050" cap="rnd" cmpd="sng" algn="ctr">
              <a:solidFill>
                <a:schemeClr val="accent5"/>
              </a:solidFill>
              <a:prstDash val="solid"/>
              <a:round/>
              <a:headEnd type="none" w="med" len="med"/>
              <a:tailEnd type="none" w="med" len="med"/>
            </a:ln>
            <a:effectLst/>
          </p:spPr>
        </p:cxnSp>
        <p:cxnSp>
          <p:nvCxnSpPr>
            <p:cNvPr id="168" name="直線コネクタ 167">
              <a:extLst>
                <a:ext uri="{FF2B5EF4-FFF2-40B4-BE49-F238E27FC236}">
                  <a16:creationId xmlns:a16="http://schemas.microsoft.com/office/drawing/2014/main" id="{215746FE-6D9C-39D6-C518-F8137EC7BD1D}"/>
                </a:ext>
              </a:extLst>
            </p:cNvPr>
            <p:cNvCxnSpPr>
              <a:cxnSpLocks/>
            </p:cNvCxnSpPr>
            <p:nvPr/>
          </p:nvCxnSpPr>
          <p:spPr bwMode="auto">
            <a:xfrm flipV="1">
              <a:off x="9696038" y="4959018"/>
              <a:ext cx="0" cy="180002"/>
            </a:xfrm>
            <a:prstGeom prst="line">
              <a:avLst/>
            </a:prstGeom>
            <a:noFill/>
            <a:ln w="19050" cap="flat" cmpd="sng" algn="ctr">
              <a:solidFill>
                <a:schemeClr val="accent5"/>
              </a:solidFill>
              <a:prstDash val="solid"/>
              <a:round/>
              <a:headEnd type="none" w="med" len="med"/>
              <a:tailEnd type="none" w="med" len="med"/>
            </a:ln>
            <a:effectLst/>
          </p:spPr>
        </p:cxnSp>
        <p:sp>
          <p:nvSpPr>
            <p:cNvPr id="169" name="正方形/長方形 168">
              <a:extLst>
                <a:ext uri="{FF2B5EF4-FFF2-40B4-BE49-F238E27FC236}">
                  <a16:creationId xmlns:a16="http://schemas.microsoft.com/office/drawing/2014/main" id="{057E6884-432E-AA4A-9A6F-45F68D753DD1}"/>
                </a:ext>
              </a:extLst>
            </p:cNvPr>
            <p:cNvSpPr/>
            <p:nvPr/>
          </p:nvSpPr>
          <p:spPr bwMode="auto">
            <a:xfrm rot="5400000">
              <a:off x="9606037" y="5139020"/>
              <a:ext cx="180002" cy="180001"/>
            </a:xfrm>
            <a:prstGeom prst="rect">
              <a:avLst/>
            </a:prstGeom>
            <a:solidFill>
              <a:schemeClr val="accent5"/>
            </a:solidFill>
            <a:ln>
              <a:solidFill>
                <a:schemeClr val="accent5"/>
              </a:solidFill>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grpSp>
      <p:grpSp>
        <p:nvGrpSpPr>
          <p:cNvPr id="170" name="グループ化 169">
            <a:extLst>
              <a:ext uri="{FF2B5EF4-FFF2-40B4-BE49-F238E27FC236}">
                <a16:creationId xmlns:a16="http://schemas.microsoft.com/office/drawing/2014/main" id="{20592618-E63A-5352-BE83-AE1544C69693}"/>
              </a:ext>
            </a:extLst>
          </p:cNvPr>
          <p:cNvGrpSpPr/>
          <p:nvPr/>
        </p:nvGrpSpPr>
        <p:grpSpPr>
          <a:xfrm>
            <a:off x="9156035" y="1898983"/>
            <a:ext cx="540222" cy="315100"/>
            <a:chOff x="5292080" y="3203975"/>
            <a:chExt cx="2160240" cy="945106"/>
          </a:xfrm>
        </p:grpSpPr>
        <p:cxnSp>
          <p:nvCxnSpPr>
            <p:cNvPr id="171" name="直線コネクタ 170">
              <a:extLst>
                <a:ext uri="{FF2B5EF4-FFF2-40B4-BE49-F238E27FC236}">
                  <a16:creationId xmlns:a16="http://schemas.microsoft.com/office/drawing/2014/main" id="{22C6AB3B-D082-F645-D0A8-E02B127E0E2C}"/>
                </a:ext>
              </a:extLst>
            </p:cNvPr>
            <p:cNvCxnSpPr/>
            <p:nvPr/>
          </p:nvCxnSpPr>
          <p:spPr bwMode="auto">
            <a:xfrm>
              <a:off x="6372200" y="3203975"/>
              <a:ext cx="0" cy="356394"/>
            </a:xfrm>
            <a:prstGeom prst="line">
              <a:avLst/>
            </a:prstGeom>
            <a:noFill/>
            <a:ln w="12700" cap="rnd" cmpd="sng" algn="ctr">
              <a:solidFill>
                <a:schemeClr val="accent6"/>
              </a:solidFill>
              <a:prstDash val="solid"/>
              <a:round/>
              <a:headEnd type="none" w="med" len="med"/>
              <a:tailEnd type="none" w="med" len="med"/>
            </a:ln>
            <a:effectLst/>
          </p:spPr>
        </p:cxnSp>
        <p:cxnSp>
          <p:nvCxnSpPr>
            <p:cNvPr id="172" name="直線コネクタ 171">
              <a:extLst>
                <a:ext uri="{FF2B5EF4-FFF2-40B4-BE49-F238E27FC236}">
                  <a16:creationId xmlns:a16="http://schemas.microsoft.com/office/drawing/2014/main" id="{BF69A64C-4C7A-DC72-F0F0-AE91266B0777}"/>
                </a:ext>
              </a:extLst>
            </p:cNvPr>
            <p:cNvCxnSpPr/>
            <p:nvPr/>
          </p:nvCxnSpPr>
          <p:spPr bwMode="auto">
            <a:xfrm>
              <a:off x="5292080" y="4149080"/>
              <a:ext cx="720080" cy="1"/>
            </a:xfrm>
            <a:prstGeom prst="line">
              <a:avLst/>
            </a:prstGeom>
            <a:noFill/>
            <a:ln w="12700" cap="rnd" cmpd="sng" algn="ctr">
              <a:solidFill>
                <a:schemeClr val="accent6"/>
              </a:solidFill>
              <a:prstDash val="solid"/>
              <a:round/>
              <a:headEnd type="none" w="med" len="med"/>
              <a:tailEnd type="none" w="med" len="med"/>
            </a:ln>
            <a:effectLst/>
          </p:spPr>
        </p:cxnSp>
        <p:cxnSp>
          <p:nvCxnSpPr>
            <p:cNvPr id="173" name="直線コネクタ 172">
              <a:extLst>
                <a:ext uri="{FF2B5EF4-FFF2-40B4-BE49-F238E27FC236}">
                  <a16:creationId xmlns:a16="http://schemas.microsoft.com/office/drawing/2014/main" id="{820B928E-C79C-68B9-484D-00522D3BDB76}"/>
                </a:ext>
              </a:extLst>
            </p:cNvPr>
            <p:cNvCxnSpPr/>
            <p:nvPr/>
          </p:nvCxnSpPr>
          <p:spPr bwMode="auto">
            <a:xfrm>
              <a:off x="6732240" y="4149080"/>
              <a:ext cx="720080" cy="0"/>
            </a:xfrm>
            <a:prstGeom prst="line">
              <a:avLst/>
            </a:prstGeom>
            <a:noFill/>
            <a:ln w="12700" cap="rnd" cmpd="sng" algn="ctr">
              <a:solidFill>
                <a:schemeClr val="accent6"/>
              </a:solidFill>
              <a:prstDash val="solid"/>
              <a:round/>
              <a:headEnd type="none" w="med" len="med"/>
              <a:tailEnd type="none" w="med" len="med"/>
            </a:ln>
            <a:effectLst/>
          </p:spPr>
        </p:cxnSp>
        <p:cxnSp>
          <p:nvCxnSpPr>
            <p:cNvPr id="174" name="直線コネクタ 173">
              <a:extLst>
                <a:ext uri="{FF2B5EF4-FFF2-40B4-BE49-F238E27FC236}">
                  <a16:creationId xmlns:a16="http://schemas.microsoft.com/office/drawing/2014/main" id="{9BAD0865-1C0F-6C11-0F68-B012CD8C0274}"/>
                </a:ext>
              </a:extLst>
            </p:cNvPr>
            <p:cNvCxnSpPr/>
            <p:nvPr/>
          </p:nvCxnSpPr>
          <p:spPr bwMode="auto">
            <a:xfrm>
              <a:off x="6012160" y="3789040"/>
              <a:ext cx="720080" cy="0"/>
            </a:xfrm>
            <a:prstGeom prst="line">
              <a:avLst/>
            </a:prstGeom>
            <a:noFill/>
            <a:ln w="38100" cap="rnd" cmpd="sng" algn="ctr">
              <a:solidFill>
                <a:schemeClr val="accent6"/>
              </a:solidFill>
              <a:prstDash val="solid"/>
              <a:round/>
              <a:headEnd type="none" w="med" len="med"/>
              <a:tailEnd type="none" w="med" len="med"/>
            </a:ln>
            <a:effectLst/>
          </p:spPr>
        </p:cxnSp>
        <p:cxnSp>
          <p:nvCxnSpPr>
            <p:cNvPr id="175" name="直線コネクタ 174">
              <a:extLst>
                <a:ext uri="{FF2B5EF4-FFF2-40B4-BE49-F238E27FC236}">
                  <a16:creationId xmlns:a16="http://schemas.microsoft.com/office/drawing/2014/main" id="{564741F5-8222-B3E3-FC7D-F946F9387BF3}"/>
                </a:ext>
              </a:extLst>
            </p:cNvPr>
            <p:cNvCxnSpPr/>
            <p:nvPr/>
          </p:nvCxnSpPr>
          <p:spPr bwMode="auto">
            <a:xfrm>
              <a:off x="6012160" y="3789040"/>
              <a:ext cx="0" cy="360040"/>
            </a:xfrm>
            <a:prstGeom prst="line">
              <a:avLst/>
            </a:prstGeom>
            <a:noFill/>
            <a:ln w="38100" cap="rnd" cmpd="sng" algn="ctr">
              <a:solidFill>
                <a:schemeClr val="accent6"/>
              </a:solidFill>
              <a:prstDash val="solid"/>
              <a:round/>
              <a:headEnd type="none" w="med" len="med"/>
              <a:tailEnd type="none" w="med" len="med"/>
            </a:ln>
            <a:effectLst/>
          </p:spPr>
        </p:cxnSp>
        <p:cxnSp>
          <p:nvCxnSpPr>
            <p:cNvPr id="176" name="直線コネクタ 175">
              <a:extLst>
                <a:ext uri="{FF2B5EF4-FFF2-40B4-BE49-F238E27FC236}">
                  <a16:creationId xmlns:a16="http://schemas.microsoft.com/office/drawing/2014/main" id="{D6464D9C-4242-8821-4080-971495C22CE1}"/>
                </a:ext>
              </a:extLst>
            </p:cNvPr>
            <p:cNvCxnSpPr/>
            <p:nvPr/>
          </p:nvCxnSpPr>
          <p:spPr bwMode="auto">
            <a:xfrm>
              <a:off x="6732240" y="3789040"/>
              <a:ext cx="0" cy="360040"/>
            </a:xfrm>
            <a:prstGeom prst="line">
              <a:avLst/>
            </a:prstGeom>
            <a:noFill/>
            <a:ln w="38100" cap="rnd" cmpd="sng" algn="ctr">
              <a:solidFill>
                <a:schemeClr val="accent6"/>
              </a:solidFill>
              <a:prstDash val="solid"/>
              <a:round/>
              <a:headEnd type="none" w="med" len="med"/>
              <a:tailEnd type="none" w="med" len="med"/>
            </a:ln>
            <a:effectLst/>
          </p:spPr>
        </p:cxnSp>
        <p:cxnSp>
          <p:nvCxnSpPr>
            <p:cNvPr id="177" name="直線コネクタ 176">
              <a:extLst>
                <a:ext uri="{FF2B5EF4-FFF2-40B4-BE49-F238E27FC236}">
                  <a16:creationId xmlns:a16="http://schemas.microsoft.com/office/drawing/2014/main" id="{9912D576-DD70-DB01-30B5-6869A5B50B3E}"/>
                </a:ext>
              </a:extLst>
            </p:cNvPr>
            <p:cNvCxnSpPr/>
            <p:nvPr/>
          </p:nvCxnSpPr>
          <p:spPr bwMode="auto">
            <a:xfrm>
              <a:off x="6012160" y="3654025"/>
              <a:ext cx="720080" cy="0"/>
            </a:xfrm>
            <a:prstGeom prst="line">
              <a:avLst/>
            </a:prstGeom>
            <a:noFill/>
            <a:ln w="38100" cap="rnd" cmpd="sng" algn="ctr">
              <a:solidFill>
                <a:schemeClr val="accent6"/>
              </a:solidFill>
              <a:prstDash val="solid"/>
              <a:round/>
              <a:headEnd type="none" w="med" len="med"/>
              <a:tailEnd type="none" w="med" len="med"/>
            </a:ln>
            <a:effectLst/>
          </p:spPr>
        </p:cxnSp>
        <p:sp useBgFill="1">
          <p:nvSpPr>
            <p:cNvPr id="178" name="円/楕円 13">
              <a:extLst>
                <a:ext uri="{FF2B5EF4-FFF2-40B4-BE49-F238E27FC236}">
                  <a16:creationId xmlns:a16="http://schemas.microsoft.com/office/drawing/2014/main" id="{67B21084-C6EB-C2E4-7E07-D6B2DF93273E}"/>
                </a:ext>
              </a:extLst>
            </p:cNvPr>
            <p:cNvSpPr/>
            <p:nvPr/>
          </p:nvSpPr>
          <p:spPr bwMode="auto">
            <a:xfrm>
              <a:off x="6304693" y="3519010"/>
              <a:ext cx="135015" cy="132239"/>
            </a:xfrm>
            <a:prstGeom prst="ellipse">
              <a:avLst/>
            </a:prstGeom>
            <a:ln w="38100" cap="flat" cmpd="sng" algn="ctr">
              <a:solidFill>
                <a:schemeClr val="accent6"/>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fontAlgn="base">
                <a:spcBef>
                  <a:spcPct val="0"/>
                </a:spcBef>
                <a:spcAft>
                  <a:spcPct val="0"/>
                </a:spcAft>
              </a:pPr>
              <a:endParaRPr lang="ja-JP" altLang="en-US" baseline="60000">
                <a:latin typeface="Times New Roman" pitchFamily="18" charset="0"/>
                <a:ea typeface="HG丸ｺﾞｼｯｸM-PRO" pitchFamily="50" charset="-128"/>
              </a:endParaRPr>
            </a:p>
          </p:txBody>
        </p:sp>
      </p:grpSp>
      <p:grpSp>
        <p:nvGrpSpPr>
          <p:cNvPr id="180" name="グループ化 179">
            <a:extLst>
              <a:ext uri="{FF2B5EF4-FFF2-40B4-BE49-F238E27FC236}">
                <a16:creationId xmlns:a16="http://schemas.microsoft.com/office/drawing/2014/main" id="{23ECAA7E-EF3B-5464-4787-821F54A76B49}"/>
              </a:ext>
            </a:extLst>
          </p:cNvPr>
          <p:cNvGrpSpPr/>
          <p:nvPr/>
        </p:nvGrpSpPr>
        <p:grpSpPr>
          <a:xfrm>
            <a:off x="9156035" y="2348988"/>
            <a:ext cx="540222" cy="315099"/>
            <a:chOff x="5292080" y="5004175"/>
            <a:chExt cx="2160240" cy="945105"/>
          </a:xfrm>
        </p:grpSpPr>
        <p:cxnSp>
          <p:nvCxnSpPr>
            <p:cNvPr id="181" name="直線コネクタ 180">
              <a:extLst>
                <a:ext uri="{FF2B5EF4-FFF2-40B4-BE49-F238E27FC236}">
                  <a16:creationId xmlns:a16="http://schemas.microsoft.com/office/drawing/2014/main" id="{60ADCECE-3CE9-DDAE-8675-A401CD3D1E1E}"/>
                </a:ext>
              </a:extLst>
            </p:cNvPr>
            <p:cNvCxnSpPr/>
            <p:nvPr/>
          </p:nvCxnSpPr>
          <p:spPr bwMode="auto">
            <a:xfrm>
              <a:off x="5292080" y="5949280"/>
              <a:ext cx="720080" cy="0"/>
            </a:xfrm>
            <a:prstGeom prst="line">
              <a:avLst/>
            </a:prstGeom>
            <a:noFill/>
            <a:ln w="12700" cap="rnd" cmpd="sng" algn="ctr">
              <a:solidFill>
                <a:schemeClr val="accent5"/>
              </a:solidFill>
              <a:prstDash val="solid"/>
              <a:round/>
              <a:headEnd type="none" w="med" len="med"/>
              <a:tailEnd type="none" w="med" len="med"/>
            </a:ln>
            <a:effectLst/>
          </p:spPr>
        </p:cxnSp>
        <p:cxnSp>
          <p:nvCxnSpPr>
            <p:cNvPr id="182" name="直線コネクタ 181">
              <a:extLst>
                <a:ext uri="{FF2B5EF4-FFF2-40B4-BE49-F238E27FC236}">
                  <a16:creationId xmlns:a16="http://schemas.microsoft.com/office/drawing/2014/main" id="{23A5ECB5-F320-5827-CB5E-960F513B363B}"/>
                </a:ext>
              </a:extLst>
            </p:cNvPr>
            <p:cNvCxnSpPr/>
            <p:nvPr/>
          </p:nvCxnSpPr>
          <p:spPr bwMode="auto">
            <a:xfrm>
              <a:off x="6732240" y="5949280"/>
              <a:ext cx="720080" cy="0"/>
            </a:xfrm>
            <a:prstGeom prst="line">
              <a:avLst/>
            </a:prstGeom>
            <a:noFill/>
            <a:ln w="12700" cap="rnd" cmpd="sng" algn="ctr">
              <a:solidFill>
                <a:schemeClr val="accent5"/>
              </a:solidFill>
              <a:prstDash val="solid"/>
              <a:round/>
              <a:headEnd type="none" w="med" len="med"/>
              <a:tailEnd type="none" w="med" len="med"/>
            </a:ln>
            <a:effectLst/>
          </p:spPr>
        </p:cxnSp>
        <p:cxnSp>
          <p:nvCxnSpPr>
            <p:cNvPr id="183" name="直線コネクタ 182">
              <a:extLst>
                <a:ext uri="{FF2B5EF4-FFF2-40B4-BE49-F238E27FC236}">
                  <a16:creationId xmlns:a16="http://schemas.microsoft.com/office/drawing/2014/main" id="{F8FAA4E2-35A0-7F8B-D07D-C9D1864E4300}"/>
                </a:ext>
              </a:extLst>
            </p:cNvPr>
            <p:cNvCxnSpPr/>
            <p:nvPr/>
          </p:nvCxnSpPr>
          <p:spPr bwMode="auto">
            <a:xfrm>
              <a:off x="6012160" y="5589240"/>
              <a:ext cx="720080" cy="0"/>
            </a:xfrm>
            <a:prstGeom prst="line">
              <a:avLst/>
            </a:prstGeom>
            <a:noFill/>
            <a:ln w="38100" cap="rnd" cmpd="sng" algn="ctr">
              <a:solidFill>
                <a:schemeClr val="accent5"/>
              </a:solidFill>
              <a:prstDash val="solid"/>
              <a:round/>
              <a:headEnd type="none" w="med" len="med"/>
              <a:tailEnd type="none" w="med" len="med"/>
            </a:ln>
            <a:effectLst/>
          </p:spPr>
        </p:cxnSp>
        <p:cxnSp>
          <p:nvCxnSpPr>
            <p:cNvPr id="184" name="直線コネクタ 183">
              <a:extLst>
                <a:ext uri="{FF2B5EF4-FFF2-40B4-BE49-F238E27FC236}">
                  <a16:creationId xmlns:a16="http://schemas.microsoft.com/office/drawing/2014/main" id="{98C47023-0D96-6DD3-4108-2773B23DF809}"/>
                </a:ext>
              </a:extLst>
            </p:cNvPr>
            <p:cNvCxnSpPr/>
            <p:nvPr/>
          </p:nvCxnSpPr>
          <p:spPr bwMode="auto">
            <a:xfrm>
              <a:off x="6012160" y="5589240"/>
              <a:ext cx="0" cy="360040"/>
            </a:xfrm>
            <a:prstGeom prst="line">
              <a:avLst/>
            </a:prstGeom>
            <a:noFill/>
            <a:ln w="38100" cap="rnd" cmpd="sng" algn="ctr">
              <a:solidFill>
                <a:schemeClr val="accent5"/>
              </a:solidFill>
              <a:prstDash val="solid"/>
              <a:round/>
              <a:headEnd type="none" w="med" len="med"/>
              <a:tailEnd type="none" w="med" len="med"/>
            </a:ln>
            <a:effectLst/>
          </p:spPr>
        </p:cxnSp>
        <p:cxnSp>
          <p:nvCxnSpPr>
            <p:cNvPr id="185" name="直線コネクタ 184">
              <a:extLst>
                <a:ext uri="{FF2B5EF4-FFF2-40B4-BE49-F238E27FC236}">
                  <a16:creationId xmlns:a16="http://schemas.microsoft.com/office/drawing/2014/main" id="{D88261F2-5CD8-3D30-BF89-0864E9A6E53C}"/>
                </a:ext>
              </a:extLst>
            </p:cNvPr>
            <p:cNvCxnSpPr/>
            <p:nvPr/>
          </p:nvCxnSpPr>
          <p:spPr bwMode="auto">
            <a:xfrm>
              <a:off x="6732240" y="5589240"/>
              <a:ext cx="0" cy="360040"/>
            </a:xfrm>
            <a:prstGeom prst="line">
              <a:avLst/>
            </a:prstGeom>
            <a:noFill/>
            <a:ln w="38100" cap="rnd" cmpd="sng" algn="ctr">
              <a:solidFill>
                <a:schemeClr val="accent5"/>
              </a:solidFill>
              <a:prstDash val="solid"/>
              <a:round/>
              <a:headEnd type="none" w="med" len="med"/>
              <a:tailEnd type="none" w="med" len="med"/>
            </a:ln>
            <a:effectLst/>
          </p:spPr>
        </p:cxnSp>
        <p:cxnSp>
          <p:nvCxnSpPr>
            <p:cNvPr id="186" name="直線コネクタ 185">
              <a:extLst>
                <a:ext uri="{FF2B5EF4-FFF2-40B4-BE49-F238E27FC236}">
                  <a16:creationId xmlns:a16="http://schemas.microsoft.com/office/drawing/2014/main" id="{60A65D3A-56E7-CF43-0C32-AC6856A2EB82}"/>
                </a:ext>
              </a:extLst>
            </p:cNvPr>
            <p:cNvCxnSpPr/>
            <p:nvPr/>
          </p:nvCxnSpPr>
          <p:spPr bwMode="auto">
            <a:xfrm>
              <a:off x="6012160" y="5454225"/>
              <a:ext cx="720080" cy="1"/>
            </a:xfrm>
            <a:prstGeom prst="line">
              <a:avLst/>
            </a:prstGeom>
            <a:noFill/>
            <a:ln w="38100" cap="rnd" cmpd="sng" algn="ctr">
              <a:solidFill>
                <a:schemeClr val="accent5"/>
              </a:solidFill>
              <a:prstDash val="solid"/>
              <a:round/>
              <a:headEnd type="none" w="med" len="med"/>
              <a:tailEnd type="none" w="med" len="med"/>
            </a:ln>
            <a:effectLst/>
          </p:spPr>
        </p:cxnSp>
        <p:cxnSp>
          <p:nvCxnSpPr>
            <p:cNvPr id="187" name="直線コネクタ 186">
              <a:extLst>
                <a:ext uri="{FF2B5EF4-FFF2-40B4-BE49-F238E27FC236}">
                  <a16:creationId xmlns:a16="http://schemas.microsoft.com/office/drawing/2014/main" id="{35FCAE67-F8F9-BCA8-8DDF-D98004939E5A}"/>
                </a:ext>
              </a:extLst>
            </p:cNvPr>
            <p:cNvCxnSpPr/>
            <p:nvPr/>
          </p:nvCxnSpPr>
          <p:spPr bwMode="auto">
            <a:xfrm>
              <a:off x="6372200" y="5004175"/>
              <a:ext cx="0" cy="450050"/>
            </a:xfrm>
            <a:prstGeom prst="line">
              <a:avLst/>
            </a:prstGeom>
            <a:noFill/>
            <a:ln w="12700" cap="rnd" cmpd="sng" algn="ctr">
              <a:solidFill>
                <a:schemeClr val="accent5"/>
              </a:solidFill>
              <a:prstDash val="solid"/>
              <a:round/>
              <a:headEnd type="none" w="med" len="med"/>
              <a:tailEnd type="none" w="med" len="med"/>
            </a:ln>
            <a:effectLst/>
          </p:spPr>
        </p:cxnSp>
      </p:grpSp>
      <p:grpSp>
        <p:nvGrpSpPr>
          <p:cNvPr id="195" name="グループ化 194">
            <a:extLst>
              <a:ext uri="{FF2B5EF4-FFF2-40B4-BE49-F238E27FC236}">
                <a16:creationId xmlns:a16="http://schemas.microsoft.com/office/drawing/2014/main" id="{D7CD393F-11E8-AA7A-4F9E-B6D9AD03AA8E}"/>
              </a:ext>
            </a:extLst>
          </p:cNvPr>
          <p:cNvGrpSpPr/>
          <p:nvPr/>
        </p:nvGrpSpPr>
        <p:grpSpPr>
          <a:xfrm>
            <a:off x="9786042" y="2348988"/>
            <a:ext cx="540222" cy="315099"/>
            <a:chOff x="5292080" y="5004175"/>
            <a:chExt cx="2160240" cy="945105"/>
          </a:xfrm>
        </p:grpSpPr>
        <p:cxnSp>
          <p:nvCxnSpPr>
            <p:cNvPr id="196" name="直線コネクタ 195">
              <a:extLst>
                <a:ext uri="{FF2B5EF4-FFF2-40B4-BE49-F238E27FC236}">
                  <a16:creationId xmlns:a16="http://schemas.microsoft.com/office/drawing/2014/main" id="{11E1BEE9-0BBD-265F-42E3-BE351D0CEA52}"/>
                </a:ext>
              </a:extLst>
            </p:cNvPr>
            <p:cNvCxnSpPr/>
            <p:nvPr/>
          </p:nvCxnSpPr>
          <p:spPr bwMode="auto">
            <a:xfrm>
              <a:off x="5292080" y="5949280"/>
              <a:ext cx="720080" cy="0"/>
            </a:xfrm>
            <a:prstGeom prst="line">
              <a:avLst/>
            </a:prstGeom>
            <a:noFill/>
            <a:ln w="12700" cap="rnd" cmpd="sng" algn="ctr">
              <a:solidFill>
                <a:schemeClr val="accent5"/>
              </a:solidFill>
              <a:prstDash val="solid"/>
              <a:round/>
              <a:headEnd type="none" w="med" len="med"/>
              <a:tailEnd type="none" w="med" len="med"/>
            </a:ln>
            <a:effectLst/>
          </p:spPr>
        </p:cxnSp>
        <p:cxnSp>
          <p:nvCxnSpPr>
            <p:cNvPr id="197" name="直線コネクタ 196">
              <a:extLst>
                <a:ext uri="{FF2B5EF4-FFF2-40B4-BE49-F238E27FC236}">
                  <a16:creationId xmlns:a16="http://schemas.microsoft.com/office/drawing/2014/main" id="{6C138095-F140-8ACD-7E95-EA832D32B504}"/>
                </a:ext>
              </a:extLst>
            </p:cNvPr>
            <p:cNvCxnSpPr/>
            <p:nvPr/>
          </p:nvCxnSpPr>
          <p:spPr bwMode="auto">
            <a:xfrm>
              <a:off x="6732240" y="5949280"/>
              <a:ext cx="720080" cy="0"/>
            </a:xfrm>
            <a:prstGeom prst="line">
              <a:avLst/>
            </a:prstGeom>
            <a:noFill/>
            <a:ln w="12700" cap="rnd" cmpd="sng" algn="ctr">
              <a:solidFill>
                <a:schemeClr val="accent5"/>
              </a:solidFill>
              <a:prstDash val="solid"/>
              <a:round/>
              <a:headEnd type="none" w="med" len="med"/>
              <a:tailEnd type="none" w="med" len="med"/>
            </a:ln>
            <a:effectLst/>
          </p:spPr>
        </p:cxnSp>
        <p:cxnSp>
          <p:nvCxnSpPr>
            <p:cNvPr id="198" name="直線コネクタ 197">
              <a:extLst>
                <a:ext uri="{FF2B5EF4-FFF2-40B4-BE49-F238E27FC236}">
                  <a16:creationId xmlns:a16="http://schemas.microsoft.com/office/drawing/2014/main" id="{092AC21D-23B6-83DD-D5AC-3C1C06BBB699}"/>
                </a:ext>
              </a:extLst>
            </p:cNvPr>
            <p:cNvCxnSpPr/>
            <p:nvPr/>
          </p:nvCxnSpPr>
          <p:spPr bwMode="auto">
            <a:xfrm>
              <a:off x="6012160" y="5589240"/>
              <a:ext cx="720080" cy="0"/>
            </a:xfrm>
            <a:prstGeom prst="line">
              <a:avLst/>
            </a:prstGeom>
            <a:noFill/>
            <a:ln w="38100" cap="rnd" cmpd="sng" algn="ctr">
              <a:solidFill>
                <a:schemeClr val="accent5"/>
              </a:solidFill>
              <a:prstDash val="solid"/>
              <a:round/>
              <a:headEnd type="none" w="med" len="med"/>
              <a:tailEnd type="none" w="med" len="med"/>
            </a:ln>
            <a:effectLst/>
          </p:spPr>
        </p:cxnSp>
        <p:cxnSp>
          <p:nvCxnSpPr>
            <p:cNvPr id="199" name="直線コネクタ 198">
              <a:extLst>
                <a:ext uri="{FF2B5EF4-FFF2-40B4-BE49-F238E27FC236}">
                  <a16:creationId xmlns:a16="http://schemas.microsoft.com/office/drawing/2014/main" id="{99E4E855-A351-5261-D9CC-827F869DDA83}"/>
                </a:ext>
              </a:extLst>
            </p:cNvPr>
            <p:cNvCxnSpPr/>
            <p:nvPr/>
          </p:nvCxnSpPr>
          <p:spPr bwMode="auto">
            <a:xfrm>
              <a:off x="6012160" y="5589240"/>
              <a:ext cx="0" cy="360040"/>
            </a:xfrm>
            <a:prstGeom prst="line">
              <a:avLst/>
            </a:prstGeom>
            <a:noFill/>
            <a:ln w="38100" cap="rnd" cmpd="sng" algn="ctr">
              <a:solidFill>
                <a:schemeClr val="accent5"/>
              </a:solidFill>
              <a:prstDash val="solid"/>
              <a:round/>
              <a:headEnd type="none" w="med" len="med"/>
              <a:tailEnd type="none" w="med" len="med"/>
            </a:ln>
            <a:effectLst/>
          </p:spPr>
        </p:cxnSp>
        <p:cxnSp>
          <p:nvCxnSpPr>
            <p:cNvPr id="200" name="直線コネクタ 199">
              <a:extLst>
                <a:ext uri="{FF2B5EF4-FFF2-40B4-BE49-F238E27FC236}">
                  <a16:creationId xmlns:a16="http://schemas.microsoft.com/office/drawing/2014/main" id="{A5CD81A1-5997-D290-21C2-922E6911716D}"/>
                </a:ext>
              </a:extLst>
            </p:cNvPr>
            <p:cNvCxnSpPr/>
            <p:nvPr/>
          </p:nvCxnSpPr>
          <p:spPr bwMode="auto">
            <a:xfrm>
              <a:off x="6732240" y="5589240"/>
              <a:ext cx="0" cy="360040"/>
            </a:xfrm>
            <a:prstGeom prst="line">
              <a:avLst/>
            </a:prstGeom>
            <a:noFill/>
            <a:ln w="38100" cap="rnd" cmpd="sng" algn="ctr">
              <a:solidFill>
                <a:schemeClr val="accent5"/>
              </a:solidFill>
              <a:prstDash val="solid"/>
              <a:round/>
              <a:headEnd type="none" w="med" len="med"/>
              <a:tailEnd type="none" w="med" len="med"/>
            </a:ln>
            <a:effectLst/>
          </p:spPr>
        </p:cxnSp>
        <p:cxnSp>
          <p:nvCxnSpPr>
            <p:cNvPr id="201" name="直線コネクタ 200">
              <a:extLst>
                <a:ext uri="{FF2B5EF4-FFF2-40B4-BE49-F238E27FC236}">
                  <a16:creationId xmlns:a16="http://schemas.microsoft.com/office/drawing/2014/main" id="{E90CEFA9-3D88-E35F-30A0-441B2E2181CC}"/>
                </a:ext>
              </a:extLst>
            </p:cNvPr>
            <p:cNvCxnSpPr/>
            <p:nvPr/>
          </p:nvCxnSpPr>
          <p:spPr bwMode="auto">
            <a:xfrm>
              <a:off x="6012160" y="5454225"/>
              <a:ext cx="720080" cy="1"/>
            </a:xfrm>
            <a:prstGeom prst="line">
              <a:avLst/>
            </a:prstGeom>
            <a:noFill/>
            <a:ln w="38100" cap="rnd" cmpd="sng" algn="ctr">
              <a:solidFill>
                <a:schemeClr val="accent5"/>
              </a:solidFill>
              <a:prstDash val="solid"/>
              <a:round/>
              <a:headEnd type="none" w="med" len="med"/>
              <a:tailEnd type="none" w="med" len="med"/>
            </a:ln>
            <a:effectLst/>
          </p:spPr>
        </p:cxnSp>
        <p:cxnSp>
          <p:nvCxnSpPr>
            <p:cNvPr id="202" name="直線コネクタ 201">
              <a:extLst>
                <a:ext uri="{FF2B5EF4-FFF2-40B4-BE49-F238E27FC236}">
                  <a16:creationId xmlns:a16="http://schemas.microsoft.com/office/drawing/2014/main" id="{A44661B3-D31B-8705-D30B-6083FB32D4DD}"/>
                </a:ext>
              </a:extLst>
            </p:cNvPr>
            <p:cNvCxnSpPr/>
            <p:nvPr/>
          </p:nvCxnSpPr>
          <p:spPr bwMode="auto">
            <a:xfrm>
              <a:off x="6372200" y="5004175"/>
              <a:ext cx="0" cy="450050"/>
            </a:xfrm>
            <a:prstGeom prst="line">
              <a:avLst/>
            </a:prstGeom>
            <a:noFill/>
            <a:ln w="12700" cap="rnd" cmpd="sng" algn="ctr">
              <a:solidFill>
                <a:schemeClr val="accent5"/>
              </a:solidFill>
              <a:prstDash val="solid"/>
              <a:round/>
              <a:headEnd type="none" w="med" len="med"/>
              <a:tailEnd type="none" w="med" len="med"/>
            </a:ln>
            <a:effectLst/>
          </p:spPr>
        </p:cxnSp>
      </p:grpSp>
      <p:grpSp>
        <p:nvGrpSpPr>
          <p:cNvPr id="203" name="グループ化 202">
            <a:extLst>
              <a:ext uri="{FF2B5EF4-FFF2-40B4-BE49-F238E27FC236}">
                <a16:creationId xmlns:a16="http://schemas.microsoft.com/office/drawing/2014/main" id="{4D58435C-8CD9-A451-5183-C6AB3F167CF1}"/>
              </a:ext>
            </a:extLst>
          </p:cNvPr>
          <p:cNvGrpSpPr/>
          <p:nvPr/>
        </p:nvGrpSpPr>
        <p:grpSpPr>
          <a:xfrm>
            <a:off x="10416049" y="2348988"/>
            <a:ext cx="540222" cy="315099"/>
            <a:chOff x="5292080" y="5004175"/>
            <a:chExt cx="2160240" cy="945105"/>
          </a:xfrm>
        </p:grpSpPr>
        <p:cxnSp>
          <p:nvCxnSpPr>
            <p:cNvPr id="204" name="直線コネクタ 203">
              <a:extLst>
                <a:ext uri="{FF2B5EF4-FFF2-40B4-BE49-F238E27FC236}">
                  <a16:creationId xmlns:a16="http://schemas.microsoft.com/office/drawing/2014/main" id="{84B54C85-7DD0-B376-AC2C-06E912BF5646}"/>
                </a:ext>
              </a:extLst>
            </p:cNvPr>
            <p:cNvCxnSpPr/>
            <p:nvPr/>
          </p:nvCxnSpPr>
          <p:spPr bwMode="auto">
            <a:xfrm>
              <a:off x="5292080" y="5949280"/>
              <a:ext cx="720080" cy="0"/>
            </a:xfrm>
            <a:prstGeom prst="line">
              <a:avLst/>
            </a:prstGeom>
            <a:noFill/>
            <a:ln w="12700" cap="rnd" cmpd="sng" algn="ctr">
              <a:solidFill>
                <a:schemeClr val="accent5"/>
              </a:solidFill>
              <a:prstDash val="solid"/>
              <a:round/>
              <a:headEnd type="none" w="med" len="med"/>
              <a:tailEnd type="none" w="med" len="med"/>
            </a:ln>
            <a:effectLst/>
          </p:spPr>
        </p:cxnSp>
        <p:cxnSp>
          <p:nvCxnSpPr>
            <p:cNvPr id="205" name="直線コネクタ 204">
              <a:extLst>
                <a:ext uri="{FF2B5EF4-FFF2-40B4-BE49-F238E27FC236}">
                  <a16:creationId xmlns:a16="http://schemas.microsoft.com/office/drawing/2014/main" id="{A2351C56-0D18-4CC8-0991-4AAF8E909BE0}"/>
                </a:ext>
              </a:extLst>
            </p:cNvPr>
            <p:cNvCxnSpPr/>
            <p:nvPr/>
          </p:nvCxnSpPr>
          <p:spPr bwMode="auto">
            <a:xfrm>
              <a:off x="6732240" y="5949280"/>
              <a:ext cx="720080" cy="0"/>
            </a:xfrm>
            <a:prstGeom prst="line">
              <a:avLst/>
            </a:prstGeom>
            <a:noFill/>
            <a:ln w="12700" cap="rnd" cmpd="sng" algn="ctr">
              <a:solidFill>
                <a:schemeClr val="accent5"/>
              </a:solidFill>
              <a:prstDash val="solid"/>
              <a:round/>
              <a:headEnd type="none" w="med" len="med"/>
              <a:tailEnd type="none" w="med" len="med"/>
            </a:ln>
            <a:effectLst/>
          </p:spPr>
        </p:cxnSp>
        <p:cxnSp>
          <p:nvCxnSpPr>
            <p:cNvPr id="206" name="直線コネクタ 205">
              <a:extLst>
                <a:ext uri="{FF2B5EF4-FFF2-40B4-BE49-F238E27FC236}">
                  <a16:creationId xmlns:a16="http://schemas.microsoft.com/office/drawing/2014/main" id="{6596B93D-C212-3C79-8D37-757ADB976263}"/>
                </a:ext>
              </a:extLst>
            </p:cNvPr>
            <p:cNvCxnSpPr/>
            <p:nvPr/>
          </p:nvCxnSpPr>
          <p:spPr bwMode="auto">
            <a:xfrm>
              <a:off x="6012160" y="5589240"/>
              <a:ext cx="720080" cy="0"/>
            </a:xfrm>
            <a:prstGeom prst="line">
              <a:avLst/>
            </a:prstGeom>
            <a:noFill/>
            <a:ln w="38100" cap="rnd" cmpd="sng" algn="ctr">
              <a:solidFill>
                <a:schemeClr val="accent5"/>
              </a:solidFill>
              <a:prstDash val="solid"/>
              <a:round/>
              <a:headEnd type="none" w="med" len="med"/>
              <a:tailEnd type="none" w="med" len="med"/>
            </a:ln>
            <a:effectLst/>
          </p:spPr>
        </p:cxnSp>
        <p:cxnSp>
          <p:nvCxnSpPr>
            <p:cNvPr id="207" name="直線コネクタ 206">
              <a:extLst>
                <a:ext uri="{FF2B5EF4-FFF2-40B4-BE49-F238E27FC236}">
                  <a16:creationId xmlns:a16="http://schemas.microsoft.com/office/drawing/2014/main" id="{7F0C2ECD-9A91-9BE6-6EC6-0B680BC4316E}"/>
                </a:ext>
              </a:extLst>
            </p:cNvPr>
            <p:cNvCxnSpPr/>
            <p:nvPr/>
          </p:nvCxnSpPr>
          <p:spPr bwMode="auto">
            <a:xfrm>
              <a:off x="6012160" y="5589240"/>
              <a:ext cx="0" cy="360040"/>
            </a:xfrm>
            <a:prstGeom prst="line">
              <a:avLst/>
            </a:prstGeom>
            <a:noFill/>
            <a:ln w="38100" cap="rnd" cmpd="sng" algn="ctr">
              <a:solidFill>
                <a:schemeClr val="accent5"/>
              </a:solidFill>
              <a:prstDash val="solid"/>
              <a:round/>
              <a:headEnd type="none" w="med" len="med"/>
              <a:tailEnd type="none" w="med" len="med"/>
            </a:ln>
            <a:effectLst/>
          </p:spPr>
        </p:cxnSp>
        <p:cxnSp>
          <p:nvCxnSpPr>
            <p:cNvPr id="208" name="直線コネクタ 207">
              <a:extLst>
                <a:ext uri="{FF2B5EF4-FFF2-40B4-BE49-F238E27FC236}">
                  <a16:creationId xmlns:a16="http://schemas.microsoft.com/office/drawing/2014/main" id="{9D614CE7-1F2E-4A85-C8C7-7ED8778899C2}"/>
                </a:ext>
              </a:extLst>
            </p:cNvPr>
            <p:cNvCxnSpPr/>
            <p:nvPr/>
          </p:nvCxnSpPr>
          <p:spPr bwMode="auto">
            <a:xfrm>
              <a:off x="6732240" y="5589240"/>
              <a:ext cx="0" cy="360040"/>
            </a:xfrm>
            <a:prstGeom prst="line">
              <a:avLst/>
            </a:prstGeom>
            <a:noFill/>
            <a:ln w="38100" cap="rnd" cmpd="sng" algn="ctr">
              <a:solidFill>
                <a:schemeClr val="accent5"/>
              </a:solidFill>
              <a:prstDash val="solid"/>
              <a:round/>
              <a:headEnd type="none" w="med" len="med"/>
              <a:tailEnd type="none" w="med" len="med"/>
            </a:ln>
            <a:effectLst/>
          </p:spPr>
        </p:cxnSp>
        <p:cxnSp>
          <p:nvCxnSpPr>
            <p:cNvPr id="209" name="直線コネクタ 208">
              <a:extLst>
                <a:ext uri="{FF2B5EF4-FFF2-40B4-BE49-F238E27FC236}">
                  <a16:creationId xmlns:a16="http://schemas.microsoft.com/office/drawing/2014/main" id="{EB849C76-06D4-C6AD-6A3F-88FDC4EC62D4}"/>
                </a:ext>
              </a:extLst>
            </p:cNvPr>
            <p:cNvCxnSpPr/>
            <p:nvPr/>
          </p:nvCxnSpPr>
          <p:spPr bwMode="auto">
            <a:xfrm>
              <a:off x="6012160" y="5454225"/>
              <a:ext cx="720080" cy="1"/>
            </a:xfrm>
            <a:prstGeom prst="line">
              <a:avLst/>
            </a:prstGeom>
            <a:noFill/>
            <a:ln w="38100" cap="rnd" cmpd="sng" algn="ctr">
              <a:solidFill>
                <a:schemeClr val="accent5"/>
              </a:solidFill>
              <a:prstDash val="solid"/>
              <a:round/>
              <a:headEnd type="none" w="med" len="med"/>
              <a:tailEnd type="none" w="med" len="med"/>
            </a:ln>
            <a:effectLst/>
          </p:spPr>
        </p:cxnSp>
        <p:cxnSp>
          <p:nvCxnSpPr>
            <p:cNvPr id="210" name="直線コネクタ 209">
              <a:extLst>
                <a:ext uri="{FF2B5EF4-FFF2-40B4-BE49-F238E27FC236}">
                  <a16:creationId xmlns:a16="http://schemas.microsoft.com/office/drawing/2014/main" id="{EA1BA32E-F5A0-17B7-4DDC-CCE106FEE9BF}"/>
                </a:ext>
              </a:extLst>
            </p:cNvPr>
            <p:cNvCxnSpPr/>
            <p:nvPr/>
          </p:nvCxnSpPr>
          <p:spPr bwMode="auto">
            <a:xfrm>
              <a:off x="6372200" y="5004175"/>
              <a:ext cx="0" cy="450050"/>
            </a:xfrm>
            <a:prstGeom prst="line">
              <a:avLst/>
            </a:prstGeom>
            <a:noFill/>
            <a:ln w="12700" cap="rnd" cmpd="sng" algn="ctr">
              <a:solidFill>
                <a:schemeClr val="accent5"/>
              </a:solidFill>
              <a:prstDash val="solid"/>
              <a:round/>
              <a:headEnd type="none" w="med" len="med"/>
              <a:tailEnd type="none" w="med" len="med"/>
            </a:ln>
            <a:effectLst/>
          </p:spPr>
        </p:cxnSp>
      </p:grpSp>
      <p:grpSp>
        <p:nvGrpSpPr>
          <p:cNvPr id="211" name="グループ化 210">
            <a:extLst>
              <a:ext uri="{FF2B5EF4-FFF2-40B4-BE49-F238E27FC236}">
                <a16:creationId xmlns:a16="http://schemas.microsoft.com/office/drawing/2014/main" id="{A38D5276-D19B-6B12-3D1D-6704273FCB7D}"/>
              </a:ext>
            </a:extLst>
          </p:cNvPr>
          <p:cNvGrpSpPr/>
          <p:nvPr/>
        </p:nvGrpSpPr>
        <p:grpSpPr>
          <a:xfrm>
            <a:off x="9786042" y="1898983"/>
            <a:ext cx="540222" cy="315100"/>
            <a:chOff x="5292080" y="3203975"/>
            <a:chExt cx="2160240" cy="945106"/>
          </a:xfrm>
        </p:grpSpPr>
        <p:cxnSp>
          <p:nvCxnSpPr>
            <p:cNvPr id="212" name="直線コネクタ 211">
              <a:extLst>
                <a:ext uri="{FF2B5EF4-FFF2-40B4-BE49-F238E27FC236}">
                  <a16:creationId xmlns:a16="http://schemas.microsoft.com/office/drawing/2014/main" id="{14700C68-6A95-BC2D-B2A1-D945E1E9B3E4}"/>
                </a:ext>
              </a:extLst>
            </p:cNvPr>
            <p:cNvCxnSpPr/>
            <p:nvPr/>
          </p:nvCxnSpPr>
          <p:spPr bwMode="auto">
            <a:xfrm>
              <a:off x="6372200" y="3203975"/>
              <a:ext cx="0" cy="356394"/>
            </a:xfrm>
            <a:prstGeom prst="line">
              <a:avLst/>
            </a:prstGeom>
            <a:noFill/>
            <a:ln w="12700" cap="rnd" cmpd="sng" algn="ctr">
              <a:solidFill>
                <a:schemeClr val="accent6"/>
              </a:solidFill>
              <a:prstDash val="solid"/>
              <a:round/>
              <a:headEnd type="none" w="med" len="med"/>
              <a:tailEnd type="none" w="med" len="med"/>
            </a:ln>
            <a:effectLst/>
          </p:spPr>
        </p:cxnSp>
        <p:cxnSp>
          <p:nvCxnSpPr>
            <p:cNvPr id="213" name="直線コネクタ 212">
              <a:extLst>
                <a:ext uri="{FF2B5EF4-FFF2-40B4-BE49-F238E27FC236}">
                  <a16:creationId xmlns:a16="http://schemas.microsoft.com/office/drawing/2014/main" id="{9F2C7633-3678-1815-422B-F44CD412665A}"/>
                </a:ext>
              </a:extLst>
            </p:cNvPr>
            <p:cNvCxnSpPr/>
            <p:nvPr/>
          </p:nvCxnSpPr>
          <p:spPr bwMode="auto">
            <a:xfrm>
              <a:off x="5292080" y="4149080"/>
              <a:ext cx="720080" cy="1"/>
            </a:xfrm>
            <a:prstGeom prst="line">
              <a:avLst/>
            </a:prstGeom>
            <a:noFill/>
            <a:ln w="12700" cap="rnd" cmpd="sng" algn="ctr">
              <a:solidFill>
                <a:schemeClr val="accent6"/>
              </a:solidFill>
              <a:prstDash val="solid"/>
              <a:round/>
              <a:headEnd type="none" w="med" len="med"/>
              <a:tailEnd type="none" w="med" len="med"/>
            </a:ln>
            <a:effectLst/>
          </p:spPr>
        </p:cxnSp>
        <p:cxnSp>
          <p:nvCxnSpPr>
            <p:cNvPr id="214" name="直線コネクタ 213">
              <a:extLst>
                <a:ext uri="{FF2B5EF4-FFF2-40B4-BE49-F238E27FC236}">
                  <a16:creationId xmlns:a16="http://schemas.microsoft.com/office/drawing/2014/main" id="{25A96306-2D03-B2EA-DCEC-5746F23BF7A4}"/>
                </a:ext>
              </a:extLst>
            </p:cNvPr>
            <p:cNvCxnSpPr/>
            <p:nvPr/>
          </p:nvCxnSpPr>
          <p:spPr bwMode="auto">
            <a:xfrm>
              <a:off x="6732240" y="4149080"/>
              <a:ext cx="720080" cy="0"/>
            </a:xfrm>
            <a:prstGeom prst="line">
              <a:avLst/>
            </a:prstGeom>
            <a:noFill/>
            <a:ln w="12700" cap="rnd" cmpd="sng" algn="ctr">
              <a:solidFill>
                <a:schemeClr val="accent6"/>
              </a:solidFill>
              <a:prstDash val="solid"/>
              <a:round/>
              <a:headEnd type="none" w="med" len="med"/>
              <a:tailEnd type="none" w="med" len="med"/>
            </a:ln>
            <a:effectLst/>
          </p:spPr>
        </p:cxnSp>
        <p:cxnSp>
          <p:nvCxnSpPr>
            <p:cNvPr id="215" name="直線コネクタ 214">
              <a:extLst>
                <a:ext uri="{FF2B5EF4-FFF2-40B4-BE49-F238E27FC236}">
                  <a16:creationId xmlns:a16="http://schemas.microsoft.com/office/drawing/2014/main" id="{972FEFC9-C3D5-1E7E-4800-21F61D577F05}"/>
                </a:ext>
              </a:extLst>
            </p:cNvPr>
            <p:cNvCxnSpPr/>
            <p:nvPr/>
          </p:nvCxnSpPr>
          <p:spPr bwMode="auto">
            <a:xfrm>
              <a:off x="6012160" y="3789040"/>
              <a:ext cx="720080" cy="0"/>
            </a:xfrm>
            <a:prstGeom prst="line">
              <a:avLst/>
            </a:prstGeom>
            <a:noFill/>
            <a:ln w="38100" cap="rnd" cmpd="sng" algn="ctr">
              <a:solidFill>
                <a:schemeClr val="accent6"/>
              </a:solidFill>
              <a:prstDash val="solid"/>
              <a:round/>
              <a:headEnd type="none" w="med" len="med"/>
              <a:tailEnd type="none" w="med" len="med"/>
            </a:ln>
            <a:effectLst/>
          </p:spPr>
        </p:cxnSp>
        <p:cxnSp>
          <p:nvCxnSpPr>
            <p:cNvPr id="216" name="直線コネクタ 215">
              <a:extLst>
                <a:ext uri="{FF2B5EF4-FFF2-40B4-BE49-F238E27FC236}">
                  <a16:creationId xmlns:a16="http://schemas.microsoft.com/office/drawing/2014/main" id="{79F2DF4D-ED06-1F19-BCA5-96494A4E40D2}"/>
                </a:ext>
              </a:extLst>
            </p:cNvPr>
            <p:cNvCxnSpPr/>
            <p:nvPr/>
          </p:nvCxnSpPr>
          <p:spPr bwMode="auto">
            <a:xfrm>
              <a:off x="6012160" y="3789040"/>
              <a:ext cx="0" cy="360040"/>
            </a:xfrm>
            <a:prstGeom prst="line">
              <a:avLst/>
            </a:prstGeom>
            <a:noFill/>
            <a:ln w="38100" cap="rnd" cmpd="sng" algn="ctr">
              <a:solidFill>
                <a:schemeClr val="accent6"/>
              </a:solidFill>
              <a:prstDash val="solid"/>
              <a:round/>
              <a:headEnd type="none" w="med" len="med"/>
              <a:tailEnd type="none" w="med" len="med"/>
            </a:ln>
            <a:effectLst/>
          </p:spPr>
        </p:cxnSp>
        <p:cxnSp>
          <p:nvCxnSpPr>
            <p:cNvPr id="217" name="直線コネクタ 216">
              <a:extLst>
                <a:ext uri="{FF2B5EF4-FFF2-40B4-BE49-F238E27FC236}">
                  <a16:creationId xmlns:a16="http://schemas.microsoft.com/office/drawing/2014/main" id="{13C4DEDC-CC91-E765-372B-FAEE9761B4F8}"/>
                </a:ext>
              </a:extLst>
            </p:cNvPr>
            <p:cNvCxnSpPr/>
            <p:nvPr/>
          </p:nvCxnSpPr>
          <p:spPr bwMode="auto">
            <a:xfrm>
              <a:off x="6732240" y="3789040"/>
              <a:ext cx="0" cy="360040"/>
            </a:xfrm>
            <a:prstGeom prst="line">
              <a:avLst/>
            </a:prstGeom>
            <a:noFill/>
            <a:ln w="38100" cap="rnd" cmpd="sng" algn="ctr">
              <a:solidFill>
                <a:schemeClr val="accent6"/>
              </a:solidFill>
              <a:prstDash val="solid"/>
              <a:round/>
              <a:headEnd type="none" w="med" len="med"/>
              <a:tailEnd type="none" w="med" len="med"/>
            </a:ln>
            <a:effectLst/>
          </p:spPr>
        </p:cxnSp>
        <p:cxnSp>
          <p:nvCxnSpPr>
            <p:cNvPr id="218" name="直線コネクタ 217">
              <a:extLst>
                <a:ext uri="{FF2B5EF4-FFF2-40B4-BE49-F238E27FC236}">
                  <a16:creationId xmlns:a16="http://schemas.microsoft.com/office/drawing/2014/main" id="{B476BB6C-96DD-3DC4-0EBC-C5CCB53FDADF}"/>
                </a:ext>
              </a:extLst>
            </p:cNvPr>
            <p:cNvCxnSpPr/>
            <p:nvPr/>
          </p:nvCxnSpPr>
          <p:spPr bwMode="auto">
            <a:xfrm>
              <a:off x="6012160" y="3654025"/>
              <a:ext cx="720080" cy="0"/>
            </a:xfrm>
            <a:prstGeom prst="line">
              <a:avLst/>
            </a:prstGeom>
            <a:noFill/>
            <a:ln w="38100" cap="rnd" cmpd="sng" algn="ctr">
              <a:solidFill>
                <a:schemeClr val="accent6"/>
              </a:solidFill>
              <a:prstDash val="solid"/>
              <a:round/>
              <a:headEnd type="none" w="med" len="med"/>
              <a:tailEnd type="none" w="med" len="med"/>
            </a:ln>
            <a:effectLst/>
          </p:spPr>
        </p:cxnSp>
        <p:sp useBgFill="1">
          <p:nvSpPr>
            <p:cNvPr id="219" name="円/楕円 13">
              <a:extLst>
                <a:ext uri="{FF2B5EF4-FFF2-40B4-BE49-F238E27FC236}">
                  <a16:creationId xmlns:a16="http://schemas.microsoft.com/office/drawing/2014/main" id="{5A4320EF-CCA8-AEDD-A23C-7B36530DE280}"/>
                </a:ext>
              </a:extLst>
            </p:cNvPr>
            <p:cNvSpPr/>
            <p:nvPr/>
          </p:nvSpPr>
          <p:spPr bwMode="auto">
            <a:xfrm>
              <a:off x="6304693" y="3519010"/>
              <a:ext cx="135015" cy="132239"/>
            </a:xfrm>
            <a:prstGeom prst="ellipse">
              <a:avLst/>
            </a:prstGeom>
            <a:ln w="38100" cap="flat" cmpd="sng" algn="ctr">
              <a:solidFill>
                <a:schemeClr val="accent6"/>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fontAlgn="base">
                <a:spcBef>
                  <a:spcPct val="0"/>
                </a:spcBef>
                <a:spcAft>
                  <a:spcPct val="0"/>
                </a:spcAft>
              </a:pPr>
              <a:endParaRPr lang="ja-JP" altLang="en-US" baseline="60000">
                <a:latin typeface="Times New Roman" pitchFamily="18" charset="0"/>
                <a:ea typeface="HG丸ｺﾞｼｯｸM-PRO" pitchFamily="50" charset="-128"/>
              </a:endParaRPr>
            </a:p>
          </p:txBody>
        </p:sp>
      </p:grpSp>
    </p:spTree>
    <p:extLst>
      <p:ext uri="{BB962C8B-B14F-4D97-AF65-F5344CB8AC3E}">
        <p14:creationId xmlns:p14="http://schemas.microsoft.com/office/powerpoint/2010/main" val="336617150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a:extLst>
              <a:ext uri="{FF2B5EF4-FFF2-40B4-BE49-F238E27FC236}">
                <a16:creationId xmlns:a16="http://schemas.microsoft.com/office/drawing/2014/main" id="{B120D4C2-1A60-54E4-3802-74B0AE3CA8B3}"/>
              </a:ext>
            </a:extLst>
          </p:cNvPr>
          <p:cNvSpPr>
            <a:spLocks noGrp="1"/>
          </p:cNvSpPr>
          <p:nvPr>
            <p:ph type="title"/>
          </p:nvPr>
        </p:nvSpPr>
        <p:spPr/>
        <p:txBody>
          <a:bodyPr/>
          <a:lstStyle/>
          <a:p>
            <a:r>
              <a:rPr lang="en-US" altLang="ja-JP" b="1" dirty="0"/>
              <a:t>CPU </a:t>
            </a:r>
            <a:r>
              <a:rPr lang="ja-JP" altLang="en-US" b="1" dirty="0"/>
              <a:t>の基本</a:t>
            </a:r>
            <a:endParaRPr lang="en-US" b="1" dirty="0"/>
          </a:p>
        </p:txBody>
      </p:sp>
    </p:spTree>
    <p:extLst>
      <p:ext uri="{BB962C8B-B14F-4D97-AF65-F5344CB8AC3E}">
        <p14:creationId xmlns:p14="http://schemas.microsoft.com/office/powerpoint/2010/main" val="164223063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64DCC62-1385-B160-8E70-E9D3C43C9F20}"/>
              </a:ext>
            </a:extLst>
          </p:cNvPr>
          <p:cNvSpPr>
            <a:spLocks noGrp="1"/>
          </p:cNvSpPr>
          <p:nvPr>
            <p:ph type="title"/>
          </p:nvPr>
        </p:nvSpPr>
        <p:spPr/>
        <p:txBody>
          <a:bodyPr/>
          <a:lstStyle/>
          <a:p>
            <a:r>
              <a:rPr kumimoji="1" lang="ja-JP" altLang="en-US" dirty="0"/>
              <a:t>コンピュータ</a:t>
            </a:r>
            <a:endParaRPr kumimoji="1" lang="en-US" dirty="0"/>
          </a:p>
        </p:txBody>
      </p:sp>
      <p:sp>
        <p:nvSpPr>
          <p:cNvPr id="3" name="コンテンツ プレースホルダー 2">
            <a:extLst>
              <a:ext uri="{FF2B5EF4-FFF2-40B4-BE49-F238E27FC236}">
                <a16:creationId xmlns:a16="http://schemas.microsoft.com/office/drawing/2014/main" id="{18DF5167-9AD6-B3CB-2A7F-0899AC607003}"/>
              </a:ext>
            </a:extLst>
          </p:cNvPr>
          <p:cNvSpPr>
            <a:spLocks noGrp="1"/>
          </p:cNvSpPr>
          <p:nvPr>
            <p:ph sz="quarter" idx="10"/>
          </p:nvPr>
        </p:nvSpPr>
        <p:spPr>
          <a:xfrm>
            <a:off x="1775952" y="1088975"/>
            <a:ext cx="8640096" cy="4860054"/>
          </a:xfrm>
        </p:spPr>
        <p:txBody>
          <a:bodyPr/>
          <a:lstStyle/>
          <a:p>
            <a:r>
              <a:rPr lang="ja-JP" altLang="en-US" dirty="0"/>
              <a:t>今主流のものは，みな基本的には</a:t>
            </a:r>
            <a:br>
              <a:rPr lang="en-US" altLang="ja-JP" dirty="0"/>
            </a:br>
            <a:r>
              <a:rPr lang="ja-JP" altLang="en-US" dirty="0"/>
              <a:t>「ノイマン型アーキテクチャ」に従う</a:t>
            </a:r>
            <a:endParaRPr lang="en-US" altLang="ja-JP" dirty="0"/>
          </a:p>
          <a:p>
            <a:pPr lvl="1"/>
            <a:r>
              <a:rPr lang="en-US" altLang="ja-JP" b="0" i="0" dirty="0">
                <a:effectLst/>
                <a:latin typeface="Arial" panose="020B0604020202020204" pitchFamily="34" charset="0"/>
              </a:rPr>
              <a:t>John von Neumann (1903</a:t>
            </a:r>
            <a:r>
              <a:rPr lang="ja-JP" altLang="en-US" b="0" i="0" dirty="0">
                <a:effectLst/>
                <a:latin typeface="Arial" panose="020B0604020202020204" pitchFamily="34" charset="0"/>
              </a:rPr>
              <a:t>年 </a:t>
            </a:r>
            <a:r>
              <a:rPr lang="en-US" altLang="ja-JP" b="0" i="0" dirty="0">
                <a:effectLst/>
                <a:latin typeface="Arial" panose="020B0604020202020204" pitchFamily="34" charset="0"/>
              </a:rPr>
              <a:t>- 1957</a:t>
            </a:r>
            <a:r>
              <a:rPr lang="ja-JP" altLang="en-US" b="0" i="0" dirty="0">
                <a:effectLst/>
                <a:latin typeface="Arial" panose="020B0604020202020204" pitchFamily="34" charset="0"/>
              </a:rPr>
              <a:t>年</a:t>
            </a:r>
            <a:r>
              <a:rPr lang="en-US" altLang="ja-JP" b="0" i="0" dirty="0">
                <a:effectLst/>
                <a:latin typeface="Arial" panose="020B0604020202020204" pitchFamily="34" charset="0"/>
              </a:rPr>
              <a:t>)</a:t>
            </a:r>
          </a:p>
          <a:p>
            <a:pPr lvl="1"/>
            <a:r>
              <a:rPr lang="ja-JP" altLang="en-US" b="0" i="0" dirty="0">
                <a:effectLst/>
                <a:latin typeface="Arial" panose="020B0604020202020204" pitchFamily="34" charset="0"/>
              </a:rPr>
              <a:t>（写真は </a:t>
            </a:r>
            <a:r>
              <a:rPr lang="en-US" altLang="ja-JP" b="0" i="0" dirty="0">
                <a:effectLst/>
                <a:latin typeface="Arial" panose="020B0604020202020204" pitchFamily="34" charset="0"/>
              </a:rPr>
              <a:t>Wikipedia </a:t>
            </a:r>
            <a:r>
              <a:rPr lang="ja-JP" altLang="en-US" b="0" i="0" dirty="0">
                <a:effectLst/>
                <a:latin typeface="Arial" panose="020B0604020202020204" pitchFamily="34" charset="0"/>
              </a:rPr>
              <a:t>より</a:t>
            </a:r>
            <a:endParaRPr kumimoji="1" lang="en-US" altLang="ja-JP" dirty="0"/>
          </a:p>
        </p:txBody>
      </p:sp>
      <p:pic>
        <p:nvPicPr>
          <p:cNvPr id="5" name="図 4">
            <a:extLst>
              <a:ext uri="{FF2B5EF4-FFF2-40B4-BE49-F238E27FC236}">
                <a16:creationId xmlns:a16="http://schemas.microsoft.com/office/drawing/2014/main" id="{513F4158-1C5A-F868-26D5-F1B241992F92}"/>
              </a:ext>
            </a:extLst>
          </p:cNvPr>
          <p:cNvPicPr>
            <a:picLocks noChangeAspect="1"/>
          </p:cNvPicPr>
          <p:nvPr/>
        </p:nvPicPr>
        <p:blipFill>
          <a:blip r:embed="rId2"/>
          <a:stretch>
            <a:fillRect/>
          </a:stretch>
        </p:blipFill>
        <p:spPr>
          <a:xfrm>
            <a:off x="7536016" y="2708992"/>
            <a:ext cx="1800020" cy="2351150"/>
          </a:xfrm>
          <a:prstGeom prst="rect">
            <a:avLst/>
          </a:prstGeom>
        </p:spPr>
      </p:pic>
    </p:spTree>
    <p:extLst>
      <p:ext uri="{BB962C8B-B14F-4D97-AF65-F5344CB8AC3E}">
        <p14:creationId xmlns:p14="http://schemas.microsoft.com/office/powerpoint/2010/main" val="35861594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コンピュータ</a:t>
            </a:r>
          </a:p>
        </p:txBody>
      </p:sp>
      <p:sp>
        <p:nvSpPr>
          <p:cNvPr id="5" name="テキスト プレースホルダー 4"/>
          <p:cNvSpPr>
            <a:spLocks noGrp="1"/>
          </p:cNvSpPr>
          <p:nvPr>
            <p:ph type="body" sz="quarter" idx="10"/>
          </p:nvPr>
        </p:nvSpPr>
        <p:spPr/>
        <p:txBody>
          <a:bodyPr/>
          <a:lstStyle/>
          <a:p>
            <a:r>
              <a:rPr lang="ja-JP" altLang="en-US" dirty="0"/>
              <a:t>「プログラム ＝ 命令列 </a:t>
            </a:r>
            <a:r>
              <a:rPr lang="en-US" altLang="ja-JP" dirty="0"/>
              <a:t>= </a:t>
            </a:r>
            <a:r>
              <a:rPr lang="ja-JP" altLang="en-US" dirty="0"/>
              <a:t>数字の列」に従って計算をする機械</a:t>
            </a:r>
            <a:endParaRPr lang="en-US" altLang="ja-JP" dirty="0"/>
          </a:p>
          <a:p>
            <a:pPr lvl="1"/>
            <a:r>
              <a:rPr lang="ja-JP" altLang="en-US" dirty="0"/>
              <a:t>（「ノイマン型アーキテクチャ」</a:t>
            </a:r>
          </a:p>
          <a:p>
            <a:r>
              <a:rPr lang="en-US" altLang="ja-JP" dirty="0"/>
              <a:t>CPU </a:t>
            </a:r>
            <a:r>
              <a:rPr lang="ja-JP" altLang="en-US" dirty="0"/>
              <a:t>を使うコンピュータの構成要素：</a:t>
            </a:r>
          </a:p>
          <a:p>
            <a:pPr lvl="1"/>
            <a:r>
              <a:rPr lang="en-US" altLang="ja-JP" dirty="0"/>
              <a:t>CPU </a:t>
            </a:r>
            <a:endParaRPr lang="ja-JP" altLang="en-US" dirty="0"/>
          </a:p>
          <a:p>
            <a:pPr lvl="2"/>
            <a:r>
              <a:rPr lang="ja-JP" altLang="en-US" dirty="0"/>
              <a:t>演算器</a:t>
            </a:r>
          </a:p>
          <a:p>
            <a:pPr lvl="2"/>
            <a:r>
              <a:rPr lang="ja-JP" altLang="en-US" dirty="0"/>
              <a:t>レジスタ</a:t>
            </a:r>
          </a:p>
          <a:p>
            <a:pPr lvl="2"/>
            <a:r>
              <a:rPr lang="en-US" altLang="ja-JP" dirty="0"/>
              <a:t>PC</a:t>
            </a:r>
          </a:p>
          <a:p>
            <a:pPr lvl="1"/>
            <a:r>
              <a:rPr lang="ja-JP" altLang="en-US" dirty="0"/>
              <a:t>メモリ（データを記憶するもの）</a:t>
            </a:r>
            <a:endParaRPr kumimoji="1" lang="ja-JP" altLang="en-US" dirty="0"/>
          </a:p>
        </p:txBody>
      </p:sp>
    </p:spTree>
    <p:extLst>
      <p:ext uri="{BB962C8B-B14F-4D97-AF65-F5344CB8AC3E}">
        <p14:creationId xmlns:p14="http://schemas.microsoft.com/office/powerpoint/2010/main" val="65375142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CPU</a:t>
            </a:r>
            <a:endParaRPr kumimoji="1" lang="ja-JP" altLang="en-US" dirty="0"/>
          </a:p>
        </p:txBody>
      </p:sp>
      <p:sp>
        <p:nvSpPr>
          <p:cNvPr id="3" name="コンテンツ プレースホルダー 2"/>
          <p:cNvSpPr>
            <a:spLocks noGrp="1"/>
          </p:cNvSpPr>
          <p:nvPr>
            <p:ph idx="4294967295"/>
          </p:nvPr>
        </p:nvSpPr>
        <p:spPr>
          <a:xfrm>
            <a:off x="2045955" y="1358977"/>
            <a:ext cx="7848600" cy="4903788"/>
          </a:xfrm>
          <a:prstGeom prst="rect">
            <a:avLst/>
          </a:prstGeom>
        </p:spPr>
        <p:txBody>
          <a:bodyPr/>
          <a:lstStyle/>
          <a:p>
            <a:r>
              <a:rPr kumimoji="1" lang="ja-JP" altLang="en-US" dirty="0"/>
              <a:t>コンピュータの心臓部</a:t>
            </a:r>
            <a:endParaRPr kumimoji="1" lang="en-US" altLang="ja-JP" dirty="0"/>
          </a:p>
          <a:p>
            <a:pPr lvl="1"/>
            <a:r>
              <a:rPr lang="ja-JP" altLang="en-US" dirty="0"/>
              <a:t>メモリから命令を読み出し，計算する</a:t>
            </a:r>
            <a:endParaRPr lang="en-US" altLang="ja-JP" dirty="0"/>
          </a:p>
          <a:p>
            <a:r>
              <a:rPr lang="ja-JP" altLang="en-US" dirty="0"/>
              <a:t>構成要素：</a:t>
            </a:r>
            <a:endParaRPr lang="en-US" altLang="ja-JP" dirty="0"/>
          </a:p>
          <a:p>
            <a:pPr lvl="1"/>
            <a:r>
              <a:rPr lang="ja-JP" altLang="en-US" dirty="0">
                <a:solidFill>
                  <a:schemeClr val="accent2"/>
                </a:solidFill>
              </a:rPr>
              <a:t>演算器（</a:t>
            </a:r>
            <a:r>
              <a:rPr lang="en-US" altLang="ja-JP" dirty="0">
                <a:solidFill>
                  <a:schemeClr val="accent2"/>
                </a:solidFill>
              </a:rPr>
              <a:t>FU: Functional Unit</a:t>
            </a:r>
            <a:r>
              <a:rPr lang="ja-JP" altLang="en-US" dirty="0">
                <a:solidFill>
                  <a:schemeClr val="accent2"/>
                </a:solidFill>
              </a:rPr>
              <a:t>）</a:t>
            </a:r>
            <a:endParaRPr lang="en-US" altLang="ja-JP" dirty="0">
              <a:solidFill>
                <a:schemeClr val="accent2"/>
              </a:solidFill>
            </a:endParaRPr>
          </a:p>
          <a:p>
            <a:pPr lvl="2"/>
            <a:r>
              <a:rPr lang="ja-JP" altLang="en-US" dirty="0"/>
              <a:t>加算器や </a:t>
            </a:r>
            <a:r>
              <a:rPr lang="en-US" altLang="ja-JP" dirty="0"/>
              <a:t>AND </a:t>
            </a:r>
            <a:r>
              <a:rPr lang="ja-JP" altLang="en-US" dirty="0"/>
              <a:t>演算器など</a:t>
            </a:r>
            <a:endParaRPr lang="en-US" altLang="ja-JP" dirty="0"/>
          </a:p>
          <a:p>
            <a:pPr lvl="2"/>
            <a:r>
              <a:rPr lang="ja-JP" altLang="en-US" dirty="0"/>
              <a:t>指示された種類の演算を行う</a:t>
            </a:r>
            <a:endParaRPr lang="en-US" altLang="ja-JP" dirty="0"/>
          </a:p>
          <a:p>
            <a:pPr lvl="1"/>
            <a:r>
              <a:rPr lang="ja-JP" altLang="en-US" dirty="0">
                <a:solidFill>
                  <a:schemeClr val="accent1"/>
                </a:solidFill>
              </a:rPr>
              <a:t>レジスタ・ファイル（右図では </a:t>
            </a:r>
            <a:r>
              <a:rPr lang="en-US" altLang="ja-JP" dirty="0">
                <a:solidFill>
                  <a:schemeClr val="accent1"/>
                </a:solidFill>
              </a:rPr>
              <a:t>A,B,C…</a:t>
            </a:r>
            <a:r>
              <a:rPr lang="ja-JP" altLang="en-US" dirty="0">
                <a:solidFill>
                  <a:schemeClr val="accent1"/>
                </a:solidFill>
              </a:rPr>
              <a:t>）</a:t>
            </a:r>
            <a:endParaRPr lang="en-US" altLang="ja-JP" dirty="0">
              <a:solidFill>
                <a:schemeClr val="accent1"/>
              </a:solidFill>
            </a:endParaRPr>
          </a:p>
          <a:p>
            <a:pPr lvl="2"/>
            <a:r>
              <a:rPr lang="ja-JP" altLang="en-US" dirty="0"/>
              <a:t>データを記憶し，位置を指定して読み書きする</a:t>
            </a:r>
            <a:endParaRPr lang="en-US" altLang="ja-JP" dirty="0"/>
          </a:p>
          <a:p>
            <a:pPr lvl="2"/>
            <a:r>
              <a:rPr lang="en-US" altLang="ja-JP" dirty="0"/>
              <a:t>CPU </a:t>
            </a:r>
            <a:r>
              <a:rPr lang="ja-JP" altLang="en-US" dirty="0"/>
              <a:t>の演算は，このレジスタ上でのみ行う</a:t>
            </a:r>
            <a:endParaRPr lang="en-US" altLang="ja-JP" dirty="0"/>
          </a:p>
          <a:p>
            <a:pPr lvl="1"/>
            <a:r>
              <a:rPr lang="en-US" altLang="ja-JP" dirty="0">
                <a:solidFill>
                  <a:schemeClr val="accent5"/>
                </a:solidFill>
              </a:rPr>
              <a:t>PC</a:t>
            </a:r>
            <a:r>
              <a:rPr lang="ja-JP" altLang="en-US" dirty="0">
                <a:solidFill>
                  <a:schemeClr val="accent5"/>
                </a:solidFill>
              </a:rPr>
              <a:t>（</a:t>
            </a:r>
            <a:r>
              <a:rPr lang="en-US" altLang="ja-JP" dirty="0">
                <a:solidFill>
                  <a:schemeClr val="accent5"/>
                </a:solidFill>
              </a:rPr>
              <a:t>Program Counter</a:t>
            </a:r>
            <a:r>
              <a:rPr lang="ja-JP" altLang="en-US" dirty="0">
                <a:solidFill>
                  <a:schemeClr val="accent5"/>
                </a:solidFill>
              </a:rPr>
              <a:t>）</a:t>
            </a:r>
            <a:endParaRPr lang="en-US" altLang="ja-JP" dirty="0">
              <a:solidFill>
                <a:schemeClr val="accent5"/>
              </a:solidFill>
            </a:endParaRPr>
          </a:p>
          <a:p>
            <a:pPr lvl="2"/>
            <a:r>
              <a:rPr lang="ja-JP" altLang="en-US" dirty="0"/>
              <a:t>現在見ている命令のアドレスを記憶している場所</a:t>
            </a:r>
            <a:endParaRPr lang="en-US" altLang="ja-JP" dirty="0"/>
          </a:p>
        </p:txBody>
      </p:sp>
      <p:sp>
        <p:nvSpPr>
          <p:cNvPr id="5" name="正方形/長方形 4"/>
          <p:cNvSpPr/>
          <p:nvPr/>
        </p:nvSpPr>
        <p:spPr bwMode="auto">
          <a:xfrm>
            <a:off x="8976032" y="1988984"/>
            <a:ext cx="1440016" cy="2880032"/>
          </a:xfrm>
          <a:prstGeom prst="rect">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CPU</a:t>
            </a:r>
            <a:endParaRPr lang="ja-JP" altLang="en-US" dirty="0">
              <a:latin typeface="メイリオ" panose="020B0604030504040204" pitchFamily="50" charset="-128"/>
              <a:ea typeface="メイリオ" panose="020B0604030504040204" pitchFamily="50" charset="-128"/>
            </a:endParaRPr>
          </a:p>
        </p:txBody>
      </p:sp>
      <p:sp>
        <p:nvSpPr>
          <p:cNvPr id="6" name="正方形/長方形 5"/>
          <p:cNvSpPr/>
          <p:nvPr/>
        </p:nvSpPr>
        <p:spPr bwMode="auto">
          <a:xfrm>
            <a:off x="9246035" y="2528990"/>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latin typeface="メイリオ" panose="020B0604030504040204" pitchFamily="50" charset="-128"/>
                <a:ea typeface="メイリオ" panose="020B0604030504040204" pitchFamily="50" charset="-128"/>
              </a:rPr>
              <a:t>A</a:t>
            </a:r>
            <a:endParaRPr lang="ja-JP" altLang="en-US" dirty="0">
              <a:latin typeface="メイリオ" panose="020B0604030504040204" pitchFamily="50" charset="-128"/>
              <a:ea typeface="メイリオ" panose="020B0604030504040204" pitchFamily="50" charset="-128"/>
            </a:endParaRPr>
          </a:p>
        </p:txBody>
      </p:sp>
      <p:sp>
        <p:nvSpPr>
          <p:cNvPr id="7" name="正方形/長方形 6"/>
          <p:cNvSpPr/>
          <p:nvPr/>
        </p:nvSpPr>
        <p:spPr bwMode="auto">
          <a:xfrm>
            <a:off x="9876042" y="2528990"/>
            <a:ext cx="360004" cy="360004"/>
          </a:xfrm>
          <a:prstGeom prst="rect">
            <a:avLst/>
          </a:prstGeom>
          <a:ln>
            <a:headEnd/>
            <a:tailEnd type="triangl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latin typeface="メイリオ" panose="020B0604030504040204" pitchFamily="50" charset="-128"/>
                <a:ea typeface="メイリオ" panose="020B0604030504040204" pitchFamily="50" charset="-128"/>
              </a:rPr>
              <a:t>PC</a:t>
            </a:r>
            <a:endParaRPr lang="ja-JP" altLang="en-US" dirty="0">
              <a:latin typeface="メイリオ" panose="020B0604030504040204" pitchFamily="50" charset="-128"/>
              <a:ea typeface="メイリオ" panose="020B0604030504040204" pitchFamily="50" charset="-128"/>
            </a:endParaRPr>
          </a:p>
        </p:txBody>
      </p:sp>
      <p:sp>
        <p:nvSpPr>
          <p:cNvPr id="8" name="正方形/長方形 7"/>
          <p:cNvSpPr/>
          <p:nvPr/>
        </p:nvSpPr>
        <p:spPr bwMode="auto">
          <a:xfrm>
            <a:off x="9246035" y="2888994"/>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latin typeface="メイリオ" panose="020B0604030504040204" pitchFamily="50" charset="-128"/>
                <a:ea typeface="メイリオ" panose="020B0604030504040204" pitchFamily="50" charset="-128"/>
              </a:rPr>
              <a:t>B</a:t>
            </a:r>
            <a:endParaRPr lang="ja-JP" altLang="en-US" dirty="0">
              <a:latin typeface="メイリオ" panose="020B0604030504040204" pitchFamily="50" charset="-128"/>
              <a:ea typeface="メイリオ" panose="020B0604030504040204" pitchFamily="50" charset="-128"/>
            </a:endParaRPr>
          </a:p>
        </p:txBody>
      </p:sp>
      <p:sp>
        <p:nvSpPr>
          <p:cNvPr id="9" name="正方形/長方形 8"/>
          <p:cNvSpPr/>
          <p:nvPr/>
        </p:nvSpPr>
        <p:spPr bwMode="auto">
          <a:xfrm>
            <a:off x="9246035" y="3248998"/>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latin typeface="メイリオ" panose="020B0604030504040204" pitchFamily="50" charset="-128"/>
                <a:ea typeface="メイリオ" panose="020B0604030504040204" pitchFamily="50" charset="-128"/>
              </a:rPr>
              <a:t>C</a:t>
            </a:r>
            <a:endParaRPr lang="ja-JP" altLang="en-US" dirty="0">
              <a:latin typeface="メイリオ" panose="020B0604030504040204" pitchFamily="50" charset="-128"/>
              <a:ea typeface="メイリオ" panose="020B0604030504040204" pitchFamily="50" charset="-128"/>
            </a:endParaRPr>
          </a:p>
        </p:txBody>
      </p:sp>
      <p:sp>
        <p:nvSpPr>
          <p:cNvPr id="10" name="正方形/長方形 9"/>
          <p:cNvSpPr/>
          <p:nvPr/>
        </p:nvSpPr>
        <p:spPr bwMode="auto">
          <a:xfrm>
            <a:off x="9246035" y="3609002"/>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latin typeface="メイリオ" panose="020B0604030504040204" pitchFamily="50" charset="-128"/>
                <a:ea typeface="メイリオ" panose="020B0604030504040204" pitchFamily="50" charset="-128"/>
              </a:rPr>
              <a:t>D</a:t>
            </a:r>
            <a:endParaRPr lang="ja-JP" altLang="en-US" dirty="0">
              <a:latin typeface="メイリオ" panose="020B0604030504040204" pitchFamily="50" charset="-128"/>
              <a:ea typeface="メイリオ" panose="020B0604030504040204" pitchFamily="50" charset="-128"/>
            </a:endParaRPr>
          </a:p>
        </p:txBody>
      </p:sp>
      <p:sp>
        <p:nvSpPr>
          <p:cNvPr id="12" name="フローチャート: 手作業 11"/>
          <p:cNvSpPr/>
          <p:nvPr/>
        </p:nvSpPr>
        <p:spPr bwMode="auto">
          <a:xfrm rot="16200000">
            <a:off x="9598844" y="3796199"/>
            <a:ext cx="914400" cy="360004"/>
          </a:xfrm>
          <a:prstGeom prst="flowChartManualOperation">
            <a:avLst/>
          </a:prstGeom>
          <a:ln>
            <a:headEnd/>
            <a:tailEnd type="triangle" w="sm" len="med"/>
          </a:ln>
        </p:spPr>
        <p:style>
          <a:lnRef idx="2">
            <a:schemeClr val="accent2">
              <a:shade val="50000"/>
            </a:schemeClr>
          </a:lnRef>
          <a:fillRef idx="1">
            <a:schemeClr val="accent2"/>
          </a:fillRef>
          <a:effectRef idx="0">
            <a:schemeClr val="accent2"/>
          </a:effectRef>
          <a:fontRef idx="minor">
            <a:schemeClr val="lt1"/>
          </a:fontRef>
        </p:style>
        <p:txBody>
          <a:bodyPr vert="eaVert" rtlCol="0" anchor="ctr"/>
          <a:lstStyle/>
          <a:p>
            <a:pPr algn="ctr"/>
            <a:r>
              <a:rPr lang="en-US" altLang="ja-JP" dirty="0">
                <a:latin typeface="メイリオ" panose="020B0604030504040204" pitchFamily="50" charset="-128"/>
                <a:ea typeface="メイリオ" panose="020B0604030504040204" pitchFamily="50" charset="-128"/>
              </a:rPr>
              <a:t>FU</a:t>
            </a:r>
            <a:endParaRPr lang="ja-JP" altLang="en-US" dirty="0">
              <a:latin typeface="メイリオ" panose="020B0604030504040204" pitchFamily="50" charset="-128"/>
              <a:ea typeface="メイリオ" panose="020B0604030504040204" pitchFamily="50" charset="-128"/>
            </a:endParaRPr>
          </a:p>
        </p:txBody>
      </p:sp>
      <p:sp>
        <p:nvSpPr>
          <p:cNvPr id="13" name="正方形/長方形 12"/>
          <p:cNvSpPr/>
          <p:nvPr/>
        </p:nvSpPr>
        <p:spPr bwMode="auto">
          <a:xfrm>
            <a:off x="9246035" y="3969006"/>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latin typeface="メイリオ" panose="020B0604030504040204" pitchFamily="50" charset="-128"/>
                <a:ea typeface="メイリオ" panose="020B0604030504040204" pitchFamily="50" charset="-128"/>
              </a:rPr>
              <a:t>E</a:t>
            </a:r>
            <a:endParaRPr lang="ja-JP" altLang="en-US" dirty="0">
              <a:latin typeface="メイリオ" panose="020B0604030504040204" pitchFamily="50" charset="-128"/>
              <a:ea typeface="メイリオ" panose="020B0604030504040204" pitchFamily="50" charset="-128"/>
            </a:endParaRPr>
          </a:p>
        </p:txBody>
      </p:sp>
      <p:sp>
        <p:nvSpPr>
          <p:cNvPr id="14" name="正方形/長方形 13"/>
          <p:cNvSpPr/>
          <p:nvPr/>
        </p:nvSpPr>
        <p:spPr bwMode="auto">
          <a:xfrm>
            <a:off x="9246035" y="4329010"/>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latin typeface="メイリオ" panose="020B0604030504040204" pitchFamily="50" charset="-128"/>
                <a:ea typeface="メイリオ" panose="020B0604030504040204" pitchFamily="50" charset="-128"/>
              </a:rPr>
              <a:t>F</a:t>
            </a:r>
            <a:endParaRPr lang="ja-JP" altLang="en-US"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44882411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CPU </a:t>
            </a:r>
            <a:r>
              <a:rPr kumimoji="1" lang="ja-JP" altLang="en-US" dirty="0"/>
              <a:t>の動作</a:t>
            </a:r>
          </a:p>
        </p:txBody>
      </p:sp>
      <p:sp>
        <p:nvSpPr>
          <p:cNvPr id="3" name="コンテンツ プレースホルダー 2"/>
          <p:cNvSpPr>
            <a:spLocks noGrp="1"/>
          </p:cNvSpPr>
          <p:nvPr>
            <p:ph type="body" sz="quarter" idx="10"/>
          </p:nvPr>
        </p:nvSpPr>
        <p:spPr>
          <a:xfrm>
            <a:off x="1775952" y="1088975"/>
            <a:ext cx="8640096" cy="5040056"/>
          </a:xfrm>
          <a:prstGeom prst="rect">
            <a:avLst/>
          </a:prstGeom>
        </p:spPr>
        <p:txBody>
          <a:bodyPr/>
          <a:lstStyle/>
          <a:p>
            <a:r>
              <a:rPr lang="en-US" altLang="ja-JP" dirty="0"/>
              <a:t>PC</a:t>
            </a:r>
            <a:r>
              <a:rPr lang="ja-JP" altLang="en-US" dirty="0"/>
              <a:t>（</a:t>
            </a:r>
            <a:r>
              <a:rPr lang="en-US" altLang="ja-JP" dirty="0"/>
              <a:t>Program Counter</a:t>
            </a:r>
            <a:r>
              <a:rPr lang="ja-JP" altLang="en-US" dirty="0"/>
              <a:t>）</a:t>
            </a:r>
            <a:r>
              <a:rPr lang="en-US" altLang="ja-JP" dirty="0"/>
              <a:t>:</a:t>
            </a:r>
          </a:p>
          <a:p>
            <a:pPr lvl="1"/>
            <a:r>
              <a:rPr lang="ja-JP" altLang="en-US" dirty="0">
                <a:solidFill>
                  <a:schemeClr val="accent5"/>
                </a:solidFill>
              </a:rPr>
              <a:t>現在処理する命令のアドレスを保持</a:t>
            </a:r>
            <a:endParaRPr lang="en-US" altLang="ja-JP" dirty="0">
              <a:solidFill>
                <a:schemeClr val="accent5"/>
              </a:solidFill>
            </a:endParaRPr>
          </a:p>
          <a:p>
            <a:r>
              <a:rPr lang="ja-JP" altLang="en-US" dirty="0"/>
              <a:t>おおざっぱな命令の処理：</a:t>
            </a:r>
            <a:endParaRPr lang="en-US" altLang="ja-JP" dirty="0"/>
          </a:p>
          <a:p>
            <a:pPr marL="906462" lvl="1" indent="-457200">
              <a:buFont typeface="+mj-lt"/>
              <a:buAutoNum type="arabicPeriod"/>
            </a:pPr>
            <a:r>
              <a:rPr lang="en-US" altLang="ja-JP" dirty="0"/>
              <a:t>PC </a:t>
            </a:r>
            <a:r>
              <a:rPr lang="ja-JP" altLang="en-US" dirty="0"/>
              <a:t>が指すアドレスのメモリから読む</a:t>
            </a:r>
            <a:endParaRPr lang="en-US" altLang="ja-JP" dirty="0"/>
          </a:p>
          <a:p>
            <a:pPr marL="906462" lvl="1" indent="-457200">
              <a:buFont typeface="+mj-lt"/>
              <a:buAutoNum type="arabicPeriod"/>
            </a:pPr>
            <a:r>
              <a:rPr lang="ja-JP" altLang="en-US" dirty="0"/>
              <a:t>読んできた命令に応じて処理をする</a:t>
            </a:r>
            <a:endParaRPr lang="en-US" altLang="ja-JP" dirty="0"/>
          </a:p>
          <a:p>
            <a:pPr marL="906462" lvl="1" indent="-457200">
              <a:buFont typeface="+mj-lt"/>
              <a:buAutoNum type="arabicPeriod"/>
            </a:pPr>
            <a:r>
              <a:rPr lang="en-US" altLang="ja-JP" dirty="0"/>
              <a:t>PC </a:t>
            </a:r>
            <a:r>
              <a:rPr lang="ja-JP" altLang="en-US" dirty="0"/>
              <a:t>を更新（数字をたす）</a:t>
            </a:r>
            <a:endParaRPr lang="en-US" altLang="ja-JP" dirty="0"/>
          </a:p>
          <a:p>
            <a:pPr marL="906462" lvl="1" indent="-457200">
              <a:buFont typeface="+mj-lt"/>
              <a:buAutoNum type="arabicPeriod"/>
            </a:pPr>
            <a:r>
              <a:rPr lang="en-US" altLang="ja-JP" dirty="0"/>
              <a:t>1. </a:t>
            </a:r>
            <a:r>
              <a:rPr lang="ja-JP" altLang="en-US" dirty="0"/>
              <a:t>にもどる</a:t>
            </a:r>
            <a:endParaRPr lang="en-US" altLang="ja-JP" dirty="0"/>
          </a:p>
        </p:txBody>
      </p:sp>
      <p:sp>
        <p:nvSpPr>
          <p:cNvPr id="13" name="正方形/長方形 12">
            <a:extLst>
              <a:ext uri="{FF2B5EF4-FFF2-40B4-BE49-F238E27FC236}">
                <a16:creationId xmlns:a16="http://schemas.microsoft.com/office/drawing/2014/main" id="{F5E457DF-147F-56EB-FC8A-C750768EC1C9}"/>
              </a:ext>
            </a:extLst>
          </p:cNvPr>
          <p:cNvSpPr/>
          <p:nvPr/>
        </p:nvSpPr>
        <p:spPr bwMode="auto">
          <a:xfrm>
            <a:off x="7356014" y="1988985"/>
            <a:ext cx="2070023" cy="3330036"/>
          </a:xfrm>
          <a:prstGeom prst="rect">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tlCol="0" anchor="t"/>
          <a:lstStyle/>
          <a:p>
            <a:pPr algn="ctr"/>
            <a:endParaRPr lang="ja-JP" altLang="en-US" dirty="0">
              <a:latin typeface="メイリオ" panose="020B0604030504040204" pitchFamily="50" charset="-128"/>
              <a:ea typeface="メイリオ" panose="020B0604030504040204" pitchFamily="50" charset="-128"/>
            </a:endParaRPr>
          </a:p>
        </p:txBody>
      </p:sp>
      <p:sp>
        <p:nvSpPr>
          <p:cNvPr id="14" name="正方形/長方形 13">
            <a:extLst>
              <a:ext uri="{FF2B5EF4-FFF2-40B4-BE49-F238E27FC236}">
                <a16:creationId xmlns:a16="http://schemas.microsoft.com/office/drawing/2014/main" id="{0550F2F9-BC46-0537-462A-03E99D71A2EA}"/>
              </a:ext>
            </a:extLst>
          </p:cNvPr>
          <p:cNvSpPr/>
          <p:nvPr/>
        </p:nvSpPr>
        <p:spPr bwMode="auto">
          <a:xfrm>
            <a:off x="7446015" y="2168986"/>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A</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15" name="正方形/長方形 14">
            <a:extLst>
              <a:ext uri="{FF2B5EF4-FFF2-40B4-BE49-F238E27FC236}">
                <a16:creationId xmlns:a16="http://schemas.microsoft.com/office/drawing/2014/main" id="{07AAB96F-A048-7C9E-166F-351839CF3A98}"/>
              </a:ext>
            </a:extLst>
          </p:cNvPr>
          <p:cNvSpPr/>
          <p:nvPr/>
        </p:nvSpPr>
        <p:spPr bwMode="auto">
          <a:xfrm>
            <a:off x="8436026" y="2168986"/>
            <a:ext cx="360004" cy="360004"/>
          </a:xfrm>
          <a:prstGeom prst="rect">
            <a:avLst/>
          </a:prstGeom>
          <a:noFill/>
          <a:ln>
            <a:noFill/>
            <a:headEnd/>
            <a:tailEnd type="triangl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PC</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16" name="正方形/長方形 15">
            <a:extLst>
              <a:ext uri="{FF2B5EF4-FFF2-40B4-BE49-F238E27FC236}">
                <a16:creationId xmlns:a16="http://schemas.microsoft.com/office/drawing/2014/main" id="{C2CF475C-F530-958E-0234-FC86CD343166}"/>
              </a:ext>
            </a:extLst>
          </p:cNvPr>
          <p:cNvSpPr/>
          <p:nvPr/>
        </p:nvSpPr>
        <p:spPr bwMode="auto">
          <a:xfrm>
            <a:off x="7446015" y="2528990"/>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B</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17" name="正方形/長方形 16">
            <a:extLst>
              <a:ext uri="{FF2B5EF4-FFF2-40B4-BE49-F238E27FC236}">
                <a16:creationId xmlns:a16="http://schemas.microsoft.com/office/drawing/2014/main" id="{C4B571F9-05AE-6339-FF03-3CAF8824A7F7}"/>
              </a:ext>
            </a:extLst>
          </p:cNvPr>
          <p:cNvSpPr/>
          <p:nvPr/>
        </p:nvSpPr>
        <p:spPr bwMode="auto">
          <a:xfrm>
            <a:off x="7446015" y="2888994"/>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C</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18" name="正方形/長方形 17">
            <a:extLst>
              <a:ext uri="{FF2B5EF4-FFF2-40B4-BE49-F238E27FC236}">
                <a16:creationId xmlns:a16="http://schemas.microsoft.com/office/drawing/2014/main" id="{3FF63826-6514-014C-C33B-9AED22583886}"/>
              </a:ext>
            </a:extLst>
          </p:cNvPr>
          <p:cNvSpPr/>
          <p:nvPr/>
        </p:nvSpPr>
        <p:spPr bwMode="auto">
          <a:xfrm>
            <a:off x="7446015" y="3248998"/>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D</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19" name="フローチャート: 手作業 18">
            <a:extLst>
              <a:ext uri="{FF2B5EF4-FFF2-40B4-BE49-F238E27FC236}">
                <a16:creationId xmlns:a16="http://schemas.microsoft.com/office/drawing/2014/main" id="{7E58DD7C-77B2-2848-B50E-883BE5B381AE}"/>
              </a:ext>
            </a:extLst>
          </p:cNvPr>
          <p:cNvSpPr/>
          <p:nvPr/>
        </p:nvSpPr>
        <p:spPr bwMode="auto">
          <a:xfrm rot="16200000">
            <a:off x="8518832" y="3076191"/>
            <a:ext cx="914400" cy="360004"/>
          </a:xfrm>
          <a:prstGeom prst="flowChartManualOperation">
            <a:avLst/>
          </a:prstGeom>
          <a:ln>
            <a:headEnd/>
            <a:tailEnd type="triangle" w="sm" len="med"/>
          </a:ln>
        </p:spPr>
        <p:style>
          <a:lnRef idx="2">
            <a:schemeClr val="accent2">
              <a:shade val="50000"/>
            </a:schemeClr>
          </a:lnRef>
          <a:fillRef idx="1">
            <a:schemeClr val="accent2"/>
          </a:fillRef>
          <a:effectRef idx="0">
            <a:schemeClr val="accent2"/>
          </a:effectRef>
          <a:fontRef idx="minor">
            <a:schemeClr val="lt1"/>
          </a:fontRef>
        </p:style>
        <p:txBody>
          <a:bodyPr vert="eaVert" rtlCol="0" anchor="ctr"/>
          <a:lstStyle/>
          <a:p>
            <a:pPr algn="ctr"/>
            <a:r>
              <a:rPr lang="en-US" altLang="ja-JP" dirty="0">
                <a:latin typeface="メイリオ" panose="020B0604030504040204" pitchFamily="50" charset="-128"/>
                <a:ea typeface="メイリオ" panose="020B0604030504040204" pitchFamily="50" charset="-128"/>
              </a:rPr>
              <a:t>FU</a:t>
            </a:r>
            <a:endParaRPr lang="ja-JP" altLang="en-US" dirty="0">
              <a:latin typeface="メイリオ" panose="020B0604030504040204" pitchFamily="50" charset="-128"/>
              <a:ea typeface="メイリオ" panose="020B0604030504040204" pitchFamily="50" charset="-128"/>
            </a:endParaRPr>
          </a:p>
        </p:txBody>
      </p:sp>
      <p:sp>
        <p:nvSpPr>
          <p:cNvPr id="20" name="正方形/長方形 19">
            <a:extLst>
              <a:ext uri="{FF2B5EF4-FFF2-40B4-BE49-F238E27FC236}">
                <a16:creationId xmlns:a16="http://schemas.microsoft.com/office/drawing/2014/main" id="{F1FEBB21-24C2-C76B-EA93-651AFE910AFA}"/>
              </a:ext>
            </a:extLst>
          </p:cNvPr>
          <p:cNvSpPr/>
          <p:nvPr/>
        </p:nvSpPr>
        <p:spPr bwMode="auto">
          <a:xfrm>
            <a:off x="7446015" y="3609002"/>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E</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21" name="正方形/長方形 20">
            <a:extLst>
              <a:ext uri="{FF2B5EF4-FFF2-40B4-BE49-F238E27FC236}">
                <a16:creationId xmlns:a16="http://schemas.microsoft.com/office/drawing/2014/main" id="{A5B9CAFE-287A-7030-B907-4322EEA1443F}"/>
              </a:ext>
            </a:extLst>
          </p:cNvPr>
          <p:cNvSpPr/>
          <p:nvPr/>
        </p:nvSpPr>
        <p:spPr bwMode="auto">
          <a:xfrm>
            <a:off x="7446015" y="3969006"/>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F</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22" name="正方形/長方形 21">
            <a:extLst>
              <a:ext uri="{FF2B5EF4-FFF2-40B4-BE49-F238E27FC236}">
                <a16:creationId xmlns:a16="http://schemas.microsoft.com/office/drawing/2014/main" id="{C1019408-F94D-5F52-2086-09D62E31C4E9}"/>
              </a:ext>
            </a:extLst>
          </p:cNvPr>
          <p:cNvSpPr/>
          <p:nvPr/>
        </p:nvSpPr>
        <p:spPr bwMode="auto">
          <a:xfrm>
            <a:off x="10146045" y="1988984"/>
            <a:ext cx="1440016" cy="3330037"/>
          </a:xfrm>
          <a:prstGeom prst="rect">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tlCol="0" anchor="t"/>
          <a:lstStyle/>
          <a:p>
            <a:pPr algn="ctr"/>
            <a:endParaRPr lang="ja-JP" altLang="en-US" dirty="0">
              <a:latin typeface="メイリオ" panose="020B0604030504040204" pitchFamily="50" charset="-128"/>
              <a:ea typeface="メイリオ" panose="020B0604030504040204" pitchFamily="50" charset="-128"/>
            </a:endParaRPr>
          </a:p>
        </p:txBody>
      </p:sp>
      <p:sp>
        <p:nvSpPr>
          <p:cNvPr id="23" name="正方形/長方形 22">
            <a:extLst>
              <a:ext uri="{FF2B5EF4-FFF2-40B4-BE49-F238E27FC236}">
                <a16:creationId xmlns:a16="http://schemas.microsoft.com/office/drawing/2014/main" id="{32972717-E8BA-6054-3406-FD3ABD75284C}"/>
              </a:ext>
            </a:extLst>
          </p:cNvPr>
          <p:cNvSpPr/>
          <p:nvPr/>
        </p:nvSpPr>
        <p:spPr bwMode="auto">
          <a:xfrm>
            <a:off x="10146045" y="1628980"/>
            <a:ext cx="1440016"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ja-JP" altLang="en-US" dirty="0">
                <a:latin typeface="メイリオ" panose="020B0604030504040204" pitchFamily="50" charset="-128"/>
                <a:ea typeface="メイリオ" panose="020B0604030504040204" pitchFamily="50" charset="-128"/>
              </a:rPr>
              <a:t>メモリ</a:t>
            </a:r>
          </a:p>
        </p:txBody>
      </p:sp>
      <p:sp>
        <p:nvSpPr>
          <p:cNvPr id="24" name="正方形/長方形 23">
            <a:extLst>
              <a:ext uri="{FF2B5EF4-FFF2-40B4-BE49-F238E27FC236}">
                <a16:creationId xmlns:a16="http://schemas.microsoft.com/office/drawing/2014/main" id="{221EA218-67BB-29DC-1A7F-314641AA6A66}"/>
              </a:ext>
            </a:extLst>
          </p:cNvPr>
          <p:cNvSpPr/>
          <p:nvPr/>
        </p:nvSpPr>
        <p:spPr bwMode="auto">
          <a:xfrm>
            <a:off x="10146045" y="1988984"/>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Consolas" panose="020B0609020204030204" pitchFamily="49" charset="0"/>
              </a:rPr>
              <a:t>D=A+B</a:t>
            </a:r>
            <a:endParaRPr lang="ja-JP" altLang="en-US" b="1" dirty="0">
              <a:latin typeface="メイリオ" panose="020B0604030504040204" pitchFamily="50" charset="-128"/>
              <a:ea typeface="メイリオ" panose="020B0604030504040204" pitchFamily="50" charset="-128"/>
            </a:endParaRPr>
          </a:p>
        </p:txBody>
      </p:sp>
      <p:sp>
        <p:nvSpPr>
          <p:cNvPr id="25" name="正方形/長方形 24">
            <a:extLst>
              <a:ext uri="{FF2B5EF4-FFF2-40B4-BE49-F238E27FC236}">
                <a16:creationId xmlns:a16="http://schemas.microsoft.com/office/drawing/2014/main" id="{917B9A43-2406-6178-5F5D-01B15EC81B37}"/>
              </a:ext>
            </a:extLst>
          </p:cNvPr>
          <p:cNvSpPr/>
          <p:nvPr/>
        </p:nvSpPr>
        <p:spPr bwMode="auto">
          <a:xfrm>
            <a:off x="10146045" y="2348988"/>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Consolas" panose="020B0609020204030204" pitchFamily="49" charset="0"/>
              </a:rPr>
              <a:t>E=D-C</a:t>
            </a:r>
          </a:p>
        </p:txBody>
      </p:sp>
      <p:sp>
        <p:nvSpPr>
          <p:cNvPr id="26" name="正方形/長方形 25">
            <a:extLst>
              <a:ext uri="{FF2B5EF4-FFF2-40B4-BE49-F238E27FC236}">
                <a16:creationId xmlns:a16="http://schemas.microsoft.com/office/drawing/2014/main" id="{DFB0BAD0-DC08-7170-60BE-72E633E70A5D}"/>
              </a:ext>
            </a:extLst>
          </p:cNvPr>
          <p:cNvSpPr/>
          <p:nvPr/>
        </p:nvSpPr>
        <p:spPr bwMode="auto">
          <a:xfrm>
            <a:off x="10146045" y="2708992"/>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a:t>
            </a:r>
            <a:endParaRPr lang="ja-JP" altLang="en-US" dirty="0">
              <a:latin typeface="メイリオ" panose="020B0604030504040204" pitchFamily="50" charset="-128"/>
              <a:ea typeface="メイリオ" panose="020B0604030504040204" pitchFamily="50" charset="-128"/>
            </a:endParaRPr>
          </a:p>
        </p:txBody>
      </p:sp>
      <p:sp>
        <p:nvSpPr>
          <p:cNvPr id="27" name="正方形/長方形 26">
            <a:extLst>
              <a:ext uri="{FF2B5EF4-FFF2-40B4-BE49-F238E27FC236}">
                <a16:creationId xmlns:a16="http://schemas.microsoft.com/office/drawing/2014/main" id="{C06B285E-ADC7-2C03-6F67-9EB486933826}"/>
              </a:ext>
            </a:extLst>
          </p:cNvPr>
          <p:cNvSpPr/>
          <p:nvPr/>
        </p:nvSpPr>
        <p:spPr bwMode="auto">
          <a:xfrm>
            <a:off x="10146045" y="3068996"/>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a:t>
            </a:r>
            <a:endParaRPr lang="ja-JP" altLang="en-US" dirty="0">
              <a:latin typeface="メイリオ" panose="020B0604030504040204" pitchFamily="50" charset="-128"/>
              <a:ea typeface="メイリオ" panose="020B0604030504040204" pitchFamily="50" charset="-128"/>
            </a:endParaRPr>
          </a:p>
        </p:txBody>
      </p:sp>
      <p:sp>
        <p:nvSpPr>
          <p:cNvPr id="28" name="正方形/長方形 27">
            <a:extLst>
              <a:ext uri="{FF2B5EF4-FFF2-40B4-BE49-F238E27FC236}">
                <a16:creationId xmlns:a16="http://schemas.microsoft.com/office/drawing/2014/main" id="{5F93D917-16AB-0AC3-71C0-E42B14FB1C5A}"/>
              </a:ext>
            </a:extLst>
          </p:cNvPr>
          <p:cNvSpPr/>
          <p:nvPr/>
        </p:nvSpPr>
        <p:spPr bwMode="auto">
          <a:xfrm>
            <a:off x="7266013" y="1628980"/>
            <a:ext cx="216002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CPU</a:t>
            </a:r>
            <a:endParaRPr lang="ja-JP" altLang="en-US" dirty="0">
              <a:latin typeface="メイリオ" panose="020B0604030504040204" pitchFamily="50" charset="-128"/>
              <a:ea typeface="メイリオ" panose="020B0604030504040204" pitchFamily="50" charset="-128"/>
            </a:endParaRPr>
          </a:p>
        </p:txBody>
      </p:sp>
      <p:sp>
        <p:nvSpPr>
          <p:cNvPr id="29" name="正方形/長方形 28">
            <a:extLst>
              <a:ext uri="{FF2B5EF4-FFF2-40B4-BE49-F238E27FC236}">
                <a16:creationId xmlns:a16="http://schemas.microsoft.com/office/drawing/2014/main" id="{4DF55590-FFBB-88CF-6712-D4374591A787}"/>
              </a:ext>
            </a:extLst>
          </p:cNvPr>
          <p:cNvSpPr/>
          <p:nvPr/>
        </p:nvSpPr>
        <p:spPr bwMode="auto">
          <a:xfrm>
            <a:off x="9786041" y="1988984"/>
            <a:ext cx="36000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pPr algn="ctr"/>
            <a:r>
              <a:rPr lang="en-US" altLang="ja-JP" dirty="0">
                <a:latin typeface="メイリオ" panose="020B0604030504040204" pitchFamily="50" charset="-128"/>
                <a:ea typeface="メイリオ" panose="020B0604030504040204" pitchFamily="50" charset="-128"/>
              </a:rPr>
              <a:t>0:</a:t>
            </a:r>
            <a:endParaRPr lang="ja-JP" altLang="en-US" dirty="0">
              <a:latin typeface="メイリオ" panose="020B0604030504040204" pitchFamily="50" charset="-128"/>
              <a:ea typeface="メイリオ" panose="020B0604030504040204" pitchFamily="50" charset="-128"/>
            </a:endParaRPr>
          </a:p>
        </p:txBody>
      </p:sp>
      <p:sp>
        <p:nvSpPr>
          <p:cNvPr id="30" name="正方形/長方形 29">
            <a:extLst>
              <a:ext uri="{FF2B5EF4-FFF2-40B4-BE49-F238E27FC236}">
                <a16:creationId xmlns:a16="http://schemas.microsoft.com/office/drawing/2014/main" id="{EA28C34F-28AD-4876-8F4E-266B40D8CCBF}"/>
              </a:ext>
            </a:extLst>
          </p:cNvPr>
          <p:cNvSpPr/>
          <p:nvPr/>
        </p:nvSpPr>
        <p:spPr bwMode="auto">
          <a:xfrm>
            <a:off x="9786041" y="2348988"/>
            <a:ext cx="36000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pPr algn="ctr"/>
            <a:r>
              <a:rPr lang="en-US" altLang="ja-JP" dirty="0">
                <a:latin typeface="メイリオ" panose="020B0604030504040204" pitchFamily="50" charset="-128"/>
                <a:ea typeface="メイリオ" panose="020B0604030504040204" pitchFamily="50" charset="-128"/>
              </a:rPr>
              <a:t>1:</a:t>
            </a:r>
            <a:endParaRPr lang="ja-JP" altLang="en-US" dirty="0">
              <a:latin typeface="メイリオ" panose="020B0604030504040204" pitchFamily="50" charset="-128"/>
              <a:ea typeface="メイリオ" panose="020B0604030504040204" pitchFamily="50" charset="-128"/>
            </a:endParaRPr>
          </a:p>
        </p:txBody>
      </p:sp>
      <p:sp>
        <p:nvSpPr>
          <p:cNvPr id="31" name="正方形/長方形 30">
            <a:extLst>
              <a:ext uri="{FF2B5EF4-FFF2-40B4-BE49-F238E27FC236}">
                <a16:creationId xmlns:a16="http://schemas.microsoft.com/office/drawing/2014/main" id="{5FA455F0-59EE-EBEF-FE2C-9FDD16779726}"/>
              </a:ext>
            </a:extLst>
          </p:cNvPr>
          <p:cNvSpPr/>
          <p:nvPr/>
        </p:nvSpPr>
        <p:spPr bwMode="auto">
          <a:xfrm>
            <a:off x="9786041" y="2708992"/>
            <a:ext cx="36000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pPr algn="ctr"/>
            <a:r>
              <a:rPr lang="en-US" altLang="ja-JP" dirty="0">
                <a:latin typeface="メイリオ" panose="020B0604030504040204" pitchFamily="50" charset="-128"/>
                <a:ea typeface="メイリオ" panose="020B0604030504040204" pitchFamily="50" charset="-128"/>
              </a:rPr>
              <a:t>2:</a:t>
            </a:r>
            <a:endParaRPr lang="ja-JP" altLang="en-US" dirty="0">
              <a:latin typeface="メイリオ" panose="020B0604030504040204" pitchFamily="50" charset="-128"/>
              <a:ea typeface="メイリオ" panose="020B0604030504040204" pitchFamily="50" charset="-128"/>
            </a:endParaRPr>
          </a:p>
        </p:txBody>
      </p:sp>
      <p:sp>
        <p:nvSpPr>
          <p:cNvPr id="32" name="正方形/長方形 31">
            <a:extLst>
              <a:ext uri="{FF2B5EF4-FFF2-40B4-BE49-F238E27FC236}">
                <a16:creationId xmlns:a16="http://schemas.microsoft.com/office/drawing/2014/main" id="{3211D85C-F5DA-7C67-AD05-B2F507EEBE10}"/>
              </a:ext>
            </a:extLst>
          </p:cNvPr>
          <p:cNvSpPr/>
          <p:nvPr/>
        </p:nvSpPr>
        <p:spPr bwMode="auto">
          <a:xfrm>
            <a:off x="9786041" y="3068996"/>
            <a:ext cx="36000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pPr algn="ctr"/>
            <a:r>
              <a:rPr lang="en-US" altLang="ja-JP" dirty="0">
                <a:latin typeface="メイリオ" panose="020B0604030504040204" pitchFamily="50" charset="-128"/>
                <a:ea typeface="メイリオ" panose="020B0604030504040204" pitchFamily="50" charset="-128"/>
              </a:rPr>
              <a:t>3:</a:t>
            </a:r>
            <a:endParaRPr lang="ja-JP" altLang="en-US" dirty="0">
              <a:latin typeface="メイリオ" panose="020B0604030504040204" pitchFamily="50" charset="-128"/>
              <a:ea typeface="メイリオ" panose="020B0604030504040204" pitchFamily="50" charset="-128"/>
            </a:endParaRPr>
          </a:p>
        </p:txBody>
      </p:sp>
      <p:sp>
        <p:nvSpPr>
          <p:cNvPr id="33" name="正方形/長方形 32">
            <a:extLst>
              <a:ext uri="{FF2B5EF4-FFF2-40B4-BE49-F238E27FC236}">
                <a16:creationId xmlns:a16="http://schemas.microsoft.com/office/drawing/2014/main" id="{8E6740B5-A383-C648-8C1F-4A810796DEAD}"/>
              </a:ext>
            </a:extLst>
          </p:cNvPr>
          <p:cNvSpPr/>
          <p:nvPr/>
        </p:nvSpPr>
        <p:spPr bwMode="auto">
          <a:xfrm>
            <a:off x="7806019" y="2168986"/>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2000" b="1" dirty="0">
                <a:latin typeface="メイリオ" panose="020B0604030504040204" pitchFamily="50" charset="-128"/>
                <a:ea typeface="メイリオ" panose="020B0604030504040204" pitchFamily="50" charset="-128"/>
              </a:rPr>
              <a:t>1</a:t>
            </a:r>
            <a:endParaRPr lang="ja-JP" altLang="en-US" sz="2000" b="1" dirty="0">
              <a:latin typeface="メイリオ" panose="020B0604030504040204" pitchFamily="50" charset="-128"/>
              <a:ea typeface="メイリオ" panose="020B0604030504040204" pitchFamily="50" charset="-128"/>
            </a:endParaRPr>
          </a:p>
        </p:txBody>
      </p:sp>
      <p:sp>
        <p:nvSpPr>
          <p:cNvPr id="34" name="正方形/長方形 33">
            <a:extLst>
              <a:ext uri="{FF2B5EF4-FFF2-40B4-BE49-F238E27FC236}">
                <a16:creationId xmlns:a16="http://schemas.microsoft.com/office/drawing/2014/main" id="{5BCAC2B3-9322-AF84-085D-AD3F0B6AAAF1}"/>
              </a:ext>
            </a:extLst>
          </p:cNvPr>
          <p:cNvSpPr/>
          <p:nvPr/>
        </p:nvSpPr>
        <p:spPr bwMode="auto">
          <a:xfrm>
            <a:off x="7806019" y="2528990"/>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2000" b="1" dirty="0">
                <a:latin typeface="メイリオ" panose="020B0604030504040204" pitchFamily="50" charset="-128"/>
                <a:ea typeface="メイリオ" panose="020B0604030504040204" pitchFamily="50" charset="-128"/>
              </a:rPr>
              <a:t>2</a:t>
            </a:r>
            <a:endParaRPr lang="ja-JP" altLang="en-US" sz="2000" b="1" dirty="0">
              <a:latin typeface="メイリオ" panose="020B0604030504040204" pitchFamily="50" charset="-128"/>
              <a:ea typeface="メイリオ" panose="020B0604030504040204" pitchFamily="50" charset="-128"/>
            </a:endParaRPr>
          </a:p>
        </p:txBody>
      </p:sp>
      <p:sp>
        <p:nvSpPr>
          <p:cNvPr id="35" name="正方形/長方形 34">
            <a:extLst>
              <a:ext uri="{FF2B5EF4-FFF2-40B4-BE49-F238E27FC236}">
                <a16:creationId xmlns:a16="http://schemas.microsoft.com/office/drawing/2014/main" id="{ABACE2A6-6D65-305D-B77F-B4163FC6D0D1}"/>
              </a:ext>
            </a:extLst>
          </p:cNvPr>
          <p:cNvSpPr/>
          <p:nvPr/>
        </p:nvSpPr>
        <p:spPr bwMode="auto">
          <a:xfrm>
            <a:off x="7806019" y="2888994"/>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2000" b="1" dirty="0">
                <a:latin typeface="メイリオ" panose="020B0604030504040204" pitchFamily="50" charset="-128"/>
                <a:ea typeface="メイリオ" panose="020B0604030504040204" pitchFamily="50" charset="-128"/>
              </a:rPr>
              <a:t>3</a:t>
            </a:r>
            <a:endParaRPr lang="ja-JP" altLang="en-US" sz="2000" b="1" dirty="0">
              <a:latin typeface="メイリオ" panose="020B0604030504040204" pitchFamily="50" charset="-128"/>
              <a:ea typeface="メイリオ" panose="020B0604030504040204" pitchFamily="50" charset="-128"/>
            </a:endParaRPr>
          </a:p>
        </p:txBody>
      </p:sp>
      <p:sp>
        <p:nvSpPr>
          <p:cNvPr id="36" name="正方形/長方形 35">
            <a:extLst>
              <a:ext uri="{FF2B5EF4-FFF2-40B4-BE49-F238E27FC236}">
                <a16:creationId xmlns:a16="http://schemas.microsoft.com/office/drawing/2014/main" id="{AB21DE48-86FE-C529-09AC-A946C7E8C12F}"/>
              </a:ext>
            </a:extLst>
          </p:cNvPr>
          <p:cNvSpPr/>
          <p:nvPr/>
        </p:nvSpPr>
        <p:spPr bwMode="auto">
          <a:xfrm>
            <a:off x="7806019" y="3248998"/>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b="1" dirty="0">
                <a:latin typeface="メイリオ" panose="020B0604030504040204" pitchFamily="50" charset="-128"/>
                <a:ea typeface="メイリオ" panose="020B0604030504040204" pitchFamily="50" charset="-128"/>
              </a:rPr>
              <a:t>0</a:t>
            </a:r>
            <a:endParaRPr lang="ja-JP" altLang="en-US" b="1" dirty="0">
              <a:latin typeface="メイリオ" panose="020B0604030504040204" pitchFamily="50" charset="-128"/>
              <a:ea typeface="メイリオ" panose="020B0604030504040204" pitchFamily="50" charset="-128"/>
            </a:endParaRPr>
          </a:p>
        </p:txBody>
      </p:sp>
      <p:sp>
        <p:nvSpPr>
          <p:cNvPr id="37" name="正方形/長方形 36">
            <a:extLst>
              <a:ext uri="{FF2B5EF4-FFF2-40B4-BE49-F238E27FC236}">
                <a16:creationId xmlns:a16="http://schemas.microsoft.com/office/drawing/2014/main" id="{C6A8329A-73B8-22F5-09C2-72E77049607C}"/>
              </a:ext>
            </a:extLst>
          </p:cNvPr>
          <p:cNvSpPr/>
          <p:nvPr/>
        </p:nvSpPr>
        <p:spPr bwMode="auto">
          <a:xfrm>
            <a:off x="7806019" y="3609002"/>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b="1" dirty="0">
                <a:latin typeface="メイリオ" panose="020B0604030504040204" pitchFamily="50" charset="-128"/>
                <a:ea typeface="メイリオ" panose="020B0604030504040204" pitchFamily="50" charset="-128"/>
              </a:rPr>
              <a:t>0</a:t>
            </a:r>
            <a:endParaRPr lang="ja-JP" altLang="en-US" b="1" dirty="0">
              <a:latin typeface="メイリオ" panose="020B0604030504040204" pitchFamily="50" charset="-128"/>
              <a:ea typeface="メイリオ" panose="020B0604030504040204" pitchFamily="50" charset="-128"/>
            </a:endParaRPr>
          </a:p>
        </p:txBody>
      </p:sp>
      <p:sp>
        <p:nvSpPr>
          <p:cNvPr id="38" name="正方形/長方形 37">
            <a:extLst>
              <a:ext uri="{FF2B5EF4-FFF2-40B4-BE49-F238E27FC236}">
                <a16:creationId xmlns:a16="http://schemas.microsoft.com/office/drawing/2014/main" id="{F54B22E3-A28E-65AD-9E31-D2A28C600DEA}"/>
              </a:ext>
            </a:extLst>
          </p:cNvPr>
          <p:cNvSpPr/>
          <p:nvPr/>
        </p:nvSpPr>
        <p:spPr bwMode="auto">
          <a:xfrm>
            <a:off x="7806019" y="3969006"/>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b="1" dirty="0">
                <a:latin typeface="メイリオ" panose="020B0604030504040204" pitchFamily="50" charset="-128"/>
                <a:ea typeface="メイリオ" panose="020B0604030504040204" pitchFamily="50" charset="-128"/>
              </a:rPr>
              <a:t>0</a:t>
            </a:r>
            <a:endParaRPr lang="ja-JP" altLang="en-US" b="1" dirty="0">
              <a:latin typeface="メイリオ" panose="020B0604030504040204" pitchFamily="50" charset="-128"/>
              <a:ea typeface="メイリオ" panose="020B0604030504040204" pitchFamily="50" charset="-128"/>
            </a:endParaRPr>
          </a:p>
        </p:txBody>
      </p:sp>
      <p:sp>
        <p:nvSpPr>
          <p:cNvPr id="39" name="正方形/長方形 38">
            <a:extLst>
              <a:ext uri="{FF2B5EF4-FFF2-40B4-BE49-F238E27FC236}">
                <a16:creationId xmlns:a16="http://schemas.microsoft.com/office/drawing/2014/main" id="{2F254598-AED5-3A8E-727A-195E0D2CC410}"/>
              </a:ext>
            </a:extLst>
          </p:cNvPr>
          <p:cNvSpPr/>
          <p:nvPr/>
        </p:nvSpPr>
        <p:spPr bwMode="auto">
          <a:xfrm>
            <a:off x="8796030" y="2168986"/>
            <a:ext cx="360004" cy="360004"/>
          </a:xfrm>
          <a:prstGeom prst="rect">
            <a:avLst/>
          </a:prstGeom>
          <a:ln>
            <a:headEnd/>
            <a:tailEnd type="triangl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b="1" dirty="0">
                <a:latin typeface="メイリオ" panose="020B0604030504040204" pitchFamily="50" charset="-128"/>
                <a:ea typeface="メイリオ" panose="020B0604030504040204" pitchFamily="50" charset="-128"/>
              </a:rPr>
              <a:t>0</a:t>
            </a:r>
            <a:endParaRPr lang="ja-JP" altLang="en-US" b="1" dirty="0">
              <a:latin typeface="メイリオ" panose="020B0604030504040204" pitchFamily="50" charset="-128"/>
              <a:ea typeface="メイリオ" panose="020B0604030504040204" pitchFamily="50" charset="-128"/>
            </a:endParaRPr>
          </a:p>
        </p:txBody>
      </p:sp>
      <p:cxnSp>
        <p:nvCxnSpPr>
          <p:cNvPr id="40" name="直線コネクタ 39">
            <a:extLst>
              <a:ext uri="{FF2B5EF4-FFF2-40B4-BE49-F238E27FC236}">
                <a16:creationId xmlns:a16="http://schemas.microsoft.com/office/drawing/2014/main" id="{CD1BCAED-EEC2-91A8-F79E-7AF2361FE241}"/>
              </a:ext>
            </a:extLst>
          </p:cNvPr>
          <p:cNvCxnSpPr/>
          <p:nvPr/>
        </p:nvCxnSpPr>
        <p:spPr bwMode="auto">
          <a:xfrm>
            <a:off x="8256024" y="2168986"/>
            <a:ext cx="0" cy="2160024"/>
          </a:xfrm>
          <a:prstGeom prst="line">
            <a:avLst/>
          </a:prstGeom>
          <a:ln>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41" name="直線コネクタ 40">
            <a:extLst>
              <a:ext uri="{FF2B5EF4-FFF2-40B4-BE49-F238E27FC236}">
                <a16:creationId xmlns:a16="http://schemas.microsoft.com/office/drawing/2014/main" id="{8F2F42B4-EAFB-3812-2742-4566248C624D}"/>
              </a:ext>
            </a:extLst>
          </p:cNvPr>
          <p:cNvCxnSpPr/>
          <p:nvPr/>
        </p:nvCxnSpPr>
        <p:spPr bwMode="auto">
          <a:xfrm>
            <a:off x="8346025" y="2168986"/>
            <a:ext cx="0" cy="2160024"/>
          </a:xfrm>
          <a:prstGeom prst="line">
            <a:avLst/>
          </a:prstGeom>
          <a:ln>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42" name="直線コネクタ 41">
            <a:extLst>
              <a:ext uri="{FF2B5EF4-FFF2-40B4-BE49-F238E27FC236}">
                <a16:creationId xmlns:a16="http://schemas.microsoft.com/office/drawing/2014/main" id="{FB2D4092-AA4F-CCB7-B740-60F59417477E}"/>
              </a:ext>
            </a:extLst>
          </p:cNvPr>
          <p:cNvCxnSpPr/>
          <p:nvPr/>
        </p:nvCxnSpPr>
        <p:spPr bwMode="auto">
          <a:xfrm>
            <a:off x="8256024" y="2978995"/>
            <a:ext cx="540006" cy="0"/>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43" name="直線コネクタ 42">
            <a:extLst>
              <a:ext uri="{FF2B5EF4-FFF2-40B4-BE49-F238E27FC236}">
                <a16:creationId xmlns:a16="http://schemas.microsoft.com/office/drawing/2014/main" id="{01A42062-682D-E67B-C5B6-DE6CF22A9857}"/>
              </a:ext>
            </a:extLst>
          </p:cNvPr>
          <p:cNvCxnSpPr/>
          <p:nvPr/>
        </p:nvCxnSpPr>
        <p:spPr bwMode="auto">
          <a:xfrm>
            <a:off x="8346026" y="3519001"/>
            <a:ext cx="450005" cy="0"/>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44" name="直線コネクタ 43">
            <a:extLst>
              <a:ext uri="{FF2B5EF4-FFF2-40B4-BE49-F238E27FC236}">
                <a16:creationId xmlns:a16="http://schemas.microsoft.com/office/drawing/2014/main" id="{52629A77-2D05-FCAB-32DD-7E1CD93C965C}"/>
              </a:ext>
            </a:extLst>
          </p:cNvPr>
          <p:cNvCxnSpPr/>
          <p:nvPr/>
        </p:nvCxnSpPr>
        <p:spPr bwMode="auto">
          <a:xfrm flipV="1">
            <a:off x="7986021" y="4419011"/>
            <a:ext cx="0" cy="180002"/>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45" name="直線コネクタ 44">
            <a:extLst>
              <a:ext uri="{FF2B5EF4-FFF2-40B4-BE49-F238E27FC236}">
                <a16:creationId xmlns:a16="http://schemas.microsoft.com/office/drawing/2014/main" id="{D92564D8-8712-470C-842F-FE02A7196F14}"/>
              </a:ext>
            </a:extLst>
          </p:cNvPr>
          <p:cNvCxnSpPr/>
          <p:nvPr/>
        </p:nvCxnSpPr>
        <p:spPr bwMode="auto">
          <a:xfrm flipH="1">
            <a:off x="7986023" y="4599013"/>
            <a:ext cx="1260013" cy="0"/>
          </a:xfrm>
          <a:prstGeom prst="line">
            <a:avLst/>
          </a:prstGeom>
          <a:ln w="15875">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46" name="直線コネクタ 45">
            <a:extLst>
              <a:ext uri="{FF2B5EF4-FFF2-40B4-BE49-F238E27FC236}">
                <a16:creationId xmlns:a16="http://schemas.microsoft.com/office/drawing/2014/main" id="{CE3A9138-6E24-A54A-CA41-04B9FA081F83}"/>
              </a:ext>
            </a:extLst>
          </p:cNvPr>
          <p:cNvCxnSpPr/>
          <p:nvPr/>
        </p:nvCxnSpPr>
        <p:spPr bwMode="auto">
          <a:xfrm flipH="1">
            <a:off x="9156035" y="3248998"/>
            <a:ext cx="90001" cy="0"/>
          </a:xfrm>
          <a:prstGeom prst="line">
            <a:avLst/>
          </a:prstGeom>
          <a:ln w="15875">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47" name="直線コネクタ 46">
            <a:extLst>
              <a:ext uri="{FF2B5EF4-FFF2-40B4-BE49-F238E27FC236}">
                <a16:creationId xmlns:a16="http://schemas.microsoft.com/office/drawing/2014/main" id="{A019A23F-D005-45E8-3632-690355C10F8F}"/>
              </a:ext>
            </a:extLst>
          </p:cNvPr>
          <p:cNvCxnSpPr/>
          <p:nvPr/>
        </p:nvCxnSpPr>
        <p:spPr bwMode="auto">
          <a:xfrm flipV="1">
            <a:off x="9246036" y="3248999"/>
            <a:ext cx="1" cy="1350015"/>
          </a:xfrm>
          <a:prstGeom prst="line">
            <a:avLst/>
          </a:prstGeom>
          <a:ln w="15875">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48" name="曲線コネクタ 16">
            <a:extLst>
              <a:ext uri="{FF2B5EF4-FFF2-40B4-BE49-F238E27FC236}">
                <a16:creationId xmlns:a16="http://schemas.microsoft.com/office/drawing/2014/main" id="{7A673022-376E-A6A4-9D32-4F2C5A4BA94C}"/>
              </a:ext>
            </a:extLst>
          </p:cNvPr>
          <p:cNvCxnSpPr>
            <a:stCxn id="39" idx="3"/>
            <a:endCxn id="29" idx="1"/>
          </p:cNvCxnSpPr>
          <p:nvPr/>
        </p:nvCxnSpPr>
        <p:spPr bwMode="auto">
          <a:xfrm flipV="1">
            <a:off x="9156035" y="2168986"/>
            <a:ext cx="630007" cy="180002"/>
          </a:xfrm>
          <a:prstGeom prst="curvedConnector3">
            <a:avLst/>
          </a:prstGeom>
          <a:ln>
            <a:headEnd type="none" w="med" len="med"/>
            <a:tailEnd type="triangle"/>
          </a:ln>
        </p:spPr>
        <p:style>
          <a:lnRef idx="3">
            <a:schemeClr val="accent5"/>
          </a:lnRef>
          <a:fillRef idx="0">
            <a:schemeClr val="accent5"/>
          </a:fillRef>
          <a:effectRef idx="2">
            <a:schemeClr val="accent5"/>
          </a:effectRef>
          <a:fontRef idx="minor">
            <a:schemeClr val="tx1"/>
          </a:fontRef>
        </p:style>
      </p:cxnSp>
    </p:spTree>
    <p:extLst>
      <p:ext uri="{BB962C8B-B14F-4D97-AF65-F5344CB8AC3E}">
        <p14:creationId xmlns:p14="http://schemas.microsoft.com/office/powerpoint/2010/main" val="318564076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CPU </a:t>
            </a:r>
            <a:r>
              <a:rPr kumimoji="1" lang="ja-JP" altLang="en-US" dirty="0"/>
              <a:t>の動作は料理に似ている</a:t>
            </a:r>
          </a:p>
        </p:txBody>
      </p:sp>
      <p:sp>
        <p:nvSpPr>
          <p:cNvPr id="3" name="コンテンツ プレースホルダー 2"/>
          <p:cNvSpPr>
            <a:spLocks noGrp="1"/>
          </p:cNvSpPr>
          <p:nvPr>
            <p:ph type="body" sz="quarter" idx="10"/>
          </p:nvPr>
        </p:nvSpPr>
        <p:spPr>
          <a:xfrm>
            <a:off x="2135957" y="1088975"/>
            <a:ext cx="8010089" cy="1620018"/>
          </a:xfrm>
          <a:prstGeom prst="rect">
            <a:avLst/>
          </a:prstGeom>
        </p:spPr>
        <p:txBody>
          <a:bodyPr/>
          <a:lstStyle/>
          <a:p>
            <a:pPr marL="546462" indent="-457200"/>
            <a:r>
              <a:rPr lang="ja-JP" altLang="en-US" dirty="0"/>
              <a:t>レシピをみながら料理をするのに似ている</a:t>
            </a:r>
            <a:endParaRPr lang="en-US" altLang="ja-JP" dirty="0"/>
          </a:p>
          <a:p>
            <a:pPr marL="906462" lvl="1" indent="-457200"/>
            <a:r>
              <a:rPr lang="ja-JP" altLang="en-US" dirty="0"/>
              <a:t>レシピの各手順が命令</a:t>
            </a:r>
            <a:endParaRPr lang="en-US" altLang="ja-JP" dirty="0"/>
          </a:p>
          <a:p>
            <a:pPr marL="906462" lvl="1" indent="-457200"/>
            <a:r>
              <a:rPr lang="ja-JP" altLang="en-US" b="1" dirty="0">
                <a:solidFill>
                  <a:schemeClr val="accent5"/>
                </a:solidFill>
              </a:rPr>
              <a:t>「今何個目の手順を見てるか」，を憶えているのかが </a:t>
            </a:r>
            <a:r>
              <a:rPr lang="en-US" altLang="ja-JP" b="1" dirty="0">
                <a:solidFill>
                  <a:schemeClr val="accent5"/>
                </a:solidFill>
              </a:rPr>
              <a:t>PC </a:t>
            </a:r>
          </a:p>
          <a:p>
            <a:pPr marL="906462" lvl="1" indent="-457200"/>
            <a:r>
              <a:rPr lang="ja-JP" altLang="en-US" dirty="0"/>
              <a:t>ひとつひとつ手順を取り出して，指示に従って処理</a:t>
            </a:r>
            <a:endParaRPr lang="en-US" altLang="ja-JP" dirty="0"/>
          </a:p>
        </p:txBody>
      </p:sp>
      <p:sp>
        <p:nvSpPr>
          <p:cNvPr id="4" name="正方形/長方形 3"/>
          <p:cNvSpPr/>
          <p:nvPr/>
        </p:nvSpPr>
        <p:spPr bwMode="auto">
          <a:xfrm>
            <a:off x="5195990" y="3429000"/>
            <a:ext cx="1440000" cy="360004"/>
          </a:xfrm>
          <a:prstGeom prst="rect">
            <a:avLst/>
          </a:prstGeom>
          <a:solidFill>
            <a:schemeClr val="accent3">
              <a:lumMod val="60000"/>
              <a:lumOff val="40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accent3">
                    <a:lumMod val="50000"/>
                  </a:schemeClr>
                </a:solidFill>
              </a:rPr>
              <a:t>1.</a:t>
            </a:r>
            <a:r>
              <a:rPr lang="ja-JP" altLang="en-US" sz="1600" dirty="0">
                <a:solidFill>
                  <a:schemeClr val="accent3">
                    <a:lumMod val="50000"/>
                  </a:schemeClr>
                </a:solidFill>
              </a:rPr>
              <a:t>野菜を切る</a:t>
            </a:r>
          </a:p>
        </p:txBody>
      </p:sp>
      <p:sp>
        <p:nvSpPr>
          <p:cNvPr id="5" name="正方形/長方形 4"/>
          <p:cNvSpPr/>
          <p:nvPr/>
        </p:nvSpPr>
        <p:spPr bwMode="auto">
          <a:xfrm>
            <a:off x="5195990" y="3789004"/>
            <a:ext cx="1440000" cy="360004"/>
          </a:xfrm>
          <a:prstGeom prst="rect">
            <a:avLst/>
          </a:prstGeom>
          <a:solidFill>
            <a:schemeClr val="accent3">
              <a:lumMod val="50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400" dirty="0">
                <a:solidFill>
                  <a:schemeClr val="bg1"/>
                </a:solidFill>
              </a:rPr>
              <a:t>2.</a:t>
            </a:r>
            <a:r>
              <a:rPr lang="ja-JP" altLang="en-US" sz="1400" dirty="0">
                <a:solidFill>
                  <a:schemeClr val="bg1"/>
                </a:solidFill>
              </a:rPr>
              <a:t>野菜を炒める</a:t>
            </a:r>
          </a:p>
        </p:txBody>
      </p:sp>
      <p:sp>
        <p:nvSpPr>
          <p:cNvPr id="6" name="正方形/長方形 5"/>
          <p:cNvSpPr/>
          <p:nvPr/>
        </p:nvSpPr>
        <p:spPr bwMode="auto">
          <a:xfrm>
            <a:off x="5195990" y="4149008"/>
            <a:ext cx="1440000" cy="360004"/>
          </a:xfrm>
          <a:prstGeom prst="rect">
            <a:avLst/>
          </a:prstGeom>
          <a:solidFill>
            <a:schemeClr val="accent2">
              <a:lumMod val="60000"/>
              <a:lumOff val="40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accent2">
                    <a:lumMod val="50000"/>
                  </a:schemeClr>
                </a:solidFill>
              </a:rPr>
              <a:t>3.</a:t>
            </a:r>
            <a:r>
              <a:rPr lang="ja-JP" altLang="en-US" sz="1600" dirty="0">
                <a:solidFill>
                  <a:schemeClr val="accent2">
                    <a:lumMod val="50000"/>
                  </a:schemeClr>
                </a:solidFill>
              </a:rPr>
              <a:t>肉を切る</a:t>
            </a:r>
          </a:p>
        </p:txBody>
      </p:sp>
      <p:sp>
        <p:nvSpPr>
          <p:cNvPr id="7" name="正方形/長方形 6"/>
          <p:cNvSpPr/>
          <p:nvPr/>
        </p:nvSpPr>
        <p:spPr bwMode="auto">
          <a:xfrm>
            <a:off x="5195990" y="4509012"/>
            <a:ext cx="1440000" cy="360004"/>
          </a:xfrm>
          <a:prstGeom prst="rect">
            <a:avLst/>
          </a:prstGeom>
          <a:solidFill>
            <a:schemeClr val="accent2">
              <a:lumMod val="75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bg1"/>
                </a:solidFill>
              </a:rPr>
              <a:t>4.</a:t>
            </a:r>
            <a:r>
              <a:rPr lang="ja-JP" altLang="en-US" sz="1600" dirty="0">
                <a:solidFill>
                  <a:schemeClr val="bg1"/>
                </a:solidFill>
              </a:rPr>
              <a:t>肉を炒める</a:t>
            </a:r>
          </a:p>
        </p:txBody>
      </p:sp>
      <p:sp>
        <p:nvSpPr>
          <p:cNvPr id="8" name="正方形/長方形 7"/>
          <p:cNvSpPr/>
          <p:nvPr/>
        </p:nvSpPr>
        <p:spPr bwMode="auto">
          <a:xfrm>
            <a:off x="5195990" y="4869016"/>
            <a:ext cx="1440000" cy="360004"/>
          </a:xfrm>
          <a:prstGeom prst="rect">
            <a:avLst/>
          </a:prstGeom>
          <a:solidFill>
            <a:schemeClr val="accent2">
              <a:lumMod val="50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bg1"/>
                </a:solidFill>
              </a:rPr>
              <a:t>5.</a:t>
            </a:r>
            <a:r>
              <a:rPr lang="ja-JP" altLang="en-US" sz="1600" dirty="0">
                <a:solidFill>
                  <a:schemeClr val="bg1"/>
                </a:solidFill>
              </a:rPr>
              <a:t>煮込む</a:t>
            </a:r>
          </a:p>
        </p:txBody>
      </p:sp>
      <p:sp>
        <p:nvSpPr>
          <p:cNvPr id="9" name="正方形/長方形 8"/>
          <p:cNvSpPr/>
          <p:nvPr/>
        </p:nvSpPr>
        <p:spPr bwMode="auto">
          <a:xfrm>
            <a:off x="5195990" y="5229020"/>
            <a:ext cx="1440000" cy="360004"/>
          </a:xfrm>
          <a:prstGeom prst="rect">
            <a:avLst/>
          </a:prstGeom>
          <a:solidFill>
            <a:srgbClr val="663300"/>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400" dirty="0">
                <a:solidFill>
                  <a:schemeClr val="bg1"/>
                </a:solidFill>
              </a:rPr>
              <a:t>6.</a:t>
            </a:r>
            <a:r>
              <a:rPr lang="ja-JP" altLang="en-US" sz="1400" dirty="0">
                <a:solidFill>
                  <a:schemeClr val="bg1"/>
                </a:solidFill>
              </a:rPr>
              <a:t>ルーを入れる</a:t>
            </a:r>
          </a:p>
        </p:txBody>
      </p:sp>
      <p:sp>
        <p:nvSpPr>
          <p:cNvPr id="10" name="正方形/長方形 9"/>
          <p:cNvSpPr/>
          <p:nvPr/>
        </p:nvSpPr>
        <p:spPr bwMode="auto">
          <a:xfrm>
            <a:off x="5195990" y="5589024"/>
            <a:ext cx="1440000" cy="360004"/>
          </a:xfrm>
          <a:prstGeom prst="rect">
            <a:avLst/>
          </a:prstGeom>
          <a:solidFill>
            <a:schemeClr val="accent6">
              <a:lumMod val="60000"/>
              <a:lumOff val="40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accent2">
                    <a:lumMod val="50000"/>
                  </a:schemeClr>
                </a:solidFill>
              </a:rPr>
              <a:t>7.</a:t>
            </a:r>
            <a:r>
              <a:rPr lang="ja-JP" altLang="en-US" sz="1600" dirty="0">
                <a:solidFill>
                  <a:schemeClr val="accent2">
                    <a:lumMod val="50000"/>
                  </a:schemeClr>
                </a:solidFill>
              </a:rPr>
              <a:t>コメを研ぐ</a:t>
            </a:r>
          </a:p>
        </p:txBody>
      </p:sp>
      <p:sp>
        <p:nvSpPr>
          <p:cNvPr id="11" name="正方形/長方形 10"/>
          <p:cNvSpPr/>
          <p:nvPr/>
        </p:nvSpPr>
        <p:spPr bwMode="auto">
          <a:xfrm>
            <a:off x="5195990" y="5949028"/>
            <a:ext cx="1440000" cy="360004"/>
          </a:xfrm>
          <a:prstGeom prst="rect">
            <a:avLst/>
          </a:prstGeom>
          <a:solidFill>
            <a:schemeClr val="accent6">
              <a:lumMod val="75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bg1"/>
                </a:solidFill>
              </a:rPr>
              <a:t>8.</a:t>
            </a:r>
            <a:r>
              <a:rPr lang="ja-JP" altLang="en-US" sz="1600" dirty="0">
                <a:solidFill>
                  <a:schemeClr val="bg1"/>
                </a:solidFill>
              </a:rPr>
              <a:t>コメを炊く</a:t>
            </a:r>
          </a:p>
        </p:txBody>
      </p:sp>
      <p:sp>
        <p:nvSpPr>
          <p:cNvPr id="12" name="正方形/長方形 11"/>
          <p:cNvSpPr/>
          <p:nvPr/>
        </p:nvSpPr>
        <p:spPr bwMode="auto">
          <a:xfrm>
            <a:off x="5195990" y="6309032"/>
            <a:ext cx="1440000" cy="360004"/>
          </a:xfrm>
          <a:prstGeom prst="rect">
            <a:avLst/>
          </a:prstGeom>
          <a:solidFill>
            <a:srgbClr val="CC9900"/>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bg1"/>
                </a:solidFill>
              </a:rPr>
              <a:t>9.</a:t>
            </a:r>
            <a:r>
              <a:rPr lang="ja-JP" altLang="en-US" sz="1600" dirty="0">
                <a:solidFill>
                  <a:schemeClr val="bg1"/>
                </a:solidFill>
              </a:rPr>
              <a:t>もりつける</a:t>
            </a:r>
          </a:p>
        </p:txBody>
      </p:sp>
      <p:grpSp>
        <p:nvGrpSpPr>
          <p:cNvPr id="13" name="グループ化 12"/>
          <p:cNvGrpSpPr/>
          <p:nvPr/>
        </p:nvGrpSpPr>
        <p:grpSpPr>
          <a:xfrm rot="5400000">
            <a:off x="3080965" y="4824017"/>
            <a:ext cx="3330038" cy="540006"/>
            <a:chOff x="3533396" y="3248998"/>
            <a:chExt cx="3330038" cy="540006"/>
          </a:xfrm>
        </p:grpSpPr>
        <p:cxnSp>
          <p:nvCxnSpPr>
            <p:cNvPr id="14" name="直線コネクタ 13"/>
            <p:cNvCxnSpPr/>
            <p:nvPr/>
          </p:nvCxnSpPr>
          <p:spPr bwMode="auto">
            <a:xfrm rot="16200000">
              <a:off x="5198415" y="1853981"/>
              <a:ext cx="0" cy="3330038"/>
            </a:xfrm>
            <a:prstGeom prst="line">
              <a:avLst/>
            </a:prstGeom>
            <a:noFill/>
            <a:ln w="12700" cap="flat" cmpd="sng" algn="ctr">
              <a:solidFill>
                <a:schemeClr val="accent6"/>
              </a:solidFill>
              <a:prstDash val="solid"/>
              <a:round/>
              <a:headEnd type="none" w="med" len="med"/>
              <a:tailEnd type="none" w="med" len="med"/>
            </a:ln>
            <a:effectLst/>
          </p:spPr>
        </p:cxnSp>
        <p:cxnSp>
          <p:nvCxnSpPr>
            <p:cNvPr id="15" name="直線コネクタ 14"/>
            <p:cNvCxnSpPr/>
            <p:nvPr/>
          </p:nvCxnSpPr>
          <p:spPr bwMode="auto">
            <a:xfrm flipH="1" flipV="1">
              <a:off x="6593430" y="3248998"/>
              <a:ext cx="270003" cy="270003"/>
            </a:xfrm>
            <a:prstGeom prst="line">
              <a:avLst/>
            </a:prstGeom>
            <a:noFill/>
            <a:ln w="12700" cap="flat" cmpd="sng" algn="ctr">
              <a:solidFill>
                <a:schemeClr val="accent6"/>
              </a:solidFill>
              <a:prstDash val="solid"/>
              <a:round/>
              <a:headEnd type="none" w="med" len="med"/>
              <a:tailEnd type="none" w="med" len="med"/>
            </a:ln>
            <a:effectLst/>
          </p:spPr>
        </p:cxnSp>
        <p:cxnSp>
          <p:nvCxnSpPr>
            <p:cNvPr id="16" name="直線コネクタ 15"/>
            <p:cNvCxnSpPr/>
            <p:nvPr/>
          </p:nvCxnSpPr>
          <p:spPr bwMode="auto">
            <a:xfrm flipH="1">
              <a:off x="6593430" y="3519001"/>
              <a:ext cx="270004" cy="270003"/>
            </a:xfrm>
            <a:prstGeom prst="line">
              <a:avLst/>
            </a:prstGeom>
            <a:noFill/>
            <a:ln w="12700" cap="flat" cmpd="sng" algn="ctr">
              <a:solidFill>
                <a:schemeClr val="accent6"/>
              </a:solidFill>
              <a:prstDash val="solid"/>
              <a:round/>
              <a:headEnd type="none" w="med" len="med"/>
              <a:tailEnd type="none" w="med" len="med"/>
            </a:ln>
            <a:effectLst/>
          </p:spPr>
        </p:cxnSp>
      </p:grpSp>
      <p:sp>
        <p:nvSpPr>
          <p:cNvPr id="17" name="テキスト ボックス 16"/>
          <p:cNvSpPr txBox="1"/>
          <p:nvPr/>
        </p:nvSpPr>
        <p:spPr>
          <a:xfrm>
            <a:off x="4745985" y="2888994"/>
            <a:ext cx="1620018" cy="369332"/>
          </a:xfrm>
          <a:prstGeom prst="rect">
            <a:avLst/>
          </a:prstGeom>
          <a:noFill/>
        </p:spPr>
        <p:txBody>
          <a:bodyPr wrap="none" rtlCol="0">
            <a:noAutofit/>
          </a:bodyPr>
          <a:lstStyle/>
          <a:p>
            <a:r>
              <a:rPr lang="ja-JP" altLang="en-US" sz="2400" dirty="0">
                <a:solidFill>
                  <a:srgbClr val="5E6363"/>
                </a:solidFill>
              </a:rPr>
              <a:t>カレーのレシピ</a:t>
            </a:r>
          </a:p>
        </p:txBody>
      </p:sp>
    </p:spTree>
    <p:extLst>
      <p:ext uri="{BB962C8B-B14F-4D97-AF65-F5344CB8AC3E}">
        <p14:creationId xmlns:p14="http://schemas.microsoft.com/office/powerpoint/2010/main" val="350182012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pPr lvl="2"/>
            <a:r>
              <a:rPr lang="en-US" altLang="ja-JP" b="1" dirty="0">
                <a:solidFill>
                  <a:schemeClr val="bg1"/>
                </a:solidFill>
                <a:latin typeface="メイリオ" panose="020B0604030504040204" pitchFamily="50" charset="-128"/>
                <a:ea typeface="メイリオ" panose="020B0604030504040204" pitchFamily="50" charset="-128"/>
              </a:rPr>
              <a:t>0. </a:t>
            </a:r>
            <a:r>
              <a:rPr lang="ja-JP" altLang="en-US" b="1" dirty="0">
                <a:solidFill>
                  <a:schemeClr val="bg1"/>
                </a:solidFill>
                <a:latin typeface="メイリオ" panose="020B0604030504040204" pitchFamily="50" charset="-128"/>
                <a:ea typeface="メイリオ" panose="020B0604030504040204" pitchFamily="50" charset="-128"/>
              </a:rPr>
              <a:t>初期状態</a:t>
            </a:r>
          </a:p>
        </p:txBody>
      </p:sp>
      <p:sp>
        <p:nvSpPr>
          <p:cNvPr id="3" name="コンテンツ プレースホルダー 2"/>
          <p:cNvSpPr>
            <a:spLocks noGrp="1"/>
          </p:cNvSpPr>
          <p:nvPr>
            <p:ph idx="4294967295"/>
          </p:nvPr>
        </p:nvSpPr>
        <p:spPr>
          <a:xfrm>
            <a:off x="1865954" y="1676400"/>
            <a:ext cx="4950054" cy="4903788"/>
          </a:xfrm>
          <a:prstGeom prst="rect">
            <a:avLst/>
          </a:prstGeom>
        </p:spPr>
        <p:txBody>
          <a:bodyPr/>
          <a:lstStyle/>
          <a:p>
            <a:pPr marL="269875" lvl="2">
              <a:buClr>
                <a:srgbClr val="6666FF"/>
              </a:buClr>
              <a:buFont typeface="Wingdings" pitchFamily="2" charset="2"/>
              <a:buChar char="n"/>
            </a:pPr>
            <a:endParaRPr lang="en-US" altLang="ja-JP" dirty="0"/>
          </a:p>
          <a:p>
            <a:r>
              <a:rPr lang="en-US" altLang="ja-JP" dirty="0"/>
              <a:t>PC </a:t>
            </a:r>
            <a:r>
              <a:rPr lang="ja-JP" altLang="en-US" dirty="0"/>
              <a:t>はアドレス０を指している</a:t>
            </a:r>
            <a:endParaRPr lang="en-US" altLang="ja-JP" dirty="0"/>
          </a:p>
          <a:p>
            <a:r>
              <a:rPr kumimoji="1" lang="ja-JP" altLang="en-US" dirty="0"/>
              <a:t>レジスタの初期値は</a:t>
            </a:r>
            <a:r>
              <a:rPr kumimoji="1" lang="en-US" altLang="ja-JP" dirty="0"/>
              <a:t>1,2,3…</a:t>
            </a:r>
          </a:p>
          <a:p>
            <a:r>
              <a:rPr lang="ja-JP" altLang="en-US" dirty="0"/>
              <a:t>メモリには，以下の命令がある</a:t>
            </a:r>
            <a:endParaRPr lang="en-US" altLang="ja-JP" dirty="0"/>
          </a:p>
          <a:p>
            <a:pPr lvl="1"/>
            <a:r>
              <a:rPr lang="en-US" altLang="ja-JP" dirty="0"/>
              <a:t>0 </a:t>
            </a:r>
            <a:r>
              <a:rPr lang="ja-JP" altLang="en-US" dirty="0"/>
              <a:t>番地に </a:t>
            </a:r>
            <a:r>
              <a:rPr lang="en-US" altLang="ja-JP" dirty="0">
                <a:latin typeface="Consolas" panose="020B0609020204030204" pitchFamily="49" charset="0"/>
              </a:rPr>
              <a:t>D=A+B</a:t>
            </a:r>
            <a:endParaRPr lang="en-US" altLang="ja-JP" dirty="0"/>
          </a:p>
          <a:p>
            <a:pPr lvl="1"/>
            <a:r>
              <a:rPr lang="en-US" altLang="ja-JP" dirty="0"/>
              <a:t>1 </a:t>
            </a:r>
            <a:r>
              <a:rPr lang="ja-JP" altLang="en-US" dirty="0"/>
              <a:t>番地に </a:t>
            </a:r>
            <a:r>
              <a:rPr lang="en-US" altLang="ja-JP" dirty="0">
                <a:latin typeface="Consolas" panose="020B0609020204030204" pitchFamily="49" charset="0"/>
              </a:rPr>
              <a:t>E=D-C</a:t>
            </a:r>
            <a:endParaRPr lang="en-US" altLang="ja-JP" dirty="0"/>
          </a:p>
          <a:p>
            <a:pPr lvl="1"/>
            <a:endParaRPr lang="en-US" altLang="ja-JP" dirty="0"/>
          </a:p>
          <a:p>
            <a:endParaRPr lang="en-US" altLang="ja-JP" dirty="0"/>
          </a:p>
          <a:p>
            <a:endParaRPr lang="en-US" altLang="ja-JP" dirty="0"/>
          </a:p>
          <a:p>
            <a:endParaRPr kumimoji="1" lang="en-US" altLang="ja-JP" dirty="0"/>
          </a:p>
          <a:p>
            <a:endParaRPr kumimoji="1" lang="ja-JP" altLang="en-US" dirty="0"/>
          </a:p>
        </p:txBody>
      </p:sp>
      <p:sp>
        <p:nvSpPr>
          <p:cNvPr id="5" name="正方形/長方形 4"/>
          <p:cNvSpPr/>
          <p:nvPr/>
        </p:nvSpPr>
        <p:spPr bwMode="auto">
          <a:xfrm>
            <a:off x="6186001" y="1988985"/>
            <a:ext cx="2070023" cy="3330036"/>
          </a:xfrm>
          <a:prstGeom prst="rect">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tlCol="0" anchor="t"/>
          <a:lstStyle/>
          <a:p>
            <a:pPr algn="ctr"/>
            <a:endParaRPr lang="ja-JP" altLang="en-US" dirty="0">
              <a:latin typeface="メイリオ" panose="020B0604030504040204" pitchFamily="50" charset="-128"/>
              <a:ea typeface="メイリオ" panose="020B0604030504040204" pitchFamily="50" charset="-128"/>
            </a:endParaRPr>
          </a:p>
        </p:txBody>
      </p:sp>
      <p:sp>
        <p:nvSpPr>
          <p:cNvPr id="6" name="正方形/長方形 5"/>
          <p:cNvSpPr/>
          <p:nvPr/>
        </p:nvSpPr>
        <p:spPr bwMode="auto">
          <a:xfrm>
            <a:off x="6276002" y="2168986"/>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A</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7" name="正方形/長方形 6"/>
          <p:cNvSpPr/>
          <p:nvPr/>
        </p:nvSpPr>
        <p:spPr bwMode="auto">
          <a:xfrm>
            <a:off x="7266013" y="2168986"/>
            <a:ext cx="360004" cy="360004"/>
          </a:xfrm>
          <a:prstGeom prst="rect">
            <a:avLst/>
          </a:prstGeom>
          <a:noFill/>
          <a:ln>
            <a:noFill/>
            <a:headEnd/>
            <a:tailEnd type="triangl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PC</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8" name="正方形/長方形 7"/>
          <p:cNvSpPr/>
          <p:nvPr/>
        </p:nvSpPr>
        <p:spPr bwMode="auto">
          <a:xfrm>
            <a:off x="6276002" y="2528990"/>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B</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9" name="正方形/長方形 8"/>
          <p:cNvSpPr/>
          <p:nvPr/>
        </p:nvSpPr>
        <p:spPr bwMode="auto">
          <a:xfrm>
            <a:off x="6276002" y="2888994"/>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C</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10" name="正方形/長方形 9"/>
          <p:cNvSpPr/>
          <p:nvPr/>
        </p:nvSpPr>
        <p:spPr bwMode="auto">
          <a:xfrm>
            <a:off x="6276002" y="3248998"/>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D</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11" name="フローチャート: 手作業 10"/>
          <p:cNvSpPr/>
          <p:nvPr/>
        </p:nvSpPr>
        <p:spPr bwMode="auto">
          <a:xfrm rot="16200000">
            <a:off x="7348819" y="3076191"/>
            <a:ext cx="914400" cy="360004"/>
          </a:xfrm>
          <a:prstGeom prst="flowChartManualOperation">
            <a:avLst/>
          </a:prstGeom>
          <a:ln>
            <a:headEnd/>
            <a:tailEnd type="triangle" w="sm" len="med"/>
          </a:ln>
        </p:spPr>
        <p:style>
          <a:lnRef idx="2">
            <a:schemeClr val="accent2">
              <a:shade val="50000"/>
            </a:schemeClr>
          </a:lnRef>
          <a:fillRef idx="1">
            <a:schemeClr val="accent2"/>
          </a:fillRef>
          <a:effectRef idx="0">
            <a:schemeClr val="accent2"/>
          </a:effectRef>
          <a:fontRef idx="minor">
            <a:schemeClr val="lt1"/>
          </a:fontRef>
        </p:style>
        <p:txBody>
          <a:bodyPr vert="eaVert" rtlCol="0" anchor="ctr"/>
          <a:lstStyle/>
          <a:p>
            <a:pPr algn="ctr"/>
            <a:r>
              <a:rPr lang="en-US" altLang="ja-JP" dirty="0">
                <a:latin typeface="メイリオ" panose="020B0604030504040204" pitchFamily="50" charset="-128"/>
                <a:ea typeface="メイリオ" panose="020B0604030504040204" pitchFamily="50" charset="-128"/>
              </a:rPr>
              <a:t>FU</a:t>
            </a:r>
            <a:endParaRPr lang="ja-JP" altLang="en-US" dirty="0">
              <a:latin typeface="メイリオ" panose="020B0604030504040204" pitchFamily="50" charset="-128"/>
              <a:ea typeface="メイリオ" panose="020B0604030504040204" pitchFamily="50" charset="-128"/>
            </a:endParaRPr>
          </a:p>
        </p:txBody>
      </p:sp>
      <p:sp>
        <p:nvSpPr>
          <p:cNvPr id="12" name="正方形/長方形 11"/>
          <p:cNvSpPr/>
          <p:nvPr/>
        </p:nvSpPr>
        <p:spPr bwMode="auto">
          <a:xfrm>
            <a:off x="6276002" y="3609002"/>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E</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13" name="正方形/長方形 12"/>
          <p:cNvSpPr/>
          <p:nvPr/>
        </p:nvSpPr>
        <p:spPr bwMode="auto">
          <a:xfrm>
            <a:off x="6276002" y="3969006"/>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F</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14" name="正方形/長方形 13"/>
          <p:cNvSpPr/>
          <p:nvPr/>
        </p:nvSpPr>
        <p:spPr bwMode="auto">
          <a:xfrm>
            <a:off x="8976032" y="1988984"/>
            <a:ext cx="1440016" cy="3330037"/>
          </a:xfrm>
          <a:prstGeom prst="rect">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tlCol="0" anchor="t"/>
          <a:lstStyle/>
          <a:p>
            <a:pPr algn="ctr"/>
            <a:endParaRPr lang="ja-JP" altLang="en-US" dirty="0">
              <a:latin typeface="メイリオ" panose="020B0604030504040204" pitchFamily="50" charset="-128"/>
              <a:ea typeface="メイリオ" panose="020B0604030504040204" pitchFamily="50" charset="-128"/>
            </a:endParaRPr>
          </a:p>
        </p:txBody>
      </p:sp>
      <p:sp>
        <p:nvSpPr>
          <p:cNvPr id="15" name="正方形/長方形 14"/>
          <p:cNvSpPr/>
          <p:nvPr/>
        </p:nvSpPr>
        <p:spPr bwMode="auto">
          <a:xfrm>
            <a:off x="8976032" y="1628980"/>
            <a:ext cx="1440016"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ja-JP" altLang="en-US" dirty="0">
                <a:latin typeface="メイリオ" panose="020B0604030504040204" pitchFamily="50" charset="-128"/>
                <a:ea typeface="メイリオ" panose="020B0604030504040204" pitchFamily="50" charset="-128"/>
              </a:rPr>
              <a:t>メモリ</a:t>
            </a:r>
          </a:p>
        </p:txBody>
      </p:sp>
      <p:sp>
        <p:nvSpPr>
          <p:cNvPr id="18" name="正方形/長方形 17"/>
          <p:cNvSpPr/>
          <p:nvPr/>
        </p:nvSpPr>
        <p:spPr bwMode="auto">
          <a:xfrm>
            <a:off x="8976032" y="1988984"/>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Consolas" panose="020B0609020204030204" pitchFamily="49" charset="0"/>
              </a:rPr>
              <a:t>D=A+B</a:t>
            </a:r>
            <a:endParaRPr lang="ja-JP" altLang="en-US" b="1" dirty="0">
              <a:latin typeface="メイリオ" panose="020B0604030504040204" pitchFamily="50" charset="-128"/>
              <a:ea typeface="メイリオ" panose="020B0604030504040204" pitchFamily="50" charset="-128"/>
            </a:endParaRPr>
          </a:p>
        </p:txBody>
      </p:sp>
      <p:sp>
        <p:nvSpPr>
          <p:cNvPr id="19" name="正方形/長方形 18"/>
          <p:cNvSpPr/>
          <p:nvPr/>
        </p:nvSpPr>
        <p:spPr bwMode="auto">
          <a:xfrm>
            <a:off x="8976032" y="2348988"/>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Consolas" panose="020B0609020204030204" pitchFamily="49" charset="0"/>
              </a:rPr>
              <a:t>E=D-C</a:t>
            </a:r>
          </a:p>
        </p:txBody>
      </p:sp>
      <p:sp>
        <p:nvSpPr>
          <p:cNvPr id="20" name="正方形/長方形 19"/>
          <p:cNvSpPr/>
          <p:nvPr/>
        </p:nvSpPr>
        <p:spPr bwMode="auto">
          <a:xfrm>
            <a:off x="8976032" y="2708992"/>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a:t>
            </a:r>
            <a:endParaRPr lang="ja-JP" altLang="en-US" dirty="0">
              <a:latin typeface="メイリオ" panose="020B0604030504040204" pitchFamily="50" charset="-128"/>
              <a:ea typeface="メイリオ" panose="020B0604030504040204" pitchFamily="50" charset="-128"/>
            </a:endParaRPr>
          </a:p>
        </p:txBody>
      </p:sp>
      <p:sp>
        <p:nvSpPr>
          <p:cNvPr id="21" name="正方形/長方形 20"/>
          <p:cNvSpPr/>
          <p:nvPr/>
        </p:nvSpPr>
        <p:spPr bwMode="auto">
          <a:xfrm>
            <a:off x="8976032" y="3068996"/>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a:t>
            </a:r>
            <a:endParaRPr lang="ja-JP" altLang="en-US" dirty="0">
              <a:latin typeface="メイリオ" panose="020B0604030504040204" pitchFamily="50" charset="-128"/>
              <a:ea typeface="メイリオ" panose="020B0604030504040204" pitchFamily="50" charset="-128"/>
            </a:endParaRPr>
          </a:p>
        </p:txBody>
      </p:sp>
      <p:sp>
        <p:nvSpPr>
          <p:cNvPr id="22" name="正方形/長方形 21"/>
          <p:cNvSpPr/>
          <p:nvPr/>
        </p:nvSpPr>
        <p:spPr bwMode="auto">
          <a:xfrm>
            <a:off x="6096000" y="1628980"/>
            <a:ext cx="216002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CPU</a:t>
            </a:r>
            <a:endParaRPr lang="ja-JP" altLang="en-US" dirty="0">
              <a:latin typeface="メイリオ" panose="020B0604030504040204" pitchFamily="50" charset="-128"/>
              <a:ea typeface="メイリオ" panose="020B0604030504040204" pitchFamily="50" charset="-128"/>
            </a:endParaRPr>
          </a:p>
        </p:txBody>
      </p:sp>
      <p:sp>
        <p:nvSpPr>
          <p:cNvPr id="24" name="正方形/長方形 23"/>
          <p:cNvSpPr/>
          <p:nvPr/>
        </p:nvSpPr>
        <p:spPr bwMode="auto">
          <a:xfrm>
            <a:off x="8616028" y="1988984"/>
            <a:ext cx="36000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pPr algn="ctr"/>
            <a:r>
              <a:rPr lang="en-US" altLang="ja-JP" dirty="0">
                <a:latin typeface="メイリオ" panose="020B0604030504040204" pitchFamily="50" charset="-128"/>
                <a:ea typeface="メイリオ" panose="020B0604030504040204" pitchFamily="50" charset="-128"/>
              </a:rPr>
              <a:t>0:</a:t>
            </a:r>
            <a:endParaRPr lang="ja-JP" altLang="en-US" dirty="0">
              <a:latin typeface="メイリオ" panose="020B0604030504040204" pitchFamily="50" charset="-128"/>
              <a:ea typeface="メイリオ" panose="020B0604030504040204" pitchFamily="50" charset="-128"/>
            </a:endParaRPr>
          </a:p>
        </p:txBody>
      </p:sp>
      <p:sp>
        <p:nvSpPr>
          <p:cNvPr id="25" name="正方形/長方形 24"/>
          <p:cNvSpPr/>
          <p:nvPr/>
        </p:nvSpPr>
        <p:spPr bwMode="auto">
          <a:xfrm>
            <a:off x="8616028" y="2348988"/>
            <a:ext cx="36000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pPr algn="ctr"/>
            <a:r>
              <a:rPr lang="en-US" altLang="ja-JP" dirty="0">
                <a:latin typeface="メイリオ" panose="020B0604030504040204" pitchFamily="50" charset="-128"/>
                <a:ea typeface="メイリオ" panose="020B0604030504040204" pitchFamily="50" charset="-128"/>
              </a:rPr>
              <a:t>1:</a:t>
            </a:r>
            <a:endParaRPr lang="ja-JP" altLang="en-US" dirty="0">
              <a:latin typeface="メイリオ" panose="020B0604030504040204" pitchFamily="50" charset="-128"/>
              <a:ea typeface="メイリオ" panose="020B0604030504040204" pitchFamily="50" charset="-128"/>
            </a:endParaRPr>
          </a:p>
        </p:txBody>
      </p:sp>
      <p:sp>
        <p:nvSpPr>
          <p:cNvPr id="26" name="正方形/長方形 25"/>
          <p:cNvSpPr/>
          <p:nvPr/>
        </p:nvSpPr>
        <p:spPr bwMode="auto">
          <a:xfrm>
            <a:off x="8616028" y="2708992"/>
            <a:ext cx="36000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pPr algn="ctr"/>
            <a:r>
              <a:rPr lang="en-US" altLang="ja-JP" dirty="0">
                <a:latin typeface="メイリオ" panose="020B0604030504040204" pitchFamily="50" charset="-128"/>
                <a:ea typeface="メイリオ" panose="020B0604030504040204" pitchFamily="50" charset="-128"/>
              </a:rPr>
              <a:t>2:</a:t>
            </a:r>
            <a:endParaRPr lang="ja-JP" altLang="en-US" dirty="0">
              <a:latin typeface="メイリオ" panose="020B0604030504040204" pitchFamily="50" charset="-128"/>
              <a:ea typeface="メイリオ" panose="020B0604030504040204" pitchFamily="50" charset="-128"/>
            </a:endParaRPr>
          </a:p>
        </p:txBody>
      </p:sp>
      <p:sp>
        <p:nvSpPr>
          <p:cNvPr id="27" name="正方形/長方形 26"/>
          <p:cNvSpPr/>
          <p:nvPr/>
        </p:nvSpPr>
        <p:spPr bwMode="auto">
          <a:xfrm>
            <a:off x="8616028" y="3068996"/>
            <a:ext cx="36000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pPr algn="ctr"/>
            <a:r>
              <a:rPr lang="en-US" altLang="ja-JP" dirty="0">
                <a:latin typeface="メイリオ" panose="020B0604030504040204" pitchFamily="50" charset="-128"/>
                <a:ea typeface="メイリオ" panose="020B0604030504040204" pitchFamily="50" charset="-128"/>
              </a:rPr>
              <a:t>3:</a:t>
            </a:r>
            <a:endParaRPr lang="ja-JP" altLang="en-US" dirty="0">
              <a:latin typeface="メイリオ" panose="020B0604030504040204" pitchFamily="50" charset="-128"/>
              <a:ea typeface="メイリオ" panose="020B0604030504040204" pitchFamily="50" charset="-128"/>
            </a:endParaRPr>
          </a:p>
        </p:txBody>
      </p:sp>
      <p:sp>
        <p:nvSpPr>
          <p:cNvPr id="28" name="正方形/長方形 27"/>
          <p:cNvSpPr/>
          <p:nvPr/>
        </p:nvSpPr>
        <p:spPr bwMode="auto">
          <a:xfrm>
            <a:off x="6636006" y="2168986"/>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2000" b="1" dirty="0">
                <a:latin typeface="メイリオ" panose="020B0604030504040204" pitchFamily="50" charset="-128"/>
                <a:ea typeface="メイリオ" panose="020B0604030504040204" pitchFamily="50" charset="-128"/>
              </a:rPr>
              <a:t>1</a:t>
            </a:r>
            <a:endParaRPr lang="ja-JP" altLang="en-US" sz="2000" b="1" dirty="0">
              <a:latin typeface="メイリオ" panose="020B0604030504040204" pitchFamily="50" charset="-128"/>
              <a:ea typeface="メイリオ" panose="020B0604030504040204" pitchFamily="50" charset="-128"/>
            </a:endParaRPr>
          </a:p>
        </p:txBody>
      </p:sp>
      <p:sp>
        <p:nvSpPr>
          <p:cNvPr id="29" name="正方形/長方形 28"/>
          <p:cNvSpPr/>
          <p:nvPr/>
        </p:nvSpPr>
        <p:spPr bwMode="auto">
          <a:xfrm>
            <a:off x="6636006" y="2528990"/>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2000" b="1" dirty="0">
                <a:latin typeface="メイリオ" panose="020B0604030504040204" pitchFamily="50" charset="-128"/>
                <a:ea typeface="メイリオ" panose="020B0604030504040204" pitchFamily="50" charset="-128"/>
              </a:rPr>
              <a:t>2</a:t>
            </a:r>
            <a:endParaRPr lang="ja-JP" altLang="en-US" sz="2000" b="1" dirty="0">
              <a:latin typeface="メイリオ" panose="020B0604030504040204" pitchFamily="50" charset="-128"/>
              <a:ea typeface="メイリオ" panose="020B0604030504040204" pitchFamily="50" charset="-128"/>
            </a:endParaRPr>
          </a:p>
        </p:txBody>
      </p:sp>
      <p:sp>
        <p:nvSpPr>
          <p:cNvPr id="30" name="正方形/長方形 29"/>
          <p:cNvSpPr/>
          <p:nvPr/>
        </p:nvSpPr>
        <p:spPr bwMode="auto">
          <a:xfrm>
            <a:off x="6636006" y="2888994"/>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2000" b="1" dirty="0">
                <a:latin typeface="メイリオ" panose="020B0604030504040204" pitchFamily="50" charset="-128"/>
                <a:ea typeface="メイリオ" panose="020B0604030504040204" pitchFamily="50" charset="-128"/>
              </a:rPr>
              <a:t>3</a:t>
            </a:r>
            <a:endParaRPr lang="ja-JP" altLang="en-US" sz="2000" b="1" dirty="0">
              <a:latin typeface="メイリオ" panose="020B0604030504040204" pitchFamily="50" charset="-128"/>
              <a:ea typeface="メイリオ" panose="020B0604030504040204" pitchFamily="50" charset="-128"/>
            </a:endParaRPr>
          </a:p>
        </p:txBody>
      </p:sp>
      <p:sp>
        <p:nvSpPr>
          <p:cNvPr id="31" name="正方形/長方形 30"/>
          <p:cNvSpPr/>
          <p:nvPr/>
        </p:nvSpPr>
        <p:spPr bwMode="auto">
          <a:xfrm>
            <a:off x="6636006" y="3248998"/>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b="1" dirty="0">
                <a:latin typeface="メイリオ" panose="020B0604030504040204" pitchFamily="50" charset="-128"/>
                <a:ea typeface="メイリオ" panose="020B0604030504040204" pitchFamily="50" charset="-128"/>
              </a:rPr>
              <a:t>0</a:t>
            </a:r>
            <a:endParaRPr lang="ja-JP" altLang="en-US" b="1" dirty="0">
              <a:latin typeface="メイリオ" panose="020B0604030504040204" pitchFamily="50" charset="-128"/>
              <a:ea typeface="メイリオ" panose="020B0604030504040204" pitchFamily="50" charset="-128"/>
            </a:endParaRPr>
          </a:p>
        </p:txBody>
      </p:sp>
      <p:sp>
        <p:nvSpPr>
          <p:cNvPr id="32" name="正方形/長方形 31"/>
          <p:cNvSpPr/>
          <p:nvPr/>
        </p:nvSpPr>
        <p:spPr bwMode="auto">
          <a:xfrm>
            <a:off x="6636006" y="3609002"/>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b="1" dirty="0">
                <a:latin typeface="メイリオ" panose="020B0604030504040204" pitchFamily="50" charset="-128"/>
                <a:ea typeface="メイリオ" panose="020B0604030504040204" pitchFamily="50" charset="-128"/>
              </a:rPr>
              <a:t>0</a:t>
            </a:r>
            <a:endParaRPr lang="ja-JP" altLang="en-US" b="1" dirty="0">
              <a:latin typeface="メイリオ" panose="020B0604030504040204" pitchFamily="50" charset="-128"/>
              <a:ea typeface="メイリオ" panose="020B0604030504040204" pitchFamily="50" charset="-128"/>
            </a:endParaRPr>
          </a:p>
        </p:txBody>
      </p:sp>
      <p:sp>
        <p:nvSpPr>
          <p:cNvPr id="33" name="正方形/長方形 32"/>
          <p:cNvSpPr/>
          <p:nvPr/>
        </p:nvSpPr>
        <p:spPr bwMode="auto">
          <a:xfrm>
            <a:off x="6636006" y="3969006"/>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b="1" dirty="0">
                <a:latin typeface="メイリオ" panose="020B0604030504040204" pitchFamily="50" charset="-128"/>
                <a:ea typeface="メイリオ" panose="020B0604030504040204" pitchFamily="50" charset="-128"/>
              </a:rPr>
              <a:t>0</a:t>
            </a:r>
            <a:endParaRPr lang="ja-JP" altLang="en-US" b="1" dirty="0">
              <a:latin typeface="メイリオ" panose="020B0604030504040204" pitchFamily="50" charset="-128"/>
              <a:ea typeface="メイリオ" panose="020B0604030504040204" pitchFamily="50" charset="-128"/>
            </a:endParaRPr>
          </a:p>
        </p:txBody>
      </p:sp>
      <p:sp>
        <p:nvSpPr>
          <p:cNvPr id="34" name="正方形/長方形 33"/>
          <p:cNvSpPr/>
          <p:nvPr/>
        </p:nvSpPr>
        <p:spPr bwMode="auto">
          <a:xfrm>
            <a:off x="7626017" y="2168986"/>
            <a:ext cx="360004" cy="360004"/>
          </a:xfrm>
          <a:prstGeom prst="rect">
            <a:avLst/>
          </a:prstGeom>
          <a:ln>
            <a:headEnd/>
            <a:tailEnd type="triangl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b="1" dirty="0">
                <a:latin typeface="メイリオ" panose="020B0604030504040204" pitchFamily="50" charset="-128"/>
                <a:ea typeface="メイリオ" panose="020B0604030504040204" pitchFamily="50" charset="-128"/>
              </a:rPr>
              <a:t>0</a:t>
            </a:r>
            <a:endParaRPr lang="ja-JP" altLang="en-US" b="1" dirty="0">
              <a:latin typeface="メイリオ" panose="020B0604030504040204" pitchFamily="50" charset="-128"/>
              <a:ea typeface="メイリオ" panose="020B0604030504040204" pitchFamily="50" charset="-128"/>
            </a:endParaRPr>
          </a:p>
        </p:txBody>
      </p:sp>
      <p:cxnSp>
        <p:nvCxnSpPr>
          <p:cNvPr id="36" name="直線コネクタ 35"/>
          <p:cNvCxnSpPr/>
          <p:nvPr/>
        </p:nvCxnSpPr>
        <p:spPr bwMode="auto">
          <a:xfrm>
            <a:off x="7086011" y="2168986"/>
            <a:ext cx="0" cy="2160024"/>
          </a:xfrm>
          <a:prstGeom prst="line">
            <a:avLst/>
          </a:prstGeom>
          <a:ln>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7" name="直線コネクタ 36"/>
          <p:cNvCxnSpPr/>
          <p:nvPr/>
        </p:nvCxnSpPr>
        <p:spPr bwMode="auto">
          <a:xfrm>
            <a:off x="7176012" y="2168986"/>
            <a:ext cx="0" cy="2160024"/>
          </a:xfrm>
          <a:prstGeom prst="line">
            <a:avLst/>
          </a:prstGeom>
          <a:ln>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8" name="直線コネクタ 37"/>
          <p:cNvCxnSpPr/>
          <p:nvPr/>
        </p:nvCxnSpPr>
        <p:spPr bwMode="auto">
          <a:xfrm>
            <a:off x="7086011" y="2978995"/>
            <a:ext cx="540006" cy="0"/>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41" name="直線コネクタ 40"/>
          <p:cNvCxnSpPr/>
          <p:nvPr/>
        </p:nvCxnSpPr>
        <p:spPr bwMode="auto">
          <a:xfrm>
            <a:off x="7176013" y="3519001"/>
            <a:ext cx="450005" cy="0"/>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43" name="直線コネクタ 42"/>
          <p:cNvCxnSpPr/>
          <p:nvPr/>
        </p:nvCxnSpPr>
        <p:spPr bwMode="auto">
          <a:xfrm flipV="1">
            <a:off x="6816008" y="4419011"/>
            <a:ext cx="0" cy="180002"/>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46" name="直線コネクタ 45"/>
          <p:cNvCxnSpPr/>
          <p:nvPr/>
        </p:nvCxnSpPr>
        <p:spPr bwMode="auto">
          <a:xfrm flipH="1">
            <a:off x="6816010" y="4599013"/>
            <a:ext cx="1260013" cy="0"/>
          </a:xfrm>
          <a:prstGeom prst="line">
            <a:avLst/>
          </a:prstGeom>
          <a:ln w="15875">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51" name="直線コネクタ 50"/>
          <p:cNvCxnSpPr/>
          <p:nvPr/>
        </p:nvCxnSpPr>
        <p:spPr bwMode="auto">
          <a:xfrm flipH="1">
            <a:off x="7986022" y="3248998"/>
            <a:ext cx="90001" cy="0"/>
          </a:xfrm>
          <a:prstGeom prst="line">
            <a:avLst/>
          </a:prstGeom>
          <a:ln w="15875">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53" name="直線コネクタ 52"/>
          <p:cNvCxnSpPr/>
          <p:nvPr/>
        </p:nvCxnSpPr>
        <p:spPr bwMode="auto">
          <a:xfrm flipV="1">
            <a:off x="8076023" y="3248999"/>
            <a:ext cx="1" cy="1350015"/>
          </a:xfrm>
          <a:prstGeom prst="line">
            <a:avLst/>
          </a:prstGeom>
          <a:ln w="15875">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7" name="曲線コネクタ 16"/>
          <p:cNvCxnSpPr>
            <a:stCxn id="34" idx="3"/>
            <a:endCxn id="24" idx="1"/>
          </p:cNvCxnSpPr>
          <p:nvPr/>
        </p:nvCxnSpPr>
        <p:spPr bwMode="auto">
          <a:xfrm flipV="1">
            <a:off x="7986022" y="2168986"/>
            <a:ext cx="630007" cy="180002"/>
          </a:xfrm>
          <a:prstGeom prst="curvedConnector3">
            <a:avLst/>
          </a:prstGeom>
          <a:ln>
            <a:headEnd type="none" w="med" len="med"/>
            <a:tailEnd type="triangle"/>
          </a:ln>
        </p:spPr>
        <p:style>
          <a:lnRef idx="3">
            <a:schemeClr val="accent5"/>
          </a:lnRef>
          <a:fillRef idx="0">
            <a:schemeClr val="accent5"/>
          </a:fillRef>
          <a:effectRef idx="2">
            <a:schemeClr val="accent5"/>
          </a:effectRef>
          <a:fontRef idx="minor">
            <a:schemeClr val="tx1"/>
          </a:fontRef>
        </p:style>
      </p:cxnSp>
    </p:spTree>
    <p:extLst>
      <p:ext uri="{BB962C8B-B14F-4D97-AF65-F5344CB8AC3E}">
        <p14:creationId xmlns:p14="http://schemas.microsoft.com/office/powerpoint/2010/main" val="76531604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pPr lvl="2"/>
            <a:r>
              <a:rPr lang="en-US" altLang="ja-JP" b="1" dirty="0">
                <a:solidFill>
                  <a:schemeClr val="bg1"/>
                </a:solidFill>
                <a:latin typeface="メイリオ" panose="020B0604030504040204" pitchFamily="50" charset="-128"/>
                <a:ea typeface="メイリオ" panose="020B0604030504040204" pitchFamily="50" charset="-128"/>
              </a:rPr>
              <a:t>1. </a:t>
            </a:r>
            <a:r>
              <a:rPr lang="ja-JP" altLang="en-US" b="1" dirty="0">
                <a:solidFill>
                  <a:schemeClr val="bg1"/>
                </a:solidFill>
                <a:latin typeface="メイリオ" panose="020B0604030504040204" pitchFamily="50" charset="-128"/>
                <a:ea typeface="メイリオ" panose="020B0604030504040204" pitchFamily="50" charset="-128"/>
              </a:rPr>
              <a:t>命令の読み出し（フェッチ）</a:t>
            </a:r>
          </a:p>
        </p:txBody>
      </p:sp>
      <p:sp>
        <p:nvSpPr>
          <p:cNvPr id="3" name="コンテンツ プレースホルダー 2"/>
          <p:cNvSpPr>
            <a:spLocks noGrp="1"/>
          </p:cNvSpPr>
          <p:nvPr>
            <p:ph idx="4294967295"/>
          </p:nvPr>
        </p:nvSpPr>
        <p:spPr>
          <a:xfrm>
            <a:off x="875942" y="1178975"/>
            <a:ext cx="5040056" cy="4903788"/>
          </a:xfrm>
          <a:prstGeom prst="rect">
            <a:avLst/>
          </a:prstGeom>
        </p:spPr>
        <p:txBody>
          <a:bodyPr/>
          <a:lstStyle/>
          <a:p>
            <a:pPr marL="457200" indent="-457200">
              <a:buFont typeface="+mj-lt"/>
              <a:buAutoNum type="arabicPeriod"/>
            </a:pPr>
            <a:r>
              <a:rPr lang="en-US" altLang="ja-JP" dirty="0"/>
              <a:t>PC</a:t>
            </a:r>
            <a:r>
              <a:rPr lang="ja-JP" altLang="en-US" dirty="0"/>
              <a:t> が指している命令の番地を読む</a:t>
            </a:r>
            <a:endParaRPr lang="en-US" altLang="ja-JP" dirty="0"/>
          </a:p>
          <a:p>
            <a:pPr marL="817200" lvl="1" indent="-457200">
              <a:buFont typeface="+mj-lt"/>
              <a:buAutoNum type="arabicPeriod"/>
            </a:pPr>
            <a:r>
              <a:rPr lang="ja-JP" altLang="en-US" dirty="0"/>
              <a:t>今はアドレス０を指している</a:t>
            </a:r>
            <a:endParaRPr lang="en-US" altLang="ja-JP" dirty="0"/>
          </a:p>
          <a:p>
            <a:pPr marL="457200" indent="-457200">
              <a:buFont typeface="+mj-lt"/>
              <a:buAutoNum type="arabicPeriod"/>
            </a:pPr>
            <a:r>
              <a:rPr lang="ja-JP" altLang="en-US" dirty="0"/>
              <a:t>内容である </a:t>
            </a:r>
            <a:r>
              <a:rPr lang="en-US" altLang="ja-JP" dirty="0"/>
              <a:t>D=A+B </a:t>
            </a:r>
            <a:r>
              <a:rPr lang="ja-JP" altLang="en-US" dirty="0"/>
              <a:t>が得られる</a:t>
            </a:r>
            <a:endParaRPr lang="en-US" altLang="ja-JP" dirty="0"/>
          </a:p>
          <a:p>
            <a:pPr marL="457200" indent="-457200">
              <a:buFont typeface="+mj-lt"/>
              <a:buAutoNum type="arabicPeriod"/>
            </a:pPr>
            <a:r>
              <a:rPr lang="en-US" altLang="ja-JP" dirty="0"/>
              <a:t>CPU </a:t>
            </a:r>
            <a:r>
              <a:rPr lang="ja-JP" altLang="en-US" dirty="0"/>
              <a:t>内にもってくる</a:t>
            </a:r>
            <a:endParaRPr lang="en-US" altLang="ja-JP" dirty="0"/>
          </a:p>
        </p:txBody>
      </p:sp>
      <p:sp>
        <p:nvSpPr>
          <p:cNvPr id="5" name="正方形/長方形 4"/>
          <p:cNvSpPr/>
          <p:nvPr/>
        </p:nvSpPr>
        <p:spPr bwMode="auto">
          <a:xfrm>
            <a:off x="6186001" y="1988985"/>
            <a:ext cx="2070023" cy="3330036"/>
          </a:xfrm>
          <a:prstGeom prst="rect">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tlCol="0" anchor="t"/>
          <a:lstStyle/>
          <a:p>
            <a:pPr algn="ctr"/>
            <a:endParaRPr lang="ja-JP" altLang="en-US" dirty="0">
              <a:latin typeface="メイリオ" panose="020B0604030504040204" pitchFamily="50" charset="-128"/>
              <a:ea typeface="メイリオ" panose="020B0604030504040204" pitchFamily="50" charset="-128"/>
            </a:endParaRPr>
          </a:p>
        </p:txBody>
      </p:sp>
      <p:sp>
        <p:nvSpPr>
          <p:cNvPr id="14" name="正方形/長方形 13"/>
          <p:cNvSpPr/>
          <p:nvPr/>
        </p:nvSpPr>
        <p:spPr bwMode="auto">
          <a:xfrm>
            <a:off x="8976032" y="1988984"/>
            <a:ext cx="1440016" cy="3330037"/>
          </a:xfrm>
          <a:prstGeom prst="rect">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tlCol="0" anchor="t"/>
          <a:lstStyle/>
          <a:p>
            <a:pPr algn="ctr"/>
            <a:endParaRPr lang="ja-JP" altLang="en-US" dirty="0">
              <a:latin typeface="メイリオ" panose="020B0604030504040204" pitchFamily="50" charset="-128"/>
              <a:ea typeface="メイリオ" panose="020B0604030504040204" pitchFamily="50" charset="-128"/>
            </a:endParaRPr>
          </a:p>
        </p:txBody>
      </p:sp>
      <p:sp>
        <p:nvSpPr>
          <p:cNvPr id="15" name="正方形/長方形 14"/>
          <p:cNvSpPr/>
          <p:nvPr/>
        </p:nvSpPr>
        <p:spPr bwMode="auto">
          <a:xfrm>
            <a:off x="8976032" y="1628980"/>
            <a:ext cx="1440016"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ja-JP" altLang="en-US" dirty="0">
                <a:latin typeface="メイリオ" panose="020B0604030504040204" pitchFamily="50" charset="-128"/>
                <a:ea typeface="メイリオ" panose="020B0604030504040204" pitchFamily="50" charset="-128"/>
              </a:rPr>
              <a:t>メモリ</a:t>
            </a:r>
          </a:p>
        </p:txBody>
      </p:sp>
      <p:sp>
        <p:nvSpPr>
          <p:cNvPr id="18" name="正方形/長方形 17"/>
          <p:cNvSpPr/>
          <p:nvPr/>
        </p:nvSpPr>
        <p:spPr bwMode="auto">
          <a:xfrm>
            <a:off x="8976032" y="1988984"/>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solidFill>
                  <a:srgbClr val="FF0000"/>
                </a:solidFill>
                <a:latin typeface="Consolas" panose="020B0609020204030204" pitchFamily="49" charset="0"/>
              </a:rPr>
              <a:t>D=A+B</a:t>
            </a:r>
            <a:endParaRPr lang="ja-JP" altLang="en-US" b="1" dirty="0">
              <a:solidFill>
                <a:srgbClr val="FF0000"/>
              </a:solidFill>
              <a:latin typeface="メイリオ" panose="020B0604030504040204" pitchFamily="50" charset="-128"/>
              <a:ea typeface="メイリオ" panose="020B0604030504040204" pitchFamily="50" charset="-128"/>
            </a:endParaRPr>
          </a:p>
        </p:txBody>
      </p:sp>
      <p:sp>
        <p:nvSpPr>
          <p:cNvPr id="19" name="正方形/長方形 18"/>
          <p:cNvSpPr/>
          <p:nvPr/>
        </p:nvSpPr>
        <p:spPr bwMode="auto">
          <a:xfrm>
            <a:off x="8976032" y="2348988"/>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Consolas" panose="020B0609020204030204" pitchFamily="49" charset="0"/>
              </a:rPr>
              <a:t>E=D-C</a:t>
            </a:r>
          </a:p>
          <a:p>
            <a:pPr algn="ctr"/>
            <a:endParaRPr lang="ja-JP" altLang="en-US" dirty="0">
              <a:latin typeface="メイリオ" panose="020B0604030504040204" pitchFamily="50" charset="-128"/>
              <a:ea typeface="メイリオ" panose="020B0604030504040204" pitchFamily="50" charset="-128"/>
            </a:endParaRPr>
          </a:p>
        </p:txBody>
      </p:sp>
      <p:sp>
        <p:nvSpPr>
          <p:cNvPr id="20" name="正方形/長方形 19"/>
          <p:cNvSpPr/>
          <p:nvPr/>
        </p:nvSpPr>
        <p:spPr bwMode="auto">
          <a:xfrm>
            <a:off x="8976032" y="2708992"/>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a:t>
            </a:r>
            <a:endParaRPr lang="ja-JP" altLang="en-US" dirty="0">
              <a:latin typeface="メイリオ" panose="020B0604030504040204" pitchFamily="50" charset="-128"/>
              <a:ea typeface="メイリオ" panose="020B0604030504040204" pitchFamily="50" charset="-128"/>
            </a:endParaRPr>
          </a:p>
        </p:txBody>
      </p:sp>
      <p:sp>
        <p:nvSpPr>
          <p:cNvPr id="21" name="正方形/長方形 20"/>
          <p:cNvSpPr/>
          <p:nvPr/>
        </p:nvSpPr>
        <p:spPr bwMode="auto">
          <a:xfrm>
            <a:off x="8976032" y="3068996"/>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a:t>
            </a:r>
            <a:endParaRPr lang="ja-JP" altLang="en-US" dirty="0">
              <a:latin typeface="メイリオ" panose="020B0604030504040204" pitchFamily="50" charset="-128"/>
              <a:ea typeface="メイリオ" panose="020B0604030504040204" pitchFamily="50" charset="-128"/>
            </a:endParaRPr>
          </a:p>
        </p:txBody>
      </p:sp>
      <p:sp>
        <p:nvSpPr>
          <p:cNvPr id="22" name="正方形/長方形 21"/>
          <p:cNvSpPr/>
          <p:nvPr/>
        </p:nvSpPr>
        <p:spPr bwMode="auto">
          <a:xfrm>
            <a:off x="6096000" y="1628980"/>
            <a:ext cx="216002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CPU</a:t>
            </a:r>
            <a:endParaRPr lang="ja-JP" altLang="en-US" dirty="0">
              <a:latin typeface="メイリオ" panose="020B0604030504040204" pitchFamily="50" charset="-128"/>
              <a:ea typeface="メイリオ" panose="020B0604030504040204" pitchFamily="50" charset="-128"/>
            </a:endParaRPr>
          </a:p>
        </p:txBody>
      </p:sp>
      <p:sp>
        <p:nvSpPr>
          <p:cNvPr id="24" name="正方形/長方形 23"/>
          <p:cNvSpPr/>
          <p:nvPr/>
        </p:nvSpPr>
        <p:spPr bwMode="auto">
          <a:xfrm>
            <a:off x="8616028" y="1988984"/>
            <a:ext cx="36000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pPr algn="ctr"/>
            <a:r>
              <a:rPr lang="en-US" altLang="ja-JP" dirty="0">
                <a:latin typeface="メイリオ" panose="020B0604030504040204" pitchFamily="50" charset="-128"/>
                <a:ea typeface="メイリオ" panose="020B0604030504040204" pitchFamily="50" charset="-128"/>
              </a:rPr>
              <a:t>0:</a:t>
            </a:r>
            <a:endParaRPr lang="ja-JP" altLang="en-US" dirty="0">
              <a:latin typeface="メイリオ" panose="020B0604030504040204" pitchFamily="50" charset="-128"/>
              <a:ea typeface="メイリオ" panose="020B0604030504040204" pitchFamily="50" charset="-128"/>
            </a:endParaRPr>
          </a:p>
        </p:txBody>
      </p:sp>
      <p:sp>
        <p:nvSpPr>
          <p:cNvPr id="25" name="正方形/長方形 24"/>
          <p:cNvSpPr/>
          <p:nvPr/>
        </p:nvSpPr>
        <p:spPr bwMode="auto">
          <a:xfrm>
            <a:off x="8616028" y="2348988"/>
            <a:ext cx="36000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pPr algn="ctr"/>
            <a:r>
              <a:rPr lang="en-US" altLang="ja-JP" dirty="0">
                <a:latin typeface="メイリオ" panose="020B0604030504040204" pitchFamily="50" charset="-128"/>
                <a:ea typeface="メイリオ" panose="020B0604030504040204" pitchFamily="50" charset="-128"/>
              </a:rPr>
              <a:t>1:</a:t>
            </a:r>
            <a:endParaRPr lang="ja-JP" altLang="en-US" dirty="0">
              <a:latin typeface="メイリオ" panose="020B0604030504040204" pitchFamily="50" charset="-128"/>
              <a:ea typeface="メイリオ" panose="020B0604030504040204" pitchFamily="50" charset="-128"/>
            </a:endParaRPr>
          </a:p>
        </p:txBody>
      </p:sp>
      <p:sp>
        <p:nvSpPr>
          <p:cNvPr id="26" name="正方形/長方形 25"/>
          <p:cNvSpPr/>
          <p:nvPr/>
        </p:nvSpPr>
        <p:spPr bwMode="auto">
          <a:xfrm>
            <a:off x="8616028" y="2708992"/>
            <a:ext cx="36000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pPr algn="ctr"/>
            <a:r>
              <a:rPr lang="en-US" altLang="ja-JP" dirty="0">
                <a:latin typeface="メイリオ" panose="020B0604030504040204" pitchFamily="50" charset="-128"/>
                <a:ea typeface="メイリオ" panose="020B0604030504040204" pitchFamily="50" charset="-128"/>
              </a:rPr>
              <a:t>2:</a:t>
            </a:r>
            <a:endParaRPr lang="ja-JP" altLang="en-US" dirty="0">
              <a:latin typeface="メイリオ" panose="020B0604030504040204" pitchFamily="50" charset="-128"/>
              <a:ea typeface="メイリオ" panose="020B0604030504040204" pitchFamily="50" charset="-128"/>
            </a:endParaRPr>
          </a:p>
        </p:txBody>
      </p:sp>
      <p:sp>
        <p:nvSpPr>
          <p:cNvPr id="27" name="正方形/長方形 26"/>
          <p:cNvSpPr/>
          <p:nvPr/>
        </p:nvSpPr>
        <p:spPr bwMode="auto">
          <a:xfrm>
            <a:off x="8616028" y="3068996"/>
            <a:ext cx="36000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pPr algn="ctr"/>
            <a:r>
              <a:rPr lang="en-US" altLang="ja-JP" dirty="0">
                <a:latin typeface="メイリオ" panose="020B0604030504040204" pitchFamily="50" charset="-128"/>
                <a:ea typeface="メイリオ" panose="020B0604030504040204" pitchFamily="50" charset="-128"/>
              </a:rPr>
              <a:t>3:</a:t>
            </a:r>
            <a:endParaRPr lang="ja-JP" altLang="en-US" dirty="0">
              <a:latin typeface="メイリオ" panose="020B0604030504040204" pitchFamily="50" charset="-128"/>
              <a:ea typeface="メイリオ" panose="020B0604030504040204" pitchFamily="50" charset="-128"/>
            </a:endParaRPr>
          </a:p>
        </p:txBody>
      </p:sp>
      <p:cxnSp>
        <p:nvCxnSpPr>
          <p:cNvPr id="17" name="曲線コネクタ 16"/>
          <p:cNvCxnSpPr>
            <a:endCxn id="24" idx="1"/>
          </p:cNvCxnSpPr>
          <p:nvPr/>
        </p:nvCxnSpPr>
        <p:spPr bwMode="auto">
          <a:xfrm flipV="1">
            <a:off x="7986022" y="2168986"/>
            <a:ext cx="630007" cy="180002"/>
          </a:xfrm>
          <a:prstGeom prst="curvedConnector3">
            <a:avLst/>
          </a:prstGeom>
          <a:ln>
            <a:solidFill>
              <a:srgbClr val="FF0000"/>
            </a:solidFill>
            <a:headEnd type="none" w="med" len="med"/>
            <a:tailEnd type="triangle"/>
          </a:ln>
        </p:spPr>
        <p:style>
          <a:lnRef idx="3">
            <a:schemeClr val="accent5"/>
          </a:lnRef>
          <a:fillRef idx="0">
            <a:schemeClr val="accent5"/>
          </a:fillRef>
          <a:effectRef idx="2">
            <a:schemeClr val="accent5"/>
          </a:effectRef>
          <a:fontRef idx="minor">
            <a:schemeClr val="tx1"/>
          </a:fontRef>
        </p:style>
      </p:cxnSp>
      <p:cxnSp>
        <p:nvCxnSpPr>
          <p:cNvPr id="42" name="直線コネクタ 41"/>
          <p:cNvCxnSpPr>
            <a:endCxn id="73" idx="2"/>
          </p:cNvCxnSpPr>
          <p:nvPr/>
        </p:nvCxnSpPr>
        <p:spPr bwMode="auto">
          <a:xfrm flipV="1">
            <a:off x="7176012" y="5229020"/>
            <a:ext cx="0" cy="360004"/>
          </a:xfrm>
          <a:prstGeom prst="line">
            <a:avLst/>
          </a:prstGeom>
          <a:ln w="15875">
            <a:solidFill>
              <a:srgbClr val="FF0000"/>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44" name="直線コネクタ 43"/>
          <p:cNvCxnSpPr/>
          <p:nvPr/>
        </p:nvCxnSpPr>
        <p:spPr bwMode="auto">
          <a:xfrm flipH="1">
            <a:off x="7176012" y="5589024"/>
            <a:ext cx="2520028" cy="0"/>
          </a:xfrm>
          <a:prstGeom prst="line">
            <a:avLst/>
          </a:prstGeom>
          <a:ln w="15875">
            <a:solidFill>
              <a:srgbClr val="FF0000"/>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45" name="直線コネクタ 44"/>
          <p:cNvCxnSpPr/>
          <p:nvPr/>
        </p:nvCxnSpPr>
        <p:spPr bwMode="auto">
          <a:xfrm flipV="1">
            <a:off x="9696041" y="2258988"/>
            <a:ext cx="1" cy="3330036"/>
          </a:xfrm>
          <a:prstGeom prst="line">
            <a:avLst/>
          </a:prstGeom>
          <a:ln w="15875">
            <a:solidFill>
              <a:srgbClr val="FF0000"/>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48" name="正方形/長方形 47"/>
          <p:cNvSpPr/>
          <p:nvPr/>
        </p:nvSpPr>
        <p:spPr bwMode="auto">
          <a:xfrm>
            <a:off x="6276002" y="2168986"/>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A</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49" name="正方形/長方形 48"/>
          <p:cNvSpPr/>
          <p:nvPr/>
        </p:nvSpPr>
        <p:spPr bwMode="auto">
          <a:xfrm>
            <a:off x="7266013" y="2168986"/>
            <a:ext cx="360004" cy="360004"/>
          </a:xfrm>
          <a:prstGeom prst="rect">
            <a:avLst/>
          </a:prstGeom>
          <a:noFill/>
          <a:ln>
            <a:noFill/>
            <a:headEnd/>
            <a:tailEnd type="triangl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PC</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50" name="正方形/長方形 49"/>
          <p:cNvSpPr/>
          <p:nvPr/>
        </p:nvSpPr>
        <p:spPr bwMode="auto">
          <a:xfrm>
            <a:off x="6276002" y="2528990"/>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B</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52" name="正方形/長方形 51"/>
          <p:cNvSpPr/>
          <p:nvPr/>
        </p:nvSpPr>
        <p:spPr bwMode="auto">
          <a:xfrm>
            <a:off x="6276002" y="2888994"/>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C</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54" name="正方形/長方形 53"/>
          <p:cNvSpPr/>
          <p:nvPr/>
        </p:nvSpPr>
        <p:spPr bwMode="auto">
          <a:xfrm>
            <a:off x="6276002" y="3248998"/>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D</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55" name="フローチャート: 手作業 54"/>
          <p:cNvSpPr/>
          <p:nvPr/>
        </p:nvSpPr>
        <p:spPr bwMode="auto">
          <a:xfrm rot="16200000">
            <a:off x="7348819" y="3076191"/>
            <a:ext cx="914400" cy="360004"/>
          </a:xfrm>
          <a:prstGeom prst="flowChartManualOperation">
            <a:avLst/>
          </a:prstGeom>
          <a:ln>
            <a:headEnd/>
            <a:tailEnd type="triangle" w="sm" len="med"/>
          </a:ln>
        </p:spPr>
        <p:style>
          <a:lnRef idx="2">
            <a:schemeClr val="accent2">
              <a:shade val="50000"/>
            </a:schemeClr>
          </a:lnRef>
          <a:fillRef idx="1">
            <a:schemeClr val="accent2"/>
          </a:fillRef>
          <a:effectRef idx="0">
            <a:schemeClr val="accent2"/>
          </a:effectRef>
          <a:fontRef idx="minor">
            <a:schemeClr val="lt1"/>
          </a:fontRef>
        </p:style>
        <p:txBody>
          <a:bodyPr vert="eaVert" rtlCol="0" anchor="ctr"/>
          <a:lstStyle/>
          <a:p>
            <a:pPr algn="ctr"/>
            <a:r>
              <a:rPr lang="en-US" altLang="ja-JP" dirty="0">
                <a:latin typeface="メイリオ" panose="020B0604030504040204" pitchFamily="50" charset="-128"/>
                <a:ea typeface="メイリオ" panose="020B0604030504040204" pitchFamily="50" charset="-128"/>
              </a:rPr>
              <a:t>FU</a:t>
            </a:r>
            <a:endParaRPr lang="ja-JP" altLang="en-US" dirty="0">
              <a:latin typeface="メイリオ" panose="020B0604030504040204" pitchFamily="50" charset="-128"/>
              <a:ea typeface="メイリオ" panose="020B0604030504040204" pitchFamily="50" charset="-128"/>
            </a:endParaRPr>
          </a:p>
        </p:txBody>
      </p:sp>
      <p:sp>
        <p:nvSpPr>
          <p:cNvPr id="56" name="正方形/長方形 55"/>
          <p:cNvSpPr/>
          <p:nvPr/>
        </p:nvSpPr>
        <p:spPr bwMode="auto">
          <a:xfrm>
            <a:off x="6276002" y="3609002"/>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E</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57" name="正方形/長方形 56"/>
          <p:cNvSpPr/>
          <p:nvPr/>
        </p:nvSpPr>
        <p:spPr bwMode="auto">
          <a:xfrm>
            <a:off x="6276002" y="3969006"/>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F</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58" name="正方形/長方形 57"/>
          <p:cNvSpPr/>
          <p:nvPr/>
        </p:nvSpPr>
        <p:spPr bwMode="auto">
          <a:xfrm>
            <a:off x="6636006" y="2168986"/>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latin typeface="メイリオ" panose="020B0604030504040204" pitchFamily="50" charset="-128"/>
                <a:ea typeface="メイリオ" panose="020B0604030504040204" pitchFamily="50" charset="-128"/>
              </a:rPr>
              <a:t>1</a:t>
            </a:r>
            <a:endParaRPr lang="ja-JP" altLang="en-US" dirty="0">
              <a:latin typeface="メイリオ" panose="020B0604030504040204" pitchFamily="50" charset="-128"/>
              <a:ea typeface="メイリオ" panose="020B0604030504040204" pitchFamily="50" charset="-128"/>
            </a:endParaRPr>
          </a:p>
        </p:txBody>
      </p:sp>
      <p:sp>
        <p:nvSpPr>
          <p:cNvPr id="59" name="正方形/長方形 58"/>
          <p:cNvSpPr/>
          <p:nvPr/>
        </p:nvSpPr>
        <p:spPr bwMode="auto">
          <a:xfrm>
            <a:off x="6636006" y="2528990"/>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latin typeface="メイリオ" panose="020B0604030504040204" pitchFamily="50" charset="-128"/>
                <a:ea typeface="メイリオ" panose="020B0604030504040204" pitchFamily="50" charset="-128"/>
              </a:rPr>
              <a:t>2</a:t>
            </a:r>
            <a:endParaRPr lang="ja-JP" altLang="en-US" dirty="0">
              <a:latin typeface="メイリオ" panose="020B0604030504040204" pitchFamily="50" charset="-128"/>
              <a:ea typeface="メイリオ" panose="020B0604030504040204" pitchFamily="50" charset="-128"/>
            </a:endParaRPr>
          </a:p>
        </p:txBody>
      </p:sp>
      <p:sp>
        <p:nvSpPr>
          <p:cNvPr id="60" name="正方形/長方形 59"/>
          <p:cNvSpPr/>
          <p:nvPr/>
        </p:nvSpPr>
        <p:spPr bwMode="auto">
          <a:xfrm>
            <a:off x="6636006" y="2888994"/>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latin typeface="メイリオ" panose="020B0604030504040204" pitchFamily="50" charset="-128"/>
                <a:ea typeface="メイリオ" panose="020B0604030504040204" pitchFamily="50" charset="-128"/>
              </a:rPr>
              <a:t>3</a:t>
            </a:r>
            <a:endParaRPr lang="ja-JP" altLang="en-US" dirty="0">
              <a:latin typeface="メイリオ" panose="020B0604030504040204" pitchFamily="50" charset="-128"/>
              <a:ea typeface="メイリオ" panose="020B0604030504040204" pitchFamily="50" charset="-128"/>
            </a:endParaRPr>
          </a:p>
        </p:txBody>
      </p:sp>
      <p:sp>
        <p:nvSpPr>
          <p:cNvPr id="61" name="正方形/長方形 60"/>
          <p:cNvSpPr/>
          <p:nvPr/>
        </p:nvSpPr>
        <p:spPr bwMode="auto">
          <a:xfrm>
            <a:off x="6636006" y="3248998"/>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latin typeface="メイリオ" panose="020B0604030504040204" pitchFamily="50" charset="-128"/>
                <a:ea typeface="メイリオ" panose="020B0604030504040204" pitchFamily="50" charset="-128"/>
              </a:rPr>
              <a:t>0</a:t>
            </a:r>
            <a:endParaRPr lang="ja-JP" altLang="en-US" dirty="0">
              <a:latin typeface="メイリオ" panose="020B0604030504040204" pitchFamily="50" charset="-128"/>
              <a:ea typeface="メイリオ" panose="020B0604030504040204" pitchFamily="50" charset="-128"/>
            </a:endParaRPr>
          </a:p>
        </p:txBody>
      </p:sp>
      <p:sp>
        <p:nvSpPr>
          <p:cNvPr id="62" name="正方形/長方形 61"/>
          <p:cNvSpPr/>
          <p:nvPr/>
        </p:nvSpPr>
        <p:spPr bwMode="auto">
          <a:xfrm>
            <a:off x="6636006" y="3609002"/>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latin typeface="メイリオ" panose="020B0604030504040204" pitchFamily="50" charset="-128"/>
                <a:ea typeface="メイリオ" panose="020B0604030504040204" pitchFamily="50" charset="-128"/>
              </a:rPr>
              <a:t>0</a:t>
            </a:r>
            <a:endParaRPr lang="ja-JP" altLang="en-US" dirty="0">
              <a:latin typeface="メイリオ" panose="020B0604030504040204" pitchFamily="50" charset="-128"/>
              <a:ea typeface="メイリオ" panose="020B0604030504040204" pitchFamily="50" charset="-128"/>
            </a:endParaRPr>
          </a:p>
        </p:txBody>
      </p:sp>
      <p:sp>
        <p:nvSpPr>
          <p:cNvPr id="63" name="正方形/長方形 62"/>
          <p:cNvSpPr/>
          <p:nvPr/>
        </p:nvSpPr>
        <p:spPr bwMode="auto">
          <a:xfrm>
            <a:off x="6636006" y="3969006"/>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latin typeface="メイリオ" panose="020B0604030504040204" pitchFamily="50" charset="-128"/>
                <a:ea typeface="メイリオ" panose="020B0604030504040204" pitchFamily="50" charset="-128"/>
              </a:rPr>
              <a:t>0</a:t>
            </a:r>
            <a:endParaRPr lang="ja-JP" altLang="en-US" dirty="0">
              <a:latin typeface="メイリオ" panose="020B0604030504040204" pitchFamily="50" charset="-128"/>
              <a:ea typeface="メイリオ" panose="020B0604030504040204" pitchFamily="50" charset="-128"/>
            </a:endParaRPr>
          </a:p>
        </p:txBody>
      </p:sp>
      <p:sp>
        <p:nvSpPr>
          <p:cNvPr id="64" name="正方形/長方形 63"/>
          <p:cNvSpPr/>
          <p:nvPr/>
        </p:nvSpPr>
        <p:spPr bwMode="auto">
          <a:xfrm>
            <a:off x="7626017" y="2168986"/>
            <a:ext cx="360004" cy="360004"/>
          </a:xfrm>
          <a:prstGeom prst="rect">
            <a:avLst/>
          </a:prstGeom>
          <a:ln>
            <a:headEnd/>
            <a:tailEnd type="triangl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latin typeface="メイリオ" panose="020B0604030504040204" pitchFamily="50" charset="-128"/>
                <a:ea typeface="メイリオ" panose="020B0604030504040204" pitchFamily="50" charset="-128"/>
              </a:rPr>
              <a:t>0</a:t>
            </a:r>
            <a:endParaRPr lang="ja-JP" altLang="en-US" dirty="0">
              <a:latin typeface="メイリオ" panose="020B0604030504040204" pitchFamily="50" charset="-128"/>
              <a:ea typeface="メイリオ" panose="020B0604030504040204" pitchFamily="50" charset="-128"/>
            </a:endParaRPr>
          </a:p>
        </p:txBody>
      </p:sp>
      <p:cxnSp>
        <p:nvCxnSpPr>
          <p:cNvPr id="65" name="直線コネクタ 64"/>
          <p:cNvCxnSpPr/>
          <p:nvPr/>
        </p:nvCxnSpPr>
        <p:spPr bwMode="auto">
          <a:xfrm>
            <a:off x="7086011" y="2168986"/>
            <a:ext cx="0" cy="2160024"/>
          </a:xfrm>
          <a:prstGeom prst="line">
            <a:avLst/>
          </a:prstGeom>
          <a:ln>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66" name="直線コネクタ 65"/>
          <p:cNvCxnSpPr/>
          <p:nvPr/>
        </p:nvCxnSpPr>
        <p:spPr bwMode="auto">
          <a:xfrm>
            <a:off x="7176012" y="2168986"/>
            <a:ext cx="0" cy="2160024"/>
          </a:xfrm>
          <a:prstGeom prst="line">
            <a:avLst/>
          </a:prstGeom>
          <a:ln>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67" name="直線コネクタ 66"/>
          <p:cNvCxnSpPr/>
          <p:nvPr/>
        </p:nvCxnSpPr>
        <p:spPr bwMode="auto">
          <a:xfrm>
            <a:off x="7086011" y="2978995"/>
            <a:ext cx="540006" cy="0"/>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68" name="直線コネクタ 67"/>
          <p:cNvCxnSpPr/>
          <p:nvPr/>
        </p:nvCxnSpPr>
        <p:spPr bwMode="auto">
          <a:xfrm>
            <a:off x="7176013" y="3519001"/>
            <a:ext cx="450005" cy="0"/>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69" name="直線コネクタ 68"/>
          <p:cNvCxnSpPr/>
          <p:nvPr/>
        </p:nvCxnSpPr>
        <p:spPr bwMode="auto">
          <a:xfrm flipV="1">
            <a:off x="6816008" y="4419011"/>
            <a:ext cx="0" cy="180002"/>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70" name="直線コネクタ 69"/>
          <p:cNvCxnSpPr/>
          <p:nvPr/>
        </p:nvCxnSpPr>
        <p:spPr bwMode="auto">
          <a:xfrm flipH="1">
            <a:off x="6816010" y="4599013"/>
            <a:ext cx="1260013" cy="0"/>
          </a:xfrm>
          <a:prstGeom prst="line">
            <a:avLst/>
          </a:prstGeom>
          <a:ln w="15875">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71" name="直線コネクタ 70"/>
          <p:cNvCxnSpPr/>
          <p:nvPr/>
        </p:nvCxnSpPr>
        <p:spPr bwMode="auto">
          <a:xfrm flipH="1">
            <a:off x="7986022" y="3248998"/>
            <a:ext cx="90001" cy="0"/>
          </a:xfrm>
          <a:prstGeom prst="line">
            <a:avLst/>
          </a:prstGeom>
          <a:ln w="15875">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72" name="直線コネクタ 71"/>
          <p:cNvCxnSpPr/>
          <p:nvPr/>
        </p:nvCxnSpPr>
        <p:spPr bwMode="auto">
          <a:xfrm flipV="1">
            <a:off x="8076023" y="3248999"/>
            <a:ext cx="1" cy="1350015"/>
          </a:xfrm>
          <a:prstGeom prst="line">
            <a:avLst/>
          </a:prstGeom>
          <a:ln w="15875">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73" name="正方形/長方形 72"/>
          <p:cNvSpPr/>
          <p:nvPr/>
        </p:nvSpPr>
        <p:spPr bwMode="auto">
          <a:xfrm>
            <a:off x="6816008" y="4869016"/>
            <a:ext cx="720008" cy="360004"/>
          </a:xfrm>
          <a:prstGeom prst="rect">
            <a:avLst/>
          </a:prstGeom>
          <a:noFill/>
          <a:ln>
            <a:solidFill>
              <a:schemeClr val="tx1">
                <a:lumMod val="75000"/>
                <a:lumOff val="25000"/>
              </a:schemeClr>
            </a:solidFill>
            <a:headEnd/>
            <a:tailEnd type="triangl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rgbClr val="FF0000"/>
                </a:solidFill>
                <a:latin typeface="Consolas" panose="020B0609020204030204" pitchFamily="49" charset="0"/>
              </a:rPr>
              <a:t>D=A+B</a:t>
            </a:r>
            <a:endParaRPr lang="ja-JP" altLang="en-US" b="1" dirty="0">
              <a:solidFill>
                <a:srgbClr val="FF0000"/>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51270826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pPr lvl="2"/>
            <a:r>
              <a:rPr lang="en-US" altLang="ja-JP" b="1" dirty="0">
                <a:solidFill>
                  <a:schemeClr val="bg1"/>
                </a:solidFill>
                <a:latin typeface="メイリオ" panose="020B0604030504040204" pitchFamily="50" charset="-128"/>
                <a:ea typeface="メイリオ" panose="020B0604030504040204" pitchFamily="50" charset="-128"/>
              </a:rPr>
              <a:t>2. </a:t>
            </a:r>
            <a:r>
              <a:rPr lang="ja-JP" altLang="en-US" b="1" dirty="0">
                <a:solidFill>
                  <a:schemeClr val="bg1"/>
                </a:solidFill>
                <a:latin typeface="メイリオ" panose="020B0604030504040204" pitchFamily="50" charset="-128"/>
                <a:ea typeface="メイリオ" panose="020B0604030504040204" pitchFamily="50" charset="-128"/>
              </a:rPr>
              <a:t>レジスタ読み出し</a:t>
            </a:r>
          </a:p>
        </p:txBody>
      </p:sp>
      <p:sp>
        <p:nvSpPr>
          <p:cNvPr id="3" name="コンテンツ プレースホルダー 2"/>
          <p:cNvSpPr>
            <a:spLocks noGrp="1"/>
          </p:cNvSpPr>
          <p:nvPr>
            <p:ph idx="4294967295"/>
          </p:nvPr>
        </p:nvSpPr>
        <p:spPr>
          <a:xfrm>
            <a:off x="875942" y="1538980"/>
            <a:ext cx="5130057" cy="3960043"/>
          </a:xfrm>
          <a:prstGeom prst="rect">
            <a:avLst/>
          </a:prstGeom>
        </p:spPr>
        <p:txBody>
          <a:bodyPr/>
          <a:lstStyle/>
          <a:p>
            <a:pPr marL="457200" indent="-457200">
              <a:buFont typeface="+mj-lt"/>
              <a:buAutoNum type="arabicPeriod"/>
            </a:pPr>
            <a:r>
              <a:rPr lang="ja-JP" altLang="en-US" dirty="0"/>
              <a:t>入力の </a:t>
            </a:r>
            <a:r>
              <a:rPr lang="en-US" altLang="ja-JP" dirty="0"/>
              <a:t>A </a:t>
            </a:r>
            <a:r>
              <a:rPr lang="ja-JP" altLang="en-US" dirty="0"/>
              <a:t>と </a:t>
            </a:r>
            <a:r>
              <a:rPr lang="en-US" altLang="ja-JP" dirty="0"/>
              <a:t>B </a:t>
            </a:r>
            <a:r>
              <a:rPr lang="ja-JP" altLang="en-US" dirty="0"/>
              <a:t>をレジスタから読みだす</a:t>
            </a:r>
            <a:endParaRPr lang="en-US" altLang="ja-JP" dirty="0"/>
          </a:p>
          <a:p>
            <a:pPr marL="457200" indent="-457200">
              <a:buFont typeface="+mj-lt"/>
              <a:buAutoNum type="arabicPeriod"/>
            </a:pPr>
            <a:r>
              <a:rPr lang="ja-JP" altLang="en-US" dirty="0"/>
              <a:t>中身である </a:t>
            </a:r>
            <a:r>
              <a:rPr lang="en-US" altLang="ja-JP" dirty="0"/>
              <a:t>1 </a:t>
            </a:r>
            <a:r>
              <a:rPr lang="ja-JP" altLang="en-US" dirty="0"/>
              <a:t>と </a:t>
            </a:r>
            <a:r>
              <a:rPr lang="en-US" altLang="ja-JP" dirty="0"/>
              <a:t>2 </a:t>
            </a:r>
            <a:r>
              <a:rPr lang="ja-JP" altLang="en-US" dirty="0"/>
              <a:t>が取れる</a:t>
            </a:r>
            <a:endParaRPr lang="en-US" altLang="ja-JP" dirty="0"/>
          </a:p>
          <a:p>
            <a:pPr marL="904875" lvl="1" indent="-457200"/>
            <a:endParaRPr lang="en-US" altLang="ja-JP" dirty="0"/>
          </a:p>
        </p:txBody>
      </p:sp>
      <p:sp>
        <p:nvSpPr>
          <p:cNvPr id="46" name="正方形/長方形 45"/>
          <p:cNvSpPr/>
          <p:nvPr/>
        </p:nvSpPr>
        <p:spPr bwMode="auto">
          <a:xfrm>
            <a:off x="6186001" y="1988985"/>
            <a:ext cx="2070023" cy="3330036"/>
          </a:xfrm>
          <a:prstGeom prst="rect">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tlCol="0" anchor="t"/>
          <a:lstStyle/>
          <a:p>
            <a:pPr algn="ctr"/>
            <a:endParaRPr lang="ja-JP" altLang="en-US" dirty="0">
              <a:latin typeface="メイリオ" panose="020B0604030504040204" pitchFamily="50" charset="-128"/>
              <a:ea typeface="メイリオ" panose="020B0604030504040204" pitchFamily="50" charset="-128"/>
            </a:endParaRPr>
          </a:p>
        </p:txBody>
      </p:sp>
      <p:sp>
        <p:nvSpPr>
          <p:cNvPr id="47" name="正方形/長方形 46"/>
          <p:cNvSpPr/>
          <p:nvPr/>
        </p:nvSpPr>
        <p:spPr bwMode="auto">
          <a:xfrm>
            <a:off x="8976032" y="1988984"/>
            <a:ext cx="1440016" cy="3330037"/>
          </a:xfrm>
          <a:prstGeom prst="rect">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tlCol="0" anchor="t"/>
          <a:lstStyle/>
          <a:p>
            <a:pPr algn="ctr"/>
            <a:endParaRPr lang="ja-JP" altLang="en-US" dirty="0">
              <a:latin typeface="メイリオ" panose="020B0604030504040204" pitchFamily="50" charset="-128"/>
              <a:ea typeface="メイリオ" panose="020B0604030504040204" pitchFamily="50" charset="-128"/>
            </a:endParaRPr>
          </a:p>
        </p:txBody>
      </p:sp>
      <p:sp>
        <p:nvSpPr>
          <p:cNvPr id="51" name="正方形/長方形 50"/>
          <p:cNvSpPr/>
          <p:nvPr/>
        </p:nvSpPr>
        <p:spPr bwMode="auto">
          <a:xfrm>
            <a:off x="8976032" y="1628980"/>
            <a:ext cx="1440016"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ja-JP" altLang="en-US" dirty="0">
                <a:latin typeface="メイリオ" panose="020B0604030504040204" pitchFamily="50" charset="-128"/>
                <a:ea typeface="メイリオ" panose="020B0604030504040204" pitchFamily="50" charset="-128"/>
              </a:rPr>
              <a:t>メモリ</a:t>
            </a:r>
          </a:p>
        </p:txBody>
      </p:sp>
      <p:sp>
        <p:nvSpPr>
          <p:cNvPr id="53" name="正方形/長方形 52"/>
          <p:cNvSpPr/>
          <p:nvPr/>
        </p:nvSpPr>
        <p:spPr bwMode="auto">
          <a:xfrm>
            <a:off x="8976032" y="1988984"/>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Consolas" panose="020B0609020204030204" pitchFamily="49" charset="0"/>
              </a:rPr>
              <a:t>D=A+B</a:t>
            </a:r>
            <a:endParaRPr lang="ja-JP" altLang="en-US" b="1" dirty="0">
              <a:latin typeface="メイリオ" panose="020B0604030504040204" pitchFamily="50" charset="-128"/>
              <a:ea typeface="メイリオ" panose="020B0604030504040204" pitchFamily="50" charset="-128"/>
            </a:endParaRPr>
          </a:p>
          <a:p>
            <a:pPr algn="ct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74" name="正方形/長方形 73"/>
          <p:cNvSpPr/>
          <p:nvPr/>
        </p:nvSpPr>
        <p:spPr bwMode="auto">
          <a:xfrm>
            <a:off x="8976032" y="2348988"/>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Consolas" panose="020B0609020204030204" pitchFamily="49" charset="0"/>
              </a:rPr>
              <a:t>E=D-C</a:t>
            </a:r>
          </a:p>
          <a:p>
            <a:pPr algn="ctr"/>
            <a:endParaRPr lang="ja-JP" altLang="en-US" dirty="0">
              <a:latin typeface="メイリオ" panose="020B0604030504040204" pitchFamily="50" charset="-128"/>
              <a:ea typeface="メイリオ" panose="020B0604030504040204" pitchFamily="50" charset="-128"/>
            </a:endParaRPr>
          </a:p>
        </p:txBody>
      </p:sp>
      <p:sp>
        <p:nvSpPr>
          <p:cNvPr id="75" name="正方形/長方形 74"/>
          <p:cNvSpPr/>
          <p:nvPr/>
        </p:nvSpPr>
        <p:spPr bwMode="auto">
          <a:xfrm>
            <a:off x="8976032" y="2708992"/>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a:t>
            </a:r>
            <a:endParaRPr lang="ja-JP" altLang="en-US" dirty="0">
              <a:latin typeface="メイリオ" panose="020B0604030504040204" pitchFamily="50" charset="-128"/>
              <a:ea typeface="メイリオ" panose="020B0604030504040204" pitchFamily="50" charset="-128"/>
            </a:endParaRPr>
          </a:p>
        </p:txBody>
      </p:sp>
      <p:sp>
        <p:nvSpPr>
          <p:cNvPr id="76" name="正方形/長方形 75"/>
          <p:cNvSpPr/>
          <p:nvPr/>
        </p:nvSpPr>
        <p:spPr bwMode="auto">
          <a:xfrm>
            <a:off x="8976032" y="3068996"/>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a:t>
            </a:r>
            <a:endParaRPr lang="ja-JP" altLang="en-US" dirty="0">
              <a:latin typeface="メイリオ" panose="020B0604030504040204" pitchFamily="50" charset="-128"/>
              <a:ea typeface="メイリオ" panose="020B0604030504040204" pitchFamily="50" charset="-128"/>
            </a:endParaRPr>
          </a:p>
        </p:txBody>
      </p:sp>
      <p:sp>
        <p:nvSpPr>
          <p:cNvPr id="77" name="正方形/長方形 76"/>
          <p:cNvSpPr/>
          <p:nvPr/>
        </p:nvSpPr>
        <p:spPr bwMode="auto">
          <a:xfrm>
            <a:off x="6096000" y="1628980"/>
            <a:ext cx="216002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CPU</a:t>
            </a:r>
            <a:endParaRPr lang="ja-JP" altLang="en-US" dirty="0">
              <a:latin typeface="メイリオ" panose="020B0604030504040204" pitchFamily="50" charset="-128"/>
              <a:ea typeface="メイリオ" panose="020B0604030504040204" pitchFamily="50" charset="-128"/>
            </a:endParaRPr>
          </a:p>
        </p:txBody>
      </p:sp>
      <p:sp>
        <p:nvSpPr>
          <p:cNvPr id="78" name="正方形/長方形 77"/>
          <p:cNvSpPr/>
          <p:nvPr/>
        </p:nvSpPr>
        <p:spPr bwMode="auto">
          <a:xfrm>
            <a:off x="8616028" y="1988984"/>
            <a:ext cx="36000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pPr algn="ctr"/>
            <a:r>
              <a:rPr lang="en-US" altLang="ja-JP" dirty="0">
                <a:latin typeface="メイリオ" panose="020B0604030504040204" pitchFamily="50" charset="-128"/>
                <a:ea typeface="メイリオ" panose="020B0604030504040204" pitchFamily="50" charset="-128"/>
              </a:rPr>
              <a:t>0:</a:t>
            </a:r>
            <a:endParaRPr lang="ja-JP" altLang="en-US" dirty="0">
              <a:latin typeface="メイリオ" panose="020B0604030504040204" pitchFamily="50" charset="-128"/>
              <a:ea typeface="メイリオ" panose="020B0604030504040204" pitchFamily="50" charset="-128"/>
            </a:endParaRPr>
          </a:p>
        </p:txBody>
      </p:sp>
      <p:sp>
        <p:nvSpPr>
          <p:cNvPr id="79" name="正方形/長方形 78"/>
          <p:cNvSpPr/>
          <p:nvPr/>
        </p:nvSpPr>
        <p:spPr bwMode="auto">
          <a:xfrm>
            <a:off x="8616028" y="2348988"/>
            <a:ext cx="36000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pPr algn="ctr"/>
            <a:r>
              <a:rPr lang="en-US" altLang="ja-JP" dirty="0">
                <a:latin typeface="メイリオ" panose="020B0604030504040204" pitchFamily="50" charset="-128"/>
                <a:ea typeface="メイリオ" panose="020B0604030504040204" pitchFamily="50" charset="-128"/>
              </a:rPr>
              <a:t>1:</a:t>
            </a:r>
            <a:endParaRPr lang="ja-JP" altLang="en-US" dirty="0">
              <a:latin typeface="メイリオ" panose="020B0604030504040204" pitchFamily="50" charset="-128"/>
              <a:ea typeface="メイリオ" panose="020B0604030504040204" pitchFamily="50" charset="-128"/>
            </a:endParaRPr>
          </a:p>
        </p:txBody>
      </p:sp>
      <p:sp>
        <p:nvSpPr>
          <p:cNvPr id="80" name="正方形/長方形 79"/>
          <p:cNvSpPr/>
          <p:nvPr/>
        </p:nvSpPr>
        <p:spPr bwMode="auto">
          <a:xfrm>
            <a:off x="8616028" y="2708992"/>
            <a:ext cx="36000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pPr algn="ctr"/>
            <a:r>
              <a:rPr lang="en-US" altLang="ja-JP" dirty="0">
                <a:latin typeface="メイリオ" panose="020B0604030504040204" pitchFamily="50" charset="-128"/>
                <a:ea typeface="メイリオ" panose="020B0604030504040204" pitchFamily="50" charset="-128"/>
              </a:rPr>
              <a:t>2:</a:t>
            </a:r>
            <a:endParaRPr lang="ja-JP" altLang="en-US" dirty="0">
              <a:latin typeface="メイリオ" panose="020B0604030504040204" pitchFamily="50" charset="-128"/>
              <a:ea typeface="メイリオ" panose="020B0604030504040204" pitchFamily="50" charset="-128"/>
            </a:endParaRPr>
          </a:p>
        </p:txBody>
      </p:sp>
      <p:sp>
        <p:nvSpPr>
          <p:cNvPr id="81" name="正方形/長方形 80"/>
          <p:cNvSpPr/>
          <p:nvPr/>
        </p:nvSpPr>
        <p:spPr bwMode="auto">
          <a:xfrm>
            <a:off x="8616028" y="3068996"/>
            <a:ext cx="36000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pPr algn="ctr"/>
            <a:r>
              <a:rPr lang="en-US" altLang="ja-JP" dirty="0">
                <a:latin typeface="メイリオ" panose="020B0604030504040204" pitchFamily="50" charset="-128"/>
                <a:ea typeface="メイリオ" panose="020B0604030504040204" pitchFamily="50" charset="-128"/>
              </a:rPr>
              <a:t>3:</a:t>
            </a:r>
            <a:endParaRPr lang="ja-JP" altLang="en-US" dirty="0">
              <a:latin typeface="メイリオ" panose="020B0604030504040204" pitchFamily="50" charset="-128"/>
              <a:ea typeface="メイリオ" panose="020B0604030504040204" pitchFamily="50" charset="-128"/>
            </a:endParaRPr>
          </a:p>
        </p:txBody>
      </p:sp>
      <p:sp>
        <p:nvSpPr>
          <p:cNvPr id="82" name="正方形/長方形 81"/>
          <p:cNvSpPr/>
          <p:nvPr/>
        </p:nvSpPr>
        <p:spPr bwMode="auto">
          <a:xfrm>
            <a:off x="6276002" y="2168986"/>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A</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83" name="正方形/長方形 82"/>
          <p:cNvSpPr/>
          <p:nvPr/>
        </p:nvSpPr>
        <p:spPr bwMode="auto">
          <a:xfrm>
            <a:off x="7266013" y="2168986"/>
            <a:ext cx="360004" cy="360004"/>
          </a:xfrm>
          <a:prstGeom prst="rect">
            <a:avLst/>
          </a:prstGeom>
          <a:noFill/>
          <a:ln>
            <a:noFill/>
            <a:headEnd/>
            <a:tailEnd type="triangl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PC</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84" name="正方形/長方形 83"/>
          <p:cNvSpPr/>
          <p:nvPr/>
        </p:nvSpPr>
        <p:spPr bwMode="auto">
          <a:xfrm>
            <a:off x="6276002" y="2528990"/>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B</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85" name="正方形/長方形 84"/>
          <p:cNvSpPr/>
          <p:nvPr/>
        </p:nvSpPr>
        <p:spPr bwMode="auto">
          <a:xfrm>
            <a:off x="6276002" y="2888994"/>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C</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86" name="正方形/長方形 85"/>
          <p:cNvSpPr/>
          <p:nvPr/>
        </p:nvSpPr>
        <p:spPr bwMode="auto">
          <a:xfrm>
            <a:off x="6276002" y="3248998"/>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D</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87" name="フローチャート: 手作業 86"/>
          <p:cNvSpPr/>
          <p:nvPr/>
        </p:nvSpPr>
        <p:spPr bwMode="auto">
          <a:xfrm rot="16200000">
            <a:off x="7348819" y="3076191"/>
            <a:ext cx="914400" cy="360004"/>
          </a:xfrm>
          <a:prstGeom prst="flowChartManualOperation">
            <a:avLst/>
          </a:prstGeom>
          <a:ln>
            <a:headEnd/>
            <a:tailEnd type="triangle" w="sm" len="med"/>
          </a:ln>
        </p:spPr>
        <p:style>
          <a:lnRef idx="2">
            <a:schemeClr val="accent2">
              <a:shade val="50000"/>
            </a:schemeClr>
          </a:lnRef>
          <a:fillRef idx="1">
            <a:schemeClr val="accent2"/>
          </a:fillRef>
          <a:effectRef idx="0">
            <a:schemeClr val="accent2"/>
          </a:effectRef>
          <a:fontRef idx="minor">
            <a:schemeClr val="lt1"/>
          </a:fontRef>
        </p:style>
        <p:txBody>
          <a:bodyPr vert="eaVert" rtlCol="0" anchor="ctr"/>
          <a:lstStyle/>
          <a:p>
            <a:pPr algn="ctr"/>
            <a:r>
              <a:rPr lang="en-US" altLang="ja-JP" dirty="0">
                <a:latin typeface="メイリオ" panose="020B0604030504040204" pitchFamily="50" charset="-128"/>
                <a:ea typeface="メイリオ" panose="020B0604030504040204" pitchFamily="50" charset="-128"/>
              </a:rPr>
              <a:t>FU</a:t>
            </a:r>
            <a:endParaRPr lang="ja-JP" altLang="en-US" dirty="0">
              <a:latin typeface="メイリオ" panose="020B0604030504040204" pitchFamily="50" charset="-128"/>
              <a:ea typeface="メイリオ" panose="020B0604030504040204" pitchFamily="50" charset="-128"/>
            </a:endParaRPr>
          </a:p>
        </p:txBody>
      </p:sp>
      <p:sp>
        <p:nvSpPr>
          <p:cNvPr id="88" name="正方形/長方形 87"/>
          <p:cNvSpPr/>
          <p:nvPr/>
        </p:nvSpPr>
        <p:spPr bwMode="auto">
          <a:xfrm>
            <a:off x="6276002" y="3609002"/>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E</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89" name="正方形/長方形 88"/>
          <p:cNvSpPr/>
          <p:nvPr/>
        </p:nvSpPr>
        <p:spPr bwMode="auto">
          <a:xfrm>
            <a:off x="6276002" y="3969006"/>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F</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90" name="正方形/長方形 89"/>
          <p:cNvSpPr/>
          <p:nvPr/>
        </p:nvSpPr>
        <p:spPr bwMode="auto">
          <a:xfrm>
            <a:off x="6636006" y="2168986"/>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rgbClr val="FF0000"/>
                </a:solidFill>
                <a:latin typeface="メイリオ" panose="020B0604030504040204" pitchFamily="50" charset="-128"/>
                <a:ea typeface="メイリオ" panose="020B0604030504040204" pitchFamily="50" charset="-128"/>
              </a:rPr>
              <a:t>1</a:t>
            </a:r>
            <a:endParaRPr lang="ja-JP" altLang="en-US" dirty="0">
              <a:solidFill>
                <a:srgbClr val="FF0000"/>
              </a:solidFill>
              <a:latin typeface="メイリオ" panose="020B0604030504040204" pitchFamily="50" charset="-128"/>
              <a:ea typeface="メイリオ" panose="020B0604030504040204" pitchFamily="50" charset="-128"/>
            </a:endParaRPr>
          </a:p>
        </p:txBody>
      </p:sp>
      <p:sp>
        <p:nvSpPr>
          <p:cNvPr id="91" name="正方形/長方形 90"/>
          <p:cNvSpPr/>
          <p:nvPr/>
        </p:nvSpPr>
        <p:spPr bwMode="auto">
          <a:xfrm>
            <a:off x="6636006" y="2528990"/>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rgbClr val="FF0000"/>
                </a:solidFill>
                <a:latin typeface="メイリオ" panose="020B0604030504040204" pitchFamily="50" charset="-128"/>
                <a:ea typeface="メイリオ" panose="020B0604030504040204" pitchFamily="50" charset="-128"/>
              </a:rPr>
              <a:t>2</a:t>
            </a:r>
            <a:endParaRPr lang="ja-JP" altLang="en-US" dirty="0">
              <a:solidFill>
                <a:srgbClr val="FF0000"/>
              </a:solidFill>
              <a:latin typeface="メイリオ" panose="020B0604030504040204" pitchFamily="50" charset="-128"/>
              <a:ea typeface="メイリオ" panose="020B0604030504040204" pitchFamily="50" charset="-128"/>
            </a:endParaRPr>
          </a:p>
        </p:txBody>
      </p:sp>
      <p:sp>
        <p:nvSpPr>
          <p:cNvPr id="92" name="正方形/長方形 91"/>
          <p:cNvSpPr/>
          <p:nvPr/>
        </p:nvSpPr>
        <p:spPr bwMode="auto">
          <a:xfrm>
            <a:off x="6636006" y="2888994"/>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latin typeface="メイリオ" panose="020B0604030504040204" pitchFamily="50" charset="-128"/>
                <a:ea typeface="メイリオ" panose="020B0604030504040204" pitchFamily="50" charset="-128"/>
              </a:rPr>
              <a:t>3</a:t>
            </a:r>
            <a:endParaRPr lang="ja-JP" altLang="en-US" dirty="0">
              <a:latin typeface="メイリオ" panose="020B0604030504040204" pitchFamily="50" charset="-128"/>
              <a:ea typeface="メイリオ" panose="020B0604030504040204" pitchFamily="50" charset="-128"/>
            </a:endParaRPr>
          </a:p>
        </p:txBody>
      </p:sp>
      <p:sp>
        <p:nvSpPr>
          <p:cNvPr id="93" name="正方形/長方形 92"/>
          <p:cNvSpPr/>
          <p:nvPr/>
        </p:nvSpPr>
        <p:spPr bwMode="auto">
          <a:xfrm>
            <a:off x="6636006" y="3248998"/>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latin typeface="メイリオ" panose="020B0604030504040204" pitchFamily="50" charset="-128"/>
                <a:ea typeface="メイリオ" panose="020B0604030504040204" pitchFamily="50" charset="-128"/>
              </a:rPr>
              <a:t>0</a:t>
            </a:r>
            <a:endParaRPr lang="ja-JP" altLang="en-US" dirty="0">
              <a:latin typeface="メイリオ" panose="020B0604030504040204" pitchFamily="50" charset="-128"/>
              <a:ea typeface="メイリオ" panose="020B0604030504040204" pitchFamily="50" charset="-128"/>
            </a:endParaRPr>
          </a:p>
        </p:txBody>
      </p:sp>
      <p:sp>
        <p:nvSpPr>
          <p:cNvPr id="94" name="正方形/長方形 93"/>
          <p:cNvSpPr/>
          <p:nvPr/>
        </p:nvSpPr>
        <p:spPr bwMode="auto">
          <a:xfrm>
            <a:off x="6636006" y="3609002"/>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latin typeface="メイリオ" panose="020B0604030504040204" pitchFamily="50" charset="-128"/>
                <a:ea typeface="メイリオ" panose="020B0604030504040204" pitchFamily="50" charset="-128"/>
              </a:rPr>
              <a:t>0</a:t>
            </a:r>
            <a:endParaRPr lang="ja-JP" altLang="en-US" dirty="0">
              <a:latin typeface="メイリオ" panose="020B0604030504040204" pitchFamily="50" charset="-128"/>
              <a:ea typeface="メイリオ" panose="020B0604030504040204" pitchFamily="50" charset="-128"/>
            </a:endParaRPr>
          </a:p>
        </p:txBody>
      </p:sp>
      <p:sp>
        <p:nvSpPr>
          <p:cNvPr id="95" name="正方形/長方形 94"/>
          <p:cNvSpPr/>
          <p:nvPr/>
        </p:nvSpPr>
        <p:spPr bwMode="auto">
          <a:xfrm>
            <a:off x="6636006" y="3969006"/>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latin typeface="メイリオ" panose="020B0604030504040204" pitchFamily="50" charset="-128"/>
                <a:ea typeface="メイリオ" panose="020B0604030504040204" pitchFamily="50" charset="-128"/>
              </a:rPr>
              <a:t>0</a:t>
            </a:r>
            <a:endParaRPr lang="ja-JP" altLang="en-US" dirty="0">
              <a:latin typeface="メイリオ" panose="020B0604030504040204" pitchFamily="50" charset="-128"/>
              <a:ea typeface="メイリオ" panose="020B0604030504040204" pitchFamily="50" charset="-128"/>
            </a:endParaRPr>
          </a:p>
        </p:txBody>
      </p:sp>
      <p:sp>
        <p:nvSpPr>
          <p:cNvPr id="96" name="正方形/長方形 95"/>
          <p:cNvSpPr/>
          <p:nvPr/>
        </p:nvSpPr>
        <p:spPr bwMode="auto">
          <a:xfrm>
            <a:off x="7626017" y="2168986"/>
            <a:ext cx="360004" cy="360004"/>
          </a:xfrm>
          <a:prstGeom prst="rect">
            <a:avLst/>
          </a:prstGeom>
          <a:ln>
            <a:headEnd/>
            <a:tailEnd type="triangl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latin typeface="メイリオ" panose="020B0604030504040204" pitchFamily="50" charset="-128"/>
                <a:ea typeface="メイリオ" panose="020B0604030504040204" pitchFamily="50" charset="-128"/>
              </a:rPr>
              <a:t>0</a:t>
            </a:r>
            <a:endParaRPr lang="ja-JP" altLang="en-US" dirty="0">
              <a:latin typeface="メイリオ" panose="020B0604030504040204" pitchFamily="50" charset="-128"/>
              <a:ea typeface="メイリオ" panose="020B0604030504040204" pitchFamily="50" charset="-128"/>
            </a:endParaRPr>
          </a:p>
        </p:txBody>
      </p:sp>
      <p:cxnSp>
        <p:nvCxnSpPr>
          <p:cNvPr id="97" name="直線コネクタ 96"/>
          <p:cNvCxnSpPr/>
          <p:nvPr/>
        </p:nvCxnSpPr>
        <p:spPr bwMode="auto">
          <a:xfrm>
            <a:off x="7086011" y="2168986"/>
            <a:ext cx="0" cy="2160024"/>
          </a:xfrm>
          <a:prstGeom prst="line">
            <a:avLst/>
          </a:prstGeom>
          <a:ln>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98" name="直線コネクタ 97"/>
          <p:cNvCxnSpPr/>
          <p:nvPr/>
        </p:nvCxnSpPr>
        <p:spPr bwMode="auto">
          <a:xfrm>
            <a:off x="7176012" y="2168986"/>
            <a:ext cx="0" cy="2160024"/>
          </a:xfrm>
          <a:prstGeom prst="line">
            <a:avLst/>
          </a:prstGeom>
          <a:ln>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99" name="直線コネクタ 98"/>
          <p:cNvCxnSpPr/>
          <p:nvPr/>
        </p:nvCxnSpPr>
        <p:spPr bwMode="auto">
          <a:xfrm>
            <a:off x="7086011" y="2978995"/>
            <a:ext cx="540006" cy="0"/>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00" name="直線コネクタ 99"/>
          <p:cNvCxnSpPr/>
          <p:nvPr/>
        </p:nvCxnSpPr>
        <p:spPr bwMode="auto">
          <a:xfrm>
            <a:off x="7176013" y="3519001"/>
            <a:ext cx="450005" cy="0"/>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01" name="直線コネクタ 100"/>
          <p:cNvCxnSpPr/>
          <p:nvPr/>
        </p:nvCxnSpPr>
        <p:spPr bwMode="auto">
          <a:xfrm flipV="1">
            <a:off x="6816008" y="4419011"/>
            <a:ext cx="0" cy="180002"/>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02" name="直線コネクタ 101"/>
          <p:cNvCxnSpPr/>
          <p:nvPr/>
        </p:nvCxnSpPr>
        <p:spPr bwMode="auto">
          <a:xfrm flipH="1">
            <a:off x="6816010" y="4599013"/>
            <a:ext cx="1260013" cy="0"/>
          </a:xfrm>
          <a:prstGeom prst="line">
            <a:avLst/>
          </a:prstGeom>
          <a:ln w="15875">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03" name="直線コネクタ 102"/>
          <p:cNvCxnSpPr/>
          <p:nvPr/>
        </p:nvCxnSpPr>
        <p:spPr bwMode="auto">
          <a:xfrm flipH="1">
            <a:off x="7986022" y="3248998"/>
            <a:ext cx="90001" cy="0"/>
          </a:xfrm>
          <a:prstGeom prst="line">
            <a:avLst/>
          </a:prstGeom>
          <a:ln w="15875">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04" name="直線コネクタ 103"/>
          <p:cNvCxnSpPr/>
          <p:nvPr/>
        </p:nvCxnSpPr>
        <p:spPr bwMode="auto">
          <a:xfrm flipV="1">
            <a:off x="8076023" y="3248999"/>
            <a:ext cx="1" cy="1350015"/>
          </a:xfrm>
          <a:prstGeom prst="line">
            <a:avLst/>
          </a:prstGeom>
          <a:ln w="15875">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105" name="正方形/長方形 104"/>
          <p:cNvSpPr/>
          <p:nvPr/>
        </p:nvSpPr>
        <p:spPr bwMode="auto">
          <a:xfrm>
            <a:off x="6816008" y="4869016"/>
            <a:ext cx="720008" cy="360004"/>
          </a:xfrm>
          <a:prstGeom prst="rect">
            <a:avLst/>
          </a:prstGeom>
          <a:noFill/>
          <a:ln>
            <a:solidFill>
              <a:schemeClr val="tx1">
                <a:lumMod val="75000"/>
                <a:lumOff val="25000"/>
              </a:schemeClr>
            </a:solidFill>
            <a:headEnd/>
            <a:tailEnd type="triangl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rgbClr val="FF0000"/>
                </a:solidFill>
                <a:latin typeface="Consolas" panose="020B0609020204030204" pitchFamily="49" charset="0"/>
              </a:rPr>
              <a:t>D=A+B</a:t>
            </a:r>
            <a:endParaRPr lang="ja-JP" altLang="en-US" b="1" dirty="0">
              <a:solidFill>
                <a:srgbClr val="FF0000"/>
              </a:solidFill>
              <a:latin typeface="メイリオ" panose="020B0604030504040204" pitchFamily="50" charset="-128"/>
              <a:ea typeface="メイリオ" panose="020B0604030504040204" pitchFamily="50" charset="-128"/>
            </a:endParaRPr>
          </a:p>
        </p:txBody>
      </p:sp>
      <p:cxnSp>
        <p:nvCxnSpPr>
          <p:cNvPr id="106" name="曲線コネクタ 105"/>
          <p:cNvCxnSpPr/>
          <p:nvPr/>
        </p:nvCxnSpPr>
        <p:spPr bwMode="auto">
          <a:xfrm>
            <a:off x="6906009" y="2438989"/>
            <a:ext cx="720008" cy="540006"/>
          </a:xfrm>
          <a:prstGeom prst="curvedConnector3">
            <a:avLst/>
          </a:prstGeom>
          <a:ln>
            <a:solidFill>
              <a:srgbClr val="FF0000"/>
            </a:solidFill>
            <a:headEnd type="none" w="med" len="med"/>
            <a:tailEnd type="triangle"/>
          </a:ln>
        </p:spPr>
        <p:style>
          <a:lnRef idx="3">
            <a:schemeClr val="accent5"/>
          </a:lnRef>
          <a:fillRef idx="0">
            <a:schemeClr val="accent5"/>
          </a:fillRef>
          <a:effectRef idx="2">
            <a:schemeClr val="accent5"/>
          </a:effectRef>
          <a:fontRef idx="minor">
            <a:schemeClr val="tx1"/>
          </a:fontRef>
        </p:style>
      </p:cxnSp>
      <p:cxnSp>
        <p:nvCxnSpPr>
          <p:cNvPr id="108" name="曲線コネクタ 107"/>
          <p:cNvCxnSpPr/>
          <p:nvPr/>
        </p:nvCxnSpPr>
        <p:spPr bwMode="auto">
          <a:xfrm>
            <a:off x="6906009" y="2798994"/>
            <a:ext cx="720008" cy="630007"/>
          </a:xfrm>
          <a:prstGeom prst="curvedConnector3">
            <a:avLst/>
          </a:prstGeom>
          <a:ln>
            <a:solidFill>
              <a:srgbClr val="FF0000"/>
            </a:solidFill>
            <a:headEnd type="none" w="med" len="med"/>
            <a:tailEnd type="triangle"/>
          </a:ln>
        </p:spPr>
        <p:style>
          <a:lnRef idx="3">
            <a:schemeClr val="accent5"/>
          </a:lnRef>
          <a:fillRef idx="0">
            <a:schemeClr val="accent5"/>
          </a:fillRef>
          <a:effectRef idx="2">
            <a:schemeClr val="accent5"/>
          </a:effectRef>
          <a:fontRef idx="minor">
            <a:schemeClr val="tx1"/>
          </a:fontRef>
        </p:style>
      </p:cxnSp>
    </p:spTree>
    <p:extLst>
      <p:ext uri="{BB962C8B-B14F-4D97-AF65-F5344CB8AC3E}">
        <p14:creationId xmlns:p14="http://schemas.microsoft.com/office/powerpoint/2010/main" val="125702148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pPr lvl="2"/>
            <a:r>
              <a:rPr lang="en-US" altLang="ja-JP" b="1" dirty="0">
                <a:solidFill>
                  <a:schemeClr val="bg1"/>
                </a:solidFill>
                <a:latin typeface="メイリオ" panose="020B0604030504040204" pitchFamily="50" charset="-128"/>
                <a:ea typeface="メイリオ" panose="020B0604030504040204" pitchFamily="50" charset="-128"/>
              </a:rPr>
              <a:t>3. </a:t>
            </a:r>
            <a:r>
              <a:rPr lang="ja-JP" altLang="en-US" b="1" dirty="0">
                <a:solidFill>
                  <a:schemeClr val="bg1"/>
                </a:solidFill>
                <a:latin typeface="メイリオ" panose="020B0604030504040204" pitchFamily="50" charset="-128"/>
                <a:ea typeface="メイリオ" panose="020B0604030504040204" pitchFamily="50" charset="-128"/>
              </a:rPr>
              <a:t>演算の実行</a:t>
            </a:r>
          </a:p>
        </p:txBody>
      </p:sp>
      <p:sp>
        <p:nvSpPr>
          <p:cNvPr id="3" name="コンテンツ プレースホルダー 2"/>
          <p:cNvSpPr>
            <a:spLocks noGrp="1"/>
          </p:cNvSpPr>
          <p:nvPr>
            <p:ph idx="4294967295"/>
          </p:nvPr>
        </p:nvSpPr>
        <p:spPr>
          <a:xfrm>
            <a:off x="1775952" y="1676400"/>
            <a:ext cx="5040056" cy="4903788"/>
          </a:xfrm>
          <a:prstGeom prst="rect">
            <a:avLst/>
          </a:prstGeom>
        </p:spPr>
        <p:txBody>
          <a:bodyPr/>
          <a:lstStyle/>
          <a:p>
            <a:pPr marL="457200" indent="-457200">
              <a:buFont typeface="+mj-lt"/>
              <a:buAutoNum type="arabicPeriod"/>
            </a:pPr>
            <a:r>
              <a:rPr lang="ja-JP" altLang="en-US" dirty="0"/>
              <a:t>演算器（</a:t>
            </a:r>
            <a:r>
              <a:rPr lang="en-US" altLang="ja-JP" dirty="0"/>
              <a:t>FU</a:t>
            </a:r>
            <a:r>
              <a:rPr lang="ja-JP" altLang="en-US" dirty="0"/>
              <a:t>）で，足し算をする</a:t>
            </a:r>
            <a:endParaRPr lang="en-US" altLang="ja-JP" dirty="0"/>
          </a:p>
          <a:p>
            <a:pPr marL="904875" lvl="1" indent="-457200"/>
            <a:r>
              <a:rPr lang="ja-JP" altLang="en-US" dirty="0"/>
              <a:t>１＋２ </a:t>
            </a:r>
            <a:r>
              <a:rPr lang="en-US" altLang="ja-JP" dirty="0"/>
              <a:t>= 3</a:t>
            </a:r>
          </a:p>
          <a:p>
            <a:pPr marL="457200" indent="-457200">
              <a:buFont typeface="+mj-lt"/>
              <a:buAutoNum type="arabicPeriod"/>
            </a:pPr>
            <a:endParaRPr lang="en-US" altLang="ja-JP" dirty="0"/>
          </a:p>
        </p:txBody>
      </p:sp>
      <p:sp>
        <p:nvSpPr>
          <p:cNvPr id="46" name="正方形/長方形 45"/>
          <p:cNvSpPr/>
          <p:nvPr/>
        </p:nvSpPr>
        <p:spPr bwMode="auto">
          <a:xfrm>
            <a:off x="6186001" y="1988985"/>
            <a:ext cx="2070023" cy="3330036"/>
          </a:xfrm>
          <a:prstGeom prst="rect">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tlCol="0" anchor="t"/>
          <a:lstStyle/>
          <a:p>
            <a:pPr algn="ctr"/>
            <a:endParaRPr lang="ja-JP" altLang="en-US" dirty="0">
              <a:latin typeface="メイリオ" panose="020B0604030504040204" pitchFamily="50" charset="-128"/>
              <a:ea typeface="メイリオ" panose="020B0604030504040204" pitchFamily="50" charset="-128"/>
            </a:endParaRPr>
          </a:p>
        </p:txBody>
      </p:sp>
      <p:sp>
        <p:nvSpPr>
          <p:cNvPr id="47" name="正方形/長方形 46"/>
          <p:cNvSpPr/>
          <p:nvPr/>
        </p:nvSpPr>
        <p:spPr bwMode="auto">
          <a:xfrm>
            <a:off x="8976032" y="1988984"/>
            <a:ext cx="1440016" cy="3330037"/>
          </a:xfrm>
          <a:prstGeom prst="rect">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tlCol="0" anchor="t"/>
          <a:lstStyle/>
          <a:p>
            <a:pPr algn="ctr"/>
            <a:endParaRPr lang="ja-JP" altLang="en-US" dirty="0">
              <a:latin typeface="メイリオ" panose="020B0604030504040204" pitchFamily="50" charset="-128"/>
              <a:ea typeface="メイリオ" panose="020B0604030504040204" pitchFamily="50" charset="-128"/>
            </a:endParaRPr>
          </a:p>
        </p:txBody>
      </p:sp>
      <p:sp>
        <p:nvSpPr>
          <p:cNvPr id="51" name="正方形/長方形 50"/>
          <p:cNvSpPr/>
          <p:nvPr/>
        </p:nvSpPr>
        <p:spPr bwMode="auto">
          <a:xfrm>
            <a:off x="8976032" y="1628980"/>
            <a:ext cx="1440016"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ja-JP" altLang="en-US" dirty="0">
                <a:latin typeface="メイリオ" panose="020B0604030504040204" pitchFamily="50" charset="-128"/>
                <a:ea typeface="メイリオ" panose="020B0604030504040204" pitchFamily="50" charset="-128"/>
              </a:rPr>
              <a:t>メモリ</a:t>
            </a:r>
          </a:p>
        </p:txBody>
      </p:sp>
      <p:sp>
        <p:nvSpPr>
          <p:cNvPr id="53" name="正方形/長方形 52"/>
          <p:cNvSpPr/>
          <p:nvPr/>
        </p:nvSpPr>
        <p:spPr bwMode="auto">
          <a:xfrm>
            <a:off x="8976032" y="1988984"/>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Consolas" panose="020B0609020204030204" pitchFamily="49" charset="0"/>
              </a:rPr>
              <a:t>D=A+B</a:t>
            </a:r>
            <a:endParaRPr lang="ja-JP" altLang="en-US" b="1" dirty="0">
              <a:latin typeface="メイリオ" panose="020B0604030504040204" pitchFamily="50" charset="-128"/>
              <a:ea typeface="メイリオ" panose="020B0604030504040204" pitchFamily="50" charset="-128"/>
            </a:endParaRPr>
          </a:p>
          <a:p>
            <a:pPr algn="ct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74" name="正方形/長方形 73"/>
          <p:cNvSpPr/>
          <p:nvPr/>
        </p:nvSpPr>
        <p:spPr bwMode="auto">
          <a:xfrm>
            <a:off x="8976032" y="2348988"/>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Consolas" panose="020B0609020204030204" pitchFamily="49" charset="0"/>
              </a:rPr>
              <a:t>E=D-C</a:t>
            </a:r>
          </a:p>
          <a:p>
            <a:pPr algn="ctr"/>
            <a:endParaRPr lang="ja-JP" altLang="en-US" dirty="0">
              <a:latin typeface="メイリオ" panose="020B0604030504040204" pitchFamily="50" charset="-128"/>
              <a:ea typeface="メイリオ" panose="020B0604030504040204" pitchFamily="50" charset="-128"/>
            </a:endParaRPr>
          </a:p>
        </p:txBody>
      </p:sp>
      <p:sp>
        <p:nvSpPr>
          <p:cNvPr id="75" name="正方形/長方形 74"/>
          <p:cNvSpPr/>
          <p:nvPr/>
        </p:nvSpPr>
        <p:spPr bwMode="auto">
          <a:xfrm>
            <a:off x="8976032" y="2708992"/>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a:t>
            </a:r>
            <a:endParaRPr lang="ja-JP" altLang="en-US" dirty="0">
              <a:latin typeface="メイリオ" panose="020B0604030504040204" pitchFamily="50" charset="-128"/>
              <a:ea typeface="メイリオ" panose="020B0604030504040204" pitchFamily="50" charset="-128"/>
            </a:endParaRPr>
          </a:p>
        </p:txBody>
      </p:sp>
      <p:sp>
        <p:nvSpPr>
          <p:cNvPr id="76" name="正方形/長方形 75"/>
          <p:cNvSpPr/>
          <p:nvPr/>
        </p:nvSpPr>
        <p:spPr bwMode="auto">
          <a:xfrm>
            <a:off x="8976032" y="3068996"/>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a:t>
            </a:r>
            <a:endParaRPr lang="ja-JP" altLang="en-US" dirty="0">
              <a:latin typeface="メイリオ" panose="020B0604030504040204" pitchFamily="50" charset="-128"/>
              <a:ea typeface="メイリオ" panose="020B0604030504040204" pitchFamily="50" charset="-128"/>
            </a:endParaRPr>
          </a:p>
        </p:txBody>
      </p:sp>
      <p:sp>
        <p:nvSpPr>
          <p:cNvPr id="77" name="正方形/長方形 76"/>
          <p:cNvSpPr/>
          <p:nvPr/>
        </p:nvSpPr>
        <p:spPr bwMode="auto">
          <a:xfrm>
            <a:off x="6096000" y="1628980"/>
            <a:ext cx="216002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CPU</a:t>
            </a:r>
            <a:endParaRPr lang="ja-JP" altLang="en-US" dirty="0">
              <a:latin typeface="メイリオ" panose="020B0604030504040204" pitchFamily="50" charset="-128"/>
              <a:ea typeface="メイリオ" panose="020B0604030504040204" pitchFamily="50" charset="-128"/>
            </a:endParaRPr>
          </a:p>
        </p:txBody>
      </p:sp>
      <p:sp>
        <p:nvSpPr>
          <p:cNvPr id="78" name="正方形/長方形 77"/>
          <p:cNvSpPr/>
          <p:nvPr/>
        </p:nvSpPr>
        <p:spPr bwMode="auto">
          <a:xfrm>
            <a:off x="8616028" y="1988984"/>
            <a:ext cx="36000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pPr algn="ctr"/>
            <a:r>
              <a:rPr lang="en-US" altLang="ja-JP" dirty="0">
                <a:latin typeface="メイリオ" panose="020B0604030504040204" pitchFamily="50" charset="-128"/>
                <a:ea typeface="メイリオ" panose="020B0604030504040204" pitchFamily="50" charset="-128"/>
              </a:rPr>
              <a:t>0:</a:t>
            </a:r>
            <a:endParaRPr lang="ja-JP" altLang="en-US" dirty="0">
              <a:latin typeface="メイリオ" panose="020B0604030504040204" pitchFamily="50" charset="-128"/>
              <a:ea typeface="メイリオ" panose="020B0604030504040204" pitchFamily="50" charset="-128"/>
            </a:endParaRPr>
          </a:p>
        </p:txBody>
      </p:sp>
      <p:sp>
        <p:nvSpPr>
          <p:cNvPr id="79" name="正方形/長方形 78"/>
          <p:cNvSpPr/>
          <p:nvPr/>
        </p:nvSpPr>
        <p:spPr bwMode="auto">
          <a:xfrm>
            <a:off x="8616028" y="2348988"/>
            <a:ext cx="36000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pPr algn="ctr"/>
            <a:r>
              <a:rPr lang="en-US" altLang="ja-JP" dirty="0">
                <a:latin typeface="メイリオ" panose="020B0604030504040204" pitchFamily="50" charset="-128"/>
                <a:ea typeface="メイリオ" panose="020B0604030504040204" pitchFamily="50" charset="-128"/>
              </a:rPr>
              <a:t>1:</a:t>
            </a:r>
            <a:endParaRPr lang="ja-JP" altLang="en-US" dirty="0">
              <a:latin typeface="メイリオ" panose="020B0604030504040204" pitchFamily="50" charset="-128"/>
              <a:ea typeface="メイリオ" panose="020B0604030504040204" pitchFamily="50" charset="-128"/>
            </a:endParaRPr>
          </a:p>
        </p:txBody>
      </p:sp>
      <p:sp>
        <p:nvSpPr>
          <p:cNvPr id="80" name="正方形/長方形 79"/>
          <p:cNvSpPr/>
          <p:nvPr/>
        </p:nvSpPr>
        <p:spPr bwMode="auto">
          <a:xfrm>
            <a:off x="8616028" y="2708992"/>
            <a:ext cx="36000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pPr algn="ctr"/>
            <a:r>
              <a:rPr lang="en-US" altLang="ja-JP" dirty="0">
                <a:latin typeface="メイリオ" panose="020B0604030504040204" pitchFamily="50" charset="-128"/>
                <a:ea typeface="メイリオ" panose="020B0604030504040204" pitchFamily="50" charset="-128"/>
              </a:rPr>
              <a:t>2:</a:t>
            </a:r>
            <a:endParaRPr lang="ja-JP" altLang="en-US" dirty="0">
              <a:latin typeface="メイリオ" panose="020B0604030504040204" pitchFamily="50" charset="-128"/>
              <a:ea typeface="メイリオ" panose="020B0604030504040204" pitchFamily="50" charset="-128"/>
            </a:endParaRPr>
          </a:p>
        </p:txBody>
      </p:sp>
      <p:sp>
        <p:nvSpPr>
          <p:cNvPr id="81" name="正方形/長方形 80"/>
          <p:cNvSpPr/>
          <p:nvPr/>
        </p:nvSpPr>
        <p:spPr bwMode="auto">
          <a:xfrm>
            <a:off x="8616028" y="3068996"/>
            <a:ext cx="36000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pPr algn="ctr"/>
            <a:r>
              <a:rPr lang="en-US" altLang="ja-JP" dirty="0">
                <a:latin typeface="メイリオ" panose="020B0604030504040204" pitchFamily="50" charset="-128"/>
                <a:ea typeface="メイリオ" panose="020B0604030504040204" pitchFamily="50" charset="-128"/>
              </a:rPr>
              <a:t>3:</a:t>
            </a:r>
            <a:endParaRPr lang="ja-JP" altLang="en-US" dirty="0">
              <a:latin typeface="メイリオ" panose="020B0604030504040204" pitchFamily="50" charset="-128"/>
              <a:ea typeface="メイリオ" panose="020B0604030504040204" pitchFamily="50" charset="-128"/>
            </a:endParaRPr>
          </a:p>
        </p:txBody>
      </p:sp>
      <p:sp>
        <p:nvSpPr>
          <p:cNvPr id="82" name="正方形/長方形 81"/>
          <p:cNvSpPr/>
          <p:nvPr/>
        </p:nvSpPr>
        <p:spPr bwMode="auto">
          <a:xfrm>
            <a:off x="6276002" y="2168986"/>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A</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83" name="正方形/長方形 82"/>
          <p:cNvSpPr/>
          <p:nvPr/>
        </p:nvSpPr>
        <p:spPr bwMode="auto">
          <a:xfrm>
            <a:off x="7266013" y="2168986"/>
            <a:ext cx="360004" cy="360004"/>
          </a:xfrm>
          <a:prstGeom prst="rect">
            <a:avLst/>
          </a:prstGeom>
          <a:noFill/>
          <a:ln>
            <a:noFill/>
            <a:headEnd/>
            <a:tailEnd type="triangl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PC</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84" name="正方形/長方形 83"/>
          <p:cNvSpPr/>
          <p:nvPr/>
        </p:nvSpPr>
        <p:spPr bwMode="auto">
          <a:xfrm>
            <a:off x="6276002" y="2528990"/>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B</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85" name="正方形/長方形 84"/>
          <p:cNvSpPr/>
          <p:nvPr/>
        </p:nvSpPr>
        <p:spPr bwMode="auto">
          <a:xfrm>
            <a:off x="6276002" y="2888994"/>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C</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86" name="正方形/長方形 85"/>
          <p:cNvSpPr/>
          <p:nvPr/>
        </p:nvSpPr>
        <p:spPr bwMode="auto">
          <a:xfrm>
            <a:off x="6276002" y="3248998"/>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D</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87" name="フローチャート: 手作業 86"/>
          <p:cNvSpPr/>
          <p:nvPr/>
        </p:nvSpPr>
        <p:spPr bwMode="auto">
          <a:xfrm rot="16200000">
            <a:off x="7348819" y="3076191"/>
            <a:ext cx="914400" cy="360004"/>
          </a:xfrm>
          <a:prstGeom prst="flowChartManualOperation">
            <a:avLst/>
          </a:prstGeom>
          <a:ln>
            <a:headEnd/>
            <a:tailEnd type="triangle" w="sm" len="med"/>
          </a:ln>
        </p:spPr>
        <p:style>
          <a:lnRef idx="2">
            <a:schemeClr val="accent2">
              <a:shade val="50000"/>
            </a:schemeClr>
          </a:lnRef>
          <a:fillRef idx="1">
            <a:schemeClr val="accent2"/>
          </a:fillRef>
          <a:effectRef idx="0">
            <a:schemeClr val="accent2"/>
          </a:effectRef>
          <a:fontRef idx="minor">
            <a:schemeClr val="lt1"/>
          </a:fontRef>
        </p:style>
        <p:txBody>
          <a:bodyPr vert="eaVert" rtlCol="0" anchor="ctr"/>
          <a:lstStyle/>
          <a:p>
            <a:pPr algn="ctr"/>
            <a:r>
              <a:rPr lang="en-US" altLang="ja-JP" dirty="0">
                <a:latin typeface="メイリオ" panose="020B0604030504040204" pitchFamily="50" charset="-128"/>
                <a:ea typeface="メイリオ" panose="020B0604030504040204" pitchFamily="50" charset="-128"/>
              </a:rPr>
              <a:t>FU</a:t>
            </a:r>
            <a:endParaRPr lang="ja-JP" altLang="en-US" dirty="0">
              <a:latin typeface="メイリオ" panose="020B0604030504040204" pitchFamily="50" charset="-128"/>
              <a:ea typeface="メイリオ" panose="020B0604030504040204" pitchFamily="50" charset="-128"/>
            </a:endParaRPr>
          </a:p>
        </p:txBody>
      </p:sp>
      <p:sp>
        <p:nvSpPr>
          <p:cNvPr id="88" name="正方形/長方形 87"/>
          <p:cNvSpPr/>
          <p:nvPr/>
        </p:nvSpPr>
        <p:spPr bwMode="auto">
          <a:xfrm>
            <a:off x="6276002" y="3609002"/>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E</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89" name="正方形/長方形 88"/>
          <p:cNvSpPr/>
          <p:nvPr/>
        </p:nvSpPr>
        <p:spPr bwMode="auto">
          <a:xfrm>
            <a:off x="6276002" y="3969006"/>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F</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90" name="正方形/長方形 89"/>
          <p:cNvSpPr/>
          <p:nvPr/>
        </p:nvSpPr>
        <p:spPr bwMode="auto">
          <a:xfrm>
            <a:off x="6636006" y="2168986"/>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bg1"/>
                </a:solidFill>
                <a:latin typeface="メイリオ" panose="020B0604030504040204" pitchFamily="50" charset="-128"/>
                <a:ea typeface="メイリオ" panose="020B0604030504040204" pitchFamily="50" charset="-128"/>
              </a:rPr>
              <a:t>1</a:t>
            </a:r>
            <a:endParaRPr lang="ja-JP" altLang="en-US" dirty="0">
              <a:solidFill>
                <a:schemeClr val="bg1"/>
              </a:solidFill>
              <a:latin typeface="メイリオ" panose="020B0604030504040204" pitchFamily="50" charset="-128"/>
              <a:ea typeface="メイリオ" panose="020B0604030504040204" pitchFamily="50" charset="-128"/>
            </a:endParaRPr>
          </a:p>
        </p:txBody>
      </p:sp>
      <p:sp>
        <p:nvSpPr>
          <p:cNvPr id="91" name="正方形/長方形 90"/>
          <p:cNvSpPr/>
          <p:nvPr/>
        </p:nvSpPr>
        <p:spPr bwMode="auto">
          <a:xfrm>
            <a:off x="6636006" y="2528990"/>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bg1"/>
                </a:solidFill>
                <a:latin typeface="メイリオ" panose="020B0604030504040204" pitchFamily="50" charset="-128"/>
                <a:ea typeface="メイリオ" panose="020B0604030504040204" pitchFamily="50" charset="-128"/>
              </a:rPr>
              <a:t>2</a:t>
            </a:r>
            <a:endParaRPr lang="ja-JP" altLang="en-US" dirty="0">
              <a:solidFill>
                <a:schemeClr val="bg1"/>
              </a:solidFill>
              <a:latin typeface="メイリオ" panose="020B0604030504040204" pitchFamily="50" charset="-128"/>
              <a:ea typeface="メイリオ" panose="020B0604030504040204" pitchFamily="50" charset="-128"/>
            </a:endParaRPr>
          </a:p>
        </p:txBody>
      </p:sp>
      <p:sp>
        <p:nvSpPr>
          <p:cNvPr id="92" name="正方形/長方形 91"/>
          <p:cNvSpPr/>
          <p:nvPr/>
        </p:nvSpPr>
        <p:spPr bwMode="auto">
          <a:xfrm>
            <a:off x="6636006" y="2888994"/>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latin typeface="メイリオ" panose="020B0604030504040204" pitchFamily="50" charset="-128"/>
                <a:ea typeface="メイリオ" panose="020B0604030504040204" pitchFamily="50" charset="-128"/>
              </a:rPr>
              <a:t>3</a:t>
            </a:r>
            <a:endParaRPr lang="ja-JP" altLang="en-US" dirty="0">
              <a:latin typeface="メイリオ" panose="020B0604030504040204" pitchFamily="50" charset="-128"/>
              <a:ea typeface="メイリオ" panose="020B0604030504040204" pitchFamily="50" charset="-128"/>
            </a:endParaRPr>
          </a:p>
        </p:txBody>
      </p:sp>
      <p:sp>
        <p:nvSpPr>
          <p:cNvPr id="93" name="正方形/長方形 92"/>
          <p:cNvSpPr/>
          <p:nvPr/>
        </p:nvSpPr>
        <p:spPr bwMode="auto">
          <a:xfrm>
            <a:off x="6636006" y="3248998"/>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latin typeface="メイリオ" panose="020B0604030504040204" pitchFamily="50" charset="-128"/>
                <a:ea typeface="メイリオ" panose="020B0604030504040204" pitchFamily="50" charset="-128"/>
              </a:rPr>
              <a:t>0</a:t>
            </a:r>
            <a:endParaRPr lang="ja-JP" altLang="en-US" dirty="0">
              <a:latin typeface="メイリオ" panose="020B0604030504040204" pitchFamily="50" charset="-128"/>
              <a:ea typeface="メイリオ" panose="020B0604030504040204" pitchFamily="50" charset="-128"/>
            </a:endParaRPr>
          </a:p>
        </p:txBody>
      </p:sp>
      <p:sp>
        <p:nvSpPr>
          <p:cNvPr id="94" name="正方形/長方形 93"/>
          <p:cNvSpPr/>
          <p:nvPr/>
        </p:nvSpPr>
        <p:spPr bwMode="auto">
          <a:xfrm>
            <a:off x="6636006" y="3609002"/>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latin typeface="メイリオ" panose="020B0604030504040204" pitchFamily="50" charset="-128"/>
                <a:ea typeface="メイリオ" panose="020B0604030504040204" pitchFamily="50" charset="-128"/>
              </a:rPr>
              <a:t>0</a:t>
            </a:r>
            <a:endParaRPr lang="ja-JP" altLang="en-US" dirty="0">
              <a:latin typeface="メイリオ" panose="020B0604030504040204" pitchFamily="50" charset="-128"/>
              <a:ea typeface="メイリオ" panose="020B0604030504040204" pitchFamily="50" charset="-128"/>
            </a:endParaRPr>
          </a:p>
        </p:txBody>
      </p:sp>
      <p:sp>
        <p:nvSpPr>
          <p:cNvPr id="95" name="正方形/長方形 94"/>
          <p:cNvSpPr/>
          <p:nvPr/>
        </p:nvSpPr>
        <p:spPr bwMode="auto">
          <a:xfrm>
            <a:off x="6636006" y="3969006"/>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latin typeface="メイリオ" panose="020B0604030504040204" pitchFamily="50" charset="-128"/>
                <a:ea typeface="メイリオ" panose="020B0604030504040204" pitchFamily="50" charset="-128"/>
              </a:rPr>
              <a:t>0</a:t>
            </a:r>
            <a:endParaRPr lang="ja-JP" altLang="en-US" dirty="0">
              <a:latin typeface="メイリオ" panose="020B0604030504040204" pitchFamily="50" charset="-128"/>
              <a:ea typeface="メイリオ" panose="020B0604030504040204" pitchFamily="50" charset="-128"/>
            </a:endParaRPr>
          </a:p>
        </p:txBody>
      </p:sp>
      <p:sp>
        <p:nvSpPr>
          <p:cNvPr id="96" name="正方形/長方形 95"/>
          <p:cNvSpPr/>
          <p:nvPr/>
        </p:nvSpPr>
        <p:spPr bwMode="auto">
          <a:xfrm>
            <a:off x="7626017" y="2168986"/>
            <a:ext cx="360004" cy="360004"/>
          </a:xfrm>
          <a:prstGeom prst="rect">
            <a:avLst/>
          </a:prstGeom>
          <a:ln>
            <a:headEnd/>
            <a:tailEnd type="triangl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latin typeface="メイリオ" panose="020B0604030504040204" pitchFamily="50" charset="-128"/>
                <a:ea typeface="メイリオ" panose="020B0604030504040204" pitchFamily="50" charset="-128"/>
              </a:rPr>
              <a:t>0</a:t>
            </a:r>
            <a:endParaRPr lang="ja-JP" altLang="en-US" dirty="0">
              <a:latin typeface="メイリオ" panose="020B0604030504040204" pitchFamily="50" charset="-128"/>
              <a:ea typeface="メイリオ" panose="020B0604030504040204" pitchFamily="50" charset="-128"/>
            </a:endParaRPr>
          </a:p>
        </p:txBody>
      </p:sp>
      <p:cxnSp>
        <p:nvCxnSpPr>
          <p:cNvPr id="97" name="直線コネクタ 96"/>
          <p:cNvCxnSpPr/>
          <p:nvPr/>
        </p:nvCxnSpPr>
        <p:spPr bwMode="auto">
          <a:xfrm>
            <a:off x="7086011" y="2168986"/>
            <a:ext cx="0" cy="2160024"/>
          </a:xfrm>
          <a:prstGeom prst="line">
            <a:avLst/>
          </a:prstGeom>
          <a:ln>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98" name="直線コネクタ 97"/>
          <p:cNvCxnSpPr/>
          <p:nvPr/>
        </p:nvCxnSpPr>
        <p:spPr bwMode="auto">
          <a:xfrm>
            <a:off x="7176012" y="2168986"/>
            <a:ext cx="0" cy="2160024"/>
          </a:xfrm>
          <a:prstGeom prst="line">
            <a:avLst/>
          </a:prstGeom>
          <a:ln>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99" name="直線コネクタ 98"/>
          <p:cNvCxnSpPr/>
          <p:nvPr/>
        </p:nvCxnSpPr>
        <p:spPr bwMode="auto">
          <a:xfrm>
            <a:off x="7086011" y="2978995"/>
            <a:ext cx="540006" cy="0"/>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00" name="直線コネクタ 99"/>
          <p:cNvCxnSpPr/>
          <p:nvPr/>
        </p:nvCxnSpPr>
        <p:spPr bwMode="auto">
          <a:xfrm>
            <a:off x="7176013" y="3519001"/>
            <a:ext cx="450005" cy="0"/>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01" name="直線コネクタ 100"/>
          <p:cNvCxnSpPr/>
          <p:nvPr/>
        </p:nvCxnSpPr>
        <p:spPr bwMode="auto">
          <a:xfrm flipV="1">
            <a:off x="6816008" y="4419011"/>
            <a:ext cx="0" cy="180002"/>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02" name="直線コネクタ 101"/>
          <p:cNvCxnSpPr/>
          <p:nvPr/>
        </p:nvCxnSpPr>
        <p:spPr bwMode="auto">
          <a:xfrm flipH="1">
            <a:off x="6816010" y="4599013"/>
            <a:ext cx="1260013" cy="0"/>
          </a:xfrm>
          <a:prstGeom prst="line">
            <a:avLst/>
          </a:prstGeom>
          <a:ln w="15875">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03" name="直線コネクタ 102"/>
          <p:cNvCxnSpPr/>
          <p:nvPr/>
        </p:nvCxnSpPr>
        <p:spPr bwMode="auto">
          <a:xfrm flipH="1">
            <a:off x="7986022" y="3248998"/>
            <a:ext cx="90001" cy="0"/>
          </a:xfrm>
          <a:prstGeom prst="line">
            <a:avLst/>
          </a:prstGeom>
          <a:ln w="15875">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04" name="直線コネクタ 103"/>
          <p:cNvCxnSpPr/>
          <p:nvPr/>
        </p:nvCxnSpPr>
        <p:spPr bwMode="auto">
          <a:xfrm flipV="1">
            <a:off x="8076023" y="3248999"/>
            <a:ext cx="1" cy="1350015"/>
          </a:xfrm>
          <a:prstGeom prst="line">
            <a:avLst/>
          </a:prstGeom>
          <a:ln w="15875">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105" name="正方形/長方形 104"/>
          <p:cNvSpPr/>
          <p:nvPr/>
        </p:nvSpPr>
        <p:spPr bwMode="auto">
          <a:xfrm>
            <a:off x="6816008" y="4869016"/>
            <a:ext cx="720008" cy="360004"/>
          </a:xfrm>
          <a:prstGeom prst="rect">
            <a:avLst/>
          </a:prstGeom>
          <a:noFill/>
          <a:ln>
            <a:solidFill>
              <a:schemeClr val="tx1">
                <a:lumMod val="75000"/>
                <a:lumOff val="25000"/>
              </a:schemeClr>
            </a:solidFill>
            <a:headEnd/>
            <a:tailEnd type="triangl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0235</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43" name="正方形/長方形 42"/>
          <p:cNvSpPr/>
          <p:nvPr/>
        </p:nvSpPr>
        <p:spPr bwMode="auto">
          <a:xfrm>
            <a:off x="7266013" y="2798993"/>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rgbClr val="FF0000"/>
                </a:solidFill>
                <a:latin typeface="メイリオ" panose="020B0604030504040204" pitchFamily="50" charset="-128"/>
                <a:ea typeface="メイリオ" panose="020B0604030504040204" pitchFamily="50" charset="-128"/>
              </a:rPr>
              <a:t>1</a:t>
            </a:r>
            <a:endParaRPr lang="ja-JP" altLang="en-US" dirty="0">
              <a:solidFill>
                <a:srgbClr val="FF0000"/>
              </a:solidFill>
              <a:latin typeface="メイリオ" panose="020B0604030504040204" pitchFamily="50" charset="-128"/>
              <a:ea typeface="メイリオ" panose="020B0604030504040204" pitchFamily="50" charset="-128"/>
            </a:endParaRPr>
          </a:p>
        </p:txBody>
      </p:sp>
      <p:sp>
        <p:nvSpPr>
          <p:cNvPr id="44" name="正方形/長方形 43"/>
          <p:cNvSpPr/>
          <p:nvPr/>
        </p:nvSpPr>
        <p:spPr bwMode="auto">
          <a:xfrm>
            <a:off x="7266013" y="3338999"/>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rgbClr val="FF0000"/>
                </a:solidFill>
                <a:latin typeface="メイリオ" panose="020B0604030504040204" pitchFamily="50" charset="-128"/>
                <a:ea typeface="メイリオ" panose="020B0604030504040204" pitchFamily="50" charset="-128"/>
              </a:rPr>
              <a:t>2</a:t>
            </a:r>
            <a:endParaRPr lang="ja-JP" altLang="en-US" dirty="0">
              <a:solidFill>
                <a:srgbClr val="FF0000"/>
              </a:solidFill>
              <a:latin typeface="メイリオ" panose="020B0604030504040204" pitchFamily="50" charset="-128"/>
              <a:ea typeface="メイリオ" panose="020B0604030504040204" pitchFamily="50" charset="-128"/>
            </a:endParaRPr>
          </a:p>
        </p:txBody>
      </p:sp>
      <p:sp>
        <p:nvSpPr>
          <p:cNvPr id="45" name="正方形/長方形 44"/>
          <p:cNvSpPr/>
          <p:nvPr/>
        </p:nvSpPr>
        <p:spPr bwMode="auto">
          <a:xfrm>
            <a:off x="7986021" y="3068996"/>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dirty="0">
                <a:solidFill>
                  <a:srgbClr val="FF0000"/>
                </a:solidFill>
                <a:latin typeface="メイリオ" panose="020B0604030504040204" pitchFamily="50" charset="-128"/>
                <a:ea typeface="メイリオ" panose="020B0604030504040204" pitchFamily="50" charset="-128"/>
              </a:rPr>
              <a:t>３</a:t>
            </a:r>
          </a:p>
        </p:txBody>
      </p:sp>
    </p:spTree>
    <p:extLst>
      <p:ext uri="{BB962C8B-B14F-4D97-AF65-F5344CB8AC3E}">
        <p14:creationId xmlns:p14="http://schemas.microsoft.com/office/powerpoint/2010/main" val="338136061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4. </a:t>
            </a:r>
            <a:r>
              <a:rPr lang="ja-JP" altLang="en-US" dirty="0"/>
              <a:t>レジスタへの結果の書き戻し</a:t>
            </a:r>
          </a:p>
        </p:txBody>
      </p:sp>
      <p:sp>
        <p:nvSpPr>
          <p:cNvPr id="3" name="コンテンツ プレースホルダー 2"/>
          <p:cNvSpPr>
            <a:spLocks noGrp="1"/>
          </p:cNvSpPr>
          <p:nvPr>
            <p:ph idx="4294967295"/>
          </p:nvPr>
        </p:nvSpPr>
        <p:spPr>
          <a:xfrm>
            <a:off x="1775952" y="1676400"/>
            <a:ext cx="5040056" cy="4903788"/>
          </a:xfrm>
          <a:prstGeom prst="rect">
            <a:avLst/>
          </a:prstGeom>
        </p:spPr>
        <p:txBody>
          <a:bodyPr/>
          <a:lstStyle/>
          <a:p>
            <a:pPr marL="457200" indent="-457200">
              <a:buFont typeface="+mj-lt"/>
              <a:buAutoNum type="arabicPeriod"/>
            </a:pPr>
            <a:r>
              <a:rPr lang="en-US" altLang="ja-JP" dirty="0"/>
              <a:t>D </a:t>
            </a:r>
            <a:r>
              <a:rPr lang="ja-JP" altLang="en-US" dirty="0"/>
              <a:t>に結果の</a:t>
            </a:r>
            <a:r>
              <a:rPr lang="en-US" altLang="ja-JP" dirty="0"/>
              <a:t>3</a:t>
            </a:r>
            <a:r>
              <a:rPr lang="ja-JP" altLang="en-US" dirty="0"/>
              <a:t>を書き込む</a:t>
            </a:r>
            <a:endParaRPr lang="en-US" altLang="ja-JP" dirty="0"/>
          </a:p>
          <a:p>
            <a:pPr marL="457200" indent="-457200">
              <a:buFont typeface="+mj-lt"/>
              <a:buAutoNum type="arabicPeriod"/>
            </a:pPr>
            <a:endParaRPr lang="en-US" altLang="ja-JP" dirty="0"/>
          </a:p>
        </p:txBody>
      </p:sp>
      <p:sp>
        <p:nvSpPr>
          <p:cNvPr id="46" name="正方形/長方形 45"/>
          <p:cNvSpPr/>
          <p:nvPr/>
        </p:nvSpPr>
        <p:spPr bwMode="auto">
          <a:xfrm>
            <a:off x="6186001" y="1988985"/>
            <a:ext cx="2070023" cy="3330036"/>
          </a:xfrm>
          <a:prstGeom prst="rect">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tlCol="0" anchor="t"/>
          <a:lstStyle/>
          <a:p>
            <a:pPr algn="ctr"/>
            <a:endParaRPr lang="ja-JP" altLang="en-US" dirty="0">
              <a:latin typeface="メイリオ" panose="020B0604030504040204" pitchFamily="50" charset="-128"/>
              <a:ea typeface="メイリオ" panose="020B0604030504040204" pitchFamily="50" charset="-128"/>
            </a:endParaRPr>
          </a:p>
        </p:txBody>
      </p:sp>
      <p:sp>
        <p:nvSpPr>
          <p:cNvPr id="47" name="正方形/長方形 46"/>
          <p:cNvSpPr/>
          <p:nvPr/>
        </p:nvSpPr>
        <p:spPr bwMode="auto">
          <a:xfrm>
            <a:off x="8976032" y="1988984"/>
            <a:ext cx="1440016" cy="3330037"/>
          </a:xfrm>
          <a:prstGeom prst="rect">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tlCol="0" anchor="t"/>
          <a:lstStyle/>
          <a:p>
            <a:pPr algn="ctr"/>
            <a:endParaRPr lang="ja-JP" altLang="en-US" dirty="0">
              <a:latin typeface="メイリオ" panose="020B0604030504040204" pitchFamily="50" charset="-128"/>
              <a:ea typeface="メイリオ" panose="020B0604030504040204" pitchFamily="50" charset="-128"/>
            </a:endParaRPr>
          </a:p>
        </p:txBody>
      </p:sp>
      <p:sp>
        <p:nvSpPr>
          <p:cNvPr id="51" name="正方形/長方形 50"/>
          <p:cNvSpPr/>
          <p:nvPr/>
        </p:nvSpPr>
        <p:spPr bwMode="auto">
          <a:xfrm>
            <a:off x="8976032" y="1628980"/>
            <a:ext cx="1440016"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ja-JP" altLang="en-US" dirty="0">
                <a:latin typeface="メイリオ" panose="020B0604030504040204" pitchFamily="50" charset="-128"/>
                <a:ea typeface="メイリオ" panose="020B0604030504040204" pitchFamily="50" charset="-128"/>
              </a:rPr>
              <a:t>メモリ</a:t>
            </a:r>
          </a:p>
        </p:txBody>
      </p:sp>
      <p:sp>
        <p:nvSpPr>
          <p:cNvPr id="53" name="正方形/長方形 52"/>
          <p:cNvSpPr/>
          <p:nvPr/>
        </p:nvSpPr>
        <p:spPr bwMode="auto">
          <a:xfrm>
            <a:off x="8976032" y="1988984"/>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Consolas" panose="020B0609020204030204" pitchFamily="49" charset="0"/>
              </a:rPr>
              <a:t>D=A+B</a:t>
            </a:r>
            <a:endParaRPr lang="ja-JP" altLang="en-US" b="1" dirty="0">
              <a:latin typeface="メイリオ" panose="020B0604030504040204" pitchFamily="50" charset="-128"/>
              <a:ea typeface="メイリオ" panose="020B0604030504040204" pitchFamily="50" charset="-128"/>
            </a:endParaRPr>
          </a:p>
          <a:p>
            <a:pPr algn="ct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74" name="正方形/長方形 73"/>
          <p:cNvSpPr/>
          <p:nvPr/>
        </p:nvSpPr>
        <p:spPr bwMode="auto">
          <a:xfrm>
            <a:off x="8976032" y="2348988"/>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Consolas" panose="020B0609020204030204" pitchFamily="49" charset="0"/>
              </a:rPr>
              <a:t>E=D-C</a:t>
            </a:r>
          </a:p>
          <a:p>
            <a:pPr algn="ctr"/>
            <a:endParaRPr lang="ja-JP" altLang="en-US" dirty="0">
              <a:latin typeface="メイリオ" panose="020B0604030504040204" pitchFamily="50" charset="-128"/>
              <a:ea typeface="メイリオ" panose="020B0604030504040204" pitchFamily="50" charset="-128"/>
            </a:endParaRPr>
          </a:p>
        </p:txBody>
      </p:sp>
      <p:sp>
        <p:nvSpPr>
          <p:cNvPr id="75" name="正方形/長方形 74"/>
          <p:cNvSpPr/>
          <p:nvPr/>
        </p:nvSpPr>
        <p:spPr bwMode="auto">
          <a:xfrm>
            <a:off x="8976032" y="2708992"/>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a:t>
            </a:r>
            <a:endParaRPr lang="ja-JP" altLang="en-US" dirty="0">
              <a:latin typeface="メイリオ" panose="020B0604030504040204" pitchFamily="50" charset="-128"/>
              <a:ea typeface="メイリオ" panose="020B0604030504040204" pitchFamily="50" charset="-128"/>
            </a:endParaRPr>
          </a:p>
        </p:txBody>
      </p:sp>
      <p:sp>
        <p:nvSpPr>
          <p:cNvPr id="76" name="正方形/長方形 75"/>
          <p:cNvSpPr/>
          <p:nvPr/>
        </p:nvSpPr>
        <p:spPr bwMode="auto">
          <a:xfrm>
            <a:off x="8976032" y="3068996"/>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a:t>
            </a:r>
            <a:endParaRPr lang="ja-JP" altLang="en-US" dirty="0">
              <a:latin typeface="メイリオ" panose="020B0604030504040204" pitchFamily="50" charset="-128"/>
              <a:ea typeface="メイリオ" panose="020B0604030504040204" pitchFamily="50" charset="-128"/>
            </a:endParaRPr>
          </a:p>
        </p:txBody>
      </p:sp>
      <p:sp>
        <p:nvSpPr>
          <p:cNvPr id="77" name="正方形/長方形 76"/>
          <p:cNvSpPr/>
          <p:nvPr/>
        </p:nvSpPr>
        <p:spPr bwMode="auto">
          <a:xfrm>
            <a:off x="6096000" y="1628980"/>
            <a:ext cx="216002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CPU</a:t>
            </a:r>
            <a:endParaRPr lang="ja-JP" altLang="en-US" dirty="0">
              <a:latin typeface="メイリオ" panose="020B0604030504040204" pitchFamily="50" charset="-128"/>
              <a:ea typeface="メイリオ" panose="020B0604030504040204" pitchFamily="50" charset="-128"/>
            </a:endParaRPr>
          </a:p>
        </p:txBody>
      </p:sp>
      <p:sp>
        <p:nvSpPr>
          <p:cNvPr id="78" name="正方形/長方形 77"/>
          <p:cNvSpPr/>
          <p:nvPr/>
        </p:nvSpPr>
        <p:spPr bwMode="auto">
          <a:xfrm>
            <a:off x="8616028" y="1988984"/>
            <a:ext cx="36000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pPr algn="ctr"/>
            <a:r>
              <a:rPr lang="en-US" altLang="ja-JP" dirty="0">
                <a:latin typeface="メイリオ" panose="020B0604030504040204" pitchFamily="50" charset="-128"/>
                <a:ea typeface="メイリオ" panose="020B0604030504040204" pitchFamily="50" charset="-128"/>
              </a:rPr>
              <a:t>0:</a:t>
            </a:r>
            <a:endParaRPr lang="ja-JP" altLang="en-US" dirty="0">
              <a:latin typeface="メイリオ" panose="020B0604030504040204" pitchFamily="50" charset="-128"/>
              <a:ea typeface="メイリオ" panose="020B0604030504040204" pitchFamily="50" charset="-128"/>
            </a:endParaRPr>
          </a:p>
        </p:txBody>
      </p:sp>
      <p:sp>
        <p:nvSpPr>
          <p:cNvPr id="79" name="正方形/長方形 78"/>
          <p:cNvSpPr/>
          <p:nvPr/>
        </p:nvSpPr>
        <p:spPr bwMode="auto">
          <a:xfrm>
            <a:off x="8616028" y="2348988"/>
            <a:ext cx="36000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pPr algn="ctr"/>
            <a:r>
              <a:rPr lang="en-US" altLang="ja-JP" dirty="0">
                <a:latin typeface="メイリオ" panose="020B0604030504040204" pitchFamily="50" charset="-128"/>
                <a:ea typeface="メイリオ" panose="020B0604030504040204" pitchFamily="50" charset="-128"/>
              </a:rPr>
              <a:t>1:</a:t>
            </a:r>
            <a:endParaRPr lang="ja-JP" altLang="en-US" dirty="0">
              <a:latin typeface="メイリオ" panose="020B0604030504040204" pitchFamily="50" charset="-128"/>
              <a:ea typeface="メイリオ" panose="020B0604030504040204" pitchFamily="50" charset="-128"/>
            </a:endParaRPr>
          </a:p>
        </p:txBody>
      </p:sp>
      <p:sp>
        <p:nvSpPr>
          <p:cNvPr id="80" name="正方形/長方形 79"/>
          <p:cNvSpPr/>
          <p:nvPr/>
        </p:nvSpPr>
        <p:spPr bwMode="auto">
          <a:xfrm>
            <a:off x="8616028" y="2708992"/>
            <a:ext cx="36000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pPr algn="ctr"/>
            <a:r>
              <a:rPr lang="en-US" altLang="ja-JP" dirty="0">
                <a:latin typeface="メイリオ" panose="020B0604030504040204" pitchFamily="50" charset="-128"/>
                <a:ea typeface="メイリオ" panose="020B0604030504040204" pitchFamily="50" charset="-128"/>
              </a:rPr>
              <a:t>2:</a:t>
            </a:r>
            <a:endParaRPr lang="ja-JP" altLang="en-US" dirty="0">
              <a:latin typeface="メイリオ" panose="020B0604030504040204" pitchFamily="50" charset="-128"/>
              <a:ea typeface="メイリオ" panose="020B0604030504040204" pitchFamily="50" charset="-128"/>
            </a:endParaRPr>
          </a:p>
        </p:txBody>
      </p:sp>
      <p:sp>
        <p:nvSpPr>
          <p:cNvPr id="81" name="正方形/長方形 80"/>
          <p:cNvSpPr/>
          <p:nvPr/>
        </p:nvSpPr>
        <p:spPr bwMode="auto">
          <a:xfrm>
            <a:off x="8616028" y="3068996"/>
            <a:ext cx="36000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pPr algn="ctr"/>
            <a:r>
              <a:rPr lang="en-US" altLang="ja-JP" dirty="0">
                <a:latin typeface="メイリオ" panose="020B0604030504040204" pitchFamily="50" charset="-128"/>
                <a:ea typeface="メイリオ" panose="020B0604030504040204" pitchFamily="50" charset="-128"/>
              </a:rPr>
              <a:t>3:</a:t>
            </a:r>
            <a:endParaRPr lang="ja-JP" altLang="en-US" dirty="0">
              <a:latin typeface="メイリオ" panose="020B0604030504040204" pitchFamily="50" charset="-128"/>
              <a:ea typeface="メイリオ" panose="020B0604030504040204" pitchFamily="50" charset="-128"/>
            </a:endParaRPr>
          </a:p>
        </p:txBody>
      </p:sp>
      <p:sp>
        <p:nvSpPr>
          <p:cNvPr id="82" name="正方形/長方形 81"/>
          <p:cNvSpPr/>
          <p:nvPr/>
        </p:nvSpPr>
        <p:spPr bwMode="auto">
          <a:xfrm>
            <a:off x="6276002" y="2168986"/>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A</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83" name="正方形/長方形 82"/>
          <p:cNvSpPr/>
          <p:nvPr/>
        </p:nvSpPr>
        <p:spPr bwMode="auto">
          <a:xfrm>
            <a:off x="7266013" y="2168986"/>
            <a:ext cx="360004" cy="360004"/>
          </a:xfrm>
          <a:prstGeom prst="rect">
            <a:avLst/>
          </a:prstGeom>
          <a:noFill/>
          <a:ln>
            <a:noFill/>
            <a:headEnd/>
            <a:tailEnd type="triangl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PC</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84" name="正方形/長方形 83"/>
          <p:cNvSpPr/>
          <p:nvPr/>
        </p:nvSpPr>
        <p:spPr bwMode="auto">
          <a:xfrm>
            <a:off x="6276002" y="2528990"/>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B</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85" name="正方形/長方形 84"/>
          <p:cNvSpPr/>
          <p:nvPr/>
        </p:nvSpPr>
        <p:spPr bwMode="auto">
          <a:xfrm>
            <a:off x="6276002" y="2888994"/>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C</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86" name="正方形/長方形 85"/>
          <p:cNvSpPr/>
          <p:nvPr/>
        </p:nvSpPr>
        <p:spPr bwMode="auto">
          <a:xfrm>
            <a:off x="6276002" y="3248998"/>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D</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87" name="フローチャート: 手作業 86"/>
          <p:cNvSpPr/>
          <p:nvPr/>
        </p:nvSpPr>
        <p:spPr bwMode="auto">
          <a:xfrm rot="16200000">
            <a:off x="7348819" y="3076191"/>
            <a:ext cx="914400" cy="360004"/>
          </a:xfrm>
          <a:prstGeom prst="flowChartManualOperation">
            <a:avLst/>
          </a:prstGeom>
          <a:ln>
            <a:headEnd/>
            <a:tailEnd type="triangle" w="sm" len="med"/>
          </a:ln>
        </p:spPr>
        <p:style>
          <a:lnRef idx="2">
            <a:schemeClr val="accent2">
              <a:shade val="50000"/>
            </a:schemeClr>
          </a:lnRef>
          <a:fillRef idx="1">
            <a:schemeClr val="accent2"/>
          </a:fillRef>
          <a:effectRef idx="0">
            <a:schemeClr val="accent2"/>
          </a:effectRef>
          <a:fontRef idx="minor">
            <a:schemeClr val="lt1"/>
          </a:fontRef>
        </p:style>
        <p:txBody>
          <a:bodyPr vert="eaVert" rtlCol="0" anchor="ctr"/>
          <a:lstStyle/>
          <a:p>
            <a:pPr algn="ctr"/>
            <a:r>
              <a:rPr lang="en-US" altLang="ja-JP" dirty="0">
                <a:latin typeface="メイリオ" panose="020B0604030504040204" pitchFamily="50" charset="-128"/>
                <a:ea typeface="メイリオ" panose="020B0604030504040204" pitchFamily="50" charset="-128"/>
              </a:rPr>
              <a:t>FU</a:t>
            </a:r>
            <a:endParaRPr lang="ja-JP" altLang="en-US" dirty="0">
              <a:latin typeface="メイリオ" panose="020B0604030504040204" pitchFamily="50" charset="-128"/>
              <a:ea typeface="メイリオ" panose="020B0604030504040204" pitchFamily="50" charset="-128"/>
            </a:endParaRPr>
          </a:p>
        </p:txBody>
      </p:sp>
      <p:sp>
        <p:nvSpPr>
          <p:cNvPr id="88" name="正方形/長方形 87"/>
          <p:cNvSpPr/>
          <p:nvPr/>
        </p:nvSpPr>
        <p:spPr bwMode="auto">
          <a:xfrm>
            <a:off x="6276002" y="3609002"/>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E</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89" name="正方形/長方形 88"/>
          <p:cNvSpPr/>
          <p:nvPr/>
        </p:nvSpPr>
        <p:spPr bwMode="auto">
          <a:xfrm>
            <a:off x="6276002" y="3969006"/>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F</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90" name="正方形/長方形 89"/>
          <p:cNvSpPr/>
          <p:nvPr/>
        </p:nvSpPr>
        <p:spPr bwMode="auto">
          <a:xfrm>
            <a:off x="6636006" y="2168986"/>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bg1"/>
                </a:solidFill>
                <a:latin typeface="メイリオ" panose="020B0604030504040204" pitchFamily="50" charset="-128"/>
                <a:ea typeface="メイリオ" panose="020B0604030504040204" pitchFamily="50" charset="-128"/>
              </a:rPr>
              <a:t>1</a:t>
            </a:r>
            <a:endParaRPr lang="ja-JP" altLang="en-US" dirty="0">
              <a:solidFill>
                <a:schemeClr val="bg1"/>
              </a:solidFill>
              <a:latin typeface="メイリオ" panose="020B0604030504040204" pitchFamily="50" charset="-128"/>
              <a:ea typeface="メイリオ" panose="020B0604030504040204" pitchFamily="50" charset="-128"/>
            </a:endParaRPr>
          </a:p>
        </p:txBody>
      </p:sp>
      <p:sp>
        <p:nvSpPr>
          <p:cNvPr id="91" name="正方形/長方形 90"/>
          <p:cNvSpPr/>
          <p:nvPr/>
        </p:nvSpPr>
        <p:spPr bwMode="auto">
          <a:xfrm>
            <a:off x="6636006" y="2528990"/>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bg1"/>
                </a:solidFill>
                <a:latin typeface="メイリオ" panose="020B0604030504040204" pitchFamily="50" charset="-128"/>
                <a:ea typeface="メイリオ" panose="020B0604030504040204" pitchFamily="50" charset="-128"/>
              </a:rPr>
              <a:t>2</a:t>
            </a:r>
            <a:endParaRPr lang="ja-JP" altLang="en-US" dirty="0">
              <a:solidFill>
                <a:schemeClr val="bg1"/>
              </a:solidFill>
              <a:latin typeface="メイリオ" panose="020B0604030504040204" pitchFamily="50" charset="-128"/>
              <a:ea typeface="メイリオ" panose="020B0604030504040204" pitchFamily="50" charset="-128"/>
            </a:endParaRPr>
          </a:p>
        </p:txBody>
      </p:sp>
      <p:sp>
        <p:nvSpPr>
          <p:cNvPr id="92" name="正方形/長方形 91"/>
          <p:cNvSpPr/>
          <p:nvPr/>
        </p:nvSpPr>
        <p:spPr bwMode="auto">
          <a:xfrm>
            <a:off x="6636006" y="2888994"/>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latin typeface="メイリオ" panose="020B0604030504040204" pitchFamily="50" charset="-128"/>
                <a:ea typeface="メイリオ" panose="020B0604030504040204" pitchFamily="50" charset="-128"/>
              </a:rPr>
              <a:t>3</a:t>
            </a:r>
            <a:endParaRPr lang="ja-JP" altLang="en-US" dirty="0">
              <a:latin typeface="メイリオ" panose="020B0604030504040204" pitchFamily="50" charset="-128"/>
              <a:ea typeface="メイリオ" panose="020B0604030504040204" pitchFamily="50" charset="-128"/>
            </a:endParaRPr>
          </a:p>
        </p:txBody>
      </p:sp>
      <p:sp>
        <p:nvSpPr>
          <p:cNvPr id="93" name="正方形/長方形 92"/>
          <p:cNvSpPr/>
          <p:nvPr/>
        </p:nvSpPr>
        <p:spPr bwMode="auto">
          <a:xfrm>
            <a:off x="6636006" y="3248998"/>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rgbClr val="FF0000"/>
                </a:solidFill>
                <a:latin typeface="メイリオ" panose="020B0604030504040204" pitchFamily="50" charset="-128"/>
                <a:ea typeface="メイリオ" panose="020B0604030504040204" pitchFamily="50" charset="-128"/>
              </a:rPr>
              <a:t>3</a:t>
            </a:r>
            <a:endParaRPr lang="ja-JP" altLang="en-US" dirty="0">
              <a:solidFill>
                <a:srgbClr val="FF0000"/>
              </a:solidFill>
              <a:latin typeface="メイリオ" panose="020B0604030504040204" pitchFamily="50" charset="-128"/>
              <a:ea typeface="メイリオ" panose="020B0604030504040204" pitchFamily="50" charset="-128"/>
            </a:endParaRPr>
          </a:p>
        </p:txBody>
      </p:sp>
      <p:sp>
        <p:nvSpPr>
          <p:cNvPr id="94" name="正方形/長方形 93"/>
          <p:cNvSpPr/>
          <p:nvPr/>
        </p:nvSpPr>
        <p:spPr bwMode="auto">
          <a:xfrm>
            <a:off x="6636006" y="3609002"/>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latin typeface="メイリオ" panose="020B0604030504040204" pitchFamily="50" charset="-128"/>
                <a:ea typeface="メイリオ" panose="020B0604030504040204" pitchFamily="50" charset="-128"/>
              </a:rPr>
              <a:t>0</a:t>
            </a:r>
            <a:endParaRPr lang="ja-JP" altLang="en-US" dirty="0">
              <a:latin typeface="メイリオ" panose="020B0604030504040204" pitchFamily="50" charset="-128"/>
              <a:ea typeface="メイリオ" panose="020B0604030504040204" pitchFamily="50" charset="-128"/>
            </a:endParaRPr>
          </a:p>
        </p:txBody>
      </p:sp>
      <p:sp>
        <p:nvSpPr>
          <p:cNvPr id="95" name="正方形/長方形 94"/>
          <p:cNvSpPr/>
          <p:nvPr/>
        </p:nvSpPr>
        <p:spPr bwMode="auto">
          <a:xfrm>
            <a:off x="6636006" y="3969006"/>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latin typeface="メイリオ" panose="020B0604030504040204" pitchFamily="50" charset="-128"/>
                <a:ea typeface="メイリオ" panose="020B0604030504040204" pitchFamily="50" charset="-128"/>
              </a:rPr>
              <a:t>0</a:t>
            </a:r>
            <a:endParaRPr lang="ja-JP" altLang="en-US" dirty="0">
              <a:latin typeface="メイリオ" panose="020B0604030504040204" pitchFamily="50" charset="-128"/>
              <a:ea typeface="メイリオ" panose="020B0604030504040204" pitchFamily="50" charset="-128"/>
            </a:endParaRPr>
          </a:p>
        </p:txBody>
      </p:sp>
      <p:sp>
        <p:nvSpPr>
          <p:cNvPr id="96" name="正方形/長方形 95"/>
          <p:cNvSpPr/>
          <p:nvPr/>
        </p:nvSpPr>
        <p:spPr bwMode="auto">
          <a:xfrm>
            <a:off x="7626017" y="2168986"/>
            <a:ext cx="360004" cy="360004"/>
          </a:xfrm>
          <a:prstGeom prst="rect">
            <a:avLst/>
          </a:prstGeom>
          <a:ln>
            <a:headEnd/>
            <a:tailEnd type="triangl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latin typeface="メイリオ" panose="020B0604030504040204" pitchFamily="50" charset="-128"/>
                <a:ea typeface="メイリオ" panose="020B0604030504040204" pitchFamily="50" charset="-128"/>
              </a:rPr>
              <a:t>0</a:t>
            </a:r>
            <a:endParaRPr lang="ja-JP" altLang="en-US" dirty="0">
              <a:latin typeface="メイリオ" panose="020B0604030504040204" pitchFamily="50" charset="-128"/>
              <a:ea typeface="メイリオ" panose="020B0604030504040204" pitchFamily="50" charset="-128"/>
            </a:endParaRPr>
          </a:p>
        </p:txBody>
      </p:sp>
      <p:cxnSp>
        <p:nvCxnSpPr>
          <p:cNvPr id="97" name="直線コネクタ 96"/>
          <p:cNvCxnSpPr/>
          <p:nvPr/>
        </p:nvCxnSpPr>
        <p:spPr bwMode="auto">
          <a:xfrm>
            <a:off x="7086011" y="2168986"/>
            <a:ext cx="0" cy="2160024"/>
          </a:xfrm>
          <a:prstGeom prst="line">
            <a:avLst/>
          </a:prstGeom>
          <a:ln>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98" name="直線コネクタ 97"/>
          <p:cNvCxnSpPr/>
          <p:nvPr/>
        </p:nvCxnSpPr>
        <p:spPr bwMode="auto">
          <a:xfrm>
            <a:off x="7176012" y="2168986"/>
            <a:ext cx="0" cy="2160024"/>
          </a:xfrm>
          <a:prstGeom prst="line">
            <a:avLst/>
          </a:prstGeom>
          <a:ln>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99" name="直線コネクタ 98"/>
          <p:cNvCxnSpPr/>
          <p:nvPr/>
        </p:nvCxnSpPr>
        <p:spPr bwMode="auto">
          <a:xfrm>
            <a:off x="7086011" y="2978995"/>
            <a:ext cx="540006" cy="0"/>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00" name="直線コネクタ 99"/>
          <p:cNvCxnSpPr/>
          <p:nvPr/>
        </p:nvCxnSpPr>
        <p:spPr bwMode="auto">
          <a:xfrm>
            <a:off x="7176013" y="3519001"/>
            <a:ext cx="450005" cy="0"/>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01" name="直線コネクタ 100"/>
          <p:cNvCxnSpPr/>
          <p:nvPr/>
        </p:nvCxnSpPr>
        <p:spPr bwMode="auto">
          <a:xfrm flipV="1">
            <a:off x="6816008" y="4419011"/>
            <a:ext cx="0" cy="180002"/>
          </a:xfrm>
          <a:prstGeom prst="line">
            <a:avLst/>
          </a:prstGeom>
          <a:ln w="15875">
            <a:solidFill>
              <a:srgbClr val="FF0000"/>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02" name="直線コネクタ 101"/>
          <p:cNvCxnSpPr/>
          <p:nvPr/>
        </p:nvCxnSpPr>
        <p:spPr bwMode="auto">
          <a:xfrm flipH="1">
            <a:off x="6816010" y="4599013"/>
            <a:ext cx="1260013" cy="0"/>
          </a:xfrm>
          <a:prstGeom prst="line">
            <a:avLst/>
          </a:prstGeom>
          <a:ln w="15875">
            <a:solidFill>
              <a:srgbClr val="FF0000"/>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03" name="直線コネクタ 102"/>
          <p:cNvCxnSpPr/>
          <p:nvPr/>
        </p:nvCxnSpPr>
        <p:spPr bwMode="auto">
          <a:xfrm flipH="1">
            <a:off x="7986022" y="3248998"/>
            <a:ext cx="90001" cy="0"/>
          </a:xfrm>
          <a:prstGeom prst="line">
            <a:avLst/>
          </a:prstGeom>
          <a:ln w="15875">
            <a:solidFill>
              <a:srgbClr val="FF0000"/>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04" name="直線コネクタ 103"/>
          <p:cNvCxnSpPr/>
          <p:nvPr/>
        </p:nvCxnSpPr>
        <p:spPr bwMode="auto">
          <a:xfrm flipV="1">
            <a:off x="8076023" y="3248999"/>
            <a:ext cx="1" cy="1350015"/>
          </a:xfrm>
          <a:prstGeom prst="line">
            <a:avLst/>
          </a:prstGeom>
          <a:ln w="15875">
            <a:solidFill>
              <a:srgbClr val="FF0000"/>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105" name="正方形/長方形 104"/>
          <p:cNvSpPr/>
          <p:nvPr/>
        </p:nvSpPr>
        <p:spPr bwMode="auto">
          <a:xfrm>
            <a:off x="6816008" y="4869016"/>
            <a:ext cx="720008" cy="360004"/>
          </a:xfrm>
          <a:prstGeom prst="rect">
            <a:avLst/>
          </a:prstGeom>
          <a:noFill/>
          <a:ln>
            <a:solidFill>
              <a:schemeClr val="tx1">
                <a:lumMod val="75000"/>
                <a:lumOff val="25000"/>
              </a:schemeClr>
            </a:solidFill>
            <a:headEnd/>
            <a:tailEnd type="triangl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rgbClr val="FF0000"/>
                </a:solidFill>
                <a:latin typeface="Consolas" panose="020B0609020204030204" pitchFamily="49" charset="0"/>
              </a:rPr>
              <a:t>D=A+B</a:t>
            </a:r>
            <a:endParaRPr lang="ja-JP" altLang="en-US" b="1" dirty="0">
              <a:solidFill>
                <a:srgbClr val="FF0000"/>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7171463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5. </a:t>
            </a:r>
            <a:r>
              <a:rPr lang="ja-JP" altLang="en-US" dirty="0"/>
              <a:t>次の命令へ</a:t>
            </a:r>
          </a:p>
        </p:txBody>
      </p:sp>
      <p:sp>
        <p:nvSpPr>
          <p:cNvPr id="3" name="コンテンツ プレースホルダー 2"/>
          <p:cNvSpPr>
            <a:spLocks noGrp="1"/>
          </p:cNvSpPr>
          <p:nvPr>
            <p:ph idx="4294967295"/>
          </p:nvPr>
        </p:nvSpPr>
        <p:spPr>
          <a:xfrm>
            <a:off x="1775952" y="1676400"/>
            <a:ext cx="5040056" cy="4903788"/>
          </a:xfrm>
          <a:prstGeom prst="rect">
            <a:avLst/>
          </a:prstGeom>
        </p:spPr>
        <p:txBody>
          <a:bodyPr/>
          <a:lstStyle/>
          <a:p>
            <a:pPr marL="457200" indent="-457200">
              <a:buFont typeface="+mj-lt"/>
              <a:buAutoNum type="arabicPeriod"/>
            </a:pPr>
            <a:r>
              <a:rPr lang="en-US" altLang="ja-JP" dirty="0"/>
              <a:t>PC </a:t>
            </a:r>
            <a:r>
              <a:rPr lang="ja-JP" altLang="en-US" dirty="0"/>
              <a:t>に＋１をする</a:t>
            </a:r>
            <a:endParaRPr lang="en-US" altLang="ja-JP" dirty="0"/>
          </a:p>
          <a:p>
            <a:pPr marL="457200" indent="-457200">
              <a:buFont typeface="+mj-lt"/>
              <a:buAutoNum type="arabicPeriod"/>
            </a:pPr>
            <a:r>
              <a:rPr lang="en-US" altLang="ja-JP" dirty="0"/>
              <a:t>1. </a:t>
            </a:r>
            <a:r>
              <a:rPr lang="ja-JP" altLang="en-US" dirty="0"/>
              <a:t>の命令の読み出しに戻る</a:t>
            </a:r>
            <a:endParaRPr lang="en-US" altLang="ja-JP" dirty="0"/>
          </a:p>
        </p:txBody>
      </p:sp>
      <p:sp>
        <p:nvSpPr>
          <p:cNvPr id="46" name="正方形/長方形 45"/>
          <p:cNvSpPr/>
          <p:nvPr/>
        </p:nvSpPr>
        <p:spPr bwMode="auto">
          <a:xfrm>
            <a:off x="6186001" y="1988985"/>
            <a:ext cx="2070023" cy="3330036"/>
          </a:xfrm>
          <a:prstGeom prst="rect">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tlCol="0" anchor="t"/>
          <a:lstStyle/>
          <a:p>
            <a:pPr algn="ctr"/>
            <a:endParaRPr lang="ja-JP" altLang="en-US" dirty="0">
              <a:latin typeface="メイリオ" panose="020B0604030504040204" pitchFamily="50" charset="-128"/>
              <a:ea typeface="メイリオ" panose="020B0604030504040204" pitchFamily="50" charset="-128"/>
            </a:endParaRPr>
          </a:p>
        </p:txBody>
      </p:sp>
      <p:sp>
        <p:nvSpPr>
          <p:cNvPr id="47" name="正方形/長方形 46"/>
          <p:cNvSpPr/>
          <p:nvPr/>
        </p:nvSpPr>
        <p:spPr bwMode="auto">
          <a:xfrm>
            <a:off x="8976032" y="1988984"/>
            <a:ext cx="1440016" cy="3330037"/>
          </a:xfrm>
          <a:prstGeom prst="rect">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tlCol="0" anchor="t"/>
          <a:lstStyle/>
          <a:p>
            <a:pPr algn="ctr"/>
            <a:endParaRPr lang="ja-JP" altLang="en-US" dirty="0">
              <a:latin typeface="メイリオ" panose="020B0604030504040204" pitchFamily="50" charset="-128"/>
              <a:ea typeface="メイリオ" panose="020B0604030504040204" pitchFamily="50" charset="-128"/>
            </a:endParaRPr>
          </a:p>
        </p:txBody>
      </p:sp>
      <p:sp>
        <p:nvSpPr>
          <p:cNvPr id="51" name="正方形/長方形 50"/>
          <p:cNvSpPr/>
          <p:nvPr/>
        </p:nvSpPr>
        <p:spPr bwMode="auto">
          <a:xfrm>
            <a:off x="8976032" y="1628980"/>
            <a:ext cx="1440016"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ja-JP" altLang="en-US" dirty="0">
                <a:latin typeface="メイリオ" panose="020B0604030504040204" pitchFamily="50" charset="-128"/>
                <a:ea typeface="メイリオ" panose="020B0604030504040204" pitchFamily="50" charset="-128"/>
              </a:rPr>
              <a:t>メモリ</a:t>
            </a:r>
          </a:p>
        </p:txBody>
      </p:sp>
      <p:sp>
        <p:nvSpPr>
          <p:cNvPr id="53" name="正方形/長方形 52"/>
          <p:cNvSpPr/>
          <p:nvPr/>
        </p:nvSpPr>
        <p:spPr bwMode="auto">
          <a:xfrm>
            <a:off x="8976032" y="1988984"/>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Consolas" panose="020B0609020204030204" pitchFamily="49" charset="0"/>
              </a:rPr>
              <a:t>D=A+B</a:t>
            </a:r>
            <a:endParaRPr lang="ja-JP" altLang="en-US" b="1" dirty="0">
              <a:latin typeface="メイリオ" panose="020B0604030504040204" pitchFamily="50" charset="-128"/>
              <a:ea typeface="メイリオ" panose="020B0604030504040204" pitchFamily="50" charset="-128"/>
            </a:endParaRPr>
          </a:p>
          <a:p>
            <a:pPr algn="ct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74" name="正方形/長方形 73"/>
          <p:cNvSpPr/>
          <p:nvPr/>
        </p:nvSpPr>
        <p:spPr bwMode="auto">
          <a:xfrm>
            <a:off x="8976032" y="2348988"/>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Consolas" panose="020B0609020204030204" pitchFamily="49" charset="0"/>
              </a:rPr>
              <a:t>E=D-C</a:t>
            </a:r>
          </a:p>
          <a:p>
            <a:pPr algn="ctr"/>
            <a:endParaRPr lang="ja-JP" altLang="en-US" dirty="0">
              <a:latin typeface="メイリオ" panose="020B0604030504040204" pitchFamily="50" charset="-128"/>
              <a:ea typeface="メイリオ" panose="020B0604030504040204" pitchFamily="50" charset="-128"/>
            </a:endParaRPr>
          </a:p>
        </p:txBody>
      </p:sp>
      <p:sp>
        <p:nvSpPr>
          <p:cNvPr id="75" name="正方形/長方形 74"/>
          <p:cNvSpPr/>
          <p:nvPr/>
        </p:nvSpPr>
        <p:spPr bwMode="auto">
          <a:xfrm>
            <a:off x="8976032" y="2708992"/>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a:t>
            </a:r>
            <a:endParaRPr lang="ja-JP" altLang="en-US" dirty="0">
              <a:latin typeface="メイリオ" panose="020B0604030504040204" pitchFamily="50" charset="-128"/>
              <a:ea typeface="メイリオ" panose="020B0604030504040204" pitchFamily="50" charset="-128"/>
            </a:endParaRPr>
          </a:p>
        </p:txBody>
      </p:sp>
      <p:sp>
        <p:nvSpPr>
          <p:cNvPr id="76" name="正方形/長方形 75"/>
          <p:cNvSpPr/>
          <p:nvPr/>
        </p:nvSpPr>
        <p:spPr bwMode="auto">
          <a:xfrm>
            <a:off x="8976032" y="3068996"/>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a:t>
            </a:r>
            <a:endParaRPr lang="ja-JP" altLang="en-US" dirty="0">
              <a:latin typeface="メイリオ" panose="020B0604030504040204" pitchFamily="50" charset="-128"/>
              <a:ea typeface="メイリオ" panose="020B0604030504040204" pitchFamily="50" charset="-128"/>
            </a:endParaRPr>
          </a:p>
        </p:txBody>
      </p:sp>
      <p:sp>
        <p:nvSpPr>
          <p:cNvPr id="77" name="正方形/長方形 76"/>
          <p:cNvSpPr/>
          <p:nvPr/>
        </p:nvSpPr>
        <p:spPr bwMode="auto">
          <a:xfrm>
            <a:off x="6096000" y="1628980"/>
            <a:ext cx="216002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CPU</a:t>
            </a:r>
            <a:endParaRPr lang="ja-JP" altLang="en-US" dirty="0">
              <a:latin typeface="メイリオ" panose="020B0604030504040204" pitchFamily="50" charset="-128"/>
              <a:ea typeface="メイリオ" panose="020B0604030504040204" pitchFamily="50" charset="-128"/>
            </a:endParaRPr>
          </a:p>
        </p:txBody>
      </p:sp>
      <p:sp>
        <p:nvSpPr>
          <p:cNvPr id="78" name="正方形/長方形 77"/>
          <p:cNvSpPr/>
          <p:nvPr/>
        </p:nvSpPr>
        <p:spPr bwMode="auto">
          <a:xfrm>
            <a:off x="8616028" y="1988984"/>
            <a:ext cx="36000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pPr algn="ctr"/>
            <a:r>
              <a:rPr lang="en-US" altLang="ja-JP" dirty="0">
                <a:latin typeface="メイリオ" panose="020B0604030504040204" pitchFamily="50" charset="-128"/>
                <a:ea typeface="メイリオ" panose="020B0604030504040204" pitchFamily="50" charset="-128"/>
              </a:rPr>
              <a:t>0:</a:t>
            </a:r>
            <a:endParaRPr lang="ja-JP" altLang="en-US" dirty="0">
              <a:latin typeface="メイリオ" panose="020B0604030504040204" pitchFamily="50" charset="-128"/>
              <a:ea typeface="メイリオ" panose="020B0604030504040204" pitchFamily="50" charset="-128"/>
            </a:endParaRPr>
          </a:p>
        </p:txBody>
      </p:sp>
      <p:sp>
        <p:nvSpPr>
          <p:cNvPr id="79" name="正方形/長方形 78"/>
          <p:cNvSpPr/>
          <p:nvPr/>
        </p:nvSpPr>
        <p:spPr bwMode="auto">
          <a:xfrm>
            <a:off x="8616028" y="2348988"/>
            <a:ext cx="36000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pPr algn="ctr"/>
            <a:r>
              <a:rPr lang="en-US" altLang="ja-JP" dirty="0">
                <a:latin typeface="メイリオ" panose="020B0604030504040204" pitchFamily="50" charset="-128"/>
                <a:ea typeface="メイリオ" panose="020B0604030504040204" pitchFamily="50" charset="-128"/>
              </a:rPr>
              <a:t>1:</a:t>
            </a:r>
            <a:endParaRPr lang="ja-JP" altLang="en-US" dirty="0">
              <a:latin typeface="メイリオ" panose="020B0604030504040204" pitchFamily="50" charset="-128"/>
              <a:ea typeface="メイリオ" panose="020B0604030504040204" pitchFamily="50" charset="-128"/>
            </a:endParaRPr>
          </a:p>
        </p:txBody>
      </p:sp>
      <p:sp>
        <p:nvSpPr>
          <p:cNvPr id="80" name="正方形/長方形 79"/>
          <p:cNvSpPr/>
          <p:nvPr/>
        </p:nvSpPr>
        <p:spPr bwMode="auto">
          <a:xfrm>
            <a:off x="8616028" y="2708992"/>
            <a:ext cx="36000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pPr algn="ctr"/>
            <a:r>
              <a:rPr lang="en-US" altLang="ja-JP" dirty="0">
                <a:latin typeface="メイリオ" panose="020B0604030504040204" pitchFamily="50" charset="-128"/>
                <a:ea typeface="メイリオ" panose="020B0604030504040204" pitchFamily="50" charset="-128"/>
              </a:rPr>
              <a:t>2:</a:t>
            </a:r>
            <a:endParaRPr lang="ja-JP" altLang="en-US" dirty="0">
              <a:latin typeface="メイリオ" panose="020B0604030504040204" pitchFamily="50" charset="-128"/>
              <a:ea typeface="メイリオ" panose="020B0604030504040204" pitchFamily="50" charset="-128"/>
            </a:endParaRPr>
          </a:p>
        </p:txBody>
      </p:sp>
      <p:sp>
        <p:nvSpPr>
          <p:cNvPr id="81" name="正方形/長方形 80"/>
          <p:cNvSpPr/>
          <p:nvPr/>
        </p:nvSpPr>
        <p:spPr bwMode="auto">
          <a:xfrm>
            <a:off x="8616028" y="3068996"/>
            <a:ext cx="36000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pPr algn="ctr"/>
            <a:r>
              <a:rPr lang="en-US" altLang="ja-JP" dirty="0">
                <a:latin typeface="メイリオ" panose="020B0604030504040204" pitchFamily="50" charset="-128"/>
                <a:ea typeface="メイリオ" panose="020B0604030504040204" pitchFamily="50" charset="-128"/>
              </a:rPr>
              <a:t>3:</a:t>
            </a:r>
            <a:endParaRPr lang="ja-JP" altLang="en-US" dirty="0">
              <a:latin typeface="メイリオ" panose="020B0604030504040204" pitchFamily="50" charset="-128"/>
              <a:ea typeface="メイリオ" panose="020B0604030504040204" pitchFamily="50" charset="-128"/>
            </a:endParaRPr>
          </a:p>
        </p:txBody>
      </p:sp>
      <p:sp>
        <p:nvSpPr>
          <p:cNvPr id="82" name="正方形/長方形 81"/>
          <p:cNvSpPr/>
          <p:nvPr/>
        </p:nvSpPr>
        <p:spPr bwMode="auto">
          <a:xfrm>
            <a:off x="6276002" y="2168986"/>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A</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83" name="正方形/長方形 82"/>
          <p:cNvSpPr/>
          <p:nvPr/>
        </p:nvSpPr>
        <p:spPr bwMode="auto">
          <a:xfrm>
            <a:off x="7266013" y="2168986"/>
            <a:ext cx="360004" cy="360004"/>
          </a:xfrm>
          <a:prstGeom prst="rect">
            <a:avLst/>
          </a:prstGeom>
          <a:noFill/>
          <a:ln>
            <a:noFill/>
            <a:headEnd/>
            <a:tailEnd type="triangl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PC</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84" name="正方形/長方形 83"/>
          <p:cNvSpPr/>
          <p:nvPr/>
        </p:nvSpPr>
        <p:spPr bwMode="auto">
          <a:xfrm>
            <a:off x="6276002" y="2528990"/>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B</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85" name="正方形/長方形 84"/>
          <p:cNvSpPr/>
          <p:nvPr/>
        </p:nvSpPr>
        <p:spPr bwMode="auto">
          <a:xfrm>
            <a:off x="6276002" y="2888994"/>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C</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86" name="正方形/長方形 85"/>
          <p:cNvSpPr/>
          <p:nvPr/>
        </p:nvSpPr>
        <p:spPr bwMode="auto">
          <a:xfrm>
            <a:off x="6276002" y="3248998"/>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D</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87" name="フローチャート: 手作業 86"/>
          <p:cNvSpPr/>
          <p:nvPr/>
        </p:nvSpPr>
        <p:spPr bwMode="auto">
          <a:xfrm rot="16200000">
            <a:off x="7348819" y="3076191"/>
            <a:ext cx="914400" cy="360004"/>
          </a:xfrm>
          <a:prstGeom prst="flowChartManualOperation">
            <a:avLst/>
          </a:prstGeom>
          <a:ln>
            <a:headEnd/>
            <a:tailEnd type="triangle" w="sm" len="med"/>
          </a:ln>
        </p:spPr>
        <p:style>
          <a:lnRef idx="2">
            <a:schemeClr val="accent2">
              <a:shade val="50000"/>
            </a:schemeClr>
          </a:lnRef>
          <a:fillRef idx="1">
            <a:schemeClr val="accent2"/>
          </a:fillRef>
          <a:effectRef idx="0">
            <a:schemeClr val="accent2"/>
          </a:effectRef>
          <a:fontRef idx="minor">
            <a:schemeClr val="lt1"/>
          </a:fontRef>
        </p:style>
        <p:txBody>
          <a:bodyPr vert="eaVert" rtlCol="0" anchor="ctr"/>
          <a:lstStyle/>
          <a:p>
            <a:pPr algn="ctr"/>
            <a:r>
              <a:rPr lang="en-US" altLang="ja-JP" dirty="0">
                <a:latin typeface="メイリオ" panose="020B0604030504040204" pitchFamily="50" charset="-128"/>
                <a:ea typeface="メイリオ" panose="020B0604030504040204" pitchFamily="50" charset="-128"/>
              </a:rPr>
              <a:t>FU</a:t>
            </a:r>
            <a:endParaRPr lang="ja-JP" altLang="en-US" dirty="0">
              <a:latin typeface="メイリオ" panose="020B0604030504040204" pitchFamily="50" charset="-128"/>
              <a:ea typeface="メイリオ" panose="020B0604030504040204" pitchFamily="50" charset="-128"/>
            </a:endParaRPr>
          </a:p>
        </p:txBody>
      </p:sp>
      <p:sp>
        <p:nvSpPr>
          <p:cNvPr id="88" name="正方形/長方形 87"/>
          <p:cNvSpPr/>
          <p:nvPr/>
        </p:nvSpPr>
        <p:spPr bwMode="auto">
          <a:xfrm>
            <a:off x="6276002" y="3609002"/>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E</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89" name="正方形/長方形 88"/>
          <p:cNvSpPr/>
          <p:nvPr/>
        </p:nvSpPr>
        <p:spPr bwMode="auto">
          <a:xfrm>
            <a:off x="6276002" y="3969006"/>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F</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90" name="正方形/長方形 89"/>
          <p:cNvSpPr/>
          <p:nvPr/>
        </p:nvSpPr>
        <p:spPr bwMode="auto">
          <a:xfrm>
            <a:off x="6636006" y="2168986"/>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bg1"/>
                </a:solidFill>
                <a:latin typeface="メイリオ" panose="020B0604030504040204" pitchFamily="50" charset="-128"/>
                <a:ea typeface="メイリオ" panose="020B0604030504040204" pitchFamily="50" charset="-128"/>
              </a:rPr>
              <a:t>1</a:t>
            </a:r>
            <a:endParaRPr lang="ja-JP" altLang="en-US" dirty="0">
              <a:solidFill>
                <a:schemeClr val="bg1"/>
              </a:solidFill>
              <a:latin typeface="メイリオ" panose="020B0604030504040204" pitchFamily="50" charset="-128"/>
              <a:ea typeface="メイリオ" panose="020B0604030504040204" pitchFamily="50" charset="-128"/>
            </a:endParaRPr>
          </a:p>
        </p:txBody>
      </p:sp>
      <p:sp>
        <p:nvSpPr>
          <p:cNvPr id="91" name="正方形/長方形 90"/>
          <p:cNvSpPr/>
          <p:nvPr/>
        </p:nvSpPr>
        <p:spPr bwMode="auto">
          <a:xfrm>
            <a:off x="6636006" y="2528990"/>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bg1"/>
                </a:solidFill>
                <a:latin typeface="メイリオ" panose="020B0604030504040204" pitchFamily="50" charset="-128"/>
                <a:ea typeface="メイリオ" panose="020B0604030504040204" pitchFamily="50" charset="-128"/>
              </a:rPr>
              <a:t>2</a:t>
            </a:r>
            <a:endParaRPr lang="ja-JP" altLang="en-US" dirty="0">
              <a:solidFill>
                <a:schemeClr val="bg1"/>
              </a:solidFill>
              <a:latin typeface="メイリオ" panose="020B0604030504040204" pitchFamily="50" charset="-128"/>
              <a:ea typeface="メイリオ" panose="020B0604030504040204" pitchFamily="50" charset="-128"/>
            </a:endParaRPr>
          </a:p>
        </p:txBody>
      </p:sp>
      <p:sp>
        <p:nvSpPr>
          <p:cNvPr id="92" name="正方形/長方形 91"/>
          <p:cNvSpPr/>
          <p:nvPr/>
        </p:nvSpPr>
        <p:spPr bwMode="auto">
          <a:xfrm>
            <a:off x="6636006" y="2888994"/>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latin typeface="メイリオ" panose="020B0604030504040204" pitchFamily="50" charset="-128"/>
                <a:ea typeface="メイリオ" panose="020B0604030504040204" pitchFamily="50" charset="-128"/>
              </a:rPr>
              <a:t>3</a:t>
            </a:r>
            <a:endParaRPr lang="ja-JP" altLang="en-US" dirty="0">
              <a:latin typeface="メイリオ" panose="020B0604030504040204" pitchFamily="50" charset="-128"/>
              <a:ea typeface="メイリオ" panose="020B0604030504040204" pitchFamily="50" charset="-128"/>
            </a:endParaRPr>
          </a:p>
        </p:txBody>
      </p:sp>
      <p:sp>
        <p:nvSpPr>
          <p:cNvPr id="93" name="正方形/長方形 92"/>
          <p:cNvSpPr/>
          <p:nvPr/>
        </p:nvSpPr>
        <p:spPr bwMode="auto">
          <a:xfrm>
            <a:off x="6636006" y="3248998"/>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dirty="0">
                <a:solidFill>
                  <a:schemeClr val="bg1"/>
                </a:solidFill>
                <a:latin typeface="メイリオ" panose="020B0604030504040204" pitchFamily="50" charset="-128"/>
                <a:ea typeface="メイリオ" panose="020B0604030504040204" pitchFamily="50" charset="-128"/>
              </a:rPr>
              <a:t>３</a:t>
            </a:r>
          </a:p>
        </p:txBody>
      </p:sp>
      <p:sp>
        <p:nvSpPr>
          <p:cNvPr id="94" name="正方形/長方形 93"/>
          <p:cNvSpPr/>
          <p:nvPr/>
        </p:nvSpPr>
        <p:spPr bwMode="auto">
          <a:xfrm>
            <a:off x="6636006" y="3609002"/>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latin typeface="メイリオ" panose="020B0604030504040204" pitchFamily="50" charset="-128"/>
                <a:ea typeface="メイリオ" panose="020B0604030504040204" pitchFamily="50" charset="-128"/>
              </a:rPr>
              <a:t>0</a:t>
            </a:r>
            <a:endParaRPr lang="ja-JP" altLang="en-US" dirty="0">
              <a:latin typeface="メイリオ" panose="020B0604030504040204" pitchFamily="50" charset="-128"/>
              <a:ea typeface="メイリオ" panose="020B0604030504040204" pitchFamily="50" charset="-128"/>
            </a:endParaRPr>
          </a:p>
        </p:txBody>
      </p:sp>
      <p:sp>
        <p:nvSpPr>
          <p:cNvPr id="95" name="正方形/長方形 94"/>
          <p:cNvSpPr/>
          <p:nvPr/>
        </p:nvSpPr>
        <p:spPr bwMode="auto">
          <a:xfrm>
            <a:off x="6636006" y="3969006"/>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latin typeface="メイリオ" panose="020B0604030504040204" pitchFamily="50" charset="-128"/>
                <a:ea typeface="メイリオ" panose="020B0604030504040204" pitchFamily="50" charset="-128"/>
              </a:rPr>
              <a:t>0</a:t>
            </a:r>
            <a:endParaRPr lang="ja-JP" altLang="en-US" dirty="0">
              <a:latin typeface="メイリオ" panose="020B0604030504040204" pitchFamily="50" charset="-128"/>
              <a:ea typeface="メイリオ" panose="020B0604030504040204" pitchFamily="50" charset="-128"/>
            </a:endParaRPr>
          </a:p>
        </p:txBody>
      </p:sp>
      <p:sp>
        <p:nvSpPr>
          <p:cNvPr id="96" name="正方形/長方形 95"/>
          <p:cNvSpPr/>
          <p:nvPr/>
        </p:nvSpPr>
        <p:spPr bwMode="auto">
          <a:xfrm>
            <a:off x="7626017" y="2168986"/>
            <a:ext cx="360004" cy="360004"/>
          </a:xfrm>
          <a:prstGeom prst="rect">
            <a:avLst/>
          </a:prstGeom>
          <a:ln>
            <a:headEnd/>
            <a:tailEnd type="triangl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b="1" dirty="0">
                <a:solidFill>
                  <a:srgbClr val="FF0000"/>
                </a:solidFill>
                <a:latin typeface="メイリオ" panose="020B0604030504040204" pitchFamily="50" charset="-128"/>
                <a:ea typeface="メイリオ" panose="020B0604030504040204" pitchFamily="50" charset="-128"/>
              </a:rPr>
              <a:t>1</a:t>
            </a:r>
            <a:endParaRPr lang="ja-JP" altLang="en-US" b="1" dirty="0">
              <a:solidFill>
                <a:srgbClr val="FF0000"/>
              </a:solidFill>
              <a:latin typeface="メイリオ" panose="020B0604030504040204" pitchFamily="50" charset="-128"/>
              <a:ea typeface="メイリオ" panose="020B0604030504040204" pitchFamily="50" charset="-128"/>
            </a:endParaRPr>
          </a:p>
        </p:txBody>
      </p:sp>
      <p:cxnSp>
        <p:nvCxnSpPr>
          <p:cNvPr id="97" name="直線コネクタ 96"/>
          <p:cNvCxnSpPr/>
          <p:nvPr/>
        </p:nvCxnSpPr>
        <p:spPr bwMode="auto">
          <a:xfrm>
            <a:off x="7086011" y="2168986"/>
            <a:ext cx="0" cy="2160024"/>
          </a:xfrm>
          <a:prstGeom prst="line">
            <a:avLst/>
          </a:prstGeom>
          <a:ln>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98" name="直線コネクタ 97"/>
          <p:cNvCxnSpPr/>
          <p:nvPr/>
        </p:nvCxnSpPr>
        <p:spPr bwMode="auto">
          <a:xfrm>
            <a:off x="7176012" y="2168986"/>
            <a:ext cx="0" cy="2160024"/>
          </a:xfrm>
          <a:prstGeom prst="line">
            <a:avLst/>
          </a:prstGeom>
          <a:ln>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99" name="直線コネクタ 98"/>
          <p:cNvCxnSpPr/>
          <p:nvPr/>
        </p:nvCxnSpPr>
        <p:spPr bwMode="auto">
          <a:xfrm>
            <a:off x="7086011" y="2978995"/>
            <a:ext cx="540006" cy="0"/>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00" name="直線コネクタ 99"/>
          <p:cNvCxnSpPr/>
          <p:nvPr/>
        </p:nvCxnSpPr>
        <p:spPr bwMode="auto">
          <a:xfrm>
            <a:off x="7176013" y="3519001"/>
            <a:ext cx="450005" cy="0"/>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01" name="直線コネクタ 100"/>
          <p:cNvCxnSpPr/>
          <p:nvPr/>
        </p:nvCxnSpPr>
        <p:spPr bwMode="auto">
          <a:xfrm flipV="1">
            <a:off x="6816008" y="4419011"/>
            <a:ext cx="0" cy="180002"/>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02" name="直線コネクタ 101"/>
          <p:cNvCxnSpPr/>
          <p:nvPr/>
        </p:nvCxnSpPr>
        <p:spPr bwMode="auto">
          <a:xfrm flipH="1">
            <a:off x="6816010" y="4599013"/>
            <a:ext cx="1260013" cy="0"/>
          </a:xfrm>
          <a:prstGeom prst="line">
            <a:avLst/>
          </a:prstGeom>
          <a:ln w="15875">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03" name="直線コネクタ 102"/>
          <p:cNvCxnSpPr/>
          <p:nvPr/>
        </p:nvCxnSpPr>
        <p:spPr bwMode="auto">
          <a:xfrm flipH="1">
            <a:off x="7986022" y="3248998"/>
            <a:ext cx="90001" cy="0"/>
          </a:xfrm>
          <a:prstGeom prst="line">
            <a:avLst/>
          </a:prstGeom>
          <a:ln w="15875">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04" name="直線コネクタ 103"/>
          <p:cNvCxnSpPr/>
          <p:nvPr/>
        </p:nvCxnSpPr>
        <p:spPr bwMode="auto">
          <a:xfrm flipV="1">
            <a:off x="8076023" y="3248999"/>
            <a:ext cx="1" cy="1350015"/>
          </a:xfrm>
          <a:prstGeom prst="line">
            <a:avLst/>
          </a:prstGeom>
          <a:ln w="15875">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105" name="正方形/長方形 104"/>
          <p:cNvSpPr/>
          <p:nvPr/>
        </p:nvSpPr>
        <p:spPr bwMode="auto">
          <a:xfrm>
            <a:off x="6816008" y="4869016"/>
            <a:ext cx="720008" cy="360004"/>
          </a:xfrm>
          <a:prstGeom prst="rect">
            <a:avLst/>
          </a:prstGeom>
          <a:noFill/>
          <a:ln>
            <a:solidFill>
              <a:schemeClr val="tx1">
                <a:lumMod val="75000"/>
                <a:lumOff val="25000"/>
              </a:schemeClr>
            </a:solidFill>
            <a:headEnd/>
            <a:tailEnd type="triangl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solidFill>
              <a:latin typeface="メイリオ" panose="020B0604030504040204" pitchFamily="50" charset="-128"/>
              <a:ea typeface="メイリオ" panose="020B0604030504040204" pitchFamily="50" charset="-128"/>
            </a:endParaRPr>
          </a:p>
        </p:txBody>
      </p:sp>
      <p:cxnSp>
        <p:nvCxnSpPr>
          <p:cNvPr id="41" name="曲線コネクタ 40"/>
          <p:cNvCxnSpPr>
            <a:endCxn id="79" idx="1"/>
          </p:cNvCxnSpPr>
          <p:nvPr/>
        </p:nvCxnSpPr>
        <p:spPr bwMode="auto">
          <a:xfrm>
            <a:off x="7986022" y="2348988"/>
            <a:ext cx="630007" cy="180002"/>
          </a:xfrm>
          <a:prstGeom prst="curvedConnector3">
            <a:avLst/>
          </a:prstGeom>
          <a:ln>
            <a:solidFill>
              <a:srgbClr val="FF0000"/>
            </a:solidFill>
            <a:headEnd type="none" w="med" len="med"/>
            <a:tailEnd type="triangle"/>
          </a:ln>
        </p:spPr>
        <p:style>
          <a:lnRef idx="3">
            <a:schemeClr val="accent5"/>
          </a:lnRef>
          <a:fillRef idx="0">
            <a:schemeClr val="accent5"/>
          </a:fillRef>
          <a:effectRef idx="2">
            <a:schemeClr val="accent5"/>
          </a:effectRef>
          <a:fontRef idx="minor">
            <a:schemeClr val="tx1"/>
          </a:fontRef>
        </p:style>
      </p:cxnSp>
    </p:spTree>
    <p:extLst>
      <p:ext uri="{BB962C8B-B14F-4D97-AF65-F5344CB8AC3E}">
        <p14:creationId xmlns:p14="http://schemas.microsoft.com/office/powerpoint/2010/main" val="288722903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a:extLst>
              <a:ext uri="{FF2B5EF4-FFF2-40B4-BE49-F238E27FC236}">
                <a16:creationId xmlns:a16="http://schemas.microsoft.com/office/drawing/2014/main" id="{AA6753A0-E20D-5FB3-8818-3D416A2B17A9}"/>
              </a:ext>
            </a:extLst>
          </p:cNvPr>
          <p:cNvSpPr>
            <a:spLocks noGrp="1"/>
          </p:cNvSpPr>
          <p:nvPr>
            <p:ph type="title"/>
          </p:nvPr>
        </p:nvSpPr>
        <p:spPr/>
        <p:txBody>
          <a:bodyPr/>
          <a:lstStyle/>
          <a:p>
            <a:r>
              <a:rPr lang="ja-JP" altLang="en-US" dirty="0"/>
              <a:t>もくじ</a:t>
            </a:r>
            <a:endParaRPr lang="en-US" dirty="0"/>
          </a:p>
        </p:txBody>
      </p:sp>
      <p:sp>
        <p:nvSpPr>
          <p:cNvPr id="5" name="テキスト プレースホルダー 4">
            <a:extLst>
              <a:ext uri="{FF2B5EF4-FFF2-40B4-BE49-F238E27FC236}">
                <a16:creationId xmlns:a16="http://schemas.microsoft.com/office/drawing/2014/main" id="{E4088E3B-8C6D-065A-1C25-21D9979BD648}"/>
              </a:ext>
            </a:extLst>
          </p:cNvPr>
          <p:cNvSpPr>
            <a:spLocks noGrp="1"/>
          </p:cNvSpPr>
          <p:nvPr>
            <p:ph type="body" sz="quarter" idx="10"/>
          </p:nvPr>
        </p:nvSpPr>
        <p:spPr/>
        <p:txBody>
          <a:bodyPr/>
          <a:lstStyle/>
          <a:p>
            <a:r>
              <a:rPr lang="en-US" altLang="ja-JP" dirty="0"/>
              <a:t>CPU </a:t>
            </a:r>
            <a:r>
              <a:rPr lang="ja-JP" altLang="en-US" dirty="0"/>
              <a:t>の基本</a:t>
            </a:r>
            <a:endParaRPr lang="en-US" altLang="ja-JP" dirty="0"/>
          </a:p>
          <a:p>
            <a:r>
              <a:rPr lang="ja-JP" altLang="en-US" b="1" dirty="0">
                <a:solidFill>
                  <a:schemeClr val="accent5"/>
                </a:solidFill>
              </a:rPr>
              <a:t>命令パイプライン</a:t>
            </a:r>
            <a:endParaRPr lang="en-US" b="1" dirty="0">
              <a:solidFill>
                <a:schemeClr val="accent5"/>
              </a:solidFill>
            </a:endParaRPr>
          </a:p>
        </p:txBody>
      </p:sp>
    </p:spTree>
    <p:extLst>
      <p:ext uri="{BB962C8B-B14F-4D97-AF65-F5344CB8AC3E}">
        <p14:creationId xmlns:p14="http://schemas.microsoft.com/office/powerpoint/2010/main" val="45295733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4" name="グループ化 33"/>
          <p:cNvGrpSpPr/>
          <p:nvPr/>
        </p:nvGrpSpPr>
        <p:grpSpPr>
          <a:xfrm>
            <a:off x="3125967" y="3158997"/>
            <a:ext cx="1562400" cy="576064"/>
            <a:chOff x="971600" y="5445224"/>
            <a:chExt cx="7200800" cy="576064"/>
          </a:xfrm>
        </p:grpSpPr>
        <p:sp>
          <p:nvSpPr>
            <p:cNvPr id="35" name="平行四辺形 34"/>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37" name="平行四辺形 36"/>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38" name="グループ化 37"/>
          <p:cNvGrpSpPr/>
          <p:nvPr/>
        </p:nvGrpSpPr>
        <p:grpSpPr>
          <a:xfrm>
            <a:off x="4566127" y="3158997"/>
            <a:ext cx="1562400" cy="576064"/>
            <a:chOff x="971600" y="5445224"/>
            <a:chExt cx="7200800" cy="576064"/>
          </a:xfrm>
        </p:grpSpPr>
        <p:sp>
          <p:nvSpPr>
            <p:cNvPr id="50" name="平行四辺形 49"/>
            <p:cNvSpPr/>
            <p:nvPr/>
          </p:nvSpPr>
          <p:spPr bwMode="auto">
            <a:xfrm>
              <a:off x="971600" y="5517232"/>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51" name="平行四辺形 50"/>
            <p:cNvSpPr/>
            <p:nvPr/>
          </p:nvSpPr>
          <p:spPr bwMode="auto">
            <a:xfrm>
              <a:off x="971600" y="5445224"/>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52" name="グループ化 51"/>
          <p:cNvGrpSpPr/>
          <p:nvPr/>
        </p:nvGrpSpPr>
        <p:grpSpPr>
          <a:xfrm>
            <a:off x="6006287" y="3158997"/>
            <a:ext cx="1562400" cy="576064"/>
            <a:chOff x="971600" y="5445224"/>
            <a:chExt cx="7200800" cy="576064"/>
          </a:xfrm>
        </p:grpSpPr>
        <p:sp>
          <p:nvSpPr>
            <p:cNvPr id="53" name="平行四辺形 52"/>
            <p:cNvSpPr/>
            <p:nvPr/>
          </p:nvSpPr>
          <p:spPr bwMode="auto">
            <a:xfrm>
              <a:off x="971600" y="5517232"/>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54" name="平行四辺形 53"/>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56" name="グループ化 55"/>
          <p:cNvGrpSpPr/>
          <p:nvPr/>
        </p:nvGrpSpPr>
        <p:grpSpPr>
          <a:xfrm>
            <a:off x="7446447" y="3158997"/>
            <a:ext cx="1584176" cy="576064"/>
            <a:chOff x="971600" y="5445224"/>
            <a:chExt cx="7200800" cy="576064"/>
          </a:xfrm>
        </p:grpSpPr>
        <p:sp>
          <p:nvSpPr>
            <p:cNvPr id="62" name="平行四辺形 61"/>
            <p:cNvSpPr/>
            <p:nvPr/>
          </p:nvSpPr>
          <p:spPr bwMode="auto">
            <a:xfrm>
              <a:off x="971600" y="5517232"/>
              <a:ext cx="7200800" cy="504056"/>
            </a:xfrm>
            <a:prstGeom prst="parallelogram">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64" name="平行四辺形 63"/>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sp>
        <p:nvSpPr>
          <p:cNvPr id="3" name="正方形/長方形 2"/>
          <p:cNvSpPr/>
          <p:nvPr/>
        </p:nvSpPr>
        <p:spPr>
          <a:xfrm>
            <a:off x="3087807" y="2294454"/>
            <a:ext cx="865983" cy="738664"/>
          </a:xfrm>
          <a:prstGeom prst="rect">
            <a:avLst/>
          </a:prstGeom>
        </p:spPr>
        <p:txBody>
          <a:bodyPr wrap="squar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36" name="正方形/長方形 35"/>
          <p:cNvSpPr/>
          <p:nvPr/>
        </p:nvSpPr>
        <p:spPr>
          <a:xfrm>
            <a:off x="4527967" y="2294454"/>
            <a:ext cx="937991" cy="738664"/>
          </a:xfrm>
          <a:prstGeom prst="rect">
            <a:avLst/>
          </a:prstGeom>
        </p:spPr>
        <p:txBody>
          <a:bodyPr wrap="square">
            <a:spAutoFit/>
          </a:bodyPr>
          <a:lstStyle/>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49" name="正方形/長方形 48"/>
          <p:cNvSpPr/>
          <p:nvPr/>
        </p:nvSpPr>
        <p:spPr>
          <a:xfrm>
            <a:off x="5970014" y="2313038"/>
            <a:ext cx="865983" cy="738664"/>
          </a:xfrm>
          <a:prstGeom prst="rect">
            <a:avLst/>
          </a:prstGeom>
        </p:spPr>
        <p:txBody>
          <a:bodyPr wrap="square">
            <a:spAutoFit/>
          </a:bodyPr>
          <a:lstStyle/>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ﾟーﾟ</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55" name="正方形/長方形 54"/>
          <p:cNvSpPr/>
          <p:nvPr/>
        </p:nvSpPr>
        <p:spPr>
          <a:xfrm>
            <a:off x="7410174" y="2313038"/>
            <a:ext cx="937991" cy="738664"/>
          </a:xfrm>
          <a:prstGeom prst="rect">
            <a:avLst/>
          </a:prstGeom>
        </p:spPr>
        <p:txBody>
          <a:bodyPr wrap="square">
            <a:spAutoFit/>
          </a:bodyPr>
          <a:lstStyle/>
          <a:p>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ω</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2" name="タイトル 1"/>
          <p:cNvSpPr>
            <a:spLocks noGrp="1"/>
          </p:cNvSpPr>
          <p:nvPr>
            <p:ph type="title"/>
          </p:nvPr>
        </p:nvSpPr>
        <p:spPr/>
        <p:txBody>
          <a:bodyPr/>
          <a:lstStyle/>
          <a:p>
            <a:r>
              <a:rPr kumimoji="1" lang="ja-JP" altLang="en-US" dirty="0"/>
              <a:t>導入：工場のラインを考える</a:t>
            </a:r>
            <a:br>
              <a:rPr kumimoji="1" lang="en-US" altLang="ja-JP" dirty="0"/>
            </a:br>
            <a:r>
              <a:rPr kumimoji="1" lang="ja-JP" altLang="en-US" sz="1800" dirty="0"/>
              <a:t>パワポだとアニメーションします</a:t>
            </a:r>
            <a:endParaRPr kumimoji="1" lang="ja-JP" altLang="en-US" dirty="0"/>
          </a:p>
        </p:txBody>
      </p:sp>
      <p:sp>
        <p:nvSpPr>
          <p:cNvPr id="4" name="テキスト プレースホルダー 3"/>
          <p:cNvSpPr>
            <a:spLocks noGrp="1"/>
          </p:cNvSpPr>
          <p:nvPr>
            <p:ph type="body" sz="quarter" idx="10"/>
          </p:nvPr>
        </p:nvSpPr>
        <p:spPr>
          <a:xfrm>
            <a:off x="2135956" y="4239009"/>
            <a:ext cx="8280092" cy="2069716"/>
          </a:xfrm>
        </p:spPr>
        <p:txBody>
          <a:bodyPr/>
          <a:lstStyle/>
          <a:p>
            <a:r>
              <a:rPr kumimoji="1" lang="ja-JP" altLang="en-US" dirty="0"/>
              <a:t>ベルトコンベアのラインの上を製品が流れていく</a:t>
            </a:r>
            <a:endParaRPr kumimoji="1" lang="en-US" altLang="ja-JP" dirty="0"/>
          </a:p>
          <a:p>
            <a:pPr lvl="1"/>
            <a:r>
              <a:rPr kumimoji="1" lang="ja-JP" altLang="en-US" dirty="0"/>
              <a:t>４人の人が，それぞれの工程の作業をおこなって完成</a:t>
            </a:r>
            <a:endParaRPr kumimoji="1" lang="en-US" altLang="ja-JP" dirty="0"/>
          </a:p>
          <a:p>
            <a:r>
              <a:rPr lang="ja-JP" altLang="en-US" dirty="0"/>
              <a:t>上のように</a:t>
            </a:r>
            <a:r>
              <a:rPr lang="en-US" altLang="ja-JP" dirty="0"/>
              <a:t>1</a:t>
            </a:r>
            <a:r>
              <a:rPr lang="ja-JP" altLang="en-US" dirty="0" err="1"/>
              <a:t>つしか</a:t>
            </a:r>
            <a:r>
              <a:rPr lang="ja-JP" altLang="en-US" dirty="0"/>
              <a:t>製品をながさないと，</a:t>
            </a:r>
            <a:endParaRPr lang="en-US" altLang="ja-JP" dirty="0"/>
          </a:p>
          <a:p>
            <a:pPr lvl="1"/>
            <a:r>
              <a:rPr lang="ja-JP" altLang="en-US" dirty="0"/>
              <a:t>各人は他の人が作業している間はヒマ</a:t>
            </a:r>
            <a:endParaRPr kumimoji="1" lang="ja-JP" altLang="en-US" dirty="0"/>
          </a:p>
        </p:txBody>
      </p:sp>
      <p:cxnSp>
        <p:nvCxnSpPr>
          <p:cNvPr id="67" name="直線矢印コネクタ 66"/>
          <p:cNvCxnSpPr/>
          <p:nvPr/>
        </p:nvCxnSpPr>
        <p:spPr bwMode="auto">
          <a:xfrm>
            <a:off x="3125967" y="3969006"/>
            <a:ext cx="5904656" cy="0"/>
          </a:xfrm>
          <a:prstGeom prst="straightConnector1">
            <a:avLst/>
          </a:prstGeom>
          <a:ln cap="rnd">
            <a:solidFill>
              <a:schemeClr val="tx1">
                <a:lumMod val="65000"/>
                <a:lumOff val="35000"/>
              </a:schemeClr>
            </a:solidFill>
            <a:headEnd type="none" w="med" len="med"/>
            <a:tailEnd type="arrow"/>
          </a:ln>
        </p:spPr>
        <p:style>
          <a:lnRef idx="2">
            <a:schemeClr val="dk1"/>
          </a:lnRef>
          <a:fillRef idx="0">
            <a:schemeClr val="dk1"/>
          </a:fillRef>
          <a:effectRef idx="1">
            <a:schemeClr val="dk1"/>
          </a:effectRef>
          <a:fontRef idx="minor">
            <a:schemeClr val="tx1"/>
          </a:fontRef>
        </p:style>
      </p:cxnSp>
      <p:sp>
        <p:nvSpPr>
          <p:cNvPr id="44" name="角丸四角形 43"/>
          <p:cNvSpPr/>
          <p:nvPr/>
        </p:nvSpPr>
        <p:spPr bwMode="auto">
          <a:xfrm>
            <a:off x="1865953" y="2978995"/>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ja-JP" altLang="en-US" dirty="0">
                <a:latin typeface="Arial Narrow" panose="020B0606020202030204" pitchFamily="34" charset="0"/>
              </a:rPr>
              <a:t>製品</a:t>
            </a:r>
          </a:p>
        </p:txBody>
      </p:sp>
      <p:sp>
        <p:nvSpPr>
          <p:cNvPr id="96" name="正方形/長方形 95"/>
          <p:cNvSpPr/>
          <p:nvPr/>
        </p:nvSpPr>
        <p:spPr bwMode="auto">
          <a:xfrm>
            <a:off x="425937" y="2438989"/>
            <a:ext cx="2502143" cy="1710019"/>
          </a:xfrm>
          <a:prstGeom prst="rect">
            <a:avLst/>
          </a:prstGeom>
          <a:solidFill>
            <a:schemeClr val="bg1"/>
          </a:solidFill>
          <a:ln>
            <a:solidFill>
              <a:schemeClr val="bg1"/>
            </a:solid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nSpc>
                <a:spcPct val="80000"/>
              </a:lnSpc>
            </a:pPr>
            <a:endParaRPr lang="ja-JP" altLang="en-US" sz="2000" dirty="0">
              <a:solidFill>
                <a:schemeClr val="bg1"/>
              </a:solidFill>
              <a:latin typeface="Arial Narrow" panose="020B0606020202030204" pitchFamily="34" charset="0"/>
            </a:endParaRPr>
          </a:p>
        </p:txBody>
      </p:sp>
    </p:spTree>
    <p:extLst>
      <p:ext uri="{BB962C8B-B14F-4D97-AF65-F5344CB8AC3E}">
        <p14:creationId xmlns:p14="http://schemas.microsoft.com/office/powerpoint/2010/main" val="420706928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25000" decel="25000" fill="hold" grpId="0" nodeType="clickEffect">
                                  <p:stCondLst>
                                    <p:cond delay="0"/>
                                  </p:stCondLst>
                                  <p:childTnLst>
                                    <p:animMotion origin="layout" path="M -2.08333E-6 1.85185E-6 L 0.14024 1.85185E-6 " pathEditMode="relative" rAng="0" ptsTypes="AA">
                                      <p:cBhvr>
                                        <p:cTn id="6" dur="1000" fill="hold"/>
                                        <p:tgtEl>
                                          <p:spTgt spid="44"/>
                                        </p:tgtEl>
                                        <p:attrNameLst>
                                          <p:attrName>ppt_x</p:attrName>
                                          <p:attrName>ppt_y</p:attrName>
                                        </p:attrNameLst>
                                      </p:cBhvr>
                                      <p:rCtr x="7005" y="0"/>
                                    </p:animMotion>
                                  </p:childTnLst>
                                </p:cTn>
                              </p:par>
                            </p:childTnLst>
                          </p:cTn>
                        </p:par>
                      </p:childTnLst>
                    </p:cTn>
                  </p:par>
                  <p:par>
                    <p:cTn id="7" fill="hold">
                      <p:stCondLst>
                        <p:cond delay="indefinite"/>
                      </p:stCondLst>
                      <p:childTnLst>
                        <p:par>
                          <p:cTn id="8" fill="hold">
                            <p:stCondLst>
                              <p:cond delay="0"/>
                            </p:stCondLst>
                            <p:childTnLst>
                              <p:par>
                                <p:cTn id="9" presetID="42" presetClass="path" presetSubtype="0" accel="25000" decel="25000" fill="hold" grpId="1" nodeType="clickEffect">
                                  <p:stCondLst>
                                    <p:cond delay="0"/>
                                  </p:stCondLst>
                                  <p:childTnLst>
                                    <p:animMotion origin="layout" path="M 0.14024 1.85185E-6 L 0.25834 1.85185E-6 " pathEditMode="relative" rAng="0" ptsTypes="AA">
                                      <p:cBhvr>
                                        <p:cTn id="10" dur="1000" fill="hold"/>
                                        <p:tgtEl>
                                          <p:spTgt spid="44"/>
                                        </p:tgtEl>
                                        <p:attrNameLst>
                                          <p:attrName>ppt_x</p:attrName>
                                          <p:attrName>ppt_y</p:attrName>
                                        </p:attrNameLst>
                                      </p:cBhvr>
                                      <p:rCtr x="5898" y="0"/>
                                    </p:animMotion>
                                  </p:childTnLst>
                                </p:cTn>
                              </p:par>
                            </p:childTnLst>
                          </p:cTn>
                        </p:par>
                      </p:childTnLst>
                    </p:cTn>
                  </p:par>
                  <p:par>
                    <p:cTn id="11" fill="hold">
                      <p:stCondLst>
                        <p:cond delay="indefinite"/>
                      </p:stCondLst>
                      <p:childTnLst>
                        <p:par>
                          <p:cTn id="12" fill="hold">
                            <p:stCondLst>
                              <p:cond delay="0"/>
                            </p:stCondLst>
                            <p:childTnLst>
                              <p:par>
                                <p:cTn id="13" presetID="42" presetClass="path" presetSubtype="0" accel="25000" decel="25000" fill="hold" grpId="2" nodeType="clickEffect">
                                  <p:stCondLst>
                                    <p:cond delay="0"/>
                                  </p:stCondLst>
                                  <p:childTnLst>
                                    <p:animMotion origin="layout" path="M 0.25834 1.85185E-6 L 0.36914 1.85185E-6 " pathEditMode="relative" rAng="0" ptsTypes="AA">
                                      <p:cBhvr>
                                        <p:cTn id="14" dur="1000" fill="hold"/>
                                        <p:tgtEl>
                                          <p:spTgt spid="44"/>
                                        </p:tgtEl>
                                        <p:attrNameLst>
                                          <p:attrName>ppt_x</p:attrName>
                                          <p:attrName>ppt_y</p:attrName>
                                        </p:attrNameLst>
                                      </p:cBhvr>
                                      <p:rCtr x="5534" y="0"/>
                                    </p:animMotion>
                                  </p:childTnLst>
                                </p:cTn>
                              </p:par>
                            </p:childTnLst>
                          </p:cTn>
                        </p:par>
                      </p:childTnLst>
                    </p:cTn>
                  </p:par>
                  <p:par>
                    <p:cTn id="15" fill="hold">
                      <p:stCondLst>
                        <p:cond delay="indefinite"/>
                      </p:stCondLst>
                      <p:childTnLst>
                        <p:par>
                          <p:cTn id="16" fill="hold">
                            <p:stCondLst>
                              <p:cond delay="0"/>
                            </p:stCondLst>
                            <p:childTnLst>
                              <p:par>
                                <p:cTn id="17" presetID="42" presetClass="path" presetSubtype="0" accel="25000" decel="25000" fill="hold" grpId="3" nodeType="clickEffect">
                                  <p:stCondLst>
                                    <p:cond delay="0"/>
                                  </p:stCondLst>
                                  <p:childTnLst>
                                    <p:animMotion origin="layout" path="M 0.36914 1.85185E-6 L 0.49466 1.85185E-6 " pathEditMode="relative" rAng="0" ptsTypes="AA">
                                      <p:cBhvr>
                                        <p:cTn id="18" dur="1000" fill="hold"/>
                                        <p:tgtEl>
                                          <p:spTgt spid="44"/>
                                        </p:tgtEl>
                                        <p:attrNameLst>
                                          <p:attrName>ppt_x</p:attrName>
                                          <p:attrName>ppt_y</p:attrName>
                                        </p:attrNameLst>
                                      </p:cBhvr>
                                      <p:rCtr x="6276"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animBg="1"/>
      <p:bldP spid="44" grpId="1" animBg="1"/>
      <p:bldP spid="44" grpId="2" animBg="1"/>
      <p:bldP spid="44" grpId="3"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4" name="グループ化 33"/>
          <p:cNvGrpSpPr/>
          <p:nvPr/>
        </p:nvGrpSpPr>
        <p:grpSpPr>
          <a:xfrm>
            <a:off x="3125823" y="1683514"/>
            <a:ext cx="1562400" cy="576064"/>
            <a:chOff x="971600" y="5445224"/>
            <a:chExt cx="7200800" cy="576064"/>
          </a:xfrm>
        </p:grpSpPr>
        <p:sp>
          <p:nvSpPr>
            <p:cNvPr id="35" name="平行四辺形 34"/>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37" name="平行四辺形 36"/>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38" name="グループ化 37"/>
          <p:cNvGrpSpPr/>
          <p:nvPr/>
        </p:nvGrpSpPr>
        <p:grpSpPr>
          <a:xfrm>
            <a:off x="4565983" y="1683514"/>
            <a:ext cx="1562400" cy="576064"/>
            <a:chOff x="971600" y="5445224"/>
            <a:chExt cx="7200800" cy="576064"/>
          </a:xfrm>
        </p:grpSpPr>
        <p:sp>
          <p:nvSpPr>
            <p:cNvPr id="50" name="平行四辺形 49"/>
            <p:cNvSpPr/>
            <p:nvPr/>
          </p:nvSpPr>
          <p:spPr bwMode="auto">
            <a:xfrm>
              <a:off x="971600" y="5517232"/>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51" name="平行四辺形 50"/>
            <p:cNvSpPr/>
            <p:nvPr/>
          </p:nvSpPr>
          <p:spPr bwMode="auto">
            <a:xfrm>
              <a:off x="971600" y="5445224"/>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52" name="グループ化 51"/>
          <p:cNvGrpSpPr/>
          <p:nvPr/>
        </p:nvGrpSpPr>
        <p:grpSpPr>
          <a:xfrm>
            <a:off x="6006143" y="1683514"/>
            <a:ext cx="1562400" cy="576064"/>
            <a:chOff x="971600" y="5445224"/>
            <a:chExt cx="7200800" cy="576064"/>
          </a:xfrm>
        </p:grpSpPr>
        <p:sp>
          <p:nvSpPr>
            <p:cNvPr id="53" name="平行四辺形 52"/>
            <p:cNvSpPr/>
            <p:nvPr/>
          </p:nvSpPr>
          <p:spPr bwMode="auto">
            <a:xfrm>
              <a:off x="971600" y="5517232"/>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54" name="平行四辺形 53"/>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56" name="グループ化 55"/>
          <p:cNvGrpSpPr/>
          <p:nvPr/>
        </p:nvGrpSpPr>
        <p:grpSpPr>
          <a:xfrm>
            <a:off x="7446303" y="1683514"/>
            <a:ext cx="1584176" cy="576064"/>
            <a:chOff x="971600" y="5445224"/>
            <a:chExt cx="7200800" cy="576064"/>
          </a:xfrm>
        </p:grpSpPr>
        <p:sp>
          <p:nvSpPr>
            <p:cNvPr id="62" name="平行四辺形 61"/>
            <p:cNvSpPr/>
            <p:nvPr/>
          </p:nvSpPr>
          <p:spPr bwMode="auto">
            <a:xfrm>
              <a:off x="971600" y="5517232"/>
              <a:ext cx="7200800" cy="504056"/>
            </a:xfrm>
            <a:prstGeom prst="parallelogram">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64" name="平行四辺形 63"/>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sp>
        <p:nvSpPr>
          <p:cNvPr id="3" name="正方形/長方形 2"/>
          <p:cNvSpPr/>
          <p:nvPr/>
        </p:nvSpPr>
        <p:spPr>
          <a:xfrm>
            <a:off x="3087663" y="818971"/>
            <a:ext cx="865983" cy="738664"/>
          </a:xfrm>
          <a:prstGeom prst="rect">
            <a:avLst/>
          </a:prstGeom>
        </p:spPr>
        <p:txBody>
          <a:bodyPr wrap="squar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36" name="正方形/長方形 35"/>
          <p:cNvSpPr/>
          <p:nvPr/>
        </p:nvSpPr>
        <p:spPr>
          <a:xfrm>
            <a:off x="4527823" y="818971"/>
            <a:ext cx="937991" cy="738664"/>
          </a:xfrm>
          <a:prstGeom prst="rect">
            <a:avLst/>
          </a:prstGeom>
        </p:spPr>
        <p:txBody>
          <a:bodyPr wrap="square">
            <a:spAutoFit/>
          </a:bodyPr>
          <a:lstStyle/>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49" name="正方形/長方形 48"/>
          <p:cNvSpPr/>
          <p:nvPr/>
        </p:nvSpPr>
        <p:spPr>
          <a:xfrm>
            <a:off x="5969870" y="837555"/>
            <a:ext cx="865983" cy="738664"/>
          </a:xfrm>
          <a:prstGeom prst="rect">
            <a:avLst/>
          </a:prstGeom>
        </p:spPr>
        <p:txBody>
          <a:bodyPr wrap="square">
            <a:spAutoFit/>
          </a:bodyPr>
          <a:lstStyle/>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ﾟーﾟ</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55" name="正方形/長方形 54"/>
          <p:cNvSpPr/>
          <p:nvPr/>
        </p:nvSpPr>
        <p:spPr>
          <a:xfrm>
            <a:off x="7410030" y="837555"/>
            <a:ext cx="937991" cy="738664"/>
          </a:xfrm>
          <a:prstGeom prst="rect">
            <a:avLst/>
          </a:prstGeom>
        </p:spPr>
        <p:txBody>
          <a:bodyPr wrap="square">
            <a:spAutoFit/>
          </a:bodyPr>
          <a:lstStyle/>
          <a:p>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ω</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2" name="タイトル 1"/>
          <p:cNvSpPr>
            <a:spLocks noGrp="1"/>
          </p:cNvSpPr>
          <p:nvPr>
            <p:ph type="title"/>
          </p:nvPr>
        </p:nvSpPr>
        <p:spPr/>
        <p:txBody>
          <a:bodyPr/>
          <a:lstStyle/>
          <a:p>
            <a:r>
              <a:rPr kumimoji="1" lang="ja-JP" altLang="en-US" dirty="0"/>
              <a:t>導入：工場のラインを考える</a:t>
            </a:r>
            <a:br>
              <a:rPr kumimoji="1" lang="en-US" altLang="ja-JP" dirty="0"/>
            </a:br>
            <a:r>
              <a:rPr kumimoji="1" lang="en-US" altLang="ja-JP" sz="1800" dirty="0"/>
              <a:t>PDF </a:t>
            </a:r>
            <a:r>
              <a:rPr kumimoji="1" lang="ja-JP" altLang="en-US" sz="1800" dirty="0"/>
              <a:t>用のパラパラマンガ版</a:t>
            </a:r>
            <a:endParaRPr kumimoji="1" lang="ja-JP" altLang="en-US" dirty="0"/>
          </a:p>
        </p:txBody>
      </p:sp>
      <p:sp>
        <p:nvSpPr>
          <p:cNvPr id="44" name="角丸四角形 43"/>
          <p:cNvSpPr/>
          <p:nvPr/>
        </p:nvSpPr>
        <p:spPr bwMode="auto">
          <a:xfrm>
            <a:off x="3575828" y="1503512"/>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ja-JP" altLang="en-US" dirty="0">
                <a:latin typeface="Arial Narrow" panose="020B0606020202030204" pitchFamily="34" charset="0"/>
              </a:rPr>
              <a:t>製品</a:t>
            </a:r>
          </a:p>
        </p:txBody>
      </p:sp>
      <p:grpSp>
        <p:nvGrpSpPr>
          <p:cNvPr id="7" name="グループ化 6">
            <a:extLst>
              <a:ext uri="{FF2B5EF4-FFF2-40B4-BE49-F238E27FC236}">
                <a16:creationId xmlns:a16="http://schemas.microsoft.com/office/drawing/2014/main" id="{E8EAE89B-E7C2-9D92-AA41-98492A2BBECF}"/>
              </a:ext>
            </a:extLst>
          </p:cNvPr>
          <p:cNvGrpSpPr/>
          <p:nvPr/>
        </p:nvGrpSpPr>
        <p:grpSpPr>
          <a:xfrm>
            <a:off x="3125967" y="2618991"/>
            <a:ext cx="1562400" cy="576064"/>
            <a:chOff x="971600" y="5445224"/>
            <a:chExt cx="7200800" cy="576064"/>
          </a:xfrm>
        </p:grpSpPr>
        <p:sp>
          <p:nvSpPr>
            <p:cNvPr id="8" name="平行四辺形 7">
              <a:extLst>
                <a:ext uri="{FF2B5EF4-FFF2-40B4-BE49-F238E27FC236}">
                  <a16:creationId xmlns:a16="http://schemas.microsoft.com/office/drawing/2014/main" id="{EF7E79D2-A886-E26C-6863-6E742BE5B0CA}"/>
                </a:ext>
              </a:extLst>
            </p:cNvPr>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9" name="平行四辺形 8">
              <a:extLst>
                <a:ext uri="{FF2B5EF4-FFF2-40B4-BE49-F238E27FC236}">
                  <a16:creationId xmlns:a16="http://schemas.microsoft.com/office/drawing/2014/main" id="{5A7F9BBB-2773-D896-A1DB-492E2572397F}"/>
                </a:ext>
              </a:extLst>
            </p:cNvPr>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10" name="グループ化 9">
            <a:extLst>
              <a:ext uri="{FF2B5EF4-FFF2-40B4-BE49-F238E27FC236}">
                <a16:creationId xmlns:a16="http://schemas.microsoft.com/office/drawing/2014/main" id="{59041747-4CA9-8C0E-1F64-606C9774F5F3}"/>
              </a:ext>
            </a:extLst>
          </p:cNvPr>
          <p:cNvGrpSpPr/>
          <p:nvPr/>
        </p:nvGrpSpPr>
        <p:grpSpPr>
          <a:xfrm>
            <a:off x="4566127" y="2618991"/>
            <a:ext cx="1562400" cy="576064"/>
            <a:chOff x="971600" y="5445224"/>
            <a:chExt cx="7200800" cy="576064"/>
          </a:xfrm>
        </p:grpSpPr>
        <p:sp>
          <p:nvSpPr>
            <p:cNvPr id="11" name="平行四辺形 10">
              <a:extLst>
                <a:ext uri="{FF2B5EF4-FFF2-40B4-BE49-F238E27FC236}">
                  <a16:creationId xmlns:a16="http://schemas.microsoft.com/office/drawing/2014/main" id="{C17C257A-80EC-6A9B-749B-61C6764FBAF5}"/>
                </a:ext>
              </a:extLst>
            </p:cNvPr>
            <p:cNvSpPr/>
            <p:nvPr/>
          </p:nvSpPr>
          <p:spPr bwMode="auto">
            <a:xfrm>
              <a:off x="971600" y="5517232"/>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2" name="平行四辺形 11">
              <a:extLst>
                <a:ext uri="{FF2B5EF4-FFF2-40B4-BE49-F238E27FC236}">
                  <a16:creationId xmlns:a16="http://schemas.microsoft.com/office/drawing/2014/main" id="{51360968-D539-2B41-BA7C-1FC8A3EB4E5E}"/>
                </a:ext>
              </a:extLst>
            </p:cNvPr>
            <p:cNvSpPr/>
            <p:nvPr/>
          </p:nvSpPr>
          <p:spPr bwMode="auto">
            <a:xfrm>
              <a:off x="971600" y="5445224"/>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13" name="グループ化 12">
            <a:extLst>
              <a:ext uri="{FF2B5EF4-FFF2-40B4-BE49-F238E27FC236}">
                <a16:creationId xmlns:a16="http://schemas.microsoft.com/office/drawing/2014/main" id="{CF22E802-65AF-520E-F5C0-CB2812CA4389}"/>
              </a:ext>
            </a:extLst>
          </p:cNvPr>
          <p:cNvGrpSpPr/>
          <p:nvPr/>
        </p:nvGrpSpPr>
        <p:grpSpPr>
          <a:xfrm>
            <a:off x="6006287" y="2618991"/>
            <a:ext cx="1562400" cy="576064"/>
            <a:chOff x="971600" y="5445224"/>
            <a:chExt cx="7200800" cy="576064"/>
          </a:xfrm>
        </p:grpSpPr>
        <p:sp>
          <p:nvSpPr>
            <p:cNvPr id="14" name="平行四辺形 13">
              <a:extLst>
                <a:ext uri="{FF2B5EF4-FFF2-40B4-BE49-F238E27FC236}">
                  <a16:creationId xmlns:a16="http://schemas.microsoft.com/office/drawing/2014/main" id="{C5B55B5E-73B2-5ECE-D86F-B1367AC500E6}"/>
                </a:ext>
              </a:extLst>
            </p:cNvPr>
            <p:cNvSpPr/>
            <p:nvPr/>
          </p:nvSpPr>
          <p:spPr bwMode="auto">
            <a:xfrm>
              <a:off x="971600" y="5517232"/>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5" name="平行四辺形 14">
              <a:extLst>
                <a:ext uri="{FF2B5EF4-FFF2-40B4-BE49-F238E27FC236}">
                  <a16:creationId xmlns:a16="http://schemas.microsoft.com/office/drawing/2014/main" id="{ACE8D0E9-A59B-E545-3CB3-0CA2CD128007}"/>
                </a:ext>
              </a:extLst>
            </p:cNvPr>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16" name="グループ化 15">
            <a:extLst>
              <a:ext uri="{FF2B5EF4-FFF2-40B4-BE49-F238E27FC236}">
                <a16:creationId xmlns:a16="http://schemas.microsoft.com/office/drawing/2014/main" id="{D0F9B14F-A3CF-84B5-0190-2B6479D935FB}"/>
              </a:ext>
            </a:extLst>
          </p:cNvPr>
          <p:cNvGrpSpPr/>
          <p:nvPr/>
        </p:nvGrpSpPr>
        <p:grpSpPr>
          <a:xfrm>
            <a:off x="7446447" y="2618991"/>
            <a:ext cx="1584176" cy="576064"/>
            <a:chOff x="971600" y="5445224"/>
            <a:chExt cx="7200800" cy="576064"/>
          </a:xfrm>
        </p:grpSpPr>
        <p:sp>
          <p:nvSpPr>
            <p:cNvPr id="17" name="平行四辺形 16">
              <a:extLst>
                <a:ext uri="{FF2B5EF4-FFF2-40B4-BE49-F238E27FC236}">
                  <a16:creationId xmlns:a16="http://schemas.microsoft.com/office/drawing/2014/main" id="{F275D994-3D85-E3F7-46FC-5892F78408A5}"/>
                </a:ext>
              </a:extLst>
            </p:cNvPr>
            <p:cNvSpPr/>
            <p:nvPr/>
          </p:nvSpPr>
          <p:spPr bwMode="auto">
            <a:xfrm>
              <a:off x="971600" y="5517232"/>
              <a:ext cx="7200800" cy="504056"/>
            </a:xfrm>
            <a:prstGeom prst="parallelogram">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8" name="平行四辺形 17">
              <a:extLst>
                <a:ext uri="{FF2B5EF4-FFF2-40B4-BE49-F238E27FC236}">
                  <a16:creationId xmlns:a16="http://schemas.microsoft.com/office/drawing/2014/main" id="{E8544CD4-2930-EAEC-0DEB-FB281ABC0A83}"/>
                </a:ext>
              </a:extLst>
            </p:cNvPr>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sp>
        <p:nvSpPr>
          <p:cNvPr id="19" name="角丸四角形 43">
            <a:extLst>
              <a:ext uri="{FF2B5EF4-FFF2-40B4-BE49-F238E27FC236}">
                <a16:creationId xmlns:a16="http://schemas.microsoft.com/office/drawing/2014/main" id="{36BFA472-3D86-A957-A0E3-3DFAD5B7334A}"/>
              </a:ext>
            </a:extLst>
          </p:cNvPr>
          <p:cNvSpPr/>
          <p:nvPr/>
        </p:nvSpPr>
        <p:spPr bwMode="auto">
          <a:xfrm>
            <a:off x="4925987" y="2438989"/>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ja-JP" altLang="en-US" dirty="0">
                <a:latin typeface="Arial Narrow" panose="020B0606020202030204" pitchFamily="34" charset="0"/>
              </a:rPr>
              <a:t>製品</a:t>
            </a:r>
          </a:p>
        </p:txBody>
      </p:sp>
      <p:grpSp>
        <p:nvGrpSpPr>
          <p:cNvPr id="20" name="グループ化 19">
            <a:extLst>
              <a:ext uri="{FF2B5EF4-FFF2-40B4-BE49-F238E27FC236}">
                <a16:creationId xmlns:a16="http://schemas.microsoft.com/office/drawing/2014/main" id="{60239643-F6BF-13DA-83C9-482E1A0A95F8}"/>
              </a:ext>
            </a:extLst>
          </p:cNvPr>
          <p:cNvGrpSpPr/>
          <p:nvPr/>
        </p:nvGrpSpPr>
        <p:grpSpPr>
          <a:xfrm>
            <a:off x="3215968" y="3519001"/>
            <a:ext cx="1562400" cy="576064"/>
            <a:chOff x="971600" y="5445224"/>
            <a:chExt cx="7200800" cy="576064"/>
          </a:xfrm>
        </p:grpSpPr>
        <p:sp>
          <p:nvSpPr>
            <p:cNvPr id="21" name="平行四辺形 20">
              <a:extLst>
                <a:ext uri="{FF2B5EF4-FFF2-40B4-BE49-F238E27FC236}">
                  <a16:creationId xmlns:a16="http://schemas.microsoft.com/office/drawing/2014/main" id="{C34B5E58-EFF3-5979-9F4B-064A8F37E4E2}"/>
                </a:ext>
              </a:extLst>
            </p:cNvPr>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22" name="平行四辺形 21">
              <a:extLst>
                <a:ext uri="{FF2B5EF4-FFF2-40B4-BE49-F238E27FC236}">
                  <a16:creationId xmlns:a16="http://schemas.microsoft.com/office/drawing/2014/main" id="{C3FB051D-DAEE-0BCC-F4C0-CE38A052F3B2}"/>
                </a:ext>
              </a:extLst>
            </p:cNvPr>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23" name="グループ化 22">
            <a:extLst>
              <a:ext uri="{FF2B5EF4-FFF2-40B4-BE49-F238E27FC236}">
                <a16:creationId xmlns:a16="http://schemas.microsoft.com/office/drawing/2014/main" id="{435D59CE-7888-7DDF-35E9-98DEB6AF343C}"/>
              </a:ext>
            </a:extLst>
          </p:cNvPr>
          <p:cNvGrpSpPr/>
          <p:nvPr/>
        </p:nvGrpSpPr>
        <p:grpSpPr>
          <a:xfrm>
            <a:off x="4656128" y="3519001"/>
            <a:ext cx="1562400" cy="576064"/>
            <a:chOff x="971600" y="5445224"/>
            <a:chExt cx="7200800" cy="576064"/>
          </a:xfrm>
        </p:grpSpPr>
        <p:sp>
          <p:nvSpPr>
            <p:cNvPr id="24" name="平行四辺形 23">
              <a:extLst>
                <a:ext uri="{FF2B5EF4-FFF2-40B4-BE49-F238E27FC236}">
                  <a16:creationId xmlns:a16="http://schemas.microsoft.com/office/drawing/2014/main" id="{0DA98B2D-6EFF-1E57-B828-34A2A8D15504}"/>
                </a:ext>
              </a:extLst>
            </p:cNvPr>
            <p:cNvSpPr/>
            <p:nvPr/>
          </p:nvSpPr>
          <p:spPr bwMode="auto">
            <a:xfrm>
              <a:off x="971600" y="5517232"/>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25" name="平行四辺形 24">
              <a:extLst>
                <a:ext uri="{FF2B5EF4-FFF2-40B4-BE49-F238E27FC236}">
                  <a16:creationId xmlns:a16="http://schemas.microsoft.com/office/drawing/2014/main" id="{7876D9C3-A1D8-5FC2-46A9-4005E3B4DBFC}"/>
                </a:ext>
              </a:extLst>
            </p:cNvPr>
            <p:cNvSpPr/>
            <p:nvPr/>
          </p:nvSpPr>
          <p:spPr bwMode="auto">
            <a:xfrm>
              <a:off x="971600" y="5445224"/>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26" name="グループ化 25">
            <a:extLst>
              <a:ext uri="{FF2B5EF4-FFF2-40B4-BE49-F238E27FC236}">
                <a16:creationId xmlns:a16="http://schemas.microsoft.com/office/drawing/2014/main" id="{5C86A73D-AE08-B8DE-40F5-BC2CAC0D90A5}"/>
              </a:ext>
            </a:extLst>
          </p:cNvPr>
          <p:cNvGrpSpPr/>
          <p:nvPr/>
        </p:nvGrpSpPr>
        <p:grpSpPr>
          <a:xfrm>
            <a:off x="6096288" y="3519001"/>
            <a:ext cx="1562400" cy="576064"/>
            <a:chOff x="971600" y="5445224"/>
            <a:chExt cx="7200800" cy="576064"/>
          </a:xfrm>
        </p:grpSpPr>
        <p:sp>
          <p:nvSpPr>
            <p:cNvPr id="27" name="平行四辺形 26">
              <a:extLst>
                <a:ext uri="{FF2B5EF4-FFF2-40B4-BE49-F238E27FC236}">
                  <a16:creationId xmlns:a16="http://schemas.microsoft.com/office/drawing/2014/main" id="{46187586-0C2B-4DE9-025A-A74AC9491636}"/>
                </a:ext>
              </a:extLst>
            </p:cNvPr>
            <p:cNvSpPr/>
            <p:nvPr/>
          </p:nvSpPr>
          <p:spPr bwMode="auto">
            <a:xfrm>
              <a:off x="971600" y="5517232"/>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28" name="平行四辺形 27">
              <a:extLst>
                <a:ext uri="{FF2B5EF4-FFF2-40B4-BE49-F238E27FC236}">
                  <a16:creationId xmlns:a16="http://schemas.microsoft.com/office/drawing/2014/main" id="{97403B1F-376C-8AA4-77F5-8708C1B92F3B}"/>
                </a:ext>
              </a:extLst>
            </p:cNvPr>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29" name="グループ化 28">
            <a:extLst>
              <a:ext uri="{FF2B5EF4-FFF2-40B4-BE49-F238E27FC236}">
                <a16:creationId xmlns:a16="http://schemas.microsoft.com/office/drawing/2014/main" id="{DCAA5D8F-06F8-C7C6-D08A-A57B8DBE67D6}"/>
              </a:ext>
            </a:extLst>
          </p:cNvPr>
          <p:cNvGrpSpPr/>
          <p:nvPr/>
        </p:nvGrpSpPr>
        <p:grpSpPr>
          <a:xfrm>
            <a:off x="7536448" y="3519001"/>
            <a:ext cx="1584176" cy="576064"/>
            <a:chOff x="971600" y="5445224"/>
            <a:chExt cx="7200800" cy="576064"/>
          </a:xfrm>
        </p:grpSpPr>
        <p:sp>
          <p:nvSpPr>
            <p:cNvPr id="30" name="平行四辺形 29">
              <a:extLst>
                <a:ext uri="{FF2B5EF4-FFF2-40B4-BE49-F238E27FC236}">
                  <a16:creationId xmlns:a16="http://schemas.microsoft.com/office/drawing/2014/main" id="{D537D7DE-6443-CAE4-559F-923AF797D63C}"/>
                </a:ext>
              </a:extLst>
            </p:cNvPr>
            <p:cNvSpPr/>
            <p:nvPr/>
          </p:nvSpPr>
          <p:spPr bwMode="auto">
            <a:xfrm>
              <a:off x="971600" y="5517232"/>
              <a:ext cx="7200800" cy="504056"/>
            </a:xfrm>
            <a:prstGeom prst="parallelogram">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31" name="平行四辺形 30">
              <a:extLst>
                <a:ext uri="{FF2B5EF4-FFF2-40B4-BE49-F238E27FC236}">
                  <a16:creationId xmlns:a16="http://schemas.microsoft.com/office/drawing/2014/main" id="{781EBBA8-4E01-E673-70A9-CA85CEF2A2EC}"/>
                </a:ext>
              </a:extLst>
            </p:cNvPr>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sp>
        <p:nvSpPr>
          <p:cNvPr id="32" name="角丸四角形 43">
            <a:extLst>
              <a:ext uri="{FF2B5EF4-FFF2-40B4-BE49-F238E27FC236}">
                <a16:creationId xmlns:a16="http://schemas.microsoft.com/office/drawing/2014/main" id="{929FC3D8-29A2-A30D-4B15-BC19B19450DA}"/>
              </a:ext>
            </a:extLst>
          </p:cNvPr>
          <p:cNvSpPr/>
          <p:nvPr/>
        </p:nvSpPr>
        <p:spPr bwMode="auto">
          <a:xfrm>
            <a:off x="6456004" y="3338999"/>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ja-JP" altLang="en-US" dirty="0">
                <a:latin typeface="Arial Narrow" panose="020B0606020202030204" pitchFamily="34" charset="0"/>
              </a:rPr>
              <a:t>製品</a:t>
            </a:r>
          </a:p>
        </p:txBody>
      </p:sp>
      <p:grpSp>
        <p:nvGrpSpPr>
          <p:cNvPr id="33" name="グループ化 32">
            <a:extLst>
              <a:ext uri="{FF2B5EF4-FFF2-40B4-BE49-F238E27FC236}">
                <a16:creationId xmlns:a16="http://schemas.microsoft.com/office/drawing/2014/main" id="{5C17F563-50C8-69A8-B4FA-66CB704D467E}"/>
              </a:ext>
            </a:extLst>
          </p:cNvPr>
          <p:cNvGrpSpPr/>
          <p:nvPr/>
        </p:nvGrpSpPr>
        <p:grpSpPr>
          <a:xfrm>
            <a:off x="3215968" y="4419011"/>
            <a:ext cx="1562400" cy="576064"/>
            <a:chOff x="971600" y="5445224"/>
            <a:chExt cx="7200800" cy="576064"/>
          </a:xfrm>
        </p:grpSpPr>
        <p:sp>
          <p:nvSpPr>
            <p:cNvPr id="39" name="平行四辺形 38">
              <a:extLst>
                <a:ext uri="{FF2B5EF4-FFF2-40B4-BE49-F238E27FC236}">
                  <a16:creationId xmlns:a16="http://schemas.microsoft.com/office/drawing/2014/main" id="{C719357C-B168-91A1-3A26-14089920342B}"/>
                </a:ext>
              </a:extLst>
            </p:cNvPr>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40" name="平行四辺形 39">
              <a:extLst>
                <a:ext uri="{FF2B5EF4-FFF2-40B4-BE49-F238E27FC236}">
                  <a16:creationId xmlns:a16="http://schemas.microsoft.com/office/drawing/2014/main" id="{6FB320BE-ECD8-AA9D-90ED-BD97FA22EB76}"/>
                </a:ext>
              </a:extLst>
            </p:cNvPr>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41" name="グループ化 40">
            <a:extLst>
              <a:ext uri="{FF2B5EF4-FFF2-40B4-BE49-F238E27FC236}">
                <a16:creationId xmlns:a16="http://schemas.microsoft.com/office/drawing/2014/main" id="{50058C6B-0D00-9AA4-E393-4AD9D8F3C1C4}"/>
              </a:ext>
            </a:extLst>
          </p:cNvPr>
          <p:cNvGrpSpPr/>
          <p:nvPr/>
        </p:nvGrpSpPr>
        <p:grpSpPr>
          <a:xfrm>
            <a:off x="4656128" y="4419011"/>
            <a:ext cx="1562400" cy="576064"/>
            <a:chOff x="971600" y="5445224"/>
            <a:chExt cx="7200800" cy="576064"/>
          </a:xfrm>
        </p:grpSpPr>
        <p:sp>
          <p:nvSpPr>
            <p:cNvPr id="42" name="平行四辺形 41">
              <a:extLst>
                <a:ext uri="{FF2B5EF4-FFF2-40B4-BE49-F238E27FC236}">
                  <a16:creationId xmlns:a16="http://schemas.microsoft.com/office/drawing/2014/main" id="{6CD687D5-6543-EDEE-DB81-4DF09BD3F92E}"/>
                </a:ext>
              </a:extLst>
            </p:cNvPr>
            <p:cNvSpPr/>
            <p:nvPr/>
          </p:nvSpPr>
          <p:spPr bwMode="auto">
            <a:xfrm>
              <a:off x="971600" y="5517232"/>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43" name="平行四辺形 42">
              <a:extLst>
                <a:ext uri="{FF2B5EF4-FFF2-40B4-BE49-F238E27FC236}">
                  <a16:creationId xmlns:a16="http://schemas.microsoft.com/office/drawing/2014/main" id="{E166D43B-90B6-BFB6-E066-6C71EF536229}"/>
                </a:ext>
              </a:extLst>
            </p:cNvPr>
            <p:cNvSpPr/>
            <p:nvPr/>
          </p:nvSpPr>
          <p:spPr bwMode="auto">
            <a:xfrm>
              <a:off x="971600" y="5445224"/>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45" name="グループ化 44">
            <a:extLst>
              <a:ext uri="{FF2B5EF4-FFF2-40B4-BE49-F238E27FC236}">
                <a16:creationId xmlns:a16="http://schemas.microsoft.com/office/drawing/2014/main" id="{32F8EB1C-D48A-2E27-3A7E-775FBA575446}"/>
              </a:ext>
            </a:extLst>
          </p:cNvPr>
          <p:cNvGrpSpPr/>
          <p:nvPr/>
        </p:nvGrpSpPr>
        <p:grpSpPr>
          <a:xfrm>
            <a:off x="6096288" y="4419011"/>
            <a:ext cx="1562400" cy="576064"/>
            <a:chOff x="971600" y="5445224"/>
            <a:chExt cx="7200800" cy="576064"/>
          </a:xfrm>
        </p:grpSpPr>
        <p:sp>
          <p:nvSpPr>
            <p:cNvPr id="46" name="平行四辺形 45">
              <a:extLst>
                <a:ext uri="{FF2B5EF4-FFF2-40B4-BE49-F238E27FC236}">
                  <a16:creationId xmlns:a16="http://schemas.microsoft.com/office/drawing/2014/main" id="{0F744745-E8EA-7ECE-C238-D1205EF7F703}"/>
                </a:ext>
              </a:extLst>
            </p:cNvPr>
            <p:cNvSpPr/>
            <p:nvPr/>
          </p:nvSpPr>
          <p:spPr bwMode="auto">
            <a:xfrm>
              <a:off x="971600" y="5517232"/>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47" name="平行四辺形 46">
              <a:extLst>
                <a:ext uri="{FF2B5EF4-FFF2-40B4-BE49-F238E27FC236}">
                  <a16:creationId xmlns:a16="http://schemas.microsoft.com/office/drawing/2014/main" id="{EB14A056-3D70-B7E2-201C-A30E8CC72A07}"/>
                </a:ext>
              </a:extLst>
            </p:cNvPr>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48" name="グループ化 47">
            <a:extLst>
              <a:ext uri="{FF2B5EF4-FFF2-40B4-BE49-F238E27FC236}">
                <a16:creationId xmlns:a16="http://schemas.microsoft.com/office/drawing/2014/main" id="{BB1757EE-3432-B0A7-9106-754E18D336BD}"/>
              </a:ext>
            </a:extLst>
          </p:cNvPr>
          <p:cNvGrpSpPr/>
          <p:nvPr/>
        </p:nvGrpSpPr>
        <p:grpSpPr>
          <a:xfrm>
            <a:off x="7536448" y="4419011"/>
            <a:ext cx="1584176" cy="576064"/>
            <a:chOff x="971600" y="5445224"/>
            <a:chExt cx="7200800" cy="576064"/>
          </a:xfrm>
        </p:grpSpPr>
        <p:sp>
          <p:nvSpPr>
            <p:cNvPr id="57" name="平行四辺形 56">
              <a:extLst>
                <a:ext uri="{FF2B5EF4-FFF2-40B4-BE49-F238E27FC236}">
                  <a16:creationId xmlns:a16="http://schemas.microsoft.com/office/drawing/2014/main" id="{DF8C6186-9B42-8E9A-6F17-B4797ECCF9B2}"/>
                </a:ext>
              </a:extLst>
            </p:cNvPr>
            <p:cNvSpPr/>
            <p:nvPr/>
          </p:nvSpPr>
          <p:spPr bwMode="auto">
            <a:xfrm>
              <a:off x="971600" y="5517232"/>
              <a:ext cx="7200800" cy="504056"/>
            </a:xfrm>
            <a:prstGeom prst="parallelogram">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58" name="平行四辺形 57">
              <a:extLst>
                <a:ext uri="{FF2B5EF4-FFF2-40B4-BE49-F238E27FC236}">
                  <a16:creationId xmlns:a16="http://schemas.microsoft.com/office/drawing/2014/main" id="{76AB1FA4-0A0C-0B2E-E06E-079E78818965}"/>
                </a:ext>
              </a:extLst>
            </p:cNvPr>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sp>
        <p:nvSpPr>
          <p:cNvPr id="59" name="角丸四角形 43">
            <a:extLst>
              <a:ext uri="{FF2B5EF4-FFF2-40B4-BE49-F238E27FC236}">
                <a16:creationId xmlns:a16="http://schemas.microsoft.com/office/drawing/2014/main" id="{5BF078C6-46F0-CE2C-1AFB-8F57DE435C1A}"/>
              </a:ext>
            </a:extLst>
          </p:cNvPr>
          <p:cNvSpPr/>
          <p:nvPr/>
        </p:nvSpPr>
        <p:spPr bwMode="auto">
          <a:xfrm>
            <a:off x="7986021" y="4239009"/>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ja-JP" altLang="en-US" dirty="0">
                <a:latin typeface="Arial Narrow" panose="020B0606020202030204" pitchFamily="34" charset="0"/>
              </a:rPr>
              <a:t>製品</a:t>
            </a:r>
          </a:p>
        </p:txBody>
      </p:sp>
      <p:sp>
        <p:nvSpPr>
          <p:cNvPr id="60" name="テキスト プレースホルダー 3">
            <a:extLst>
              <a:ext uri="{FF2B5EF4-FFF2-40B4-BE49-F238E27FC236}">
                <a16:creationId xmlns:a16="http://schemas.microsoft.com/office/drawing/2014/main" id="{6A32B9F3-DC61-1520-7362-6C4F3B819530}"/>
              </a:ext>
            </a:extLst>
          </p:cNvPr>
          <p:cNvSpPr>
            <a:spLocks noGrp="1"/>
          </p:cNvSpPr>
          <p:nvPr>
            <p:ph type="body" sz="quarter" idx="10"/>
          </p:nvPr>
        </p:nvSpPr>
        <p:spPr>
          <a:xfrm>
            <a:off x="2315958" y="4959017"/>
            <a:ext cx="8280092" cy="2069716"/>
          </a:xfrm>
        </p:spPr>
        <p:txBody>
          <a:bodyPr/>
          <a:lstStyle/>
          <a:p>
            <a:pPr lvl="1"/>
            <a:r>
              <a:rPr kumimoji="1" lang="ja-JP" altLang="en-US" sz="1600" dirty="0"/>
              <a:t>ベルトコンベアのラインの上を製品が流れていく</a:t>
            </a:r>
            <a:endParaRPr kumimoji="1" lang="en-US" altLang="ja-JP" sz="1600" dirty="0"/>
          </a:p>
          <a:p>
            <a:pPr lvl="2"/>
            <a:r>
              <a:rPr kumimoji="1" lang="ja-JP" altLang="en-US" sz="1600" dirty="0"/>
              <a:t>４人の人が，それぞれの工程の作業をおこなって完成</a:t>
            </a:r>
            <a:endParaRPr kumimoji="1" lang="en-US" altLang="ja-JP" sz="1600" dirty="0"/>
          </a:p>
          <a:p>
            <a:pPr lvl="1"/>
            <a:r>
              <a:rPr lang="ja-JP" altLang="en-US" sz="1600" dirty="0"/>
              <a:t>上のように</a:t>
            </a:r>
            <a:r>
              <a:rPr lang="en-US" altLang="ja-JP" sz="1600" dirty="0"/>
              <a:t>1</a:t>
            </a:r>
            <a:r>
              <a:rPr lang="ja-JP" altLang="en-US" sz="1600" dirty="0" err="1"/>
              <a:t>つしか</a:t>
            </a:r>
            <a:r>
              <a:rPr lang="ja-JP" altLang="en-US" sz="1600" dirty="0"/>
              <a:t>製品をながさないと，</a:t>
            </a:r>
            <a:endParaRPr lang="en-US" altLang="ja-JP" sz="1600" dirty="0"/>
          </a:p>
          <a:p>
            <a:pPr lvl="2"/>
            <a:r>
              <a:rPr lang="ja-JP" altLang="en-US" sz="1600" dirty="0"/>
              <a:t>各人は他の人が作業している間はヒマ</a:t>
            </a:r>
            <a:endParaRPr kumimoji="1" lang="ja-JP" altLang="en-US" sz="1600" dirty="0"/>
          </a:p>
        </p:txBody>
      </p:sp>
      <p:cxnSp>
        <p:nvCxnSpPr>
          <p:cNvPr id="4" name="直線矢印コネクタ 3">
            <a:extLst>
              <a:ext uri="{FF2B5EF4-FFF2-40B4-BE49-F238E27FC236}">
                <a16:creationId xmlns:a16="http://schemas.microsoft.com/office/drawing/2014/main" id="{BD4A186A-6F0C-CEC6-836C-BA87CBD00F10}"/>
              </a:ext>
            </a:extLst>
          </p:cNvPr>
          <p:cNvCxnSpPr>
            <a:cxnSpLocks/>
          </p:cNvCxnSpPr>
          <p:nvPr/>
        </p:nvCxnSpPr>
        <p:spPr bwMode="auto">
          <a:xfrm>
            <a:off x="2495960" y="1358977"/>
            <a:ext cx="0" cy="3780042"/>
          </a:xfrm>
          <a:prstGeom prst="straightConnector1">
            <a:avLst/>
          </a:prstGeom>
          <a:ln cap="rnd">
            <a:solidFill>
              <a:schemeClr val="tx1">
                <a:lumMod val="65000"/>
                <a:lumOff val="35000"/>
              </a:schemeClr>
            </a:solidFill>
            <a:headEnd type="none" w="med" len="med"/>
            <a:tailEnd type="arrow"/>
          </a:ln>
        </p:spPr>
        <p:style>
          <a:lnRef idx="2">
            <a:schemeClr val="dk1"/>
          </a:lnRef>
          <a:fillRef idx="0">
            <a:schemeClr val="dk1"/>
          </a:fillRef>
          <a:effectRef idx="1">
            <a:schemeClr val="dk1"/>
          </a:effectRef>
          <a:fontRef idx="minor">
            <a:schemeClr val="tx1"/>
          </a:fontRef>
        </p:style>
      </p:cxnSp>
      <p:sp>
        <p:nvSpPr>
          <p:cNvPr id="6" name="正方形/長方形 5">
            <a:extLst>
              <a:ext uri="{FF2B5EF4-FFF2-40B4-BE49-F238E27FC236}">
                <a16:creationId xmlns:a16="http://schemas.microsoft.com/office/drawing/2014/main" id="{D30273D3-DE31-7513-9EE4-C83F05B23014}"/>
              </a:ext>
            </a:extLst>
          </p:cNvPr>
          <p:cNvSpPr/>
          <p:nvPr/>
        </p:nvSpPr>
        <p:spPr bwMode="auto">
          <a:xfrm>
            <a:off x="1055944" y="2978995"/>
            <a:ext cx="216002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ja-JP" altLang="en-US" dirty="0">
                <a:solidFill>
                  <a:schemeClr val="tx1">
                    <a:lumMod val="75000"/>
                    <a:lumOff val="25000"/>
                  </a:schemeClr>
                </a:solidFill>
                <a:latin typeface="メイリオ" panose="020B0604030504040204" pitchFamily="50" charset="-128"/>
                <a:ea typeface="メイリオ" panose="020B0604030504040204" pitchFamily="50" charset="-128"/>
              </a:rPr>
              <a:t>時間</a:t>
            </a:r>
          </a:p>
        </p:txBody>
      </p:sp>
    </p:spTree>
    <p:extLst>
      <p:ext uri="{BB962C8B-B14F-4D97-AF65-F5344CB8AC3E}">
        <p14:creationId xmlns:p14="http://schemas.microsoft.com/office/powerpoint/2010/main" val="424577113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4" name="グループ化 33"/>
          <p:cNvGrpSpPr/>
          <p:nvPr/>
        </p:nvGrpSpPr>
        <p:grpSpPr>
          <a:xfrm>
            <a:off x="3125967" y="3158997"/>
            <a:ext cx="1562400" cy="576064"/>
            <a:chOff x="971600" y="5445224"/>
            <a:chExt cx="7200800" cy="576064"/>
          </a:xfrm>
        </p:grpSpPr>
        <p:sp>
          <p:nvSpPr>
            <p:cNvPr id="35" name="平行四辺形 34"/>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37" name="平行四辺形 36"/>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38" name="グループ化 37"/>
          <p:cNvGrpSpPr/>
          <p:nvPr/>
        </p:nvGrpSpPr>
        <p:grpSpPr>
          <a:xfrm>
            <a:off x="4566127" y="3158997"/>
            <a:ext cx="1562400" cy="576064"/>
            <a:chOff x="971600" y="5445224"/>
            <a:chExt cx="7200800" cy="576064"/>
          </a:xfrm>
        </p:grpSpPr>
        <p:sp>
          <p:nvSpPr>
            <p:cNvPr id="50" name="平行四辺形 49"/>
            <p:cNvSpPr/>
            <p:nvPr/>
          </p:nvSpPr>
          <p:spPr bwMode="auto">
            <a:xfrm>
              <a:off x="971600" y="5517232"/>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51" name="平行四辺形 50"/>
            <p:cNvSpPr/>
            <p:nvPr/>
          </p:nvSpPr>
          <p:spPr bwMode="auto">
            <a:xfrm>
              <a:off x="971600" y="5445224"/>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52" name="グループ化 51"/>
          <p:cNvGrpSpPr/>
          <p:nvPr/>
        </p:nvGrpSpPr>
        <p:grpSpPr>
          <a:xfrm>
            <a:off x="6006287" y="3158997"/>
            <a:ext cx="1562400" cy="576064"/>
            <a:chOff x="971600" y="5445224"/>
            <a:chExt cx="7200800" cy="576064"/>
          </a:xfrm>
        </p:grpSpPr>
        <p:sp>
          <p:nvSpPr>
            <p:cNvPr id="53" name="平行四辺形 52"/>
            <p:cNvSpPr/>
            <p:nvPr/>
          </p:nvSpPr>
          <p:spPr bwMode="auto">
            <a:xfrm>
              <a:off x="971600" y="5517232"/>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54" name="平行四辺形 53"/>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56" name="グループ化 55"/>
          <p:cNvGrpSpPr/>
          <p:nvPr/>
        </p:nvGrpSpPr>
        <p:grpSpPr>
          <a:xfrm>
            <a:off x="7446447" y="3158997"/>
            <a:ext cx="1584176" cy="576064"/>
            <a:chOff x="971600" y="5445224"/>
            <a:chExt cx="7200800" cy="576064"/>
          </a:xfrm>
        </p:grpSpPr>
        <p:sp>
          <p:nvSpPr>
            <p:cNvPr id="62" name="平行四辺形 61"/>
            <p:cNvSpPr/>
            <p:nvPr/>
          </p:nvSpPr>
          <p:spPr bwMode="auto">
            <a:xfrm>
              <a:off x="971600" y="5517232"/>
              <a:ext cx="7200800" cy="504056"/>
            </a:xfrm>
            <a:prstGeom prst="parallelogram">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64" name="平行四辺形 63"/>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sp>
        <p:nvSpPr>
          <p:cNvPr id="3" name="正方形/長方形 2"/>
          <p:cNvSpPr/>
          <p:nvPr/>
        </p:nvSpPr>
        <p:spPr>
          <a:xfrm>
            <a:off x="3087807" y="2294454"/>
            <a:ext cx="865983" cy="738664"/>
          </a:xfrm>
          <a:prstGeom prst="rect">
            <a:avLst/>
          </a:prstGeom>
        </p:spPr>
        <p:txBody>
          <a:bodyPr wrap="squar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36" name="正方形/長方形 35"/>
          <p:cNvSpPr/>
          <p:nvPr/>
        </p:nvSpPr>
        <p:spPr>
          <a:xfrm>
            <a:off x="4527967" y="2294454"/>
            <a:ext cx="937991" cy="738664"/>
          </a:xfrm>
          <a:prstGeom prst="rect">
            <a:avLst/>
          </a:prstGeom>
        </p:spPr>
        <p:txBody>
          <a:bodyPr wrap="square">
            <a:spAutoFit/>
          </a:bodyPr>
          <a:lstStyle/>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49" name="正方形/長方形 48"/>
          <p:cNvSpPr/>
          <p:nvPr/>
        </p:nvSpPr>
        <p:spPr>
          <a:xfrm>
            <a:off x="5970014" y="2313038"/>
            <a:ext cx="865983" cy="738664"/>
          </a:xfrm>
          <a:prstGeom prst="rect">
            <a:avLst/>
          </a:prstGeom>
        </p:spPr>
        <p:txBody>
          <a:bodyPr wrap="square">
            <a:spAutoFit/>
          </a:bodyPr>
          <a:lstStyle/>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ﾟーﾟ</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55" name="正方形/長方形 54"/>
          <p:cNvSpPr/>
          <p:nvPr/>
        </p:nvSpPr>
        <p:spPr>
          <a:xfrm>
            <a:off x="7410174" y="2313038"/>
            <a:ext cx="937991" cy="738664"/>
          </a:xfrm>
          <a:prstGeom prst="rect">
            <a:avLst/>
          </a:prstGeom>
        </p:spPr>
        <p:txBody>
          <a:bodyPr wrap="square">
            <a:spAutoFit/>
          </a:bodyPr>
          <a:lstStyle/>
          <a:p>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ω</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2" name="タイトル 1"/>
          <p:cNvSpPr>
            <a:spLocks noGrp="1"/>
          </p:cNvSpPr>
          <p:nvPr>
            <p:ph type="title"/>
          </p:nvPr>
        </p:nvSpPr>
        <p:spPr/>
        <p:txBody>
          <a:bodyPr/>
          <a:lstStyle/>
          <a:p>
            <a:r>
              <a:rPr lang="ja-JP" altLang="en-US" dirty="0"/>
              <a:t>導入：工場のラインを考える</a:t>
            </a:r>
            <a:br>
              <a:rPr lang="en-US" altLang="ja-JP" dirty="0"/>
            </a:br>
            <a:r>
              <a:rPr lang="ja-JP" altLang="en-US" sz="1800" dirty="0"/>
              <a:t>パワポだとアニメーションします</a:t>
            </a:r>
            <a:endParaRPr kumimoji="1" lang="ja-JP" altLang="en-US" dirty="0"/>
          </a:p>
        </p:txBody>
      </p:sp>
      <p:sp>
        <p:nvSpPr>
          <p:cNvPr id="58" name="コンテンツ プレースホルダー 57"/>
          <p:cNvSpPr>
            <a:spLocks noGrp="1"/>
          </p:cNvSpPr>
          <p:nvPr>
            <p:ph idx="4294967295"/>
          </p:nvPr>
        </p:nvSpPr>
        <p:spPr>
          <a:xfrm>
            <a:off x="2045955" y="4869017"/>
            <a:ext cx="8460094" cy="1369161"/>
          </a:xfrm>
          <a:prstGeom prst="rect">
            <a:avLst/>
          </a:prstGeom>
        </p:spPr>
        <p:txBody>
          <a:bodyPr/>
          <a:lstStyle/>
          <a:p>
            <a:r>
              <a:rPr lang="ja-JP" altLang="en-US" dirty="0"/>
              <a:t>実際の工場：複数の製品を同時に流す</a:t>
            </a:r>
            <a:endParaRPr lang="en-US" altLang="ja-JP" dirty="0"/>
          </a:p>
          <a:p>
            <a:pPr lvl="1"/>
            <a:r>
              <a:rPr lang="ja-JP" altLang="en-US" dirty="0"/>
              <a:t>各工程を並列して処理することによりスループットを向上</a:t>
            </a:r>
            <a:endParaRPr lang="en-US" altLang="ja-JP" dirty="0"/>
          </a:p>
          <a:p>
            <a:pPr lvl="1"/>
            <a:r>
              <a:rPr lang="ja-JP" altLang="en-US" dirty="0"/>
              <a:t>さっきの</a:t>
            </a:r>
            <a:r>
              <a:rPr lang="en-US" altLang="ja-JP" dirty="0"/>
              <a:t>4</a:t>
            </a:r>
            <a:r>
              <a:rPr lang="ja-JP" altLang="en-US" dirty="0"/>
              <a:t>倍の速度で製品ができあがっていく</a:t>
            </a:r>
            <a:endParaRPr lang="en-US" altLang="ja-JP" dirty="0"/>
          </a:p>
          <a:p>
            <a:r>
              <a:rPr lang="ja-JP" altLang="en-US" dirty="0"/>
              <a:t>これが </a:t>
            </a:r>
            <a:r>
              <a:rPr lang="ja-JP" altLang="en-US" dirty="0">
                <a:solidFill>
                  <a:schemeClr val="accent5"/>
                </a:solidFill>
              </a:rPr>
              <a:t>命令パイプライン</a:t>
            </a:r>
            <a:r>
              <a:rPr lang="ja-JP" altLang="en-US" dirty="0"/>
              <a:t>の基本的な考え方</a:t>
            </a:r>
            <a:endParaRPr lang="en-US" altLang="ja-JP" dirty="0">
              <a:solidFill>
                <a:schemeClr val="tx1">
                  <a:lumMod val="85000"/>
                  <a:lumOff val="15000"/>
                </a:schemeClr>
              </a:solidFill>
            </a:endParaRPr>
          </a:p>
        </p:txBody>
      </p:sp>
      <p:cxnSp>
        <p:nvCxnSpPr>
          <p:cNvPr id="67" name="直線矢印コネクタ 66"/>
          <p:cNvCxnSpPr/>
          <p:nvPr/>
        </p:nvCxnSpPr>
        <p:spPr bwMode="auto">
          <a:xfrm>
            <a:off x="3125967" y="3969006"/>
            <a:ext cx="5904656" cy="0"/>
          </a:xfrm>
          <a:prstGeom prst="straightConnector1">
            <a:avLst/>
          </a:prstGeom>
          <a:ln cap="rnd">
            <a:solidFill>
              <a:schemeClr val="tx1">
                <a:lumMod val="65000"/>
                <a:lumOff val="35000"/>
              </a:schemeClr>
            </a:solidFill>
            <a:headEnd type="none" w="med" len="med"/>
            <a:tailEnd type="arrow"/>
          </a:ln>
        </p:spPr>
        <p:style>
          <a:lnRef idx="2">
            <a:schemeClr val="dk1"/>
          </a:lnRef>
          <a:fillRef idx="0">
            <a:schemeClr val="dk1"/>
          </a:fillRef>
          <a:effectRef idx="1">
            <a:schemeClr val="dk1"/>
          </a:effectRef>
          <a:fontRef idx="minor">
            <a:schemeClr val="tx1"/>
          </a:fontRef>
        </p:style>
      </p:cxnSp>
      <p:grpSp>
        <p:nvGrpSpPr>
          <p:cNvPr id="6" name="グループ化 5"/>
          <p:cNvGrpSpPr/>
          <p:nvPr/>
        </p:nvGrpSpPr>
        <p:grpSpPr>
          <a:xfrm>
            <a:off x="-3624108" y="2978996"/>
            <a:ext cx="6480073" cy="360005"/>
            <a:chOff x="611956" y="3699003"/>
            <a:chExt cx="6480073" cy="360005"/>
          </a:xfrm>
        </p:grpSpPr>
        <p:sp>
          <p:nvSpPr>
            <p:cNvPr id="90" name="角丸四角形 89"/>
            <p:cNvSpPr/>
            <p:nvPr/>
          </p:nvSpPr>
          <p:spPr bwMode="auto">
            <a:xfrm>
              <a:off x="6372021" y="3699004"/>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ja-JP" altLang="en-US" dirty="0">
                  <a:latin typeface="Arial Narrow" panose="020B0606020202030204" pitchFamily="34" charset="0"/>
                </a:rPr>
                <a:t>製品</a:t>
              </a:r>
            </a:p>
          </p:txBody>
        </p:sp>
        <p:sp>
          <p:nvSpPr>
            <p:cNvPr id="91" name="角丸四角形 90"/>
            <p:cNvSpPr/>
            <p:nvPr/>
          </p:nvSpPr>
          <p:spPr bwMode="auto">
            <a:xfrm>
              <a:off x="4932005" y="3699003"/>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ja-JP" altLang="en-US" dirty="0">
                  <a:latin typeface="Arial Narrow" panose="020B0606020202030204" pitchFamily="34" charset="0"/>
                </a:rPr>
                <a:t>製品</a:t>
              </a:r>
            </a:p>
          </p:txBody>
        </p:sp>
        <p:sp>
          <p:nvSpPr>
            <p:cNvPr id="92" name="角丸四角形 91"/>
            <p:cNvSpPr/>
            <p:nvPr/>
          </p:nvSpPr>
          <p:spPr bwMode="auto">
            <a:xfrm>
              <a:off x="3491989" y="3699004"/>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ja-JP" altLang="en-US" dirty="0">
                  <a:latin typeface="Arial Narrow" panose="020B0606020202030204" pitchFamily="34" charset="0"/>
                </a:rPr>
                <a:t>製品</a:t>
              </a:r>
            </a:p>
          </p:txBody>
        </p:sp>
        <p:sp>
          <p:nvSpPr>
            <p:cNvPr id="93" name="角丸四角形 92"/>
            <p:cNvSpPr/>
            <p:nvPr/>
          </p:nvSpPr>
          <p:spPr bwMode="auto">
            <a:xfrm>
              <a:off x="2051973" y="3699004"/>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ja-JP" altLang="en-US" dirty="0">
                  <a:latin typeface="Arial Narrow" panose="020B0606020202030204" pitchFamily="34" charset="0"/>
                </a:rPr>
                <a:t>製品</a:t>
              </a:r>
            </a:p>
          </p:txBody>
        </p:sp>
        <p:sp>
          <p:nvSpPr>
            <p:cNvPr id="94" name="角丸四角形 93"/>
            <p:cNvSpPr/>
            <p:nvPr/>
          </p:nvSpPr>
          <p:spPr bwMode="auto">
            <a:xfrm>
              <a:off x="611956" y="3699004"/>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ja-JP" altLang="en-US" dirty="0">
                  <a:latin typeface="Arial Narrow" panose="020B0606020202030204" pitchFamily="34" charset="0"/>
                </a:rPr>
                <a:t>製品</a:t>
              </a:r>
            </a:p>
          </p:txBody>
        </p:sp>
      </p:grpSp>
      <p:sp>
        <p:nvSpPr>
          <p:cNvPr id="7" name="正方形/長方形 6"/>
          <p:cNvSpPr/>
          <p:nvPr/>
        </p:nvSpPr>
        <p:spPr bwMode="auto">
          <a:xfrm>
            <a:off x="0" y="2817094"/>
            <a:ext cx="3017685" cy="720080"/>
          </a:xfrm>
          <a:prstGeom prst="rect">
            <a:avLst/>
          </a:prstGeom>
          <a:solidFill>
            <a:schemeClr val="bg1"/>
          </a:solidFill>
          <a:ln>
            <a:noFill/>
            <a:headEnd/>
            <a:tailEnd type="non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Tree>
    <p:extLst>
      <p:ext uri="{BB962C8B-B14F-4D97-AF65-F5344CB8AC3E}">
        <p14:creationId xmlns:p14="http://schemas.microsoft.com/office/powerpoint/2010/main" val="359215092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nodeType="clickEffect">
                                  <p:stCondLst>
                                    <p:cond delay="0"/>
                                  </p:stCondLst>
                                  <p:childTnLst>
                                    <p:animMotion origin="layout" path="M 4.16667E-7 1.85185E-6 L 0.1181 1.85185E-6 " pathEditMode="relative" rAng="0" ptsTypes="AA">
                                      <p:cBhvr>
                                        <p:cTn id="6" dur="1000" fill="hold"/>
                                        <p:tgtEl>
                                          <p:spTgt spid="6"/>
                                        </p:tgtEl>
                                        <p:attrNameLst>
                                          <p:attrName>ppt_x</p:attrName>
                                          <p:attrName>ppt_y</p:attrName>
                                        </p:attrNameLst>
                                      </p:cBhvr>
                                      <p:rCtr x="5898" y="0"/>
                                    </p:animMotion>
                                  </p:childTnLst>
                                </p:cTn>
                              </p:par>
                            </p:childTnLst>
                          </p:cTn>
                        </p:par>
                      </p:childTnLst>
                    </p:cTn>
                  </p:par>
                  <p:par>
                    <p:cTn id="7" fill="hold">
                      <p:stCondLst>
                        <p:cond delay="indefinite"/>
                      </p:stCondLst>
                      <p:childTnLst>
                        <p:par>
                          <p:cTn id="8" fill="hold">
                            <p:stCondLst>
                              <p:cond delay="0"/>
                            </p:stCondLst>
                            <p:childTnLst>
                              <p:par>
                                <p:cTn id="9" presetID="42" presetClass="path" presetSubtype="0" accel="50000" decel="50000" fill="hold" nodeType="clickEffect">
                                  <p:stCondLst>
                                    <p:cond delay="0"/>
                                  </p:stCondLst>
                                  <p:childTnLst>
                                    <p:animMotion origin="layout" path="M 0.1181 1.85185E-6 L 0.2362 1.85185E-6 " pathEditMode="relative" rAng="0" ptsTypes="AA">
                                      <p:cBhvr>
                                        <p:cTn id="10" dur="1000" fill="hold"/>
                                        <p:tgtEl>
                                          <p:spTgt spid="6"/>
                                        </p:tgtEl>
                                        <p:attrNameLst>
                                          <p:attrName>ppt_x</p:attrName>
                                          <p:attrName>ppt_y</p:attrName>
                                        </p:attrNameLst>
                                      </p:cBhvr>
                                      <p:rCtr x="5898" y="0"/>
                                    </p:animMotion>
                                  </p:childTnLst>
                                </p:cTn>
                              </p:par>
                            </p:childTnLst>
                          </p:cTn>
                        </p:par>
                      </p:childTnLst>
                    </p:cTn>
                  </p:par>
                  <p:par>
                    <p:cTn id="11" fill="hold">
                      <p:stCondLst>
                        <p:cond delay="indefinite"/>
                      </p:stCondLst>
                      <p:childTnLst>
                        <p:par>
                          <p:cTn id="12" fill="hold">
                            <p:stCondLst>
                              <p:cond delay="0"/>
                            </p:stCondLst>
                            <p:childTnLst>
                              <p:par>
                                <p:cTn id="13" presetID="42" presetClass="path" presetSubtype="0" accel="50000" decel="50000" fill="hold" nodeType="clickEffect">
                                  <p:stCondLst>
                                    <p:cond delay="0"/>
                                  </p:stCondLst>
                                  <p:childTnLst>
                                    <p:animMotion origin="layout" path="M 0.2362 1.85185E-6 L 0.3543 1.85185E-6 " pathEditMode="relative" rAng="0" ptsTypes="AA">
                                      <p:cBhvr>
                                        <p:cTn id="14" dur="1000" fill="hold"/>
                                        <p:tgtEl>
                                          <p:spTgt spid="6"/>
                                        </p:tgtEl>
                                        <p:attrNameLst>
                                          <p:attrName>ppt_x</p:attrName>
                                          <p:attrName>ppt_y</p:attrName>
                                        </p:attrNameLst>
                                      </p:cBhvr>
                                      <p:rCtr x="5898" y="0"/>
                                    </p:animMotion>
                                  </p:childTnLst>
                                </p:cTn>
                              </p:par>
                            </p:childTnLst>
                          </p:cTn>
                        </p:par>
                      </p:childTnLst>
                    </p:cTn>
                  </p:par>
                  <p:par>
                    <p:cTn id="15" fill="hold">
                      <p:stCondLst>
                        <p:cond delay="indefinite"/>
                      </p:stCondLst>
                      <p:childTnLst>
                        <p:par>
                          <p:cTn id="16" fill="hold">
                            <p:stCondLst>
                              <p:cond delay="0"/>
                            </p:stCondLst>
                            <p:childTnLst>
                              <p:par>
                                <p:cTn id="17" presetID="42" presetClass="path" presetSubtype="0" accel="50000" decel="50000" fill="hold" nodeType="clickEffect">
                                  <p:stCondLst>
                                    <p:cond delay="0"/>
                                  </p:stCondLst>
                                  <p:childTnLst>
                                    <p:animMotion origin="layout" path="M 0.3543 1.85185E-6 L 0.4724 1.85185E-6 " pathEditMode="relative" rAng="0" ptsTypes="AA">
                                      <p:cBhvr>
                                        <p:cTn id="18" dur="1000" fill="hold"/>
                                        <p:tgtEl>
                                          <p:spTgt spid="6"/>
                                        </p:tgtEl>
                                        <p:attrNameLst>
                                          <p:attrName>ppt_x</p:attrName>
                                          <p:attrName>ppt_y</p:attrName>
                                        </p:attrNameLst>
                                      </p:cBhvr>
                                      <p:rCtr x="5898"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4" name="グループ化 33"/>
          <p:cNvGrpSpPr/>
          <p:nvPr/>
        </p:nvGrpSpPr>
        <p:grpSpPr>
          <a:xfrm>
            <a:off x="3395970" y="1683514"/>
            <a:ext cx="1562400" cy="576064"/>
            <a:chOff x="971600" y="5445224"/>
            <a:chExt cx="7200800" cy="576064"/>
          </a:xfrm>
        </p:grpSpPr>
        <p:sp>
          <p:nvSpPr>
            <p:cNvPr id="35" name="平行四辺形 34"/>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37" name="平行四辺形 36"/>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38" name="グループ化 37"/>
          <p:cNvGrpSpPr/>
          <p:nvPr/>
        </p:nvGrpSpPr>
        <p:grpSpPr>
          <a:xfrm>
            <a:off x="4836130" y="1683514"/>
            <a:ext cx="1562400" cy="576064"/>
            <a:chOff x="971600" y="5445224"/>
            <a:chExt cx="7200800" cy="576064"/>
          </a:xfrm>
        </p:grpSpPr>
        <p:sp>
          <p:nvSpPr>
            <p:cNvPr id="50" name="平行四辺形 49"/>
            <p:cNvSpPr/>
            <p:nvPr/>
          </p:nvSpPr>
          <p:spPr bwMode="auto">
            <a:xfrm>
              <a:off x="971600" y="5517232"/>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51" name="平行四辺形 50"/>
            <p:cNvSpPr/>
            <p:nvPr/>
          </p:nvSpPr>
          <p:spPr bwMode="auto">
            <a:xfrm>
              <a:off x="971600" y="5445224"/>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52" name="グループ化 51"/>
          <p:cNvGrpSpPr/>
          <p:nvPr/>
        </p:nvGrpSpPr>
        <p:grpSpPr>
          <a:xfrm>
            <a:off x="6276290" y="1683514"/>
            <a:ext cx="1562400" cy="576064"/>
            <a:chOff x="971600" y="5445224"/>
            <a:chExt cx="7200800" cy="576064"/>
          </a:xfrm>
        </p:grpSpPr>
        <p:sp>
          <p:nvSpPr>
            <p:cNvPr id="53" name="平行四辺形 52"/>
            <p:cNvSpPr/>
            <p:nvPr/>
          </p:nvSpPr>
          <p:spPr bwMode="auto">
            <a:xfrm>
              <a:off x="971600" y="5517232"/>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54" name="平行四辺形 53"/>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56" name="グループ化 55"/>
          <p:cNvGrpSpPr/>
          <p:nvPr/>
        </p:nvGrpSpPr>
        <p:grpSpPr>
          <a:xfrm>
            <a:off x="7716450" y="1683514"/>
            <a:ext cx="1584176" cy="576064"/>
            <a:chOff x="971600" y="5445224"/>
            <a:chExt cx="7200800" cy="576064"/>
          </a:xfrm>
        </p:grpSpPr>
        <p:sp>
          <p:nvSpPr>
            <p:cNvPr id="62" name="平行四辺形 61"/>
            <p:cNvSpPr/>
            <p:nvPr/>
          </p:nvSpPr>
          <p:spPr bwMode="auto">
            <a:xfrm>
              <a:off x="971600" y="5517232"/>
              <a:ext cx="7200800" cy="504056"/>
            </a:xfrm>
            <a:prstGeom prst="parallelogram">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64" name="平行四辺形 63"/>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sp>
        <p:nvSpPr>
          <p:cNvPr id="3" name="正方形/長方形 2"/>
          <p:cNvSpPr/>
          <p:nvPr/>
        </p:nvSpPr>
        <p:spPr>
          <a:xfrm>
            <a:off x="3357810" y="818971"/>
            <a:ext cx="865983" cy="738664"/>
          </a:xfrm>
          <a:prstGeom prst="rect">
            <a:avLst/>
          </a:prstGeom>
        </p:spPr>
        <p:txBody>
          <a:bodyPr wrap="squar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36" name="正方形/長方形 35"/>
          <p:cNvSpPr/>
          <p:nvPr/>
        </p:nvSpPr>
        <p:spPr>
          <a:xfrm>
            <a:off x="4797970" y="818971"/>
            <a:ext cx="937991" cy="738664"/>
          </a:xfrm>
          <a:prstGeom prst="rect">
            <a:avLst/>
          </a:prstGeom>
        </p:spPr>
        <p:txBody>
          <a:bodyPr wrap="square">
            <a:spAutoFit/>
          </a:bodyPr>
          <a:lstStyle/>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49" name="正方形/長方形 48"/>
          <p:cNvSpPr/>
          <p:nvPr/>
        </p:nvSpPr>
        <p:spPr>
          <a:xfrm>
            <a:off x="6240017" y="837555"/>
            <a:ext cx="865983" cy="738664"/>
          </a:xfrm>
          <a:prstGeom prst="rect">
            <a:avLst/>
          </a:prstGeom>
        </p:spPr>
        <p:txBody>
          <a:bodyPr wrap="square">
            <a:spAutoFit/>
          </a:bodyPr>
          <a:lstStyle/>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ﾟーﾟ</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55" name="正方形/長方形 54"/>
          <p:cNvSpPr/>
          <p:nvPr/>
        </p:nvSpPr>
        <p:spPr>
          <a:xfrm>
            <a:off x="7680177" y="837555"/>
            <a:ext cx="937991" cy="738664"/>
          </a:xfrm>
          <a:prstGeom prst="rect">
            <a:avLst/>
          </a:prstGeom>
        </p:spPr>
        <p:txBody>
          <a:bodyPr wrap="square">
            <a:spAutoFit/>
          </a:bodyPr>
          <a:lstStyle/>
          <a:p>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ω</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2" name="タイトル 1"/>
          <p:cNvSpPr>
            <a:spLocks noGrp="1"/>
          </p:cNvSpPr>
          <p:nvPr>
            <p:ph type="title"/>
          </p:nvPr>
        </p:nvSpPr>
        <p:spPr/>
        <p:txBody>
          <a:bodyPr/>
          <a:lstStyle/>
          <a:p>
            <a:r>
              <a:rPr lang="ja-JP" altLang="en-US" dirty="0"/>
              <a:t>導入：工場のラインを考える</a:t>
            </a:r>
            <a:br>
              <a:rPr lang="en-US" altLang="ja-JP" dirty="0"/>
            </a:br>
            <a:r>
              <a:rPr lang="en-US" altLang="ja-JP" sz="1800" dirty="0"/>
              <a:t>PDF </a:t>
            </a:r>
            <a:r>
              <a:rPr lang="ja-JP" altLang="en-US" sz="1800" dirty="0"/>
              <a:t>用のパラパラマンガ版</a:t>
            </a:r>
            <a:endParaRPr kumimoji="1" lang="ja-JP" altLang="en-US" dirty="0"/>
          </a:p>
        </p:txBody>
      </p:sp>
      <p:grpSp>
        <p:nvGrpSpPr>
          <p:cNvPr id="4" name="グループ化 3">
            <a:extLst>
              <a:ext uri="{FF2B5EF4-FFF2-40B4-BE49-F238E27FC236}">
                <a16:creationId xmlns:a16="http://schemas.microsoft.com/office/drawing/2014/main" id="{C02B93D2-28F3-8E18-E0C9-F45BBFB8C051}"/>
              </a:ext>
            </a:extLst>
          </p:cNvPr>
          <p:cNvGrpSpPr/>
          <p:nvPr/>
        </p:nvGrpSpPr>
        <p:grpSpPr>
          <a:xfrm>
            <a:off x="3395970" y="2673525"/>
            <a:ext cx="1562400" cy="576064"/>
            <a:chOff x="971600" y="5445224"/>
            <a:chExt cx="7200800" cy="576064"/>
          </a:xfrm>
        </p:grpSpPr>
        <p:sp>
          <p:nvSpPr>
            <p:cNvPr id="5" name="平行四辺形 4">
              <a:extLst>
                <a:ext uri="{FF2B5EF4-FFF2-40B4-BE49-F238E27FC236}">
                  <a16:creationId xmlns:a16="http://schemas.microsoft.com/office/drawing/2014/main" id="{031065F8-A7E5-FD87-239A-54B0F6971986}"/>
                </a:ext>
              </a:extLst>
            </p:cNvPr>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8" name="平行四辺形 7">
              <a:extLst>
                <a:ext uri="{FF2B5EF4-FFF2-40B4-BE49-F238E27FC236}">
                  <a16:creationId xmlns:a16="http://schemas.microsoft.com/office/drawing/2014/main" id="{BD6DC600-F04E-0B9B-CC68-8644B4CF7B23}"/>
                </a:ext>
              </a:extLst>
            </p:cNvPr>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9" name="グループ化 8">
            <a:extLst>
              <a:ext uri="{FF2B5EF4-FFF2-40B4-BE49-F238E27FC236}">
                <a16:creationId xmlns:a16="http://schemas.microsoft.com/office/drawing/2014/main" id="{ADEFB4E4-8CE3-E7E2-C283-7CD8DEEA7971}"/>
              </a:ext>
            </a:extLst>
          </p:cNvPr>
          <p:cNvGrpSpPr/>
          <p:nvPr/>
        </p:nvGrpSpPr>
        <p:grpSpPr>
          <a:xfrm>
            <a:off x="4836130" y="2673525"/>
            <a:ext cx="1562400" cy="576064"/>
            <a:chOff x="971600" y="5445224"/>
            <a:chExt cx="7200800" cy="576064"/>
          </a:xfrm>
        </p:grpSpPr>
        <p:sp>
          <p:nvSpPr>
            <p:cNvPr id="10" name="平行四辺形 9">
              <a:extLst>
                <a:ext uri="{FF2B5EF4-FFF2-40B4-BE49-F238E27FC236}">
                  <a16:creationId xmlns:a16="http://schemas.microsoft.com/office/drawing/2014/main" id="{ECABA246-D9F1-6944-D7C1-BF8160A9EBD7}"/>
                </a:ext>
              </a:extLst>
            </p:cNvPr>
            <p:cNvSpPr/>
            <p:nvPr/>
          </p:nvSpPr>
          <p:spPr bwMode="auto">
            <a:xfrm>
              <a:off x="971600" y="5517232"/>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1" name="平行四辺形 10">
              <a:extLst>
                <a:ext uri="{FF2B5EF4-FFF2-40B4-BE49-F238E27FC236}">
                  <a16:creationId xmlns:a16="http://schemas.microsoft.com/office/drawing/2014/main" id="{15D26FDF-41BF-7F69-640F-7419279E1488}"/>
                </a:ext>
              </a:extLst>
            </p:cNvPr>
            <p:cNvSpPr/>
            <p:nvPr/>
          </p:nvSpPr>
          <p:spPr bwMode="auto">
            <a:xfrm>
              <a:off x="971600" y="5445224"/>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12" name="グループ化 11">
            <a:extLst>
              <a:ext uri="{FF2B5EF4-FFF2-40B4-BE49-F238E27FC236}">
                <a16:creationId xmlns:a16="http://schemas.microsoft.com/office/drawing/2014/main" id="{A0D83CA2-F574-66F3-2C47-688BD20EBCC1}"/>
              </a:ext>
            </a:extLst>
          </p:cNvPr>
          <p:cNvGrpSpPr/>
          <p:nvPr/>
        </p:nvGrpSpPr>
        <p:grpSpPr>
          <a:xfrm>
            <a:off x="6276290" y="2673525"/>
            <a:ext cx="1562400" cy="576064"/>
            <a:chOff x="971600" y="5445224"/>
            <a:chExt cx="7200800" cy="576064"/>
          </a:xfrm>
        </p:grpSpPr>
        <p:sp>
          <p:nvSpPr>
            <p:cNvPr id="13" name="平行四辺形 12">
              <a:extLst>
                <a:ext uri="{FF2B5EF4-FFF2-40B4-BE49-F238E27FC236}">
                  <a16:creationId xmlns:a16="http://schemas.microsoft.com/office/drawing/2014/main" id="{8A8C95F0-0363-E031-7483-82FB3C5B49BD}"/>
                </a:ext>
              </a:extLst>
            </p:cNvPr>
            <p:cNvSpPr/>
            <p:nvPr/>
          </p:nvSpPr>
          <p:spPr bwMode="auto">
            <a:xfrm>
              <a:off x="971600" y="5517232"/>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4" name="平行四辺形 13">
              <a:extLst>
                <a:ext uri="{FF2B5EF4-FFF2-40B4-BE49-F238E27FC236}">
                  <a16:creationId xmlns:a16="http://schemas.microsoft.com/office/drawing/2014/main" id="{BFB3CA41-6E0F-D2D8-45A1-FE3EB15D2F61}"/>
                </a:ext>
              </a:extLst>
            </p:cNvPr>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15" name="グループ化 14">
            <a:extLst>
              <a:ext uri="{FF2B5EF4-FFF2-40B4-BE49-F238E27FC236}">
                <a16:creationId xmlns:a16="http://schemas.microsoft.com/office/drawing/2014/main" id="{C94C337C-9EEA-4AD3-47E0-D9737B3C1FF1}"/>
              </a:ext>
            </a:extLst>
          </p:cNvPr>
          <p:cNvGrpSpPr/>
          <p:nvPr/>
        </p:nvGrpSpPr>
        <p:grpSpPr>
          <a:xfrm>
            <a:off x="7716450" y="2673525"/>
            <a:ext cx="1584176" cy="576064"/>
            <a:chOff x="971600" y="5445224"/>
            <a:chExt cx="7200800" cy="576064"/>
          </a:xfrm>
        </p:grpSpPr>
        <p:sp>
          <p:nvSpPr>
            <p:cNvPr id="16" name="平行四辺形 15">
              <a:extLst>
                <a:ext uri="{FF2B5EF4-FFF2-40B4-BE49-F238E27FC236}">
                  <a16:creationId xmlns:a16="http://schemas.microsoft.com/office/drawing/2014/main" id="{9F376BA2-B58F-3000-2517-F78F631E92AA}"/>
                </a:ext>
              </a:extLst>
            </p:cNvPr>
            <p:cNvSpPr/>
            <p:nvPr/>
          </p:nvSpPr>
          <p:spPr bwMode="auto">
            <a:xfrm>
              <a:off x="971600" y="5517232"/>
              <a:ext cx="7200800" cy="504056"/>
            </a:xfrm>
            <a:prstGeom prst="parallelogram">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7" name="平行四辺形 16">
              <a:extLst>
                <a:ext uri="{FF2B5EF4-FFF2-40B4-BE49-F238E27FC236}">
                  <a16:creationId xmlns:a16="http://schemas.microsoft.com/office/drawing/2014/main" id="{7E1E08E9-14D3-A5D8-A5C2-15F203266026}"/>
                </a:ext>
              </a:extLst>
            </p:cNvPr>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18" name="グループ化 17">
            <a:extLst>
              <a:ext uri="{FF2B5EF4-FFF2-40B4-BE49-F238E27FC236}">
                <a16:creationId xmlns:a16="http://schemas.microsoft.com/office/drawing/2014/main" id="{8D2B0349-71C0-913C-E146-2955AF4269E7}"/>
              </a:ext>
            </a:extLst>
          </p:cNvPr>
          <p:cNvGrpSpPr/>
          <p:nvPr/>
        </p:nvGrpSpPr>
        <p:grpSpPr>
          <a:xfrm>
            <a:off x="3395970" y="3663536"/>
            <a:ext cx="1562400" cy="576064"/>
            <a:chOff x="971600" y="5445224"/>
            <a:chExt cx="7200800" cy="576064"/>
          </a:xfrm>
        </p:grpSpPr>
        <p:sp>
          <p:nvSpPr>
            <p:cNvPr id="19" name="平行四辺形 18">
              <a:extLst>
                <a:ext uri="{FF2B5EF4-FFF2-40B4-BE49-F238E27FC236}">
                  <a16:creationId xmlns:a16="http://schemas.microsoft.com/office/drawing/2014/main" id="{42840D13-A1CC-595C-6581-580608D4B79B}"/>
                </a:ext>
              </a:extLst>
            </p:cNvPr>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20" name="平行四辺形 19">
              <a:extLst>
                <a:ext uri="{FF2B5EF4-FFF2-40B4-BE49-F238E27FC236}">
                  <a16:creationId xmlns:a16="http://schemas.microsoft.com/office/drawing/2014/main" id="{27EC7162-BD49-6334-ED65-DDB74F84B649}"/>
                </a:ext>
              </a:extLst>
            </p:cNvPr>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21" name="グループ化 20">
            <a:extLst>
              <a:ext uri="{FF2B5EF4-FFF2-40B4-BE49-F238E27FC236}">
                <a16:creationId xmlns:a16="http://schemas.microsoft.com/office/drawing/2014/main" id="{F168137D-B118-54FF-1927-85F0751AEDE3}"/>
              </a:ext>
            </a:extLst>
          </p:cNvPr>
          <p:cNvGrpSpPr/>
          <p:nvPr/>
        </p:nvGrpSpPr>
        <p:grpSpPr>
          <a:xfrm>
            <a:off x="4836130" y="3663536"/>
            <a:ext cx="1562400" cy="576064"/>
            <a:chOff x="971600" y="5445224"/>
            <a:chExt cx="7200800" cy="576064"/>
          </a:xfrm>
        </p:grpSpPr>
        <p:sp>
          <p:nvSpPr>
            <p:cNvPr id="22" name="平行四辺形 21">
              <a:extLst>
                <a:ext uri="{FF2B5EF4-FFF2-40B4-BE49-F238E27FC236}">
                  <a16:creationId xmlns:a16="http://schemas.microsoft.com/office/drawing/2014/main" id="{586F3B25-65E0-440A-364A-EA72D2E2E8D3}"/>
                </a:ext>
              </a:extLst>
            </p:cNvPr>
            <p:cNvSpPr/>
            <p:nvPr/>
          </p:nvSpPr>
          <p:spPr bwMode="auto">
            <a:xfrm>
              <a:off x="971600" y="5517232"/>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23" name="平行四辺形 22">
              <a:extLst>
                <a:ext uri="{FF2B5EF4-FFF2-40B4-BE49-F238E27FC236}">
                  <a16:creationId xmlns:a16="http://schemas.microsoft.com/office/drawing/2014/main" id="{DDC74781-7B51-D45F-6534-22DF1E18343A}"/>
                </a:ext>
              </a:extLst>
            </p:cNvPr>
            <p:cNvSpPr/>
            <p:nvPr/>
          </p:nvSpPr>
          <p:spPr bwMode="auto">
            <a:xfrm>
              <a:off x="971600" y="5445224"/>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24" name="グループ化 23">
            <a:extLst>
              <a:ext uri="{FF2B5EF4-FFF2-40B4-BE49-F238E27FC236}">
                <a16:creationId xmlns:a16="http://schemas.microsoft.com/office/drawing/2014/main" id="{872F116F-6312-C4BF-ACDD-8F9C23AA85A9}"/>
              </a:ext>
            </a:extLst>
          </p:cNvPr>
          <p:cNvGrpSpPr/>
          <p:nvPr/>
        </p:nvGrpSpPr>
        <p:grpSpPr>
          <a:xfrm>
            <a:off x="6276290" y="3663536"/>
            <a:ext cx="1562400" cy="576064"/>
            <a:chOff x="971600" y="5445224"/>
            <a:chExt cx="7200800" cy="576064"/>
          </a:xfrm>
        </p:grpSpPr>
        <p:sp>
          <p:nvSpPr>
            <p:cNvPr id="25" name="平行四辺形 24">
              <a:extLst>
                <a:ext uri="{FF2B5EF4-FFF2-40B4-BE49-F238E27FC236}">
                  <a16:creationId xmlns:a16="http://schemas.microsoft.com/office/drawing/2014/main" id="{3D5EDC2F-A101-C3ED-6CCC-F941A8EDDDBF}"/>
                </a:ext>
              </a:extLst>
            </p:cNvPr>
            <p:cNvSpPr/>
            <p:nvPr/>
          </p:nvSpPr>
          <p:spPr bwMode="auto">
            <a:xfrm>
              <a:off x="971600" y="5517232"/>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26" name="平行四辺形 25">
              <a:extLst>
                <a:ext uri="{FF2B5EF4-FFF2-40B4-BE49-F238E27FC236}">
                  <a16:creationId xmlns:a16="http://schemas.microsoft.com/office/drawing/2014/main" id="{4C7FE2AF-AF6C-EFBE-3DD9-51BBD21AAC17}"/>
                </a:ext>
              </a:extLst>
            </p:cNvPr>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27" name="グループ化 26">
            <a:extLst>
              <a:ext uri="{FF2B5EF4-FFF2-40B4-BE49-F238E27FC236}">
                <a16:creationId xmlns:a16="http://schemas.microsoft.com/office/drawing/2014/main" id="{9DDC6D85-C3E8-CAA8-4B2C-509EAF649A08}"/>
              </a:ext>
            </a:extLst>
          </p:cNvPr>
          <p:cNvGrpSpPr/>
          <p:nvPr/>
        </p:nvGrpSpPr>
        <p:grpSpPr>
          <a:xfrm>
            <a:off x="7716450" y="3663536"/>
            <a:ext cx="1584176" cy="576064"/>
            <a:chOff x="971600" y="5445224"/>
            <a:chExt cx="7200800" cy="576064"/>
          </a:xfrm>
        </p:grpSpPr>
        <p:sp>
          <p:nvSpPr>
            <p:cNvPr id="28" name="平行四辺形 27">
              <a:extLst>
                <a:ext uri="{FF2B5EF4-FFF2-40B4-BE49-F238E27FC236}">
                  <a16:creationId xmlns:a16="http://schemas.microsoft.com/office/drawing/2014/main" id="{BA629B27-D0B9-C2BD-31DD-1B2C74BDC806}"/>
                </a:ext>
              </a:extLst>
            </p:cNvPr>
            <p:cNvSpPr/>
            <p:nvPr/>
          </p:nvSpPr>
          <p:spPr bwMode="auto">
            <a:xfrm>
              <a:off x="971600" y="5517232"/>
              <a:ext cx="7200800" cy="504056"/>
            </a:xfrm>
            <a:prstGeom prst="parallelogram">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29" name="平行四辺形 28">
              <a:extLst>
                <a:ext uri="{FF2B5EF4-FFF2-40B4-BE49-F238E27FC236}">
                  <a16:creationId xmlns:a16="http://schemas.microsoft.com/office/drawing/2014/main" id="{347C8201-CD36-8510-DF1A-1323E8285048}"/>
                </a:ext>
              </a:extLst>
            </p:cNvPr>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30" name="グループ化 29">
            <a:extLst>
              <a:ext uri="{FF2B5EF4-FFF2-40B4-BE49-F238E27FC236}">
                <a16:creationId xmlns:a16="http://schemas.microsoft.com/office/drawing/2014/main" id="{0899A774-DFCE-C149-B267-3978BD4BE062}"/>
              </a:ext>
            </a:extLst>
          </p:cNvPr>
          <p:cNvGrpSpPr/>
          <p:nvPr/>
        </p:nvGrpSpPr>
        <p:grpSpPr>
          <a:xfrm>
            <a:off x="3395970" y="4743548"/>
            <a:ext cx="1562400" cy="576064"/>
            <a:chOff x="971600" y="5445224"/>
            <a:chExt cx="7200800" cy="576064"/>
          </a:xfrm>
        </p:grpSpPr>
        <p:sp>
          <p:nvSpPr>
            <p:cNvPr id="31" name="平行四辺形 30">
              <a:extLst>
                <a:ext uri="{FF2B5EF4-FFF2-40B4-BE49-F238E27FC236}">
                  <a16:creationId xmlns:a16="http://schemas.microsoft.com/office/drawing/2014/main" id="{F47B42DC-23A4-0759-9F65-FE101C8E45E1}"/>
                </a:ext>
              </a:extLst>
            </p:cNvPr>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32" name="平行四辺形 31">
              <a:extLst>
                <a:ext uri="{FF2B5EF4-FFF2-40B4-BE49-F238E27FC236}">
                  <a16:creationId xmlns:a16="http://schemas.microsoft.com/office/drawing/2014/main" id="{0C236555-1D7A-E5A6-222E-AAC303087D53}"/>
                </a:ext>
              </a:extLst>
            </p:cNvPr>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33" name="グループ化 32">
            <a:extLst>
              <a:ext uri="{FF2B5EF4-FFF2-40B4-BE49-F238E27FC236}">
                <a16:creationId xmlns:a16="http://schemas.microsoft.com/office/drawing/2014/main" id="{B322BA80-AC42-C91C-0CC5-DA3EC3BA6568}"/>
              </a:ext>
            </a:extLst>
          </p:cNvPr>
          <p:cNvGrpSpPr/>
          <p:nvPr/>
        </p:nvGrpSpPr>
        <p:grpSpPr>
          <a:xfrm>
            <a:off x="4836130" y="4743548"/>
            <a:ext cx="1562400" cy="576064"/>
            <a:chOff x="971600" y="5445224"/>
            <a:chExt cx="7200800" cy="576064"/>
          </a:xfrm>
        </p:grpSpPr>
        <p:sp>
          <p:nvSpPr>
            <p:cNvPr id="39" name="平行四辺形 38">
              <a:extLst>
                <a:ext uri="{FF2B5EF4-FFF2-40B4-BE49-F238E27FC236}">
                  <a16:creationId xmlns:a16="http://schemas.microsoft.com/office/drawing/2014/main" id="{1C7A119F-16D3-8182-85BC-DD4BF9C1F2B1}"/>
                </a:ext>
              </a:extLst>
            </p:cNvPr>
            <p:cNvSpPr/>
            <p:nvPr/>
          </p:nvSpPr>
          <p:spPr bwMode="auto">
            <a:xfrm>
              <a:off x="971600" y="5517232"/>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40" name="平行四辺形 39">
              <a:extLst>
                <a:ext uri="{FF2B5EF4-FFF2-40B4-BE49-F238E27FC236}">
                  <a16:creationId xmlns:a16="http://schemas.microsoft.com/office/drawing/2014/main" id="{B9700F4D-B38F-71B5-0F8A-9008A8002029}"/>
                </a:ext>
              </a:extLst>
            </p:cNvPr>
            <p:cNvSpPr/>
            <p:nvPr/>
          </p:nvSpPr>
          <p:spPr bwMode="auto">
            <a:xfrm>
              <a:off x="971600" y="5445224"/>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41" name="グループ化 40">
            <a:extLst>
              <a:ext uri="{FF2B5EF4-FFF2-40B4-BE49-F238E27FC236}">
                <a16:creationId xmlns:a16="http://schemas.microsoft.com/office/drawing/2014/main" id="{47BC4830-CC7E-BFF6-E677-BA748511EDF6}"/>
              </a:ext>
            </a:extLst>
          </p:cNvPr>
          <p:cNvGrpSpPr/>
          <p:nvPr/>
        </p:nvGrpSpPr>
        <p:grpSpPr>
          <a:xfrm>
            <a:off x="6276290" y="4743548"/>
            <a:ext cx="1562400" cy="576064"/>
            <a:chOff x="971600" y="5445224"/>
            <a:chExt cx="7200800" cy="576064"/>
          </a:xfrm>
        </p:grpSpPr>
        <p:sp>
          <p:nvSpPr>
            <p:cNvPr id="42" name="平行四辺形 41">
              <a:extLst>
                <a:ext uri="{FF2B5EF4-FFF2-40B4-BE49-F238E27FC236}">
                  <a16:creationId xmlns:a16="http://schemas.microsoft.com/office/drawing/2014/main" id="{A3CC261E-4C87-93EE-781B-E004E52BCE13}"/>
                </a:ext>
              </a:extLst>
            </p:cNvPr>
            <p:cNvSpPr/>
            <p:nvPr/>
          </p:nvSpPr>
          <p:spPr bwMode="auto">
            <a:xfrm>
              <a:off x="971600" y="5517232"/>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43" name="平行四辺形 42">
              <a:extLst>
                <a:ext uri="{FF2B5EF4-FFF2-40B4-BE49-F238E27FC236}">
                  <a16:creationId xmlns:a16="http://schemas.microsoft.com/office/drawing/2014/main" id="{C3DD0B31-6E91-83B5-CC85-3407238CB75B}"/>
                </a:ext>
              </a:extLst>
            </p:cNvPr>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44" name="グループ化 43">
            <a:extLst>
              <a:ext uri="{FF2B5EF4-FFF2-40B4-BE49-F238E27FC236}">
                <a16:creationId xmlns:a16="http://schemas.microsoft.com/office/drawing/2014/main" id="{C16C9940-7958-9CC5-F1FF-88E40568293D}"/>
              </a:ext>
            </a:extLst>
          </p:cNvPr>
          <p:cNvGrpSpPr/>
          <p:nvPr/>
        </p:nvGrpSpPr>
        <p:grpSpPr>
          <a:xfrm>
            <a:off x="7716450" y="4743548"/>
            <a:ext cx="1584176" cy="576064"/>
            <a:chOff x="971600" y="5445224"/>
            <a:chExt cx="7200800" cy="576064"/>
          </a:xfrm>
        </p:grpSpPr>
        <p:sp>
          <p:nvSpPr>
            <p:cNvPr id="45" name="平行四辺形 44">
              <a:extLst>
                <a:ext uri="{FF2B5EF4-FFF2-40B4-BE49-F238E27FC236}">
                  <a16:creationId xmlns:a16="http://schemas.microsoft.com/office/drawing/2014/main" id="{9F46C150-462D-C40A-1073-80078318E0AA}"/>
                </a:ext>
              </a:extLst>
            </p:cNvPr>
            <p:cNvSpPr/>
            <p:nvPr/>
          </p:nvSpPr>
          <p:spPr bwMode="auto">
            <a:xfrm>
              <a:off x="971600" y="5517232"/>
              <a:ext cx="7200800" cy="504056"/>
            </a:xfrm>
            <a:prstGeom prst="parallelogram">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46" name="平行四辺形 45">
              <a:extLst>
                <a:ext uri="{FF2B5EF4-FFF2-40B4-BE49-F238E27FC236}">
                  <a16:creationId xmlns:a16="http://schemas.microsoft.com/office/drawing/2014/main" id="{7EB11B96-4A10-75A9-D4D7-0E286B08649D}"/>
                </a:ext>
              </a:extLst>
            </p:cNvPr>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sp>
        <p:nvSpPr>
          <p:cNvPr id="59" name="角丸四角形 92">
            <a:extLst>
              <a:ext uri="{FF2B5EF4-FFF2-40B4-BE49-F238E27FC236}">
                <a16:creationId xmlns:a16="http://schemas.microsoft.com/office/drawing/2014/main" id="{B0CDA66B-AC1E-12CA-6DDD-78242057E981}"/>
              </a:ext>
            </a:extLst>
          </p:cNvPr>
          <p:cNvSpPr/>
          <p:nvPr/>
        </p:nvSpPr>
        <p:spPr bwMode="auto">
          <a:xfrm>
            <a:off x="3845975" y="1593513"/>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ja-JP" altLang="en-US" dirty="0">
                <a:latin typeface="Arial Narrow" panose="020B0606020202030204" pitchFamily="34" charset="0"/>
              </a:rPr>
              <a:t>製品</a:t>
            </a:r>
          </a:p>
        </p:txBody>
      </p:sp>
      <p:sp>
        <p:nvSpPr>
          <p:cNvPr id="69" name="角丸四角形 91">
            <a:extLst>
              <a:ext uri="{FF2B5EF4-FFF2-40B4-BE49-F238E27FC236}">
                <a16:creationId xmlns:a16="http://schemas.microsoft.com/office/drawing/2014/main" id="{5C3AC9CF-91F3-96E0-B532-33365273BC3E}"/>
              </a:ext>
            </a:extLst>
          </p:cNvPr>
          <p:cNvSpPr/>
          <p:nvPr/>
        </p:nvSpPr>
        <p:spPr bwMode="auto">
          <a:xfrm>
            <a:off x="5285991" y="2493523"/>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ja-JP" altLang="en-US" dirty="0">
                <a:latin typeface="Arial Narrow" panose="020B0606020202030204" pitchFamily="34" charset="0"/>
              </a:rPr>
              <a:t>製品</a:t>
            </a:r>
          </a:p>
        </p:txBody>
      </p:sp>
      <p:sp>
        <p:nvSpPr>
          <p:cNvPr id="70" name="角丸四角形 92">
            <a:extLst>
              <a:ext uri="{FF2B5EF4-FFF2-40B4-BE49-F238E27FC236}">
                <a16:creationId xmlns:a16="http://schemas.microsoft.com/office/drawing/2014/main" id="{170BB4FA-5D54-91DA-A174-29967AA236F1}"/>
              </a:ext>
            </a:extLst>
          </p:cNvPr>
          <p:cNvSpPr/>
          <p:nvPr/>
        </p:nvSpPr>
        <p:spPr bwMode="auto">
          <a:xfrm>
            <a:off x="3845975" y="2493523"/>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ja-JP" altLang="en-US" dirty="0">
                <a:latin typeface="Arial Narrow" panose="020B0606020202030204" pitchFamily="34" charset="0"/>
              </a:rPr>
              <a:t>製品</a:t>
            </a:r>
          </a:p>
        </p:txBody>
      </p:sp>
      <p:sp>
        <p:nvSpPr>
          <p:cNvPr id="72" name="角丸四角形 90">
            <a:extLst>
              <a:ext uri="{FF2B5EF4-FFF2-40B4-BE49-F238E27FC236}">
                <a16:creationId xmlns:a16="http://schemas.microsoft.com/office/drawing/2014/main" id="{5B280B5D-F49D-C15C-9C9E-0402D5BB59C2}"/>
              </a:ext>
            </a:extLst>
          </p:cNvPr>
          <p:cNvSpPr/>
          <p:nvPr/>
        </p:nvSpPr>
        <p:spPr bwMode="auto">
          <a:xfrm>
            <a:off x="6726007" y="3483533"/>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ja-JP" altLang="en-US" dirty="0">
                <a:latin typeface="Arial Narrow" panose="020B0606020202030204" pitchFamily="34" charset="0"/>
              </a:rPr>
              <a:t>製品</a:t>
            </a:r>
          </a:p>
        </p:txBody>
      </p:sp>
      <p:sp>
        <p:nvSpPr>
          <p:cNvPr id="73" name="角丸四角形 91">
            <a:extLst>
              <a:ext uri="{FF2B5EF4-FFF2-40B4-BE49-F238E27FC236}">
                <a16:creationId xmlns:a16="http://schemas.microsoft.com/office/drawing/2014/main" id="{648A7FAE-19D9-38A1-69BC-D37ACD58AF6F}"/>
              </a:ext>
            </a:extLst>
          </p:cNvPr>
          <p:cNvSpPr/>
          <p:nvPr/>
        </p:nvSpPr>
        <p:spPr bwMode="auto">
          <a:xfrm>
            <a:off x="5285991" y="3483534"/>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ja-JP" altLang="en-US" dirty="0">
                <a:latin typeface="Arial Narrow" panose="020B0606020202030204" pitchFamily="34" charset="0"/>
              </a:rPr>
              <a:t>製品</a:t>
            </a:r>
          </a:p>
        </p:txBody>
      </p:sp>
      <p:sp>
        <p:nvSpPr>
          <p:cNvPr id="74" name="角丸四角形 92">
            <a:extLst>
              <a:ext uri="{FF2B5EF4-FFF2-40B4-BE49-F238E27FC236}">
                <a16:creationId xmlns:a16="http://schemas.microsoft.com/office/drawing/2014/main" id="{4CAAE40B-9372-D3FE-2C0D-2CCDBBB35E69}"/>
              </a:ext>
            </a:extLst>
          </p:cNvPr>
          <p:cNvSpPr/>
          <p:nvPr/>
        </p:nvSpPr>
        <p:spPr bwMode="auto">
          <a:xfrm>
            <a:off x="3845975" y="3483534"/>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ja-JP" altLang="en-US" dirty="0">
                <a:latin typeface="Arial Narrow" panose="020B0606020202030204" pitchFamily="34" charset="0"/>
              </a:rPr>
              <a:t>製品</a:t>
            </a:r>
          </a:p>
        </p:txBody>
      </p:sp>
      <p:sp>
        <p:nvSpPr>
          <p:cNvPr id="75" name="角丸四角形 89">
            <a:extLst>
              <a:ext uri="{FF2B5EF4-FFF2-40B4-BE49-F238E27FC236}">
                <a16:creationId xmlns:a16="http://schemas.microsoft.com/office/drawing/2014/main" id="{5A55B066-7C6F-4503-D15D-74829B04E4AB}"/>
              </a:ext>
            </a:extLst>
          </p:cNvPr>
          <p:cNvSpPr/>
          <p:nvPr/>
        </p:nvSpPr>
        <p:spPr bwMode="auto">
          <a:xfrm>
            <a:off x="8166023" y="4563546"/>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ja-JP" altLang="en-US" dirty="0">
                <a:latin typeface="Arial Narrow" panose="020B0606020202030204" pitchFamily="34" charset="0"/>
              </a:rPr>
              <a:t>製品</a:t>
            </a:r>
          </a:p>
        </p:txBody>
      </p:sp>
      <p:sp>
        <p:nvSpPr>
          <p:cNvPr id="76" name="角丸四角形 90">
            <a:extLst>
              <a:ext uri="{FF2B5EF4-FFF2-40B4-BE49-F238E27FC236}">
                <a16:creationId xmlns:a16="http://schemas.microsoft.com/office/drawing/2014/main" id="{E96BCA77-71EC-00FD-C729-54AD63069063}"/>
              </a:ext>
            </a:extLst>
          </p:cNvPr>
          <p:cNvSpPr/>
          <p:nvPr/>
        </p:nvSpPr>
        <p:spPr bwMode="auto">
          <a:xfrm>
            <a:off x="6726007" y="4563545"/>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ja-JP" altLang="en-US" dirty="0">
                <a:latin typeface="Arial Narrow" panose="020B0606020202030204" pitchFamily="34" charset="0"/>
              </a:rPr>
              <a:t>製品</a:t>
            </a:r>
          </a:p>
        </p:txBody>
      </p:sp>
      <p:sp>
        <p:nvSpPr>
          <p:cNvPr id="77" name="角丸四角形 91">
            <a:extLst>
              <a:ext uri="{FF2B5EF4-FFF2-40B4-BE49-F238E27FC236}">
                <a16:creationId xmlns:a16="http://schemas.microsoft.com/office/drawing/2014/main" id="{FD866D4D-C311-1BAA-802B-12E19C75DC24}"/>
              </a:ext>
            </a:extLst>
          </p:cNvPr>
          <p:cNvSpPr/>
          <p:nvPr/>
        </p:nvSpPr>
        <p:spPr bwMode="auto">
          <a:xfrm>
            <a:off x="5285991" y="4563546"/>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ja-JP" altLang="en-US" dirty="0">
                <a:latin typeface="Arial Narrow" panose="020B0606020202030204" pitchFamily="34" charset="0"/>
              </a:rPr>
              <a:t>製品</a:t>
            </a:r>
          </a:p>
        </p:txBody>
      </p:sp>
      <p:sp>
        <p:nvSpPr>
          <p:cNvPr id="78" name="角丸四角形 92">
            <a:extLst>
              <a:ext uri="{FF2B5EF4-FFF2-40B4-BE49-F238E27FC236}">
                <a16:creationId xmlns:a16="http://schemas.microsoft.com/office/drawing/2014/main" id="{2E6C180C-CCF2-BBFE-22E8-967C1D6166F7}"/>
              </a:ext>
            </a:extLst>
          </p:cNvPr>
          <p:cNvSpPr/>
          <p:nvPr/>
        </p:nvSpPr>
        <p:spPr bwMode="auto">
          <a:xfrm>
            <a:off x="3845975" y="4563546"/>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ja-JP" altLang="en-US" dirty="0">
                <a:latin typeface="Arial Narrow" panose="020B0606020202030204" pitchFamily="34" charset="0"/>
              </a:rPr>
              <a:t>製品</a:t>
            </a:r>
          </a:p>
        </p:txBody>
      </p:sp>
      <p:sp>
        <p:nvSpPr>
          <p:cNvPr id="79" name="コンテンツ プレースホルダー 57">
            <a:extLst>
              <a:ext uri="{FF2B5EF4-FFF2-40B4-BE49-F238E27FC236}">
                <a16:creationId xmlns:a16="http://schemas.microsoft.com/office/drawing/2014/main" id="{42B81DAF-9CD9-C69C-721C-ED94BE0CF689}"/>
              </a:ext>
            </a:extLst>
          </p:cNvPr>
          <p:cNvSpPr txBox="1">
            <a:spLocks/>
          </p:cNvSpPr>
          <p:nvPr/>
        </p:nvSpPr>
        <p:spPr bwMode="auto">
          <a:xfrm>
            <a:off x="2225957" y="5488839"/>
            <a:ext cx="8460094" cy="1369161"/>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marL="360000" indent="-360000" algn="l" rtl="0" eaLnBrk="1" fontAlgn="base" hangingPunct="1">
              <a:lnSpc>
                <a:spcPct val="110000"/>
              </a:lnSpc>
              <a:spcBef>
                <a:spcPts val="2400"/>
              </a:spcBef>
              <a:spcAft>
                <a:spcPts val="600"/>
              </a:spcAft>
              <a:buClr>
                <a:schemeClr val="accent4"/>
              </a:buClr>
              <a:buFont typeface="Wingdings" panose="05000000000000000000" pitchFamily="2" charset="2"/>
              <a:buChar char="n"/>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1pPr>
            <a:lvl2pPr marL="720000" indent="-360000" algn="l" rtl="0" eaLnBrk="1" fontAlgn="base" hangingPunct="1">
              <a:lnSpc>
                <a:spcPct val="110000"/>
              </a:lnSpc>
              <a:spcBef>
                <a:spcPts val="300"/>
              </a:spcBef>
              <a:spcAft>
                <a:spcPts val="300"/>
              </a:spcAft>
              <a:buClr>
                <a:srgbClr val="909ECC"/>
              </a:buClr>
              <a:buSzPct val="100000"/>
              <a:buFont typeface="Wingdings" panose="05000000000000000000" pitchFamily="2" charset="2"/>
              <a:buChar char="l"/>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2pPr>
            <a:lvl3pPr marL="1080000" indent="-360000" algn="l" rtl="0" eaLnBrk="1" fontAlgn="base" hangingPunct="1">
              <a:lnSpc>
                <a:spcPct val="110000"/>
              </a:lnSpc>
              <a:spcBef>
                <a:spcPts val="300"/>
              </a:spcBef>
              <a:spcAft>
                <a:spcPts val="100"/>
              </a:spcAft>
              <a:buClr>
                <a:schemeClr val="accent4"/>
              </a:buClr>
              <a:buSzPct val="7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3pPr>
            <a:lvl4pPr marL="1440000" indent="-360000" algn="l" rtl="0" eaLnBrk="1" fontAlgn="base" hangingPunct="1">
              <a:lnSpc>
                <a:spcPct val="110000"/>
              </a:lnSpc>
              <a:spcBef>
                <a:spcPts val="300"/>
              </a:spcBef>
              <a:spcAft>
                <a:spcPts val="100"/>
              </a:spcAft>
              <a:buClr>
                <a:schemeClr val="accent4"/>
              </a:buClr>
              <a:buSzPct val="7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4pPr>
            <a:lvl5pPr marL="1800000" indent="-360000" algn="l" rtl="0" eaLnBrk="1" fontAlgn="base" hangingPunct="1">
              <a:lnSpc>
                <a:spcPct val="110000"/>
              </a:lnSpc>
              <a:spcBef>
                <a:spcPts val="300"/>
              </a:spcBef>
              <a:spcAft>
                <a:spcPts val="100"/>
              </a:spcAft>
              <a:buClr>
                <a:schemeClr val="accent4"/>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5pPr>
            <a:lvl6pPr marL="25146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6pPr>
            <a:lvl7pPr marL="29718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7pPr>
            <a:lvl8pPr marL="34290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8pPr>
            <a:lvl9pPr marL="38862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9pPr>
          </a:lstStyle>
          <a:p>
            <a:pPr lvl="1"/>
            <a:r>
              <a:rPr lang="ja-JP" altLang="en-US" sz="1600" kern="0" dirty="0"/>
              <a:t>実際の工場：複数の製品を同時に流す</a:t>
            </a:r>
            <a:endParaRPr lang="en-US" altLang="ja-JP" sz="1600" kern="0" dirty="0"/>
          </a:p>
          <a:p>
            <a:pPr lvl="2"/>
            <a:r>
              <a:rPr lang="ja-JP" altLang="en-US" sz="1600" kern="0" dirty="0"/>
              <a:t>各工程を並列して処理することによりスループットを向上</a:t>
            </a:r>
            <a:endParaRPr lang="en-US" altLang="ja-JP" sz="1600" kern="0" dirty="0"/>
          </a:p>
          <a:p>
            <a:pPr lvl="2"/>
            <a:r>
              <a:rPr lang="ja-JP" altLang="en-US" sz="1600" kern="0" dirty="0"/>
              <a:t>さっきの</a:t>
            </a:r>
            <a:r>
              <a:rPr lang="en-US" altLang="ja-JP" sz="1600" kern="0" dirty="0"/>
              <a:t>4</a:t>
            </a:r>
            <a:r>
              <a:rPr lang="ja-JP" altLang="en-US" sz="1600" kern="0" dirty="0"/>
              <a:t>倍の速度で製品ができあがっていく</a:t>
            </a:r>
            <a:endParaRPr lang="en-US" altLang="ja-JP" sz="1600" kern="0" dirty="0"/>
          </a:p>
          <a:p>
            <a:pPr lvl="1"/>
            <a:r>
              <a:rPr lang="ja-JP" altLang="en-US" sz="1600" kern="0" dirty="0"/>
              <a:t>これが </a:t>
            </a:r>
            <a:r>
              <a:rPr lang="ja-JP" altLang="en-US" sz="1600" kern="0" dirty="0">
                <a:solidFill>
                  <a:schemeClr val="accent5"/>
                </a:solidFill>
              </a:rPr>
              <a:t>命令パイプライン</a:t>
            </a:r>
            <a:endParaRPr lang="en-US" altLang="ja-JP" sz="1600" kern="0" dirty="0">
              <a:solidFill>
                <a:schemeClr val="tx1">
                  <a:lumMod val="85000"/>
                  <a:lumOff val="15000"/>
                </a:schemeClr>
              </a:solidFill>
            </a:endParaRPr>
          </a:p>
        </p:txBody>
      </p:sp>
      <p:cxnSp>
        <p:nvCxnSpPr>
          <p:cNvPr id="6" name="直線矢印コネクタ 5">
            <a:extLst>
              <a:ext uri="{FF2B5EF4-FFF2-40B4-BE49-F238E27FC236}">
                <a16:creationId xmlns:a16="http://schemas.microsoft.com/office/drawing/2014/main" id="{71607CC4-027B-E459-7E3B-8E434C38A806}"/>
              </a:ext>
            </a:extLst>
          </p:cNvPr>
          <p:cNvCxnSpPr>
            <a:cxnSpLocks/>
          </p:cNvCxnSpPr>
          <p:nvPr/>
        </p:nvCxnSpPr>
        <p:spPr bwMode="auto">
          <a:xfrm>
            <a:off x="2495960" y="1358977"/>
            <a:ext cx="0" cy="3780042"/>
          </a:xfrm>
          <a:prstGeom prst="straightConnector1">
            <a:avLst/>
          </a:prstGeom>
          <a:ln cap="rnd">
            <a:solidFill>
              <a:schemeClr val="tx1">
                <a:lumMod val="65000"/>
                <a:lumOff val="35000"/>
              </a:schemeClr>
            </a:solidFill>
            <a:headEnd type="none" w="med" len="med"/>
            <a:tailEnd type="arrow"/>
          </a:ln>
        </p:spPr>
        <p:style>
          <a:lnRef idx="2">
            <a:schemeClr val="dk1"/>
          </a:lnRef>
          <a:fillRef idx="0">
            <a:schemeClr val="dk1"/>
          </a:fillRef>
          <a:effectRef idx="1">
            <a:schemeClr val="dk1"/>
          </a:effectRef>
          <a:fontRef idx="minor">
            <a:schemeClr val="tx1"/>
          </a:fontRef>
        </p:style>
      </p:cxnSp>
      <p:sp>
        <p:nvSpPr>
          <p:cNvPr id="7" name="正方形/長方形 6">
            <a:extLst>
              <a:ext uri="{FF2B5EF4-FFF2-40B4-BE49-F238E27FC236}">
                <a16:creationId xmlns:a16="http://schemas.microsoft.com/office/drawing/2014/main" id="{5F1434AD-D87E-C893-5EA3-685B944919F2}"/>
              </a:ext>
            </a:extLst>
          </p:cNvPr>
          <p:cNvSpPr/>
          <p:nvPr/>
        </p:nvSpPr>
        <p:spPr bwMode="auto">
          <a:xfrm>
            <a:off x="1055944" y="2978995"/>
            <a:ext cx="216002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ja-JP" altLang="en-US" dirty="0">
                <a:solidFill>
                  <a:schemeClr val="tx1">
                    <a:lumMod val="75000"/>
                    <a:lumOff val="25000"/>
                  </a:schemeClr>
                </a:solidFill>
                <a:latin typeface="メイリオ" panose="020B0604030504040204" pitchFamily="50" charset="-128"/>
                <a:ea typeface="メイリオ" panose="020B0604030504040204" pitchFamily="50" charset="-128"/>
              </a:rPr>
              <a:t>時間</a:t>
            </a:r>
          </a:p>
        </p:txBody>
      </p:sp>
    </p:spTree>
    <p:extLst>
      <p:ext uri="{BB962C8B-B14F-4D97-AF65-F5344CB8AC3E}">
        <p14:creationId xmlns:p14="http://schemas.microsoft.com/office/powerpoint/2010/main" val="214905055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3" name="直線コネクタ 92"/>
          <p:cNvCxnSpPr/>
          <p:nvPr/>
        </p:nvCxnSpPr>
        <p:spPr bwMode="auto">
          <a:xfrm flipH="1">
            <a:off x="8436028" y="3338999"/>
            <a:ext cx="360003" cy="0"/>
          </a:xfrm>
          <a:prstGeom prst="line">
            <a:avLst/>
          </a:prstGeom>
          <a:noFill/>
          <a:ln w="9525" cap="flat" cmpd="sng" algn="ctr">
            <a:solidFill>
              <a:schemeClr val="tx1"/>
            </a:solidFill>
            <a:prstDash val="dash"/>
            <a:round/>
            <a:headEnd type="none" w="med" len="med"/>
            <a:tailEnd type="none" w="med" len="med"/>
          </a:ln>
          <a:effectLst/>
        </p:spPr>
      </p:cxnSp>
      <p:cxnSp>
        <p:nvCxnSpPr>
          <p:cNvPr id="89" name="直線コネクタ 88"/>
          <p:cNvCxnSpPr/>
          <p:nvPr/>
        </p:nvCxnSpPr>
        <p:spPr bwMode="auto">
          <a:xfrm>
            <a:off x="6456005" y="2618991"/>
            <a:ext cx="450005" cy="0"/>
          </a:xfrm>
          <a:prstGeom prst="line">
            <a:avLst/>
          </a:prstGeom>
          <a:noFill/>
          <a:ln w="9525" cap="flat" cmpd="sng" algn="ctr">
            <a:solidFill>
              <a:schemeClr val="tx1"/>
            </a:solidFill>
            <a:prstDash val="dash"/>
            <a:round/>
            <a:headEnd type="none" w="med" len="med"/>
            <a:tailEnd type="none" w="med" len="med"/>
          </a:ln>
          <a:effectLst/>
        </p:spPr>
      </p:cxnSp>
      <p:cxnSp>
        <p:nvCxnSpPr>
          <p:cNvPr id="86" name="直線コネクタ 85"/>
          <p:cNvCxnSpPr/>
          <p:nvPr/>
        </p:nvCxnSpPr>
        <p:spPr bwMode="auto">
          <a:xfrm>
            <a:off x="4655985" y="1988984"/>
            <a:ext cx="450005" cy="0"/>
          </a:xfrm>
          <a:prstGeom prst="line">
            <a:avLst/>
          </a:prstGeom>
          <a:noFill/>
          <a:ln w="9525" cap="flat" cmpd="sng" algn="ctr">
            <a:solidFill>
              <a:schemeClr val="tx1"/>
            </a:solidFill>
            <a:prstDash val="dash"/>
            <a:round/>
            <a:headEnd type="none" w="med" len="med"/>
            <a:tailEnd type="none" w="med" len="med"/>
          </a:ln>
          <a:effectLst/>
        </p:spPr>
      </p:cxnSp>
      <p:sp>
        <p:nvSpPr>
          <p:cNvPr id="2" name="タイトル 1"/>
          <p:cNvSpPr>
            <a:spLocks noGrp="1"/>
          </p:cNvSpPr>
          <p:nvPr>
            <p:ph type="title"/>
          </p:nvPr>
        </p:nvSpPr>
        <p:spPr/>
        <p:txBody>
          <a:bodyPr/>
          <a:lstStyle/>
          <a:p>
            <a:r>
              <a:rPr lang="ja-JP" altLang="en-US" dirty="0"/>
              <a:t>パイプライン化による性能向上</a:t>
            </a:r>
            <a:endParaRPr kumimoji="1" lang="ja-JP" altLang="en-US" dirty="0"/>
          </a:p>
        </p:txBody>
      </p:sp>
      <p:grpSp>
        <p:nvGrpSpPr>
          <p:cNvPr id="5" name="グループ化 4"/>
          <p:cNvGrpSpPr/>
          <p:nvPr/>
        </p:nvGrpSpPr>
        <p:grpSpPr>
          <a:xfrm>
            <a:off x="2729869" y="1845004"/>
            <a:ext cx="2073428" cy="431940"/>
            <a:chOff x="971600" y="5445224"/>
            <a:chExt cx="7256909" cy="576064"/>
          </a:xfrm>
        </p:grpSpPr>
        <p:sp>
          <p:nvSpPr>
            <p:cNvPr id="6" name="平行四辺形 5"/>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7" name="平行四辺形 6"/>
            <p:cNvSpPr/>
            <p:nvPr/>
          </p:nvSpPr>
          <p:spPr bwMode="auto">
            <a:xfrm>
              <a:off x="971600" y="5445224"/>
              <a:ext cx="7256909"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cxnSp>
        <p:nvCxnSpPr>
          <p:cNvPr id="96" name="直線矢印コネクタ 95"/>
          <p:cNvCxnSpPr/>
          <p:nvPr/>
        </p:nvCxnSpPr>
        <p:spPr bwMode="auto">
          <a:xfrm>
            <a:off x="2225957" y="1628980"/>
            <a:ext cx="6480720" cy="0"/>
          </a:xfrm>
          <a:prstGeom prst="straightConnector1">
            <a:avLst/>
          </a:prstGeom>
          <a:ln cap="rnd">
            <a:solidFill>
              <a:schemeClr val="tx1">
                <a:lumMod val="75000"/>
                <a:lumOff val="25000"/>
              </a:schemeClr>
            </a:solidFill>
            <a:headEnd type="none" w="med" len="med"/>
            <a:tailEnd type="arrow"/>
          </a:ln>
        </p:spPr>
        <p:style>
          <a:lnRef idx="2">
            <a:schemeClr val="dk1"/>
          </a:lnRef>
          <a:fillRef idx="0">
            <a:schemeClr val="dk1"/>
          </a:fillRef>
          <a:effectRef idx="1">
            <a:schemeClr val="dk1"/>
          </a:effectRef>
          <a:fontRef idx="minor">
            <a:schemeClr val="tx1"/>
          </a:fontRef>
        </p:style>
      </p:cxnSp>
      <p:cxnSp>
        <p:nvCxnSpPr>
          <p:cNvPr id="98" name="直線コネクタ 97"/>
          <p:cNvCxnSpPr/>
          <p:nvPr/>
        </p:nvCxnSpPr>
        <p:spPr bwMode="auto">
          <a:xfrm>
            <a:off x="5555994" y="5859027"/>
            <a:ext cx="360004" cy="0"/>
          </a:xfrm>
          <a:prstGeom prst="line">
            <a:avLst/>
          </a:prstGeom>
          <a:noFill/>
          <a:ln w="9525" cap="flat" cmpd="sng" algn="ctr">
            <a:solidFill>
              <a:schemeClr val="tx1"/>
            </a:solidFill>
            <a:prstDash val="dash"/>
            <a:round/>
            <a:headEnd type="none" w="med" len="med"/>
            <a:tailEnd type="none" w="med" len="med"/>
          </a:ln>
          <a:effectLst/>
        </p:spPr>
      </p:cxnSp>
      <p:cxnSp>
        <p:nvCxnSpPr>
          <p:cNvPr id="99" name="直線コネクタ 98"/>
          <p:cNvCxnSpPr/>
          <p:nvPr/>
        </p:nvCxnSpPr>
        <p:spPr bwMode="auto">
          <a:xfrm flipV="1">
            <a:off x="4835986" y="4599013"/>
            <a:ext cx="360004" cy="4708"/>
          </a:xfrm>
          <a:prstGeom prst="line">
            <a:avLst/>
          </a:prstGeom>
          <a:noFill/>
          <a:ln w="9525" cap="flat" cmpd="sng" algn="ctr">
            <a:solidFill>
              <a:schemeClr val="tx1"/>
            </a:solidFill>
            <a:prstDash val="dash"/>
            <a:round/>
            <a:headEnd type="none" w="med" len="med"/>
            <a:tailEnd type="none" w="med" len="med"/>
          </a:ln>
          <a:effectLst/>
        </p:spPr>
      </p:cxnSp>
      <p:cxnSp>
        <p:nvCxnSpPr>
          <p:cNvPr id="100" name="直線コネクタ 99"/>
          <p:cNvCxnSpPr/>
          <p:nvPr/>
        </p:nvCxnSpPr>
        <p:spPr bwMode="auto">
          <a:xfrm>
            <a:off x="5195990" y="5229020"/>
            <a:ext cx="360004" cy="0"/>
          </a:xfrm>
          <a:prstGeom prst="line">
            <a:avLst/>
          </a:prstGeom>
          <a:noFill/>
          <a:ln w="9525" cap="flat" cmpd="sng" algn="ctr">
            <a:solidFill>
              <a:schemeClr val="tx1"/>
            </a:solidFill>
            <a:prstDash val="dash"/>
            <a:round/>
            <a:headEnd type="none" w="med" len="med"/>
            <a:tailEnd type="none" w="med" len="med"/>
          </a:ln>
          <a:effectLst/>
        </p:spPr>
      </p:cxnSp>
      <p:cxnSp>
        <p:nvCxnSpPr>
          <p:cNvPr id="143" name="直線矢印コネクタ 142"/>
          <p:cNvCxnSpPr/>
          <p:nvPr/>
        </p:nvCxnSpPr>
        <p:spPr bwMode="auto">
          <a:xfrm>
            <a:off x="2153949" y="4221268"/>
            <a:ext cx="6480720" cy="0"/>
          </a:xfrm>
          <a:prstGeom prst="straightConnector1">
            <a:avLst/>
          </a:prstGeom>
          <a:ln cap="rnd">
            <a:solidFill>
              <a:schemeClr val="tx1">
                <a:lumMod val="75000"/>
                <a:lumOff val="25000"/>
              </a:schemeClr>
            </a:solidFill>
            <a:headEnd type="none" w="med" len="med"/>
            <a:tailEnd type="arrow"/>
          </a:ln>
        </p:spPr>
        <p:style>
          <a:lnRef idx="2">
            <a:schemeClr val="dk1"/>
          </a:lnRef>
          <a:fillRef idx="0">
            <a:schemeClr val="dk1"/>
          </a:fillRef>
          <a:effectRef idx="1">
            <a:schemeClr val="dk1"/>
          </a:effectRef>
          <a:fontRef idx="minor">
            <a:schemeClr val="tx1"/>
          </a:fontRef>
        </p:style>
      </p:cxnSp>
      <p:sp>
        <p:nvSpPr>
          <p:cNvPr id="146" name="正方形/長方形 145"/>
          <p:cNvSpPr/>
          <p:nvPr/>
        </p:nvSpPr>
        <p:spPr>
          <a:xfrm>
            <a:off x="2135957" y="1178975"/>
            <a:ext cx="2954655" cy="369332"/>
          </a:xfrm>
          <a:prstGeom prst="rect">
            <a:avLst/>
          </a:prstGeom>
        </p:spPr>
        <p:txBody>
          <a:bodyPr wrap="none">
            <a:spAutoFit/>
          </a:bodyPr>
          <a:lstStyle/>
          <a:p>
            <a:r>
              <a:rPr lang="ja-JP" altLang="en-US" dirty="0">
                <a:solidFill>
                  <a:schemeClr val="tx1">
                    <a:lumMod val="65000"/>
                    <a:lumOff val="35000"/>
                  </a:schemeClr>
                </a:solidFill>
              </a:rPr>
              <a:t>パイプライン化しない場合</a:t>
            </a:r>
          </a:p>
        </p:txBody>
      </p:sp>
      <p:sp>
        <p:nvSpPr>
          <p:cNvPr id="153" name="正方形/長方形 152"/>
          <p:cNvSpPr/>
          <p:nvPr/>
        </p:nvSpPr>
        <p:spPr>
          <a:xfrm>
            <a:off x="2045956" y="3789004"/>
            <a:ext cx="2723823" cy="369332"/>
          </a:xfrm>
          <a:prstGeom prst="rect">
            <a:avLst/>
          </a:prstGeom>
        </p:spPr>
        <p:txBody>
          <a:bodyPr wrap="none">
            <a:spAutoFit/>
          </a:bodyPr>
          <a:lstStyle/>
          <a:p>
            <a:r>
              <a:rPr lang="ja-JP" altLang="en-US" dirty="0">
                <a:solidFill>
                  <a:schemeClr val="tx1">
                    <a:lumMod val="65000"/>
                    <a:lumOff val="35000"/>
                  </a:schemeClr>
                </a:solidFill>
              </a:rPr>
              <a:t>パイプライン化した場合</a:t>
            </a:r>
          </a:p>
        </p:txBody>
      </p:sp>
      <p:grpSp>
        <p:nvGrpSpPr>
          <p:cNvPr id="172" name="グループ化 171"/>
          <p:cNvGrpSpPr/>
          <p:nvPr/>
        </p:nvGrpSpPr>
        <p:grpSpPr>
          <a:xfrm>
            <a:off x="2766252" y="4437148"/>
            <a:ext cx="2091745" cy="360040"/>
            <a:chOff x="1832183" y="2276872"/>
            <a:chExt cx="2091745" cy="360040"/>
          </a:xfrm>
        </p:grpSpPr>
        <p:grpSp>
          <p:nvGrpSpPr>
            <p:cNvPr id="173" name="グループ化 172"/>
            <p:cNvGrpSpPr/>
            <p:nvPr/>
          </p:nvGrpSpPr>
          <p:grpSpPr>
            <a:xfrm>
              <a:off x="1832183" y="2276872"/>
              <a:ext cx="576064" cy="360040"/>
              <a:chOff x="971600" y="5445224"/>
              <a:chExt cx="7256909" cy="576064"/>
            </a:xfrm>
          </p:grpSpPr>
          <p:sp>
            <p:nvSpPr>
              <p:cNvPr id="183" name="平行四辺形 182"/>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84" name="平行四辺形 183"/>
              <p:cNvSpPr/>
              <p:nvPr/>
            </p:nvSpPr>
            <p:spPr bwMode="auto">
              <a:xfrm>
                <a:off x="971600" y="5445224"/>
                <a:ext cx="7256909"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174" name="グループ化 173"/>
            <p:cNvGrpSpPr/>
            <p:nvPr/>
          </p:nvGrpSpPr>
          <p:grpSpPr>
            <a:xfrm>
              <a:off x="2336239" y="2276872"/>
              <a:ext cx="571610" cy="360040"/>
              <a:chOff x="683976" y="5445224"/>
              <a:chExt cx="7200800" cy="576064"/>
            </a:xfrm>
          </p:grpSpPr>
          <p:sp>
            <p:nvSpPr>
              <p:cNvPr id="181" name="平行四辺形 180"/>
              <p:cNvSpPr/>
              <p:nvPr/>
            </p:nvSpPr>
            <p:spPr bwMode="auto">
              <a:xfrm>
                <a:off x="683976" y="5517232"/>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82" name="平行四辺形 181"/>
              <p:cNvSpPr/>
              <p:nvPr/>
            </p:nvSpPr>
            <p:spPr bwMode="auto">
              <a:xfrm>
                <a:off x="683976" y="5445224"/>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175" name="グループ化 174"/>
            <p:cNvGrpSpPr/>
            <p:nvPr/>
          </p:nvGrpSpPr>
          <p:grpSpPr>
            <a:xfrm>
              <a:off x="2840295" y="2276872"/>
              <a:ext cx="571610" cy="360040"/>
              <a:chOff x="396352" y="5445224"/>
              <a:chExt cx="7200800" cy="576064"/>
            </a:xfrm>
          </p:grpSpPr>
          <p:sp>
            <p:nvSpPr>
              <p:cNvPr id="179" name="平行四辺形 178"/>
              <p:cNvSpPr/>
              <p:nvPr/>
            </p:nvSpPr>
            <p:spPr bwMode="auto">
              <a:xfrm>
                <a:off x="396352" y="5517232"/>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80" name="平行四辺形 179"/>
              <p:cNvSpPr/>
              <p:nvPr/>
            </p:nvSpPr>
            <p:spPr bwMode="auto">
              <a:xfrm>
                <a:off x="396352"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176" name="グループ化 175"/>
            <p:cNvGrpSpPr/>
            <p:nvPr/>
          </p:nvGrpSpPr>
          <p:grpSpPr>
            <a:xfrm>
              <a:off x="3344351" y="2276872"/>
              <a:ext cx="579577" cy="360040"/>
              <a:chOff x="120602" y="5445224"/>
              <a:chExt cx="7200800" cy="576064"/>
            </a:xfrm>
          </p:grpSpPr>
          <p:sp>
            <p:nvSpPr>
              <p:cNvPr id="177" name="平行四辺形 176"/>
              <p:cNvSpPr/>
              <p:nvPr/>
            </p:nvSpPr>
            <p:spPr bwMode="auto">
              <a:xfrm>
                <a:off x="120602" y="5517232"/>
                <a:ext cx="7200800" cy="504056"/>
              </a:xfrm>
              <a:prstGeom prst="parallelogram">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78" name="平行四辺形 177"/>
              <p:cNvSpPr/>
              <p:nvPr/>
            </p:nvSpPr>
            <p:spPr bwMode="auto">
              <a:xfrm>
                <a:off x="120602"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grpSp>
        <p:nvGrpSpPr>
          <p:cNvPr id="185" name="グループ化 184"/>
          <p:cNvGrpSpPr/>
          <p:nvPr/>
        </p:nvGrpSpPr>
        <p:grpSpPr>
          <a:xfrm>
            <a:off x="3126256" y="5067155"/>
            <a:ext cx="2091745" cy="360040"/>
            <a:chOff x="1832183" y="2276872"/>
            <a:chExt cx="2091745" cy="360040"/>
          </a:xfrm>
        </p:grpSpPr>
        <p:grpSp>
          <p:nvGrpSpPr>
            <p:cNvPr id="186" name="グループ化 185"/>
            <p:cNvGrpSpPr/>
            <p:nvPr/>
          </p:nvGrpSpPr>
          <p:grpSpPr>
            <a:xfrm>
              <a:off x="1832183" y="2276872"/>
              <a:ext cx="576064" cy="360040"/>
              <a:chOff x="971600" y="5445224"/>
              <a:chExt cx="7256909" cy="576064"/>
            </a:xfrm>
          </p:grpSpPr>
          <p:sp>
            <p:nvSpPr>
              <p:cNvPr id="196" name="平行四辺形 195"/>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97" name="平行四辺形 196"/>
              <p:cNvSpPr/>
              <p:nvPr/>
            </p:nvSpPr>
            <p:spPr bwMode="auto">
              <a:xfrm>
                <a:off x="971600" y="5445224"/>
                <a:ext cx="7256909"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187" name="グループ化 186"/>
            <p:cNvGrpSpPr/>
            <p:nvPr/>
          </p:nvGrpSpPr>
          <p:grpSpPr>
            <a:xfrm>
              <a:off x="2336239" y="2276872"/>
              <a:ext cx="571610" cy="360040"/>
              <a:chOff x="683976" y="5445224"/>
              <a:chExt cx="7200800" cy="576064"/>
            </a:xfrm>
          </p:grpSpPr>
          <p:sp>
            <p:nvSpPr>
              <p:cNvPr id="194" name="平行四辺形 193"/>
              <p:cNvSpPr/>
              <p:nvPr/>
            </p:nvSpPr>
            <p:spPr bwMode="auto">
              <a:xfrm>
                <a:off x="683976" y="5517232"/>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95" name="平行四辺形 194"/>
              <p:cNvSpPr/>
              <p:nvPr/>
            </p:nvSpPr>
            <p:spPr bwMode="auto">
              <a:xfrm>
                <a:off x="683976" y="5445224"/>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188" name="グループ化 187"/>
            <p:cNvGrpSpPr/>
            <p:nvPr/>
          </p:nvGrpSpPr>
          <p:grpSpPr>
            <a:xfrm>
              <a:off x="2840295" y="2276872"/>
              <a:ext cx="571610" cy="360040"/>
              <a:chOff x="396352" y="5445224"/>
              <a:chExt cx="7200800" cy="576064"/>
            </a:xfrm>
          </p:grpSpPr>
          <p:sp>
            <p:nvSpPr>
              <p:cNvPr id="192" name="平行四辺形 191"/>
              <p:cNvSpPr/>
              <p:nvPr/>
            </p:nvSpPr>
            <p:spPr bwMode="auto">
              <a:xfrm>
                <a:off x="396352" y="5517232"/>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93" name="平行四辺形 192"/>
              <p:cNvSpPr/>
              <p:nvPr/>
            </p:nvSpPr>
            <p:spPr bwMode="auto">
              <a:xfrm>
                <a:off x="396352"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189" name="グループ化 188"/>
            <p:cNvGrpSpPr/>
            <p:nvPr/>
          </p:nvGrpSpPr>
          <p:grpSpPr>
            <a:xfrm>
              <a:off x="3344351" y="2276872"/>
              <a:ext cx="579577" cy="360040"/>
              <a:chOff x="120602" y="5445224"/>
              <a:chExt cx="7200800" cy="576064"/>
            </a:xfrm>
          </p:grpSpPr>
          <p:sp>
            <p:nvSpPr>
              <p:cNvPr id="190" name="平行四辺形 189"/>
              <p:cNvSpPr/>
              <p:nvPr/>
            </p:nvSpPr>
            <p:spPr bwMode="auto">
              <a:xfrm>
                <a:off x="120602" y="5517232"/>
                <a:ext cx="7200800" cy="504056"/>
              </a:xfrm>
              <a:prstGeom prst="parallelogram">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91" name="平行四辺形 190"/>
              <p:cNvSpPr/>
              <p:nvPr/>
            </p:nvSpPr>
            <p:spPr bwMode="auto">
              <a:xfrm>
                <a:off x="120602"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grpSp>
        <p:nvGrpSpPr>
          <p:cNvPr id="198" name="グループ化 197"/>
          <p:cNvGrpSpPr/>
          <p:nvPr/>
        </p:nvGrpSpPr>
        <p:grpSpPr>
          <a:xfrm>
            <a:off x="3486260" y="5697162"/>
            <a:ext cx="2091745" cy="360040"/>
            <a:chOff x="1832183" y="2276872"/>
            <a:chExt cx="2091745" cy="360040"/>
          </a:xfrm>
        </p:grpSpPr>
        <p:grpSp>
          <p:nvGrpSpPr>
            <p:cNvPr id="199" name="グループ化 198"/>
            <p:cNvGrpSpPr/>
            <p:nvPr/>
          </p:nvGrpSpPr>
          <p:grpSpPr>
            <a:xfrm>
              <a:off x="1832183" y="2276872"/>
              <a:ext cx="576064" cy="360040"/>
              <a:chOff x="971600" y="5445224"/>
              <a:chExt cx="7256909" cy="576064"/>
            </a:xfrm>
          </p:grpSpPr>
          <p:sp>
            <p:nvSpPr>
              <p:cNvPr id="209" name="平行四辺形 208"/>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210" name="平行四辺形 209"/>
              <p:cNvSpPr/>
              <p:nvPr/>
            </p:nvSpPr>
            <p:spPr bwMode="auto">
              <a:xfrm>
                <a:off x="971600" y="5445224"/>
                <a:ext cx="7256909"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200" name="グループ化 199"/>
            <p:cNvGrpSpPr/>
            <p:nvPr/>
          </p:nvGrpSpPr>
          <p:grpSpPr>
            <a:xfrm>
              <a:off x="2336239" y="2276872"/>
              <a:ext cx="571610" cy="360040"/>
              <a:chOff x="683976" y="5445224"/>
              <a:chExt cx="7200800" cy="576064"/>
            </a:xfrm>
          </p:grpSpPr>
          <p:sp>
            <p:nvSpPr>
              <p:cNvPr id="207" name="平行四辺形 206"/>
              <p:cNvSpPr/>
              <p:nvPr/>
            </p:nvSpPr>
            <p:spPr bwMode="auto">
              <a:xfrm>
                <a:off x="683976" y="5517232"/>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208" name="平行四辺形 207"/>
              <p:cNvSpPr/>
              <p:nvPr/>
            </p:nvSpPr>
            <p:spPr bwMode="auto">
              <a:xfrm>
                <a:off x="683976" y="5445224"/>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201" name="グループ化 200"/>
            <p:cNvGrpSpPr/>
            <p:nvPr/>
          </p:nvGrpSpPr>
          <p:grpSpPr>
            <a:xfrm>
              <a:off x="2840295" y="2276872"/>
              <a:ext cx="571610" cy="360040"/>
              <a:chOff x="396352" y="5445224"/>
              <a:chExt cx="7200800" cy="576064"/>
            </a:xfrm>
          </p:grpSpPr>
          <p:sp>
            <p:nvSpPr>
              <p:cNvPr id="205" name="平行四辺形 204"/>
              <p:cNvSpPr/>
              <p:nvPr/>
            </p:nvSpPr>
            <p:spPr bwMode="auto">
              <a:xfrm>
                <a:off x="396352" y="5517232"/>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206" name="平行四辺形 205"/>
              <p:cNvSpPr/>
              <p:nvPr/>
            </p:nvSpPr>
            <p:spPr bwMode="auto">
              <a:xfrm>
                <a:off x="396352"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202" name="グループ化 201"/>
            <p:cNvGrpSpPr/>
            <p:nvPr/>
          </p:nvGrpSpPr>
          <p:grpSpPr>
            <a:xfrm>
              <a:off x="3344351" y="2276872"/>
              <a:ext cx="579577" cy="360040"/>
              <a:chOff x="120602" y="5445224"/>
              <a:chExt cx="7200800" cy="576064"/>
            </a:xfrm>
          </p:grpSpPr>
          <p:sp>
            <p:nvSpPr>
              <p:cNvPr id="203" name="平行四辺形 202"/>
              <p:cNvSpPr/>
              <p:nvPr/>
            </p:nvSpPr>
            <p:spPr bwMode="auto">
              <a:xfrm>
                <a:off x="120602" y="5517232"/>
                <a:ext cx="7200800" cy="504056"/>
              </a:xfrm>
              <a:prstGeom prst="parallelogram">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204" name="平行四辺形 203"/>
              <p:cNvSpPr/>
              <p:nvPr/>
            </p:nvSpPr>
            <p:spPr bwMode="auto">
              <a:xfrm>
                <a:off x="120602"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sp>
        <p:nvSpPr>
          <p:cNvPr id="212" name="角丸四角形 211"/>
          <p:cNvSpPr/>
          <p:nvPr/>
        </p:nvSpPr>
        <p:spPr bwMode="auto">
          <a:xfrm>
            <a:off x="5105989" y="1808982"/>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ja-JP" altLang="en-US" dirty="0">
                <a:latin typeface="Arial Narrow" panose="020B0606020202030204" pitchFamily="34" charset="0"/>
              </a:rPr>
              <a:t>製品</a:t>
            </a:r>
          </a:p>
        </p:txBody>
      </p:sp>
      <p:sp>
        <p:nvSpPr>
          <p:cNvPr id="213" name="角丸四角形 212"/>
          <p:cNvSpPr/>
          <p:nvPr/>
        </p:nvSpPr>
        <p:spPr bwMode="auto">
          <a:xfrm>
            <a:off x="6906009" y="2438989"/>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ja-JP" altLang="en-US" dirty="0">
                <a:latin typeface="Arial Narrow" panose="020B0606020202030204" pitchFamily="34" charset="0"/>
              </a:rPr>
              <a:t>製品</a:t>
            </a:r>
          </a:p>
        </p:txBody>
      </p:sp>
      <p:sp>
        <p:nvSpPr>
          <p:cNvPr id="214" name="角丸四角形 213"/>
          <p:cNvSpPr/>
          <p:nvPr/>
        </p:nvSpPr>
        <p:spPr bwMode="auto">
          <a:xfrm>
            <a:off x="8796030" y="3158997"/>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ja-JP" altLang="en-US" dirty="0">
                <a:latin typeface="Arial Narrow" panose="020B0606020202030204" pitchFamily="34" charset="0"/>
              </a:rPr>
              <a:t>製品</a:t>
            </a:r>
          </a:p>
        </p:txBody>
      </p:sp>
      <p:sp>
        <p:nvSpPr>
          <p:cNvPr id="216" name="角丸四角形 215"/>
          <p:cNvSpPr/>
          <p:nvPr/>
        </p:nvSpPr>
        <p:spPr bwMode="auto">
          <a:xfrm>
            <a:off x="5195990" y="4419011"/>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ja-JP" altLang="en-US" dirty="0">
                <a:latin typeface="Arial Narrow" panose="020B0606020202030204" pitchFamily="34" charset="0"/>
              </a:rPr>
              <a:t>製品</a:t>
            </a:r>
          </a:p>
        </p:txBody>
      </p:sp>
      <p:sp>
        <p:nvSpPr>
          <p:cNvPr id="217" name="角丸四角形 216"/>
          <p:cNvSpPr/>
          <p:nvPr/>
        </p:nvSpPr>
        <p:spPr bwMode="auto">
          <a:xfrm>
            <a:off x="5555994" y="5049018"/>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ja-JP" altLang="en-US" dirty="0">
                <a:latin typeface="Arial Narrow" panose="020B0606020202030204" pitchFamily="34" charset="0"/>
              </a:rPr>
              <a:t>製品</a:t>
            </a:r>
          </a:p>
        </p:txBody>
      </p:sp>
      <p:sp>
        <p:nvSpPr>
          <p:cNvPr id="218" name="角丸四角形 217"/>
          <p:cNvSpPr/>
          <p:nvPr/>
        </p:nvSpPr>
        <p:spPr bwMode="auto">
          <a:xfrm>
            <a:off x="5915998" y="5679025"/>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ja-JP" altLang="en-US" dirty="0">
                <a:latin typeface="Arial Narrow" panose="020B0606020202030204" pitchFamily="34" charset="0"/>
              </a:rPr>
              <a:t>製品</a:t>
            </a:r>
          </a:p>
        </p:txBody>
      </p:sp>
      <p:grpSp>
        <p:nvGrpSpPr>
          <p:cNvPr id="97" name="グループ化 96"/>
          <p:cNvGrpSpPr/>
          <p:nvPr/>
        </p:nvGrpSpPr>
        <p:grpSpPr>
          <a:xfrm>
            <a:off x="4529889" y="2456946"/>
            <a:ext cx="2073428" cy="431940"/>
            <a:chOff x="971600" y="5445224"/>
            <a:chExt cx="7256909" cy="576064"/>
          </a:xfrm>
        </p:grpSpPr>
        <p:sp>
          <p:nvSpPr>
            <p:cNvPr id="101" name="平行四辺形 100"/>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02" name="平行四辺形 101"/>
            <p:cNvSpPr/>
            <p:nvPr/>
          </p:nvSpPr>
          <p:spPr bwMode="auto">
            <a:xfrm>
              <a:off x="971600" y="5445224"/>
              <a:ext cx="7256909"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103" name="グループ化 102"/>
          <p:cNvGrpSpPr/>
          <p:nvPr/>
        </p:nvGrpSpPr>
        <p:grpSpPr>
          <a:xfrm>
            <a:off x="6419910" y="3176954"/>
            <a:ext cx="2073428" cy="431940"/>
            <a:chOff x="971600" y="5445224"/>
            <a:chExt cx="7256909" cy="576064"/>
          </a:xfrm>
        </p:grpSpPr>
        <p:sp>
          <p:nvSpPr>
            <p:cNvPr id="104" name="平行四辺形 103"/>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05" name="平行四辺形 104"/>
            <p:cNvSpPr/>
            <p:nvPr/>
          </p:nvSpPr>
          <p:spPr bwMode="auto">
            <a:xfrm>
              <a:off x="971600" y="5445224"/>
              <a:ext cx="7256909"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sp>
        <p:nvSpPr>
          <p:cNvPr id="106" name="正方形/長方形 105"/>
          <p:cNvSpPr/>
          <p:nvPr/>
        </p:nvSpPr>
        <p:spPr>
          <a:xfrm>
            <a:off x="7626018" y="2438989"/>
            <a:ext cx="865983" cy="738664"/>
          </a:xfrm>
          <a:prstGeom prst="rect">
            <a:avLst/>
          </a:prstGeom>
        </p:spPr>
        <p:txBody>
          <a:bodyPr wrap="squar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Tree>
    <p:extLst>
      <p:ext uri="{BB962C8B-B14F-4D97-AF65-F5344CB8AC3E}">
        <p14:creationId xmlns:p14="http://schemas.microsoft.com/office/powerpoint/2010/main" val="208209384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4" name="グループ化 33"/>
          <p:cNvGrpSpPr/>
          <p:nvPr/>
        </p:nvGrpSpPr>
        <p:grpSpPr>
          <a:xfrm>
            <a:off x="3125967" y="3158997"/>
            <a:ext cx="1562400" cy="576064"/>
            <a:chOff x="971600" y="5445224"/>
            <a:chExt cx="7200800" cy="576064"/>
          </a:xfrm>
        </p:grpSpPr>
        <p:sp>
          <p:nvSpPr>
            <p:cNvPr id="35" name="平行四辺形 34"/>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37" name="平行四辺形 36"/>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38" name="グループ化 37"/>
          <p:cNvGrpSpPr/>
          <p:nvPr/>
        </p:nvGrpSpPr>
        <p:grpSpPr>
          <a:xfrm>
            <a:off x="4566127" y="3158997"/>
            <a:ext cx="1562400" cy="576064"/>
            <a:chOff x="971600" y="5445224"/>
            <a:chExt cx="7200800" cy="576064"/>
          </a:xfrm>
        </p:grpSpPr>
        <p:sp>
          <p:nvSpPr>
            <p:cNvPr id="50" name="平行四辺形 49"/>
            <p:cNvSpPr/>
            <p:nvPr/>
          </p:nvSpPr>
          <p:spPr bwMode="auto">
            <a:xfrm>
              <a:off x="971600" y="5517232"/>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51" name="平行四辺形 50"/>
            <p:cNvSpPr/>
            <p:nvPr/>
          </p:nvSpPr>
          <p:spPr bwMode="auto">
            <a:xfrm>
              <a:off x="971600" y="5445224"/>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52" name="グループ化 51"/>
          <p:cNvGrpSpPr/>
          <p:nvPr/>
        </p:nvGrpSpPr>
        <p:grpSpPr>
          <a:xfrm>
            <a:off x="6006287" y="3158997"/>
            <a:ext cx="1562400" cy="576064"/>
            <a:chOff x="971600" y="5445224"/>
            <a:chExt cx="7200800" cy="576064"/>
          </a:xfrm>
        </p:grpSpPr>
        <p:sp>
          <p:nvSpPr>
            <p:cNvPr id="53" name="平行四辺形 52"/>
            <p:cNvSpPr/>
            <p:nvPr/>
          </p:nvSpPr>
          <p:spPr bwMode="auto">
            <a:xfrm>
              <a:off x="971600" y="5517232"/>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54" name="平行四辺形 53"/>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56" name="グループ化 55"/>
          <p:cNvGrpSpPr/>
          <p:nvPr/>
        </p:nvGrpSpPr>
        <p:grpSpPr>
          <a:xfrm>
            <a:off x="7446447" y="3158997"/>
            <a:ext cx="1584176" cy="576064"/>
            <a:chOff x="971600" y="5445224"/>
            <a:chExt cx="7200800" cy="576064"/>
          </a:xfrm>
        </p:grpSpPr>
        <p:sp>
          <p:nvSpPr>
            <p:cNvPr id="62" name="平行四辺形 61"/>
            <p:cNvSpPr/>
            <p:nvPr/>
          </p:nvSpPr>
          <p:spPr bwMode="auto">
            <a:xfrm>
              <a:off x="971600" y="5517232"/>
              <a:ext cx="7200800" cy="504056"/>
            </a:xfrm>
            <a:prstGeom prst="parallelogram">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64" name="平行四辺形 63"/>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sp>
        <p:nvSpPr>
          <p:cNvPr id="3" name="正方形/長方形 2"/>
          <p:cNvSpPr/>
          <p:nvPr/>
        </p:nvSpPr>
        <p:spPr>
          <a:xfrm>
            <a:off x="3087807" y="2294454"/>
            <a:ext cx="865983" cy="738664"/>
          </a:xfrm>
          <a:prstGeom prst="rect">
            <a:avLst/>
          </a:prstGeom>
        </p:spPr>
        <p:txBody>
          <a:bodyPr wrap="squar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36" name="正方形/長方形 35"/>
          <p:cNvSpPr/>
          <p:nvPr/>
        </p:nvSpPr>
        <p:spPr>
          <a:xfrm>
            <a:off x="4527967" y="2294454"/>
            <a:ext cx="937991" cy="738664"/>
          </a:xfrm>
          <a:prstGeom prst="rect">
            <a:avLst/>
          </a:prstGeom>
        </p:spPr>
        <p:txBody>
          <a:bodyPr wrap="square">
            <a:spAutoFit/>
          </a:bodyPr>
          <a:lstStyle/>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49" name="正方形/長方形 48"/>
          <p:cNvSpPr/>
          <p:nvPr/>
        </p:nvSpPr>
        <p:spPr>
          <a:xfrm>
            <a:off x="5970014" y="2313038"/>
            <a:ext cx="865983" cy="738664"/>
          </a:xfrm>
          <a:prstGeom prst="rect">
            <a:avLst/>
          </a:prstGeom>
        </p:spPr>
        <p:txBody>
          <a:bodyPr wrap="square">
            <a:spAutoFit/>
          </a:bodyPr>
          <a:lstStyle/>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ﾟーﾟ</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55" name="正方形/長方形 54"/>
          <p:cNvSpPr/>
          <p:nvPr/>
        </p:nvSpPr>
        <p:spPr>
          <a:xfrm>
            <a:off x="7410174" y="2313038"/>
            <a:ext cx="937991" cy="738664"/>
          </a:xfrm>
          <a:prstGeom prst="rect">
            <a:avLst/>
          </a:prstGeom>
        </p:spPr>
        <p:txBody>
          <a:bodyPr wrap="square">
            <a:spAutoFit/>
          </a:bodyPr>
          <a:lstStyle/>
          <a:p>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ω</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2" name="タイトル 1"/>
          <p:cNvSpPr>
            <a:spLocks noGrp="1"/>
          </p:cNvSpPr>
          <p:nvPr>
            <p:ph type="title"/>
          </p:nvPr>
        </p:nvSpPr>
        <p:spPr/>
        <p:txBody>
          <a:bodyPr/>
          <a:lstStyle/>
          <a:p>
            <a:r>
              <a:rPr lang="ja-JP" altLang="en-US" dirty="0"/>
              <a:t>命令パイプライン</a:t>
            </a:r>
            <a:endParaRPr kumimoji="1" lang="ja-JP" altLang="en-US" dirty="0"/>
          </a:p>
        </p:txBody>
      </p:sp>
      <p:sp>
        <p:nvSpPr>
          <p:cNvPr id="58" name="コンテンツ プレースホルダー 57"/>
          <p:cNvSpPr>
            <a:spLocks noGrp="1"/>
          </p:cNvSpPr>
          <p:nvPr>
            <p:ph idx="4294967295"/>
          </p:nvPr>
        </p:nvSpPr>
        <p:spPr>
          <a:xfrm>
            <a:off x="1775953" y="4689015"/>
            <a:ext cx="8730097" cy="1369161"/>
          </a:xfrm>
          <a:prstGeom prst="rect">
            <a:avLst/>
          </a:prstGeom>
        </p:spPr>
        <p:txBody>
          <a:bodyPr/>
          <a:lstStyle/>
          <a:p>
            <a:pPr lvl="1"/>
            <a:r>
              <a:rPr lang="en-US" altLang="ja-JP"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en-US"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dirty="0"/>
              <a:t>      </a:t>
            </a:r>
            <a:r>
              <a:rPr lang="ja-JP" altLang="en-US" dirty="0"/>
              <a:t>が命令をメモリから読み出す</a:t>
            </a:r>
            <a:endParaRPr lang="en-US" altLang="ja-JP" dirty="0"/>
          </a:p>
          <a:p>
            <a:pPr lvl="1"/>
            <a:r>
              <a:rPr lang="ja-JP" altLang="en-US" dirty="0"/>
              <a:t> </a:t>
            </a:r>
            <a:r>
              <a:rPr lang="en-US" altLang="ja-JP"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dirty="0"/>
              <a:t>   </a:t>
            </a:r>
            <a:r>
              <a:rPr lang="ja-JP" altLang="en-US" dirty="0"/>
              <a:t>がレジスタ・ファイルから入力の値を読み出す</a:t>
            </a:r>
            <a:endParaRPr lang="en-US" altLang="ja-JP" dirty="0"/>
          </a:p>
          <a:p>
            <a:pPr lvl="1"/>
            <a:r>
              <a:rPr lang="ja-JP" altLang="en-US" dirty="0"/>
              <a:t> </a:t>
            </a:r>
            <a:r>
              <a:rPr lang="en-US" altLang="ja-JP"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ﾟーﾟ</a:t>
            </a:r>
            <a:r>
              <a:rPr lang="en-US" altLang="ja-JP"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dirty="0"/>
              <a:t> </a:t>
            </a:r>
            <a:r>
              <a:rPr lang="ja-JP" altLang="en-US" dirty="0"/>
              <a:t>　が演算器（</a:t>
            </a:r>
            <a:r>
              <a:rPr lang="en-US" altLang="ja-JP" dirty="0"/>
              <a:t>FU</a:t>
            </a:r>
            <a:r>
              <a:rPr lang="ja-JP" altLang="en-US" dirty="0"/>
              <a:t>）で計算する</a:t>
            </a:r>
            <a:endParaRPr lang="en-US" altLang="ja-JP" dirty="0"/>
          </a:p>
          <a:p>
            <a:pPr lvl="1"/>
            <a:r>
              <a:rPr lang="ja-JP" altLang="en-US" dirty="0"/>
              <a:t> </a:t>
            </a:r>
            <a:r>
              <a:rPr lang="el-GR" altLang="ja-JP"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l-GR" altLang="ja-JP"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l-GR"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ω</a:t>
            </a:r>
            <a:r>
              <a:rPr lang="ja-JP" altLang="el-GR"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dirty="0"/>
              <a:t>がレジスタ・ファイルに結果を書き込む</a:t>
            </a:r>
            <a:endParaRPr lang="en-US" altLang="ja-JP"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endParaRPr>
          </a:p>
        </p:txBody>
      </p:sp>
      <p:cxnSp>
        <p:nvCxnSpPr>
          <p:cNvPr id="67" name="直線矢印コネクタ 66"/>
          <p:cNvCxnSpPr/>
          <p:nvPr/>
        </p:nvCxnSpPr>
        <p:spPr bwMode="auto">
          <a:xfrm>
            <a:off x="3125967" y="3969006"/>
            <a:ext cx="5904656" cy="0"/>
          </a:xfrm>
          <a:prstGeom prst="straightConnector1">
            <a:avLst/>
          </a:prstGeom>
          <a:ln cap="rnd">
            <a:solidFill>
              <a:schemeClr val="tx1">
                <a:lumMod val="65000"/>
                <a:lumOff val="35000"/>
              </a:schemeClr>
            </a:solidFill>
            <a:headEnd type="none" w="med" len="med"/>
            <a:tailEnd type="arrow"/>
          </a:ln>
        </p:spPr>
        <p:style>
          <a:lnRef idx="2">
            <a:schemeClr val="dk1"/>
          </a:lnRef>
          <a:fillRef idx="0">
            <a:schemeClr val="dk1"/>
          </a:fillRef>
          <a:effectRef idx="1">
            <a:schemeClr val="dk1"/>
          </a:effectRef>
          <a:fontRef idx="minor">
            <a:schemeClr val="tx1"/>
          </a:fontRef>
        </p:style>
      </p:cxnSp>
      <p:sp>
        <p:nvSpPr>
          <p:cNvPr id="97" name="正方形/長方形 96"/>
          <p:cNvSpPr/>
          <p:nvPr/>
        </p:nvSpPr>
        <p:spPr bwMode="auto">
          <a:xfrm>
            <a:off x="2045956" y="1898983"/>
            <a:ext cx="630007" cy="540006"/>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pPr algn="ctr"/>
            <a:r>
              <a:rPr lang="ja-JP" altLang="en-US" sz="1600" dirty="0">
                <a:solidFill>
                  <a:schemeClr val="tx1">
                    <a:lumMod val="75000"/>
                    <a:lumOff val="25000"/>
                  </a:schemeClr>
                </a:solidFill>
              </a:rPr>
              <a:t>命令メモリ</a:t>
            </a:r>
          </a:p>
        </p:txBody>
      </p:sp>
      <p:sp>
        <p:nvSpPr>
          <p:cNvPr id="30" name="Freeform 25"/>
          <p:cNvSpPr>
            <a:spLocks/>
          </p:cNvSpPr>
          <p:nvPr/>
        </p:nvSpPr>
        <p:spPr bwMode="auto">
          <a:xfrm>
            <a:off x="4745985" y="998973"/>
            <a:ext cx="4032448" cy="648072"/>
          </a:xfrm>
          <a:custGeom>
            <a:avLst/>
            <a:gdLst>
              <a:gd name="T0" fmla="*/ 720725 w 1588"/>
              <a:gd name="T1" fmla="*/ 539750 h 340"/>
              <a:gd name="T2" fmla="*/ 720725 w 1588"/>
              <a:gd name="T3" fmla="*/ 360363 h 340"/>
              <a:gd name="T4" fmla="*/ 1800225 w 1588"/>
              <a:gd name="T5" fmla="*/ 360363 h 340"/>
              <a:gd name="T6" fmla="*/ 1800225 w 1588"/>
              <a:gd name="T7" fmla="*/ 539750 h 340"/>
              <a:gd name="T8" fmla="*/ 2520950 w 1588"/>
              <a:gd name="T9" fmla="*/ 539750 h 340"/>
              <a:gd name="T10" fmla="*/ 2520950 w 1588"/>
              <a:gd name="T11" fmla="*/ 0 h 340"/>
              <a:gd name="T12" fmla="*/ 0 w 1588"/>
              <a:gd name="T13" fmla="*/ 0 h 340"/>
              <a:gd name="T14" fmla="*/ 0 w 1588"/>
              <a:gd name="T15" fmla="*/ 539750 h 340"/>
              <a:gd name="T16" fmla="*/ 720725 w 1588"/>
              <a:gd name="T17" fmla="*/ 539750 h 34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588" h="340">
                <a:moveTo>
                  <a:pt x="454" y="340"/>
                </a:moveTo>
                <a:lnTo>
                  <a:pt x="454" y="227"/>
                </a:lnTo>
                <a:lnTo>
                  <a:pt x="1134" y="227"/>
                </a:lnTo>
                <a:lnTo>
                  <a:pt x="1134" y="340"/>
                </a:lnTo>
                <a:lnTo>
                  <a:pt x="1588" y="340"/>
                </a:lnTo>
                <a:lnTo>
                  <a:pt x="1588" y="0"/>
                </a:lnTo>
                <a:lnTo>
                  <a:pt x="0" y="0"/>
                </a:lnTo>
                <a:lnTo>
                  <a:pt x="0" y="340"/>
                </a:lnTo>
                <a:lnTo>
                  <a:pt x="454" y="340"/>
                </a:lnTo>
                <a:close/>
              </a:path>
            </a:pathLst>
          </a:custGeom>
          <a:ln>
            <a:headEnd/>
            <a:tailEnd/>
          </a:ln>
        </p:spPr>
        <p:style>
          <a:lnRef idx="1">
            <a:schemeClr val="accent6"/>
          </a:lnRef>
          <a:fillRef idx="2">
            <a:schemeClr val="accent6"/>
          </a:fillRef>
          <a:effectRef idx="1">
            <a:schemeClr val="accent6"/>
          </a:effectRef>
          <a:fontRef idx="minor">
            <a:schemeClr val="dk1"/>
          </a:fontRef>
        </p:style>
        <p:txBody>
          <a:bodyPr/>
          <a:lstStyle>
            <a:defPPr>
              <a:defRPr lang="ja-JP"/>
            </a:defPPr>
            <a:lvl1pPr marL="0" algn="l" defTabSz="914400" rtl="0" eaLnBrk="1" latinLnBrk="0" hangingPunct="1">
              <a:defRPr kumimoji="1" sz="1800" kern="1200">
                <a:solidFill>
                  <a:schemeClr val="dk1"/>
                </a:solidFill>
                <a:latin typeface="+mn-lt"/>
                <a:ea typeface="+mn-ea"/>
                <a:cs typeface="+mn-cs"/>
              </a:defRPr>
            </a:lvl1pPr>
            <a:lvl2pPr marL="457200" algn="l" defTabSz="914400" rtl="0" eaLnBrk="1" latinLnBrk="0" hangingPunct="1">
              <a:defRPr kumimoji="1" sz="1800" kern="1200">
                <a:solidFill>
                  <a:schemeClr val="dk1"/>
                </a:solidFill>
                <a:latin typeface="+mn-lt"/>
                <a:ea typeface="+mn-ea"/>
                <a:cs typeface="+mn-cs"/>
              </a:defRPr>
            </a:lvl2pPr>
            <a:lvl3pPr marL="914400" algn="l" defTabSz="914400" rtl="0" eaLnBrk="1" latinLnBrk="0" hangingPunct="1">
              <a:defRPr kumimoji="1" sz="1800" kern="1200">
                <a:solidFill>
                  <a:schemeClr val="dk1"/>
                </a:solidFill>
                <a:latin typeface="+mn-lt"/>
                <a:ea typeface="+mn-ea"/>
                <a:cs typeface="+mn-cs"/>
              </a:defRPr>
            </a:lvl3pPr>
            <a:lvl4pPr marL="1371600" algn="l" defTabSz="914400" rtl="0" eaLnBrk="1" latinLnBrk="0" hangingPunct="1">
              <a:defRPr kumimoji="1" sz="1800" kern="1200">
                <a:solidFill>
                  <a:schemeClr val="dk1"/>
                </a:solidFill>
                <a:latin typeface="+mn-lt"/>
                <a:ea typeface="+mn-ea"/>
                <a:cs typeface="+mn-cs"/>
              </a:defRPr>
            </a:lvl4pPr>
            <a:lvl5pPr marL="1828800" algn="l" defTabSz="914400" rtl="0" eaLnBrk="1" latinLnBrk="0" hangingPunct="1">
              <a:defRPr kumimoji="1" sz="1800" kern="1200">
                <a:solidFill>
                  <a:schemeClr val="dk1"/>
                </a:solidFill>
                <a:latin typeface="+mn-lt"/>
                <a:ea typeface="+mn-ea"/>
                <a:cs typeface="+mn-cs"/>
              </a:defRPr>
            </a:lvl5pPr>
            <a:lvl6pPr marL="2286000" algn="l" defTabSz="914400" rtl="0" eaLnBrk="1" latinLnBrk="0" hangingPunct="1">
              <a:defRPr kumimoji="1" sz="1800" kern="1200">
                <a:solidFill>
                  <a:schemeClr val="dk1"/>
                </a:solidFill>
                <a:latin typeface="+mn-lt"/>
                <a:ea typeface="+mn-ea"/>
                <a:cs typeface="+mn-cs"/>
              </a:defRPr>
            </a:lvl6pPr>
            <a:lvl7pPr marL="2743200" algn="l" defTabSz="914400" rtl="0" eaLnBrk="1" latinLnBrk="0" hangingPunct="1">
              <a:defRPr kumimoji="1" sz="1800" kern="1200">
                <a:solidFill>
                  <a:schemeClr val="dk1"/>
                </a:solidFill>
                <a:latin typeface="+mn-lt"/>
                <a:ea typeface="+mn-ea"/>
                <a:cs typeface="+mn-cs"/>
              </a:defRPr>
            </a:lvl7pPr>
            <a:lvl8pPr marL="3200400" algn="l" defTabSz="914400" rtl="0" eaLnBrk="1" latinLnBrk="0" hangingPunct="1">
              <a:defRPr kumimoji="1" sz="1800" kern="1200">
                <a:solidFill>
                  <a:schemeClr val="dk1"/>
                </a:solidFill>
                <a:latin typeface="+mn-lt"/>
                <a:ea typeface="+mn-ea"/>
                <a:cs typeface="+mn-cs"/>
              </a:defRPr>
            </a:lvl8pPr>
            <a:lvl9pPr marL="3657600" algn="l" defTabSz="914400" rtl="0" eaLnBrk="1" latinLnBrk="0" hangingPunct="1">
              <a:defRPr kumimoji="1" sz="1800" kern="1200">
                <a:solidFill>
                  <a:schemeClr val="dk1"/>
                </a:solidFill>
                <a:latin typeface="+mn-lt"/>
                <a:ea typeface="+mn-ea"/>
                <a:cs typeface="+mn-cs"/>
              </a:defRPr>
            </a:lvl9pPr>
          </a:lstStyle>
          <a:p>
            <a:pPr algn="ctr"/>
            <a:r>
              <a:rPr lang="ja-JP" altLang="en-US" dirty="0">
                <a:solidFill>
                  <a:schemeClr val="tx1">
                    <a:lumMod val="75000"/>
                    <a:lumOff val="25000"/>
                  </a:schemeClr>
                </a:solidFill>
              </a:rPr>
              <a:t>レジスタ・ファイル</a:t>
            </a:r>
          </a:p>
        </p:txBody>
      </p:sp>
      <p:sp>
        <p:nvSpPr>
          <p:cNvPr id="31" name="AutoShape 5"/>
          <p:cNvSpPr>
            <a:spLocks noChangeArrowheads="1"/>
          </p:cNvSpPr>
          <p:nvPr/>
        </p:nvSpPr>
        <p:spPr bwMode="auto">
          <a:xfrm rot="-5400000">
            <a:off x="6366165" y="1683049"/>
            <a:ext cx="864096" cy="648072"/>
          </a:xfrm>
          <a:custGeom>
            <a:avLst/>
            <a:gdLst>
              <a:gd name="T0" fmla="*/ 787598 w 21600"/>
              <a:gd name="T1" fmla="*/ 180181 h 21600"/>
              <a:gd name="T2" fmla="*/ 450056 w 21600"/>
              <a:gd name="T3" fmla="*/ 360362 h 21600"/>
              <a:gd name="T4" fmla="*/ 112514 w 21600"/>
              <a:gd name="T5" fmla="*/ 180181 h 21600"/>
              <a:gd name="T6" fmla="*/ 450056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ln>
            <a:headEnd/>
            <a:tailEnd/>
          </a:ln>
        </p:spPr>
        <p:style>
          <a:lnRef idx="1">
            <a:schemeClr val="accent2"/>
          </a:lnRef>
          <a:fillRef idx="2">
            <a:schemeClr val="accent2"/>
          </a:fillRef>
          <a:effectRef idx="1">
            <a:schemeClr val="accent2"/>
          </a:effectRef>
          <a:fontRef idx="minor">
            <a:schemeClr val="dk1"/>
          </a:fontRef>
        </p:style>
        <p:txBody>
          <a:bodyPr vert="eaVert" wrap="none" anchor="ctr"/>
          <a:lstStyle>
            <a:defPPr>
              <a:defRPr lang="ja-JP"/>
            </a:defPPr>
            <a:lvl1pPr marL="0" algn="l" defTabSz="914400" rtl="0" eaLnBrk="1" latinLnBrk="0" hangingPunct="1">
              <a:defRPr kumimoji="1" sz="1800" kern="1200">
                <a:solidFill>
                  <a:schemeClr val="dk1"/>
                </a:solidFill>
                <a:latin typeface="+mn-lt"/>
                <a:ea typeface="+mn-ea"/>
                <a:cs typeface="+mn-cs"/>
              </a:defRPr>
            </a:lvl1pPr>
            <a:lvl2pPr marL="457200" algn="l" defTabSz="914400" rtl="0" eaLnBrk="1" latinLnBrk="0" hangingPunct="1">
              <a:defRPr kumimoji="1" sz="1800" kern="1200">
                <a:solidFill>
                  <a:schemeClr val="dk1"/>
                </a:solidFill>
                <a:latin typeface="+mn-lt"/>
                <a:ea typeface="+mn-ea"/>
                <a:cs typeface="+mn-cs"/>
              </a:defRPr>
            </a:lvl2pPr>
            <a:lvl3pPr marL="914400" algn="l" defTabSz="914400" rtl="0" eaLnBrk="1" latinLnBrk="0" hangingPunct="1">
              <a:defRPr kumimoji="1" sz="1800" kern="1200">
                <a:solidFill>
                  <a:schemeClr val="dk1"/>
                </a:solidFill>
                <a:latin typeface="+mn-lt"/>
                <a:ea typeface="+mn-ea"/>
                <a:cs typeface="+mn-cs"/>
              </a:defRPr>
            </a:lvl3pPr>
            <a:lvl4pPr marL="1371600" algn="l" defTabSz="914400" rtl="0" eaLnBrk="1" latinLnBrk="0" hangingPunct="1">
              <a:defRPr kumimoji="1" sz="1800" kern="1200">
                <a:solidFill>
                  <a:schemeClr val="dk1"/>
                </a:solidFill>
                <a:latin typeface="+mn-lt"/>
                <a:ea typeface="+mn-ea"/>
                <a:cs typeface="+mn-cs"/>
              </a:defRPr>
            </a:lvl4pPr>
            <a:lvl5pPr marL="1828800" algn="l" defTabSz="914400" rtl="0" eaLnBrk="1" latinLnBrk="0" hangingPunct="1">
              <a:defRPr kumimoji="1" sz="1800" kern="1200">
                <a:solidFill>
                  <a:schemeClr val="dk1"/>
                </a:solidFill>
                <a:latin typeface="+mn-lt"/>
                <a:ea typeface="+mn-ea"/>
                <a:cs typeface="+mn-cs"/>
              </a:defRPr>
            </a:lvl5pPr>
            <a:lvl6pPr marL="2286000" algn="l" defTabSz="914400" rtl="0" eaLnBrk="1" latinLnBrk="0" hangingPunct="1">
              <a:defRPr kumimoji="1" sz="1800" kern="1200">
                <a:solidFill>
                  <a:schemeClr val="dk1"/>
                </a:solidFill>
                <a:latin typeface="+mn-lt"/>
                <a:ea typeface="+mn-ea"/>
                <a:cs typeface="+mn-cs"/>
              </a:defRPr>
            </a:lvl6pPr>
            <a:lvl7pPr marL="2743200" algn="l" defTabSz="914400" rtl="0" eaLnBrk="1" latinLnBrk="0" hangingPunct="1">
              <a:defRPr kumimoji="1" sz="1800" kern="1200">
                <a:solidFill>
                  <a:schemeClr val="dk1"/>
                </a:solidFill>
                <a:latin typeface="+mn-lt"/>
                <a:ea typeface="+mn-ea"/>
                <a:cs typeface="+mn-cs"/>
              </a:defRPr>
            </a:lvl7pPr>
            <a:lvl8pPr marL="3200400" algn="l" defTabSz="914400" rtl="0" eaLnBrk="1" latinLnBrk="0" hangingPunct="1">
              <a:defRPr kumimoji="1" sz="1800" kern="1200">
                <a:solidFill>
                  <a:schemeClr val="dk1"/>
                </a:solidFill>
                <a:latin typeface="+mn-lt"/>
                <a:ea typeface="+mn-ea"/>
                <a:cs typeface="+mn-cs"/>
              </a:defRPr>
            </a:lvl8pPr>
            <a:lvl9pPr marL="3657600" algn="l" defTabSz="914400" rtl="0" eaLnBrk="1" latinLnBrk="0" hangingPunct="1">
              <a:defRPr kumimoji="1" sz="1800" kern="1200">
                <a:solidFill>
                  <a:schemeClr val="dk1"/>
                </a:solidFill>
                <a:latin typeface="+mn-lt"/>
                <a:ea typeface="+mn-ea"/>
                <a:cs typeface="+mn-cs"/>
              </a:defRPr>
            </a:lvl9pPr>
          </a:lstStyle>
          <a:p>
            <a:pPr algn="ctr"/>
            <a:r>
              <a:rPr lang="en-US" altLang="ja-JP"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FU</a:t>
            </a:r>
            <a:endPar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grpSp>
        <p:nvGrpSpPr>
          <p:cNvPr id="32" name="グループ化 31"/>
          <p:cNvGrpSpPr/>
          <p:nvPr/>
        </p:nvGrpSpPr>
        <p:grpSpPr>
          <a:xfrm>
            <a:off x="5034017" y="1719053"/>
            <a:ext cx="1008112" cy="432048"/>
            <a:chOff x="3563888" y="2708920"/>
            <a:chExt cx="1296144" cy="432048"/>
          </a:xfrm>
        </p:grpSpPr>
        <p:sp>
          <p:nvSpPr>
            <p:cNvPr id="33" name="Freeform 9"/>
            <p:cNvSpPr>
              <a:spLocks/>
            </p:cNvSpPr>
            <p:nvPr/>
          </p:nvSpPr>
          <p:spPr bwMode="auto">
            <a:xfrm>
              <a:off x="4211960" y="2708920"/>
              <a:ext cx="648072" cy="144016"/>
            </a:xfrm>
            <a:custGeom>
              <a:avLst/>
              <a:gdLst>
                <a:gd name="T0" fmla="*/ 0 w 170"/>
                <a:gd name="T1" fmla="*/ 0 h 170"/>
                <a:gd name="T2" fmla="*/ 0 w 170"/>
                <a:gd name="T3" fmla="*/ 269875 h 170"/>
                <a:gd name="T4" fmla="*/ 269875 w 170"/>
                <a:gd name="T5" fmla="*/ 26987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headEnd/>
              <a:tailEnd type="triangle" w="med" len="med"/>
            </a:ln>
          </p:spPr>
          <p:style>
            <a:lnRef idx="3">
              <a:schemeClr val="accent3"/>
            </a:lnRef>
            <a:fillRef idx="0">
              <a:schemeClr val="accent3"/>
            </a:fillRef>
            <a:effectRef idx="2">
              <a:schemeClr val="accent3"/>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sp>
          <p:nvSpPr>
            <p:cNvPr id="39" name="Freeform 10"/>
            <p:cNvSpPr>
              <a:spLocks/>
            </p:cNvSpPr>
            <p:nvPr/>
          </p:nvSpPr>
          <p:spPr bwMode="auto">
            <a:xfrm>
              <a:off x="3563888" y="2708920"/>
              <a:ext cx="1296144" cy="432048"/>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headEnd/>
              <a:tailEnd type="triangle" w="med" len="med"/>
            </a:ln>
          </p:spPr>
          <p:style>
            <a:lnRef idx="3">
              <a:schemeClr val="accent3"/>
            </a:lnRef>
            <a:fillRef idx="0">
              <a:schemeClr val="accent3"/>
            </a:fillRef>
            <a:effectRef idx="2">
              <a:schemeClr val="accent3"/>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grpSp>
      <p:sp>
        <p:nvSpPr>
          <p:cNvPr id="40" name="Freeform 8"/>
          <p:cNvSpPr>
            <a:spLocks/>
          </p:cNvSpPr>
          <p:nvPr/>
        </p:nvSpPr>
        <p:spPr bwMode="auto">
          <a:xfrm>
            <a:off x="7482289" y="1719053"/>
            <a:ext cx="720080" cy="288032"/>
          </a:xfrm>
          <a:custGeom>
            <a:avLst/>
            <a:gdLst>
              <a:gd name="T0" fmla="*/ 0 w 227"/>
              <a:gd name="T1" fmla="*/ 541338 h 1021"/>
              <a:gd name="T2" fmla="*/ 719138 w 227"/>
              <a:gd name="T3" fmla="*/ 541338 h 1021"/>
              <a:gd name="T4" fmla="*/ 719138 w 227"/>
              <a:gd name="T5" fmla="*/ 0 h 1021"/>
              <a:gd name="T6" fmla="*/ 0 60000 65536"/>
              <a:gd name="T7" fmla="*/ 0 60000 65536"/>
              <a:gd name="T8" fmla="*/ 0 60000 65536"/>
            </a:gdLst>
            <a:ahLst/>
            <a:cxnLst>
              <a:cxn ang="T6">
                <a:pos x="T0" y="T1"/>
              </a:cxn>
              <a:cxn ang="T7">
                <a:pos x="T2" y="T3"/>
              </a:cxn>
              <a:cxn ang="T8">
                <a:pos x="T4" y="T5"/>
              </a:cxn>
            </a:cxnLst>
            <a:rect l="0" t="0" r="r" b="b"/>
            <a:pathLst>
              <a:path w="227" h="1021">
                <a:moveTo>
                  <a:pt x="0" y="1021"/>
                </a:moveTo>
                <a:lnTo>
                  <a:pt x="227" y="1021"/>
                </a:lnTo>
                <a:lnTo>
                  <a:pt x="227" y="0"/>
                </a:lnTo>
              </a:path>
            </a:pathLst>
          </a:custGeom>
          <a:ln w="50800">
            <a:headEnd/>
            <a:tailEnd type="triangle" w="med" len="med"/>
          </a:ln>
        </p:spPr>
        <p:style>
          <a:lnRef idx="3">
            <a:schemeClr val="accent4"/>
          </a:lnRef>
          <a:fillRef idx="0">
            <a:schemeClr val="accent4"/>
          </a:fillRef>
          <a:effectRef idx="2">
            <a:schemeClr val="accent4"/>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grpSp>
        <p:nvGrpSpPr>
          <p:cNvPr id="41" name="グループ化 40"/>
          <p:cNvGrpSpPr/>
          <p:nvPr/>
        </p:nvGrpSpPr>
        <p:grpSpPr>
          <a:xfrm>
            <a:off x="2135957" y="2978995"/>
            <a:ext cx="720009" cy="360004"/>
            <a:chOff x="6372020" y="3699004"/>
            <a:chExt cx="720009" cy="360004"/>
          </a:xfrm>
        </p:grpSpPr>
        <p:sp>
          <p:nvSpPr>
            <p:cNvPr id="42" name="角丸四角形 41"/>
            <p:cNvSpPr/>
            <p:nvPr/>
          </p:nvSpPr>
          <p:spPr bwMode="auto">
            <a:xfrm>
              <a:off x="6372021" y="3699004"/>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en-US" altLang="ja-JP" dirty="0">
                  <a:latin typeface="Arial Narrow" panose="020B0606020202030204" pitchFamily="34" charset="0"/>
                </a:rPr>
                <a:t>a++</a:t>
              </a:r>
              <a:endParaRPr lang="ja-JP" altLang="en-US" dirty="0">
                <a:latin typeface="Arial Narrow" panose="020B0606020202030204" pitchFamily="34" charset="0"/>
              </a:endParaRPr>
            </a:p>
          </p:txBody>
        </p:sp>
        <p:sp>
          <p:nvSpPr>
            <p:cNvPr id="44" name="角丸四角形 43"/>
            <p:cNvSpPr/>
            <p:nvPr/>
          </p:nvSpPr>
          <p:spPr bwMode="auto">
            <a:xfrm>
              <a:off x="6372020" y="3699004"/>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en-US" altLang="ja-JP" dirty="0">
                  <a:latin typeface="Arial Narrow" panose="020B0606020202030204" pitchFamily="34" charset="0"/>
                </a:rPr>
                <a:t>a++</a:t>
              </a:r>
              <a:endParaRPr lang="ja-JP" altLang="en-US" dirty="0">
                <a:latin typeface="Arial Narrow" panose="020B0606020202030204" pitchFamily="34" charset="0"/>
              </a:endParaRPr>
            </a:p>
          </p:txBody>
        </p:sp>
      </p:grpSp>
      <p:sp>
        <p:nvSpPr>
          <p:cNvPr id="96" name="正方形/長方形 95"/>
          <p:cNvSpPr/>
          <p:nvPr/>
        </p:nvSpPr>
        <p:spPr bwMode="auto">
          <a:xfrm>
            <a:off x="1775952" y="2438990"/>
            <a:ext cx="1152128" cy="1710019"/>
          </a:xfrm>
          <a:prstGeom prst="rect">
            <a:avLst/>
          </a:prstGeom>
          <a:ln>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nSpc>
                <a:spcPct val="80000"/>
              </a:lnSpc>
            </a:pPr>
            <a:r>
              <a:rPr lang="en-US" altLang="ja-JP" sz="2000" dirty="0">
                <a:solidFill>
                  <a:schemeClr val="bg1"/>
                </a:solidFill>
                <a:latin typeface="Arial Narrow" panose="020B0606020202030204" pitchFamily="34" charset="0"/>
              </a:rPr>
              <a:t>b=a+1</a:t>
            </a:r>
          </a:p>
          <a:p>
            <a:pPr>
              <a:lnSpc>
                <a:spcPct val="80000"/>
              </a:lnSpc>
            </a:pPr>
            <a:r>
              <a:rPr lang="en-US" altLang="ja-JP" sz="2000" dirty="0">
                <a:solidFill>
                  <a:schemeClr val="bg1"/>
                </a:solidFill>
                <a:latin typeface="Arial Narrow" panose="020B0606020202030204" pitchFamily="34" charset="0"/>
              </a:rPr>
              <a:t>c=b-1</a:t>
            </a:r>
          </a:p>
          <a:p>
            <a:pPr>
              <a:lnSpc>
                <a:spcPct val="80000"/>
              </a:lnSpc>
            </a:pPr>
            <a:r>
              <a:rPr lang="en-US" altLang="ja-JP" sz="2000" dirty="0">
                <a:solidFill>
                  <a:schemeClr val="bg1"/>
                </a:solidFill>
                <a:latin typeface="Arial Narrow" panose="020B0606020202030204" pitchFamily="34" charset="0"/>
              </a:rPr>
              <a:t>d=c+2</a:t>
            </a:r>
          </a:p>
          <a:p>
            <a:pPr>
              <a:lnSpc>
                <a:spcPct val="80000"/>
              </a:lnSpc>
            </a:pPr>
            <a:r>
              <a:rPr lang="en-US" altLang="ja-JP" sz="2000" dirty="0">
                <a:solidFill>
                  <a:schemeClr val="bg1"/>
                </a:solidFill>
                <a:latin typeface="Arial Narrow" panose="020B0606020202030204" pitchFamily="34" charset="0"/>
              </a:rPr>
              <a:t>e=…</a:t>
            </a:r>
          </a:p>
          <a:p>
            <a:pPr>
              <a:lnSpc>
                <a:spcPct val="80000"/>
              </a:lnSpc>
            </a:pPr>
            <a:r>
              <a:rPr lang="en-US" altLang="ja-JP" sz="2000" dirty="0">
                <a:solidFill>
                  <a:schemeClr val="bg1"/>
                </a:solidFill>
                <a:latin typeface="Arial Narrow" panose="020B0606020202030204" pitchFamily="34" charset="0"/>
              </a:rPr>
              <a:t>…</a:t>
            </a:r>
            <a:endParaRPr lang="ja-JP" altLang="en-US" sz="2000" dirty="0">
              <a:solidFill>
                <a:schemeClr val="bg1"/>
              </a:solidFill>
              <a:latin typeface="Arial Narrow" panose="020B0606020202030204" pitchFamily="34" charset="0"/>
            </a:endParaRPr>
          </a:p>
        </p:txBody>
      </p:sp>
      <p:sp>
        <p:nvSpPr>
          <p:cNvPr id="43" name="角丸四角形吹き出し 42"/>
          <p:cNvSpPr/>
          <p:nvPr/>
        </p:nvSpPr>
        <p:spPr bwMode="auto">
          <a:xfrm>
            <a:off x="8076022" y="2078985"/>
            <a:ext cx="1440016" cy="342645"/>
          </a:xfrm>
          <a:prstGeom prst="wedgeRoundRectCallout">
            <a:avLst>
              <a:gd name="adj1" fmla="val -46134"/>
              <a:gd name="adj2" fmla="val 94815"/>
              <a:gd name="adj3" fmla="val 16667"/>
            </a:avLst>
          </a:prstGeom>
          <a:ln>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200" dirty="0">
                <a:solidFill>
                  <a:schemeClr val="tx1">
                    <a:lumMod val="65000"/>
                    <a:lumOff val="35000"/>
                  </a:schemeClr>
                </a:solidFill>
                <a:latin typeface="Arial Narrow" panose="020B0606020202030204" pitchFamily="34" charset="0"/>
              </a:rPr>
              <a:t>結果を書きます！</a:t>
            </a:r>
          </a:p>
        </p:txBody>
      </p:sp>
      <p:sp>
        <p:nvSpPr>
          <p:cNvPr id="45" name="角丸四角形吹き出し 44"/>
          <p:cNvSpPr/>
          <p:nvPr/>
        </p:nvSpPr>
        <p:spPr bwMode="auto">
          <a:xfrm>
            <a:off x="5195990" y="2078984"/>
            <a:ext cx="1170013" cy="342645"/>
          </a:xfrm>
          <a:prstGeom prst="wedgeRoundRectCallout">
            <a:avLst>
              <a:gd name="adj1" fmla="val -41466"/>
              <a:gd name="adj2" fmla="val 84351"/>
              <a:gd name="adj3" fmla="val 16667"/>
            </a:avLst>
          </a:prstGeom>
          <a:ln>
            <a:headEnd/>
            <a:tailEnd type="triangle" w="sm" len="med"/>
          </a:ln>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200" dirty="0">
                <a:solidFill>
                  <a:schemeClr val="tx1">
                    <a:lumMod val="65000"/>
                    <a:lumOff val="35000"/>
                  </a:schemeClr>
                </a:solidFill>
                <a:latin typeface="Arial Narrow" panose="020B0606020202030204" pitchFamily="34" charset="0"/>
              </a:rPr>
              <a:t>入力読みます！</a:t>
            </a:r>
          </a:p>
        </p:txBody>
      </p:sp>
      <p:sp>
        <p:nvSpPr>
          <p:cNvPr id="4" name="角丸四角形吹き出し 44">
            <a:extLst>
              <a:ext uri="{FF2B5EF4-FFF2-40B4-BE49-F238E27FC236}">
                <a16:creationId xmlns:a16="http://schemas.microsoft.com/office/drawing/2014/main" id="{F48F0C35-8E74-4764-1A96-ED52AF5CA426}"/>
              </a:ext>
            </a:extLst>
          </p:cNvPr>
          <p:cNvSpPr/>
          <p:nvPr/>
        </p:nvSpPr>
        <p:spPr bwMode="auto">
          <a:xfrm>
            <a:off x="3575972" y="2078985"/>
            <a:ext cx="1170013" cy="342645"/>
          </a:xfrm>
          <a:prstGeom prst="wedgeRoundRectCallout">
            <a:avLst>
              <a:gd name="adj1" fmla="val -41466"/>
              <a:gd name="adj2" fmla="val 84351"/>
              <a:gd name="adj3" fmla="val 16667"/>
            </a:avLst>
          </a:prstGeom>
          <a:ln>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200" dirty="0">
                <a:solidFill>
                  <a:schemeClr val="tx1">
                    <a:lumMod val="65000"/>
                    <a:lumOff val="35000"/>
                  </a:schemeClr>
                </a:solidFill>
                <a:latin typeface="Arial Narrow" panose="020B0606020202030204" pitchFamily="34" charset="0"/>
              </a:rPr>
              <a:t>命令を読むで</a:t>
            </a:r>
          </a:p>
        </p:txBody>
      </p:sp>
      <p:sp>
        <p:nvSpPr>
          <p:cNvPr id="5" name="角丸四角形 45">
            <a:extLst>
              <a:ext uri="{FF2B5EF4-FFF2-40B4-BE49-F238E27FC236}">
                <a16:creationId xmlns:a16="http://schemas.microsoft.com/office/drawing/2014/main" id="{7FF0CD6D-AD85-0058-EE34-07B6E5742E6A}"/>
              </a:ext>
            </a:extLst>
          </p:cNvPr>
          <p:cNvSpPr/>
          <p:nvPr/>
        </p:nvSpPr>
        <p:spPr bwMode="auto">
          <a:xfrm>
            <a:off x="4932004" y="2978995"/>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kumimoji="1" lang="en-US" altLang="ja-JP" dirty="0">
                <a:solidFill>
                  <a:schemeClr val="bg1"/>
                </a:solidFill>
                <a:latin typeface="Arial Narrow" panose="020B0606020202030204" pitchFamily="34" charset="0"/>
              </a:rPr>
              <a:t>b=a+1</a:t>
            </a:r>
            <a:endParaRPr kumimoji="1" lang="ja-JP" altLang="en-US" dirty="0">
              <a:solidFill>
                <a:schemeClr val="bg1"/>
              </a:solidFill>
              <a:latin typeface="Arial Narrow" panose="020B0606020202030204" pitchFamily="34" charset="0"/>
            </a:endParaRPr>
          </a:p>
        </p:txBody>
      </p:sp>
      <p:sp>
        <p:nvSpPr>
          <p:cNvPr id="6" name="角丸四角形 46">
            <a:extLst>
              <a:ext uri="{FF2B5EF4-FFF2-40B4-BE49-F238E27FC236}">
                <a16:creationId xmlns:a16="http://schemas.microsoft.com/office/drawing/2014/main" id="{481D9CA3-D3B1-1E81-4BF5-42CE1C8531CC}"/>
              </a:ext>
            </a:extLst>
          </p:cNvPr>
          <p:cNvSpPr/>
          <p:nvPr/>
        </p:nvSpPr>
        <p:spPr bwMode="auto">
          <a:xfrm>
            <a:off x="3491988" y="2978995"/>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en-US" altLang="ja-JP" dirty="0">
                <a:solidFill>
                  <a:schemeClr val="bg1"/>
                </a:solidFill>
                <a:latin typeface="Arial Narrow" panose="020B0606020202030204" pitchFamily="34" charset="0"/>
              </a:rPr>
              <a:t>c=b-1</a:t>
            </a:r>
            <a:endParaRPr kumimoji="1" lang="ja-JP" altLang="en-US" dirty="0">
              <a:solidFill>
                <a:schemeClr val="bg1"/>
              </a:solidFill>
              <a:latin typeface="Arial Narrow" panose="020B0606020202030204" pitchFamily="34" charset="0"/>
            </a:endParaRPr>
          </a:p>
        </p:txBody>
      </p:sp>
      <p:sp>
        <p:nvSpPr>
          <p:cNvPr id="7" name="角丸四角形吹き出し 44">
            <a:extLst>
              <a:ext uri="{FF2B5EF4-FFF2-40B4-BE49-F238E27FC236}">
                <a16:creationId xmlns:a16="http://schemas.microsoft.com/office/drawing/2014/main" id="{63D669BC-E2D3-8C3D-3D28-5BB9D4821832}"/>
              </a:ext>
            </a:extLst>
          </p:cNvPr>
          <p:cNvSpPr/>
          <p:nvPr/>
        </p:nvSpPr>
        <p:spPr bwMode="auto">
          <a:xfrm>
            <a:off x="6636006" y="2078985"/>
            <a:ext cx="1170013" cy="342645"/>
          </a:xfrm>
          <a:prstGeom prst="wedgeRoundRectCallout">
            <a:avLst>
              <a:gd name="adj1" fmla="val -41466"/>
              <a:gd name="adj2" fmla="val 84351"/>
              <a:gd name="adj3" fmla="val 16667"/>
            </a:avLst>
          </a:prstGeom>
          <a:ln>
            <a:headEnd/>
            <a:tailEnd type="triangle" w="sm" len="med"/>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200" dirty="0">
                <a:solidFill>
                  <a:schemeClr val="tx1">
                    <a:lumMod val="65000"/>
                    <a:lumOff val="35000"/>
                  </a:schemeClr>
                </a:solidFill>
                <a:latin typeface="Arial Narrow" panose="020B0606020202030204" pitchFamily="34" charset="0"/>
              </a:rPr>
              <a:t>計算します！</a:t>
            </a:r>
          </a:p>
        </p:txBody>
      </p:sp>
      <p:cxnSp>
        <p:nvCxnSpPr>
          <p:cNvPr id="9" name="直線矢印コネクタ 8">
            <a:extLst>
              <a:ext uri="{FF2B5EF4-FFF2-40B4-BE49-F238E27FC236}">
                <a16:creationId xmlns:a16="http://schemas.microsoft.com/office/drawing/2014/main" id="{FF259F9E-0E64-43B6-0FA7-3065632126D9}"/>
              </a:ext>
            </a:extLst>
          </p:cNvPr>
          <p:cNvCxnSpPr>
            <a:cxnSpLocks/>
          </p:cNvCxnSpPr>
          <p:nvPr/>
        </p:nvCxnSpPr>
        <p:spPr bwMode="auto">
          <a:xfrm>
            <a:off x="2405959" y="3068996"/>
            <a:ext cx="990011" cy="0"/>
          </a:xfrm>
          <a:prstGeom prst="straightConnector1">
            <a:avLst/>
          </a:prstGeom>
          <a:ln>
            <a:headEnd type="none" w="med" len="med"/>
            <a:tailEnd type="triangle"/>
          </a:ln>
        </p:spPr>
        <p:style>
          <a:lnRef idx="2">
            <a:schemeClr val="accent5"/>
          </a:lnRef>
          <a:fillRef idx="0">
            <a:schemeClr val="accent5"/>
          </a:fillRef>
          <a:effectRef idx="1">
            <a:schemeClr val="accent5"/>
          </a:effectRef>
          <a:fontRef idx="minor">
            <a:schemeClr val="tx1"/>
          </a:fontRef>
        </p:style>
      </p:cxnSp>
    </p:spTree>
    <p:extLst>
      <p:ext uri="{BB962C8B-B14F-4D97-AF65-F5344CB8AC3E}">
        <p14:creationId xmlns:p14="http://schemas.microsoft.com/office/powerpoint/2010/main" val="65861317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01B8E476-23F0-F3C9-8AE5-F3874CA26BAD}"/>
              </a:ext>
            </a:extLst>
          </p:cNvPr>
          <p:cNvSpPr>
            <a:spLocks noGrp="1"/>
          </p:cNvSpPr>
          <p:nvPr>
            <p:ph type="sldNum" sz="quarter" idx="10"/>
          </p:nvPr>
        </p:nvSpPr>
        <p:spPr/>
        <p:txBody>
          <a:bodyPr/>
          <a:lstStyle/>
          <a:p>
            <a:fld id="{D2D8002D-B5B0-4BAC-B1F6-782DDCCE6D9C}" type="slidenum">
              <a:rPr kumimoji="1" lang="ja-JP" altLang="en-US" smtClean="0"/>
              <a:pPr/>
              <a:t>69</a:t>
            </a:fld>
            <a:endParaRPr kumimoji="1" lang="ja-JP" altLang="en-US"/>
          </a:p>
        </p:txBody>
      </p:sp>
      <p:sp>
        <p:nvSpPr>
          <p:cNvPr id="3" name="タイトル 2">
            <a:extLst>
              <a:ext uri="{FF2B5EF4-FFF2-40B4-BE49-F238E27FC236}">
                <a16:creationId xmlns:a16="http://schemas.microsoft.com/office/drawing/2014/main" id="{92A684E6-1C7C-2B52-2ABA-105326B1B33A}"/>
              </a:ext>
            </a:extLst>
          </p:cNvPr>
          <p:cNvSpPr>
            <a:spLocks noGrp="1"/>
          </p:cNvSpPr>
          <p:nvPr>
            <p:ph type="title"/>
          </p:nvPr>
        </p:nvSpPr>
        <p:spPr/>
        <p:txBody>
          <a:bodyPr/>
          <a:lstStyle/>
          <a:p>
            <a:r>
              <a:rPr kumimoji="1" lang="ja-JP" altLang="en-US" b="1" dirty="0"/>
              <a:t>ここのまでの振り返りと方向性</a:t>
            </a:r>
            <a:endParaRPr kumimoji="1" lang="en-US" b="1" dirty="0"/>
          </a:p>
        </p:txBody>
      </p:sp>
    </p:spTree>
    <p:extLst>
      <p:ext uri="{BB962C8B-B14F-4D97-AF65-F5344CB8AC3E}">
        <p14:creationId xmlns:p14="http://schemas.microsoft.com/office/powerpoint/2010/main" val="423518607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a:extLst>
              <a:ext uri="{FF2B5EF4-FFF2-40B4-BE49-F238E27FC236}">
                <a16:creationId xmlns:a16="http://schemas.microsoft.com/office/drawing/2014/main" id="{9D2EBBB5-4CD5-0E45-FF40-DD253B5BC6AF}"/>
              </a:ext>
            </a:extLst>
          </p:cNvPr>
          <p:cNvSpPr>
            <a:spLocks noGrp="1"/>
          </p:cNvSpPr>
          <p:nvPr>
            <p:ph type="title"/>
          </p:nvPr>
        </p:nvSpPr>
        <p:spPr/>
        <p:txBody>
          <a:bodyPr/>
          <a:lstStyle/>
          <a:p>
            <a:r>
              <a:rPr lang="ja-JP" altLang="en-US" dirty="0"/>
              <a:t>ここのまでのまとめ</a:t>
            </a:r>
            <a:endParaRPr lang="en-US" dirty="0"/>
          </a:p>
        </p:txBody>
      </p:sp>
      <p:sp>
        <p:nvSpPr>
          <p:cNvPr id="5" name="テキスト プレースホルダー 4">
            <a:extLst>
              <a:ext uri="{FF2B5EF4-FFF2-40B4-BE49-F238E27FC236}">
                <a16:creationId xmlns:a16="http://schemas.microsoft.com/office/drawing/2014/main" id="{E3ABECA1-C68D-FD5E-4A24-617BDDF75987}"/>
              </a:ext>
            </a:extLst>
          </p:cNvPr>
          <p:cNvSpPr>
            <a:spLocks noGrp="1"/>
          </p:cNvSpPr>
          <p:nvPr>
            <p:ph type="body" sz="quarter" idx="10"/>
          </p:nvPr>
        </p:nvSpPr>
        <p:spPr/>
        <p:txBody>
          <a:bodyPr/>
          <a:lstStyle/>
          <a:p>
            <a:pPr marL="457200" indent="-457200">
              <a:buFont typeface="+mj-lt"/>
              <a:buAutoNum type="arabicPeriod"/>
            </a:pPr>
            <a:r>
              <a:rPr lang="ja-JP" altLang="en-US" dirty="0"/>
              <a:t>消費電力は回路の大きさに比例する</a:t>
            </a:r>
            <a:endParaRPr lang="en-US" altLang="ja-JP" dirty="0"/>
          </a:p>
          <a:p>
            <a:pPr lvl="1"/>
            <a:r>
              <a:rPr lang="ja-JP" altLang="en-US" dirty="0"/>
              <a:t>水タンクの総量が大きくなるイメージ</a:t>
            </a:r>
            <a:endParaRPr lang="en-US" altLang="ja-JP" dirty="0"/>
          </a:p>
          <a:p>
            <a:pPr marL="457200" indent="-457200">
              <a:buFont typeface="+mj-lt"/>
              <a:buAutoNum type="arabicPeriod"/>
            </a:pPr>
            <a:r>
              <a:rPr lang="en-US" altLang="ja-JP" dirty="0"/>
              <a:t>CPU </a:t>
            </a:r>
            <a:r>
              <a:rPr lang="ja-JP" altLang="en-US" dirty="0"/>
              <a:t>の動作</a:t>
            </a:r>
            <a:endParaRPr lang="en-US" altLang="ja-JP" dirty="0"/>
          </a:p>
          <a:p>
            <a:pPr lvl="1"/>
            <a:r>
              <a:rPr lang="ja-JP" altLang="en-US" dirty="0"/>
              <a:t>命令を読んで，レジスタを読んで，計算し，レジスタに戻す</a:t>
            </a:r>
            <a:endParaRPr lang="en-US" altLang="ja-JP" dirty="0"/>
          </a:p>
          <a:p>
            <a:pPr lvl="1"/>
            <a:r>
              <a:rPr lang="ja-JP" altLang="en-US" dirty="0"/>
              <a:t>流れ作業によって効率を上げている</a:t>
            </a:r>
            <a:endParaRPr lang="en-US" altLang="ja-JP" dirty="0"/>
          </a:p>
          <a:p>
            <a:r>
              <a:rPr lang="ja-JP" altLang="en-US" dirty="0"/>
              <a:t>これらをもとに，エネルギー効率とアーキテクチャを見ていく</a:t>
            </a:r>
            <a:endParaRPr lang="en-US" altLang="ja-JP" dirty="0"/>
          </a:p>
        </p:txBody>
      </p:sp>
    </p:spTree>
    <p:extLst>
      <p:ext uri="{BB962C8B-B14F-4D97-AF65-F5344CB8AC3E}">
        <p14:creationId xmlns:p14="http://schemas.microsoft.com/office/powerpoint/2010/main" val="422660886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a:extLst>
              <a:ext uri="{FF2B5EF4-FFF2-40B4-BE49-F238E27FC236}">
                <a16:creationId xmlns:a16="http://schemas.microsoft.com/office/drawing/2014/main" id="{9D2EBBB5-4CD5-0E45-FF40-DD253B5BC6AF}"/>
              </a:ext>
            </a:extLst>
          </p:cNvPr>
          <p:cNvSpPr>
            <a:spLocks noGrp="1"/>
          </p:cNvSpPr>
          <p:nvPr>
            <p:ph type="title"/>
          </p:nvPr>
        </p:nvSpPr>
        <p:spPr/>
        <p:txBody>
          <a:bodyPr/>
          <a:lstStyle/>
          <a:p>
            <a:r>
              <a:rPr lang="en-US" altLang="ja-JP" dirty="0"/>
              <a:t>CPU </a:t>
            </a:r>
            <a:r>
              <a:rPr lang="ja-JP" altLang="en-US" dirty="0"/>
              <a:t>や </a:t>
            </a:r>
            <a:r>
              <a:rPr lang="en-US" altLang="ja-JP" dirty="0"/>
              <a:t>GPU </a:t>
            </a:r>
            <a:r>
              <a:rPr lang="ja-JP" altLang="en-US" dirty="0"/>
              <a:t>などのエネルギー効率とは</a:t>
            </a:r>
            <a:br>
              <a:rPr lang="en-US" altLang="ja-JP" dirty="0"/>
            </a:br>
            <a:r>
              <a:rPr lang="ja-JP" altLang="en-US" sz="2000" dirty="0"/>
              <a:t>牧野先生の </a:t>
            </a:r>
            <a:r>
              <a:rPr lang="en-US" altLang="ja-JP" sz="2000" dirty="0"/>
              <a:t>Principles of High-Performance Processor Design </a:t>
            </a:r>
            <a:r>
              <a:rPr lang="ja-JP" altLang="en-US" sz="2000" dirty="0"/>
              <a:t>より</a:t>
            </a:r>
            <a:endParaRPr lang="en-US" dirty="0"/>
          </a:p>
        </p:txBody>
      </p:sp>
      <mc:AlternateContent xmlns:mc="http://schemas.openxmlformats.org/markup-compatibility/2006" xmlns:a14="http://schemas.microsoft.com/office/drawing/2010/main">
        <mc:Choice Requires="a14">
          <p:sp>
            <p:nvSpPr>
              <p:cNvPr id="5" name="テキスト プレースホルダー 4">
                <a:extLst>
                  <a:ext uri="{FF2B5EF4-FFF2-40B4-BE49-F238E27FC236}">
                    <a16:creationId xmlns:a16="http://schemas.microsoft.com/office/drawing/2014/main" id="{E3ABECA1-C68D-FD5E-4A24-617BDDF75987}"/>
                  </a:ext>
                </a:extLst>
              </p:cNvPr>
              <p:cNvSpPr>
                <a:spLocks noGrp="1"/>
              </p:cNvSpPr>
              <p:nvPr>
                <p:ph type="body" sz="quarter" idx="10"/>
              </p:nvPr>
            </p:nvSpPr>
            <p:spPr>
              <a:xfrm>
                <a:off x="1325947" y="1088974"/>
                <a:ext cx="9630107" cy="5490061"/>
              </a:xfrm>
            </p:spPr>
            <p:txBody>
              <a:bodyPr/>
              <a:lstStyle/>
              <a:p>
                <a14:m>
                  <m:oMath xmlns:m="http://schemas.openxmlformats.org/officeDocument/2006/math">
                    <m:r>
                      <m:rPr>
                        <m:nor/>
                      </m:rPr>
                      <a:rPr lang="ja-JP" altLang="en-US" dirty="0" smtClean="0"/>
                      <m:t>効率 </m:t>
                    </m:r>
                    <m:r>
                      <a:rPr lang="en-US" altLang="ja-JP" i="1" dirty="0">
                        <a:latin typeface="Cambria Math" panose="02040503050406030204" pitchFamily="18" charset="0"/>
                      </a:rPr>
                      <m:t>𝜂</m:t>
                    </m:r>
                    <m:r>
                      <a:rPr lang="en-US" altLang="ja-JP" i="1" dirty="0">
                        <a:latin typeface="Cambria Math" panose="02040503050406030204" pitchFamily="18" charset="0"/>
                      </a:rPr>
                      <m:t>=</m:t>
                    </m:r>
                    <m:f>
                      <m:fPr>
                        <m:ctrlPr>
                          <a:rPr lang="en-US" altLang="ja-JP" i="1" dirty="0">
                            <a:latin typeface="Cambria Math" panose="02040503050406030204" pitchFamily="18" charset="0"/>
                          </a:rPr>
                        </m:ctrlPr>
                      </m:fPr>
                      <m:num>
                        <m:sSub>
                          <m:sSubPr>
                            <m:ctrlPr>
                              <a:rPr lang="en-US" altLang="ja-JP" i="1" dirty="0">
                                <a:latin typeface="Cambria Math" panose="02040503050406030204" pitchFamily="18" charset="0"/>
                              </a:rPr>
                            </m:ctrlPr>
                          </m:sSubPr>
                          <m:e>
                            <m:r>
                              <a:rPr lang="en-US" altLang="ja-JP" i="1" dirty="0">
                                <a:latin typeface="Cambria Math" panose="02040503050406030204" pitchFamily="18" charset="0"/>
                              </a:rPr>
                              <m:t>𝑃</m:t>
                            </m:r>
                          </m:e>
                          <m:sub>
                            <m:r>
                              <a:rPr lang="en-US" altLang="ja-JP" b="0" i="1" dirty="0" smtClean="0">
                                <a:latin typeface="Cambria Math" panose="02040503050406030204" pitchFamily="18" charset="0"/>
                              </a:rPr>
                              <m:t>𝑚𝑖𝑛</m:t>
                            </m:r>
                          </m:sub>
                        </m:sSub>
                      </m:num>
                      <m:den>
                        <m:sSub>
                          <m:sSubPr>
                            <m:ctrlPr>
                              <a:rPr lang="en-US" altLang="ja-JP" i="1" dirty="0">
                                <a:latin typeface="Cambria Math" panose="02040503050406030204" pitchFamily="18" charset="0"/>
                              </a:rPr>
                            </m:ctrlPr>
                          </m:sSubPr>
                          <m:e>
                            <m:r>
                              <a:rPr lang="en-US" altLang="ja-JP" i="1" dirty="0">
                                <a:latin typeface="Cambria Math" panose="02040503050406030204" pitchFamily="18" charset="0"/>
                              </a:rPr>
                              <m:t>𝑃</m:t>
                            </m:r>
                          </m:e>
                          <m:sub>
                            <m:r>
                              <a:rPr lang="en-US" altLang="ja-JP" i="1" dirty="0">
                                <a:latin typeface="Cambria Math" panose="02040503050406030204" pitchFamily="18" charset="0"/>
                              </a:rPr>
                              <m:t>𝑎𝑐𝑡𝑢𝑎</m:t>
                            </m:r>
                            <m:r>
                              <a:rPr lang="en-US" altLang="ja-JP" i="1" dirty="0" err="1">
                                <a:latin typeface="Cambria Math" panose="02040503050406030204" pitchFamily="18" charset="0"/>
                              </a:rPr>
                              <m:t>𝑙</m:t>
                            </m:r>
                          </m:sub>
                        </m:sSub>
                      </m:den>
                    </m:f>
                    <m:r>
                      <a:rPr lang="en-US" altLang="ja-JP" b="0" i="1" dirty="0" smtClean="0">
                        <a:latin typeface="Cambria Math" panose="02040503050406030204" pitchFamily="18" charset="0"/>
                      </a:rPr>
                      <m:t>=</m:t>
                    </m:r>
                    <m:f>
                      <m:fPr>
                        <m:ctrlPr>
                          <a:rPr lang="en-US" altLang="ja-JP" i="1" dirty="0">
                            <a:latin typeface="Cambria Math" panose="02040503050406030204" pitchFamily="18" charset="0"/>
                          </a:rPr>
                        </m:ctrlPr>
                      </m:fPr>
                      <m:num>
                        <m:sSub>
                          <m:sSubPr>
                            <m:ctrlPr>
                              <a:rPr lang="en-US" altLang="ja-JP" i="1" dirty="0">
                                <a:latin typeface="Cambria Math" panose="02040503050406030204" pitchFamily="18" charset="0"/>
                              </a:rPr>
                            </m:ctrlPr>
                          </m:sSubPr>
                          <m:e>
                            <m:r>
                              <a:rPr lang="en-US" altLang="ja-JP" i="1" dirty="0">
                                <a:latin typeface="Cambria Math" panose="02040503050406030204" pitchFamily="18" charset="0"/>
                              </a:rPr>
                              <m:t>𝑃</m:t>
                            </m:r>
                          </m:e>
                          <m:sub>
                            <m:r>
                              <a:rPr lang="en-US" altLang="ja-JP" b="0" i="1" dirty="0" smtClean="0">
                                <a:latin typeface="Cambria Math" panose="02040503050406030204" pitchFamily="18" charset="0"/>
                              </a:rPr>
                              <m:t>𝑚𝑖𝑛</m:t>
                            </m:r>
                          </m:sub>
                        </m:sSub>
                      </m:num>
                      <m:den>
                        <m:sSub>
                          <m:sSubPr>
                            <m:ctrlPr>
                              <a:rPr lang="en-US" altLang="ja-JP" i="1" dirty="0">
                                <a:latin typeface="Cambria Math" panose="02040503050406030204" pitchFamily="18" charset="0"/>
                              </a:rPr>
                            </m:ctrlPr>
                          </m:sSubPr>
                          <m:e>
                            <m:r>
                              <a:rPr lang="en-US" altLang="ja-JP" i="1" dirty="0">
                                <a:latin typeface="Cambria Math" panose="02040503050406030204" pitchFamily="18" charset="0"/>
                              </a:rPr>
                              <m:t>𝑃</m:t>
                            </m:r>
                          </m:e>
                          <m:sub>
                            <m:r>
                              <a:rPr lang="en-US" altLang="ja-JP" b="0" i="1" dirty="0" smtClean="0">
                                <a:latin typeface="Cambria Math" panose="02040503050406030204" pitchFamily="18" charset="0"/>
                              </a:rPr>
                              <m:t>𝑚𝑖𝑛</m:t>
                            </m:r>
                          </m:sub>
                        </m:sSub>
                        <m:r>
                          <a:rPr lang="en-US" altLang="ja-JP" b="0" i="1" dirty="0" smtClean="0">
                            <a:latin typeface="Cambria Math" panose="02040503050406030204" pitchFamily="18" charset="0"/>
                          </a:rPr>
                          <m:t>+</m:t>
                        </m:r>
                        <m:sSub>
                          <m:sSubPr>
                            <m:ctrlPr>
                              <a:rPr lang="en-US" altLang="ja-JP" i="1" dirty="0">
                                <a:latin typeface="Cambria Math" panose="02040503050406030204" pitchFamily="18" charset="0"/>
                              </a:rPr>
                            </m:ctrlPr>
                          </m:sSubPr>
                          <m:e>
                            <m:r>
                              <a:rPr lang="en-US" altLang="ja-JP" i="1" dirty="0">
                                <a:latin typeface="Cambria Math" panose="02040503050406030204" pitchFamily="18" charset="0"/>
                              </a:rPr>
                              <m:t>𝑃</m:t>
                            </m:r>
                          </m:e>
                          <m:sub>
                            <m:r>
                              <a:rPr lang="en-US" altLang="ja-JP" b="0" i="1" dirty="0" smtClean="0">
                                <a:latin typeface="Cambria Math" panose="02040503050406030204" pitchFamily="18" charset="0"/>
                              </a:rPr>
                              <m:t>𝑜𝑣𝑒𝑟h𝑒𝑎𝑑</m:t>
                            </m:r>
                          </m:sub>
                        </m:sSub>
                      </m:den>
                    </m:f>
                  </m:oMath>
                </a14:m>
                <a:endParaRPr lang="en-US" altLang="ja-JP" dirty="0"/>
              </a:p>
              <a:p>
                <a14:m>
                  <m:oMath xmlns:m="http://schemas.openxmlformats.org/officeDocument/2006/math">
                    <m:sSub>
                      <m:sSubPr>
                        <m:ctrlPr>
                          <a:rPr lang="en-US" altLang="ja-JP" b="0" i="1" dirty="0" smtClean="0">
                            <a:latin typeface="Cambria Math" panose="02040503050406030204" pitchFamily="18" charset="0"/>
                          </a:rPr>
                        </m:ctrlPr>
                      </m:sSubPr>
                      <m:e>
                        <m:r>
                          <a:rPr lang="en-US" altLang="ja-JP" i="1" dirty="0" smtClean="0">
                            <a:latin typeface="Cambria Math" panose="02040503050406030204" pitchFamily="18" charset="0"/>
                          </a:rPr>
                          <m:t>𝑃</m:t>
                        </m:r>
                      </m:e>
                      <m:sub>
                        <m:r>
                          <a:rPr lang="en-US" altLang="ja-JP" b="0" i="1" dirty="0" smtClean="0">
                            <a:latin typeface="Cambria Math" panose="02040503050406030204" pitchFamily="18" charset="0"/>
                          </a:rPr>
                          <m:t>𝑚𝑖𝑛</m:t>
                        </m:r>
                      </m:sub>
                    </m:sSub>
                    <m:r>
                      <a:rPr lang="en-US" altLang="ja-JP" i="1" dirty="0" smtClean="0">
                        <a:latin typeface="Cambria Math" panose="02040503050406030204" pitchFamily="18" charset="0"/>
                      </a:rPr>
                      <m:t>=</m:t>
                    </m:r>
                  </m:oMath>
                </a14:m>
                <a:r>
                  <a:rPr lang="en-US" altLang="ja-JP" dirty="0"/>
                  <a:t> </a:t>
                </a:r>
                <a:r>
                  <a:rPr lang="ja-JP" altLang="en-US" dirty="0"/>
                  <a:t>そのアプリケーション内の「演算」を行うのに最低必要なエネルギー</a:t>
                </a:r>
                <a:endParaRPr lang="en-US" altLang="ja-JP" dirty="0"/>
              </a:p>
              <a:p>
                <a:pPr lvl="1"/>
                <a:r>
                  <a:rPr lang="ja-JP" altLang="en-US" dirty="0"/>
                  <a:t>たとえば行列積であれば，乗算や加算そのものに必要なエネルギー</a:t>
                </a:r>
                <a:endParaRPr lang="en-US" altLang="ja-JP" dirty="0"/>
              </a:p>
              <a:p>
                <a14:m>
                  <m:oMath xmlns:m="http://schemas.openxmlformats.org/officeDocument/2006/math">
                    <m:sSub>
                      <m:sSubPr>
                        <m:ctrlPr>
                          <a:rPr lang="en-US" altLang="ja-JP" i="1" dirty="0" smtClean="0">
                            <a:latin typeface="Cambria Math" panose="02040503050406030204" pitchFamily="18" charset="0"/>
                          </a:rPr>
                        </m:ctrlPr>
                      </m:sSubPr>
                      <m:e>
                        <m:r>
                          <a:rPr lang="en-US" altLang="ja-JP" i="1" dirty="0" smtClean="0">
                            <a:latin typeface="Cambria Math" panose="02040503050406030204" pitchFamily="18" charset="0"/>
                          </a:rPr>
                          <m:t>𝑃</m:t>
                        </m:r>
                      </m:e>
                      <m:sub>
                        <m:r>
                          <a:rPr lang="en-US" altLang="ja-JP" i="1" dirty="0" smtClean="0">
                            <a:latin typeface="Cambria Math" panose="02040503050406030204" pitchFamily="18" charset="0"/>
                          </a:rPr>
                          <m:t>𝑎𝑐𝑡𝑢𝑎</m:t>
                        </m:r>
                        <m:r>
                          <a:rPr lang="en-US" altLang="ja-JP" i="1" dirty="0" err="1">
                            <a:latin typeface="Cambria Math" panose="02040503050406030204" pitchFamily="18" charset="0"/>
                          </a:rPr>
                          <m:t>𝑙</m:t>
                        </m:r>
                      </m:sub>
                    </m:sSub>
                    <m:r>
                      <a:rPr lang="en-US" altLang="ja-JP" i="1" dirty="0">
                        <a:latin typeface="Cambria Math" panose="02040503050406030204" pitchFamily="18" charset="0"/>
                      </a:rPr>
                      <m:t>=</m:t>
                    </m:r>
                  </m:oMath>
                </a14:m>
                <a:r>
                  <a:rPr lang="ja-JP" altLang="en-US" dirty="0"/>
                  <a:t> 実際にチップで消費されたエネルギー</a:t>
                </a:r>
                <a:endParaRPr lang="en-US" altLang="ja-JP" dirty="0"/>
              </a:p>
              <a:p>
                <a:pPr lvl="1"/>
                <a:r>
                  <a:rPr lang="ja-JP" altLang="en-US" dirty="0"/>
                  <a:t>命令を読み出したり，レジスタを読み書きしたりがのってくる</a:t>
                </a:r>
                <a:endParaRPr lang="en-US" altLang="ja-JP" dirty="0"/>
              </a:p>
              <a:p>
                <a:pPr lvl="1"/>
                <a:endParaRPr lang="en-US" altLang="ja-JP" dirty="0"/>
              </a:p>
              <a:p>
                <a:r>
                  <a:rPr lang="ja-JP" altLang="en-US" dirty="0"/>
                  <a:t>効率を上げるのに取り得る方針：</a:t>
                </a:r>
                <a:endParaRPr lang="en-US" altLang="ja-JP" dirty="0"/>
              </a:p>
              <a:p>
                <a:pPr lvl="1"/>
                <a14:m>
                  <m:oMath xmlns:m="http://schemas.openxmlformats.org/officeDocument/2006/math">
                    <m:sSub>
                      <m:sSubPr>
                        <m:ctrlPr>
                          <a:rPr lang="en-US" altLang="ja-JP" i="1" dirty="0">
                            <a:latin typeface="Cambria Math" panose="02040503050406030204" pitchFamily="18" charset="0"/>
                          </a:rPr>
                        </m:ctrlPr>
                      </m:sSubPr>
                      <m:e>
                        <m:r>
                          <a:rPr lang="en-US" altLang="ja-JP" i="1" dirty="0">
                            <a:latin typeface="Cambria Math" panose="02040503050406030204" pitchFamily="18" charset="0"/>
                          </a:rPr>
                          <m:t>𝑃</m:t>
                        </m:r>
                      </m:e>
                      <m:sub>
                        <m:r>
                          <a:rPr lang="en-US" altLang="ja-JP" i="1" dirty="0">
                            <a:latin typeface="Cambria Math" panose="02040503050406030204" pitchFamily="18" charset="0"/>
                          </a:rPr>
                          <m:t>𝑜𝑣𝑒𝑟h𝑒𝑎𝑑</m:t>
                        </m:r>
                      </m:sub>
                    </m:sSub>
                  </m:oMath>
                </a14:m>
                <a:r>
                  <a:rPr lang="en-US" altLang="ja-JP" dirty="0"/>
                  <a:t> </a:t>
                </a:r>
                <a:r>
                  <a:rPr lang="ja-JP" altLang="en-US" dirty="0"/>
                  <a:t>を減らす</a:t>
                </a:r>
                <a:endParaRPr lang="en-US" altLang="ja-JP" dirty="0"/>
              </a:p>
              <a:p>
                <a:pPr lvl="1"/>
                <a:r>
                  <a:rPr lang="ja-JP" altLang="en-US" dirty="0"/>
                  <a:t>（全体のエネルギーを減らすなら，</a:t>
                </a:r>
                <a14:m>
                  <m:oMath xmlns:m="http://schemas.openxmlformats.org/officeDocument/2006/math">
                    <m:sSub>
                      <m:sSubPr>
                        <m:ctrlPr>
                          <a:rPr lang="en-US" altLang="ja-JP" i="1" dirty="0">
                            <a:latin typeface="Cambria Math" panose="02040503050406030204" pitchFamily="18" charset="0"/>
                          </a:rPr>
                        </m:ctrlPr>
                      </m:sSubPr>
                      <m:e>
                        <m:r>
                          <a:rPr lang="en-US" altLang="ja-JP" i="1" dirty="0">
                            <a:latin typeface="Cambria Math" panose="02040503050406030204" pitchFamily="18" charset="0"/>
                          </a:rPr>
                          <m:t>𝑃</m:t>
                        </m:r>
                      </m:e>
                      <m:sub>
                        <m:r>
                          <a:rPr lang="en-US" altLang="ja-JP" i="1" dirty="0">
                            <a:latin typeface="Cambria Math" panose="02040503050406030204" pitchFamily="18" charset="0"/>
                          </a:rPr>
                          <m:t>𝑚𝑖𝑛</m:t>
                        </m:r>
                      </m:sub>
                    </m:sSub>
                  </m:oMath>
                </a14:m>
                <a:r>
                  <a:rPr lang="en-US" altLang="ja-JP" dirty="0"/>
                  <a:t> </a:t>
                </a:r>
                <a:r>
                  <a:rPr lang="ja-JP" altLang="en-US" dirty="0"/>
                  <a:t>自体を減らす方向もある（付録）</a:t>
                </a:r>
                <a:endParaRPr lang="en-US" altLang="ja-JP" dirty="0"/>
              </a:p>
            </p:txBody>
          </p:sp>
        </mc:Choice>
        <mc:Fallback xmlns="">
          <p:sp>
            <p:nvSpPr>
              <p:cNvPr id="5" name="テキスト プレースホルダー 4">
                <a:extLst>
                  <a:ext uri="{FF2B5EF4-FFF2-40B4-BE49-F238E27FC236}">
                    <a16:creationId xmlns:a16="http://schemas.microsoft.com/office/drawing/2014/main" id="{E3ABECA1-C68D-FD5E-4A24-617BDDF75987}"/>
                  </a:ext>
                </a:extLst>
              </p:cNvPr>
              <p:cNvSpPr>
                <a:spLocks noGrp="1" noRot="1" noChangeAspect="1" noMove="1" noResize="1" noEditPoints="1" noAdjustHandles="1" noChangeArrowheads="1" noChangeShapeType="1" noTextEdit="1"/>
              </p:cNvSpPr>
              <p:nvPr>
                <p:ph type="body" sz="quarter" idx="10"/>
              </p:nvPr>
            </p:nvSpPr>
            <p:spPr>
              <a:xfrm>
                <a:off x="1325947" y="1088974"/>
                <a:ext cx="9630107" cy="5490061"/>
              </a:xfrm>
              <a:blipFill>
                <a:blip r:embed="rId2"/>
                <a:stretch>
                  <a:fillRect l="-570"/>
                </a:stretch>
              </a:blipFill>
            </p:spPr>
            <p:txBody>
              <a:bodyPr/>
              <a:lstStyle/>
              <a:p>
                <a:r>
                  <a:rPr lang="en-US">
                    <a:noFill/>
                  </a:rPr>
                  <a:t> </a:t>
                </a:r>
              </a:p>
            </p:txBody>
          </p:sp>
        </mc:Fallback>
      </mc:AlternateContent>
      <p:sp>
        <p:nvSpPr>
          <p:cNvPr id="2" name="スライド番号プレースホルダー 1">
            <a:extLst>
              <a:ext uri="{FF2B5EF4-FFF2-40B4-BE49-F238E27FC236}">
                <a16:creationId xmlns:a16="http://schemas.microsoft.com/office/drawing/2014/main" id="{802B3EBD-6E1A-86D9-62A7-3C0F52D6BB7C}"/>
              </a:ext>
            </a:extLst>
          </p:cNvPr>
          <p:cNvSpPr>
            <a:spLocks noGrp="1"/>
          </p:cNvSpPr>
          <p:nvPr>
            <p:ph type="sldNum" sz="quarter" idx="4294967295"/>
          </p:nvPr>
        </p:nvSpPr>
        <p:spPr>
          <a:xfrm>
            <a:off x="11376025" y="6308725"/>
            <a:ext cx="815975" cy="549275"/>
          </a:xfrm>
        </p:spPr>
        <p:txBody>
          <a:bodyPr/>
          <a:lstStyle/>
          <a:p>
            <a:fld id="{D2D8002D-B5B0-4BAC-B1F6-782DDCCE6D9C}" type="slidenum">
              <a:rPr kumimoji="1" lang="ja-JP" altLang="en-US" smtClean="0"/>
              <a:pPr/>
              <a:t>71</a:t>
            </a:fld>
            <a:endParaRPr kumimoji="1" lang="ja-JP" altLang="en-US"/>
          </a:p>
        </p:txBody>
      </p:sp>
    </p:spTree>
    <p:extLst>
      <p:ext uri="{BB962C8B-B14F-4D97-AF65-F5344CB8AC3E}">
        <p14:creationId xmlns:p14="http://schemas.microsoft.com/office/powerpoint/2010/main" val="387900713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0E3803-34D0-D3B5-3336-043DE0CDBC4C}"/>
            </a:ext>
          </a:extLst>
        </p:cNvPr>
        <p:cNvGrpSpPr/>
        <p:nvPr/>
      </p:nvGrpSpPr>
      <p:grpSpPr>
        <a:xfrm>
          <a:off x="0" y="0"/>
          <a:ext cx="0" cy="0"/>
          <a:chOff x="0" y="0"/>
          <a:chExt cx="0" cy="0"/>
        </a:xfrm>
      </p:grpSpPr>
      <p:grpSp>
        <p:nvGrpSpPr>
          <p:cNvPr id="34" name="グループ化 33">
            <a:extLst>
              <a:ext uri="{FF2B5EF4-FFF2-40B4-BE49-F238E27FC236}">
                <a16:creationId xmlns:a16="http://schemas.microsoft.com/office/drawing/2014/main" id="{D97FD011-C3C4-F12A-A329-996601258692}"/>
              </a:ext>
            </a:extLst>
          </p:cNvPr>
          <p:cNvGrpSpPr/>
          <p:nvPr/>
        </p:nvGrpSpPr>
        <p:grpSpPr>
          <a:xfrm>
            <a:off x="5105989" y="3158997"/>
            <a:ext cx="1562400" cy="576064"/>
            <a:chOff x="971600" y="5445224"/>
            <a:chExt cx="7200800" cy="576064"/>
          </a:xfrm>
        </p:grpSpPr>
        <p:sp>
          <p:nvSpPr>
            <p:cNvPr id="35" name="平行四辺形 34">
              <a:extLst>
                <a:ext uri="{FF2B5EF4-FFF2-40B4-BE49-F238E27FC236}">
                  <a16:creationId xmlns:a16="http://schemas.microsoft.com/office/drawing/2014/main" id="{F9DE36D6-5B37-658C-9F29-479507C00D5B}"/>
                </a:ext>
              </a:extLst>
            </p:cNvPr>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37" name="平行四辺形 36">
              <a:extLst>
                <a:ext uri="{FF2B5EF4-FFF2-40B4-BE49-F238E27FC236}">
                  <a16:creationId xmlns:a16="http://schemas.microsoft.com/office/drawing/2014/main" id="{DA3A49B9-3298-D89C-09A6-2C20D7FF28C4}"/>
                </a:ext>
              </a:extLst>
            </p:cNvPr>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38" name="グループ化 37">
            <a:extLst>
              <a:ext uri="{FF2B5EF4-FFF2-40B4-BE49-F238E27FC236}">
                <a16:creationId xmlns:a16="http://schemas.microsoft.com/office/drawing/2014/main" id="{DAB430A2-3390-5101-FE8C-34AEBD6A8F04}"/>
              </a:ext>
            </a:extLst>
          </p:cNvPr>
          <p:cNvGrpSpPr/>
          <p:nvPr/>
        </p:nvGrpSpPr>
        <p:grpSpPr>
          <a:xfrm>
            <a:off x="6546149" y="3158997"/>
            <a:ext cx="1562400" cy="576064"/>
            <a:chOff x="971600" y="5445224"/>
            <a:chExt cx="7200800" cy="576064"/>
          </a:xfrm>
        </p:grpSpPr>
        <p:sp>
          <p:nvSpPr>
            <p:cNvPr id="50" name="平行四辺形 49">
              <a:extLst>
                <a:ext uri="{FF2B5EF4-FFF2-40B4-BE49-F238E27FC236}">
                  <a16:creationId xmlns:a16="http://schemas.microsoft.com/office/drawing/2014/main" id="{95014CA7-2851-24F2-492B-B925BD5D13A7}"/>
                </a:ext>
              </a:extLst>
            </p:cNvPr>
            <p:cNvSpPr/>
            <p:nvPr/>
          </p:nvSpPr>
          <p:spPr bwMode="auto">
            <a:xfrm>
              <a:off x="971600" y="5517232"/>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51" name="平行四辺形 50">
              <a:extLst>
                <a:ext uri="{FF2B5EF4-FFF2-40B4-BE49-F238E27FC236}">
                  <a16:creationId xmlns:a16="http://schemas.microsoft.com/office/drawing/2014/main" id="{4305907B-EA5E-7937-8C60-6CEFFB82C84E}"/>
                </a:ext>
              </a:extLst>
            </p:cNvPr>
            <p:cNvSpPr/>
            <p:nvPr/>
          </p:nvSpPr>
          <p:spPr bwMode="auto">
            <a:xfrm>
              <a:off x="971600" y="5445224"/>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52" name="グループ化 51">
            <a:extLst>
              <a:ext uri="{FF2B5EF4-FFF2-40B4-BE49-F238E27FC236}">
                <a16:creationId xmlns:a16="http://schemas.microsoft.com/office/drawing/2014/main" id="{A6FB4544-DA54-E683-DC01-CF290D44FEA8}"/>
              </a:ext>
            </a:extLst>
          </p:cNvPr>
          <p:cNvGrpSpPr/>
          <p:nvPr/>
        </p:nvGrpSpPr>
        <p:grpSpPr>
          <a:xfrm>
            <a:off x="7986309" y="3158997"/>
            <a:ext cx="1562400" cy="576064"/>
            <a:chOff x="971600" y="5445224"/>
            <a:chExt cx="7200800" cy="576064"/>
          </a:xfrm>
        </p:grpSpPr>
        <p:sp>
          <p:nvSpPr>
            <p:cNvPr id="53" name="平行四辺形 52">
              <a:extLst>
                <a:ext uri="{FF2B5EF4-FFF2-40B4-BE49-F238E27FC236}">
                  <a16:creationId xmlns:a16="http://schemas.microsoft.com/office/drawing/2014/main" id="{BBFC3A51-1D16-09F2-9977-E3B926D5A1C3}"/>
                </a:ext>
              </a:extLst>
            </p:cNvPr>
            <p:cNvSpPr/>
            <p:nvPr/>
          </p:nvSpPr>
          <p:spPr bwMode="auto">
            <a:xfrm>
              <a:off x="971600" y="5517232"/>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54" name="平行四辺形 53">
              <a:extLst>
                <a:ext uri="{FF2B5EF4-FFF2-40B4-BE49-F238E27FC236}">
                  <a16:creationId xmlns:a16="http://schemas.microsoft.com/office/drawing/2014/main" id="{A4621878-1F29-CA24-C1B6-85CAC35EED3F}"/>
                </a:ext>
              </a:extLst>
            </p:cNvPr>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56" name="グループ化 55">
            <a:extLst>
              <a:ext uri="{FF2B5EF4-FFF2-40B4-BE49-F238E27FC236}">
                <a16:creationId xmlns:a16="http://schemas.microsoft.com/office/drawing/2014/main" id="{F3A465E1-16CB-9AC9-2927-73926AC22EC4}"/>
              </a:ext>
            </a:extLst>
          </p:cNvPr>
          <p:cNvGrpSpPr/>
          <p:nvPr/>
        </p:nvGrpSpPr>
        <p:grpSpPr>
          <a:xfrm>
            <a:off x="9426469" y="3158997"/>
            <a:ext cx="1584176" cy="576064"/>
            <a:chOff x="971600" y="5445224"/>
            <a:chExt cx="7200800" cy="576064"/>
          </a:xfrm>
        </p:grpSpPr>
        <p:sp>
          <p:nvSpPr>
            <p:cNvPr id="62" name="平行四辺形 61">
              <a:extLst>
                <a:ext uri="{FF2B5EF4-FFF2-40B4-BE49-F238E27FC236}">
                  <a16:creationId xmlns:a16="http://schemas.microsoft.com/office/drawing/2014/main" id="{DDEF3484-2C15-FAA3-4D9D-01A3EB407656}"/>
                </a:ext>
              </a:extLst>
            </p:cNvPr>
            <p:cNvSpPr/>
            <p:nvPr/>
          </p:nvSpPr>
          <p:spPr bwMode="auto">
            <a:xfrm>
              <a:off x="971600" y="5517232"/>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64" name="平行四辺形 63">
              <a:extLst>
                <a:ext uri="{FF2B5EF4-FFF2-40B4-BE49-F238E27FC236}">
                  <a16:creationId xmlns:a16="http://schemas.microsoft.com/office/drawing/2014/main" id="{96E681E2-D7F5-C727-6575-E67DC1F3275D}"/>
                </a:ext>
              </a:extLst>
            </p:cNvPr>
            <p:cNvSpPr/>
            <p:nvPr/>
          </p:nvSpPr>
          <p:spPr bwMode="auto">
            <a:xfrm>
              <a:off x="971600" y="5445224"/>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sp>
        <p:nvSpPr>
          <p:cNvPr id="3" name="正方形/長方形 2">
            <a:extLst>
              <a:ext uri="{FF2B5EF4-FFF2-40B4-BE49-F238E27FC236}">
                <a16:creationId xmlns:a16="http://schemas.microsoft.com/office/drawing/2014/main" id="{8882EAE5-4DE7-5628-036B-A185B58A7AC2}"/>
              </a:ext>
            </a:extLst>
          </p:cNvPr>
          <p:cNvSpPr/>
          <p:nvPr/>
        </p:nvSpPr>
        <p:spPr>
          <a:xfrm>
            <a:off x="5067829" y="2294454"/>
            <a:ext cx="865983" cy="738664"/>
          </a:xfrm>
          <a:prstGeom prst="rect">
            <a:avLst/>
          </a:prstGeom>
        </p:spPr>
        <p:txBody>
          <a:bodyPr wrap="squar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36" name="正方形/長方形 35">
            <a:extLst>
              <a:ext uri="{FF2B5EF4-FFF2-40B4-BE49-F238E27FC236}">
                <a16:creationId xmlns:a16="http://schemas.microsoft.com/office/drawing/2014/main" id="{BCDC73FB-C1C3-3304-37DA-E591E973594E}"/>
              </a:ext>
            </a:extLst>
          </p:cNvPr>
          <p:cNvSpPr/>
          <p:nvPr/>
        </p:nvSpPr>
        <p:spPr>
          <a:xfrm>
            <a:off x="6507989" y="2294454"/>
            <a:ext cx="937991" cy="738664"/>
          </a:xfrm>
          <a:prstGeom prst="rect">
            <a:avLst/>
          </a:prstGeom>
        </p:spPr>
        <p:txBody>
          <a:bodyPr wrap="square">
            <a:spAutoFit/>
          </a:bodyPr>
          <a:lstStyle/>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49" name="正方形/長方形 48">
            <a:extLst>
              <a:ext uri="{FF2B5EF4-FFF2-40B4-BE49-F238E27FC236}">
                <a16:creationId xmlns:a16="http://schemas.microsoft.com/office/drawing/2014/main" id="{6B3C8D6B-7639-8D16-8C95-802DAB070D80}"/>
              </a:ext>
            </a:extLst>
          </p:cNvPr>
          <p:cNvSpPr/>
          <p:nvPr/>
        </p:nvSpPr>
        <p:spPr>
          <a:xfrm>
            <a:off x="7950036" y="2313038"/>
            <a:ext cx="865983" cy="738664"/>
          </a:xfrm>
          <a:prstGeom prst="rect">
            <a:avLst/>
          </a:prstGeom>
        </p:spPr>
        <p:txBody>
          <a:bodyPr wrap="square">
            <a:spAutoFit/>
          </a:bodyPr>
          <a:lstStyle/>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ﾟーﾟ</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55" name="正方形/長方形 54">
            <a:extLst>
              <a:ext uri="{FF2B5EF4-FFF2-40B4-BE49-F238E27FC236}">
                <a16:creationId xmlns:a16="http://schemas.microsoft.com/office/drawing/2014/main" id="{612BEB92-BDDA-649D-A9E4-14245C49AD7E}"/>
              </a:ext>
            </a:extLst>
          </p:cNvPr>
          <p:cNvSpPr/>
          <p:nvPr/>
        </p:nvSpPr>
        <p:spPr>
          <a:xfrm>
            <a:off x="9390196" y="2313038"/>
            <a:ext cx="937991" cy="738664"/>
          </a:xfrm>
          <a:prstGeom prst="rect">
            <a:avLst/>
          </a:prstGeom>
        </p:spPr>
        <p:txBody>
          <a:bodyPr wrap="square">
            <a:spAutoFit/>
          </a:bodyPr>
          <a:lstStyle/>
          <a:p>
            <a:r>
              <a:rPr lang="ja-JP" altLang="en-US" sz="1400" b="1" dirty="0">
                <a:solidFill>
                  <a:schemeClr val="accent3">
                    <a:lumMod val="7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l-GR" altLang="ja-JP" sz="1400" b="1" dirty="0">
                <a:solidFill>
                  <a:schemeClr val="accent3">
                    <a:lumMod val="7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3">
                    <a:lumMod val="7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l-GR" altLang="ja-JP" sz="1400" b="1" dirty="0">
                <a:solidFill>
                  <a:schemeClr val="accent3">
                    <a:lumMod val="7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l-GR" sz="1400" b="1" dirty="0">
                <a:solidFill>
                  <a:schemeClr val="accent3">
                    <a:lumMod val="7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3">
                    <a:lumMod val="7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ω</a:t>
            </a:r>
            <a:r>
              <a:rPr lang="ja-JP" altLang="el-GR" sz="1400" b="1" dirty="0">
                <a:solidFill>
                  <a:schemeClr val="accent3">
                    <a:lumMod val="7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3">
                    <a:lumMod val="7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3">
                    <a:lumMod val="7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2" name="タイトル 1">
            <a:extLst>
              <a:ext uri="{FF2B5EF4-FFF2-40B4-BE49-F238E27FC236}">
                <a16:creationId xmlns:a16="http://schemas.microsoft.com/office/drawing/2014/main" id="{744EBA4D-C881-CB27-E29C-8FFFFDC4384D}"/>
              </a:ext>
            </a:extLst>
          </p:cNvPr>
          <p:cNvSpPr>
            <a:spLocks noGrp="1"/>
          </p:cNvSpPr>
          <p:nvPr>
            <p:ph type="title"/>
          </p:nvPr>
        </p:nvSpPr>
        <p:spPr/>
        <p:txBody>
          <a:bodyPr/>
          <a:lstStyle/>
          <a:p>
            <a:r>
              <a:rPr lang="ja-JP" altLang="en-US" dirty="0"/>
              <a:t>カレー屋さんパイプラインで考える</a:t>
            </a:r>
            <a:endParaRPr kumimoji="1" lang="ja-JP" altLang="en-US" dirty="0"/>
          </a:p>
        </p:txBody>
      </p:sp>
      <p:cxnSp>
        <p:nvCxnSpPr>
          <p:cNvPr id="67" name="直線矢印コネクタ 66">
            <a:extLst>
              <a:ext uri="{FF2B5EF4-FFF2-40B4-BE49-F238E27FC236}">
                <a16:creationId xmlns:a16="http://schemas.microsoft.com/office/drawing/2014/main" id="{AC548E2C-4E4A-EB35-847B-F4C2D84BB197}"/>
              </a:ext>
            </a:extLst>
          </p:cNvPr>
          <p:cNvCxnSpPr/>
          <p:nvPr/>
        </p:nvCxnSpPr>
        <p:spPr bwMode="auto">
          <a:xfrm>
            <a:off x="5105989" y="3969006"/>
            <a:ext cx="5904656" cy="0"/>
          </a:xfrm>
          <a:prstGeom prst="straightConnector1">
            <a:avLst/>
          </a:prstGeom>
          <a:ln cap="rnd">
            <a:solidFill>
              <a:schemeClr val="tx1">
                <a:lumMod val="65000"/>
                <a:lumOff val="35000"/>
              </a:schemeClr>
            </a:solidFill>
            <a:headEnd type="none" w="med" len="med"/>
            <a:tailEnd type="arrow"/>
          </a:ln>
        </p:spPr>
        <p:style>
          <a:lnRef idx="2">
            <a:schemeClr val="dk1"/>
          </a:lnRef>
          <a:fillRef idx="0">
            <a:schemeClr val="dk1"/>
          </a:fillRef>
          <a:effectRef idx="1">
            <a:schemeClr val="dk1"/>
          </a:effectRef>
          <a:fontRef idx="minor">
            <a:schemeClr val="tx1"/>
          </a:fontRef>
        </p:style>
      </p:cxnSp>
      <p:sp>
        <p:nvSpPr>
          <p:cNvPr id="97" name="正方形/長方形 96">
            <a:extLst>
              <a:ext uri="{FF2B5EF4-FFF2-40B4-BE49-F238E27FC236}">
                <a16:creationId xmlns:a16="http://schemas.microsoft.com/office/drawing/2014/main" id="{209213CA-DF37-9906-D32F-4D1F35E68DA9}"/>
              </a:ext>
            </a:extLst>
          </p:cNvPr>
          <p:cNvSpPr/>
          <p:nvPr/>
        </p:nvSpPr>
        <p:spPr bwMode="auto">
          <a:xfrm>
            <a:off x="3935976" y="1628980"/>
            <a:ext cx="630007" cy="540006"/>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pPr algn="ctr"/>
            <a:r>
              <a:rPr lang="ja-JP" altLang="en-US" sz="1600" dirty="0">
                <a:solidFill>
                  <a:schemeClr val="tx1">
                    <a:lumMod val="75000"/>
                    <a:lumOff val="25000"/>
                  </a:schemeClr>
                </a:solidFill>
              </a:rPr>
              <a:t>レシピ</a:t>
            </a:r>
          </a:p>
        </p:txBody>
      </p:sp>
      <p:sp>
        <p:nvSpPr>
          <p:cNvPr id="30" name="Freeform 25">
            <a:extLst>
              <a:ext uri="{FF2B5EF4-FFF2-40B4-BE49-F238E27FC236}">
                <a16:creationId xmlns:a16="http://schemas.microsoft.com/office/drawing/2014/main" id="{20EE20E7-3D09-EF3B-DF07-57A98CCBCC0C}"/>
              </a:ext>
            </a:extLst>
          </p:cNvPr>
          <p:cNvSpPr>
            <a:spLocks/>
          </p:cNvSpPr>
          <p:nvPr/>
        </p:nvSpPr>
        <p:spPr bwMode="auto">
          <a:xfrm>
            <a:off x="6726007" y="998973"/>
            <a:ext cx="4032448" cy="648072"/>
          </a:xfrm>
          <a:custGeom>
            <a:avLst/>
            <a:gdLst>
              <a:gd name="T0" fmla="*/ 720725 w 1588"/>
              <a:gd name="T1" fmla="*/ 539750 h 340"/>
              <a:gd name="T2" fmla="*/ 720725 w 1588"/>
              <a:gd name="T3" fmla="*/ 360363 h 340"/>
              <a:gd name="T4" fmla="*/ 1800225 w 1588"/>
              <a:gd name="T5" fmla="*/ 360363 h 340"/>
              <a:gd name="T6" fmla="*/ 1800225 w 1588"/>
              <a:gd name="T7" fmla="*/ 539750 h 340"/>
              <a:gd name="T8" fmla="*/ 2520950 w 1588"/>
              <a:gd name="T9" fmla="*/ 539750 h 340"/>
              <a:gd name="T10" fmla="*/ 2520950 w 1588"/>
              <a:gd name="T11" fmla="*/ 0 h 340"/>
              <a:gd name="T12" fmla="*/ 0 w 1588"/>
              <a:gd name="T13" fmla="*/ 0 h 340"/>
              <a:gd name="T14" fmla="*/ 0 w 1588"/>
              <a:gd name="T15" fmla="*/ 539750 h 340"/>
              <a:gd name="T16" fmla="*/ 720725 w 1588"/>
              <a:gd name="T17" fmla="*/ 539750 h 34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588" h="340">
                <a:moveTo>
                  <a:pt x="454" y="340"/>
                </a:moveTo>
                <a:lnTo>
                  <a:pt x="454" y="227"/>
                </a:lnTo>
                <a:lnTo>
                  <a:pt x="1134" y="227"/>
                </a:lnTo>
                <a:lnTo>
                  <a:pt x="1134" y="340"/>
                </a:lnTo>
                <a:lnTo>
                  <a:pt x="1588" y="340"/>
                </a:lnTo>
                <a:lnTo>
                  <a:pt x="1588" y="0"/>
                </a:lnTo>
                <a:lnTo>
                  <a:pt x="0" y="0"/>
                </a:lnTo>
                <a:lnTo>
                  <a:pt x="0" y="340"/>
                </a:lnTo>
                <a:lnTo>
                  <a:pt x="454" y="340"/>
                </a:lnTo>
                <a:close/>
              </a:path>
            </a:pathLst>
          </a:custGeom>
          <a:ln>
            <a:headEnd/>
            <a:tailEnd/>
          </a:ln>
        </p:spPr>
        <p:style>
          <a:lnRef idx="1">
            <a:schemeClr val="accent3"/>
          </a:lnRef>
          <a:fillRef idx="2">
            <a:schemeClr val="accent3"/>
          </a:fillRef>
          <a:effectRef idx="1">
            <a:schemeClr val="accent3"/>
          </a:effectRef>
          <a:fontRef idx="minor">
            <a:schemeClr val="dk1"/>
          </a:fontRef>
        </p:style>
        <p:txBody>
          <a:bodyPr/>
          <a:lstStyle>
            <a:defPPr>
              <a:defRPr lang="ja-JP"/>
            </a:defPPr>
            <a:lvl1pPr marL="0" algn="l" defTabSz="914400" rtl="0" eaLnBrk="1" latinLnBrk="0" hangingPunct="1">
              <a:defRPr kumimoji="1" sz="1800" kern="1200">
                <a:solidFill>
                  <a:schemeClr val="dk1"/>
                </a:solidFill>
                <a:latin typeface="+mn-lt"/>
                <a:ea typeface="+mn-ea"/>
                <a:cs typeface="+mn-cs"/>
              </a:defRPr>
            </a:lvl1pPr>
            <a:lvl2pPr marL="457200" algn="l" defTabSz="914400" rtl="0" eaLnBrk="1" latinLnBrk="0" hangingPunct="1">
              <a:defRPr kumimoji="1" sz="1800" kern="1200">
                <a:solidFill>
                  <a:schemeClr val="dk1"/>
                </a:solidFill>
                <a:latin typeface="+mn-lt"/>
                <a:ea typeface="+mn-ea"/>
                <a:cs typeface="+mn-cs"/>
              </a:defRPr>
            </a:lvl2pPr>
            <a:lvl3pPr marL="914400" algn="l" defTabSz="914400" rtl="0" eaLnBrk="1" latinLnBrk="0" hangingPunct="1">
              <a:defRPr kumimoji="1" sz="1800" kern="1200">
                <a:solidFill>
                  <a:schemeClr val="dk1"/>
                </a:solidFill>
                <a:latin typeface="+mn-lt"/>
                <a:ea typeface="+mn-ea"/>
                <a:cs typeface="+mn-cs"/>
              </a:defRPr>
            </a:lvl3pPr>
            <a:lvl4pPr marL="1371600" algn="l" defTabSz="914400" rtl="0" eaLnBrk="1" latinLnBrk="0" hangingPunct="1">
              <a:defRPr kumimoji="1" sz="1800" kern="1200">
                <a:solidFill>
                  <a:schemeClr val="dk1"/>
                </a:solidFill>
                <a:latin typeface="+mn-lt"/>
                <a:ea typeface="+mn-ea"/>
                <a:cs typeface="+mn-cs"/>
              </a:defRPr>
            </a:lvl4pPr>
            <a:lvl5pPr marL="1828800" algn="l" defTabSz="914400" rtl="0" eaLnBrk="1" latinLnBrk="0" hangingPunct="1">
              <a:defRPr kumimoji="1" sz="1800" kern="1200">
                <a:solidFill>
                  <a:schemeClr val="dk1"/>
                </a:solidFill>
                <a:latin typeface="+mn-lt"/>
                <a:ea typeface="+mn-ea"/>
                <a:cs typeface="+mn-cs"/>
              </a:defRPr>
            </a:lvl5pPr>
            <a:lvl6pPr marL="2286000" algn="l" defTabSz="914400" rtl="0" eaLnBrk="1" latinLnBrk="0" hangingPunct="1">
              <a:defRPr kumimoji="1" sz="1800" kern="1200">
                <a:solidFill>
                  <a:schemeClr val="dk1"/>
                </a:solidFill>
                <a:latin typeface="+mn-lt"/>
                <a:ea typeface="+mn-ea"/>
                <a:cs typeface="+mn-cs"/>
              </a:defRPr>
            </a:lvl6pPr>
            <a:lvl7pPr marL="2743200" algn="l" defTabSz="914400" rtl="0" eaLnBrk="1" latinLnBrk="0" hangingPunct="1">
              <a:defRPr kumimoji="1" sz="1800" kern="1200">
                <a:solidFill>
                  <a:schemeClr val="dk1"/>
                </a:solidFill>
                <a:latin typeface="+mn-lt"/>
                <a:ea typeface="+mn-ea"/>
                <a:cs typeface="+mn-cs"/>
              </a:defRPr>
            </a:lvl7pPr>
            <a:lvl8pPr marL="3200400" algn="l" defTabSz="914400" rtl="0" eaLnBrk="1" latinLnBrk="0" hangingPunct="1">
              <a:defRPr kumimoji="1" sz="1800" kern="1200">
                <a:solidFill>
                  <a:schemeClr val="dk1"/>
                </a:solidFill>
                <a:latin typeface="+mn-lt"/>
                <a:ea typeface="+mn-ea"/>
                <a:cs typeface="+mn-cs"/>
              </a:defRPr>
            </a:lvl8pPr>
            <a:lvl9pPr marL="3657600" algn="l" defTabSz="914400" rtl="0" eaLnBrk="1" latinLnBrk="0" hangingPunct="1">
              <a:defRPr kumimoji="1" sz="1800" kern="1200">
                <a:solidFill>
                  <a:schemeClr val="dk1"/>
                </a:solidFill>
                <a:latin typeface="+mn-lt"/>
                <a:ea typeface="+mn-ea"/>
                <a:cs typeface="+mn-cs"/>
              </a:defRPr>
            </a:lvl9pPr>
          </a:lstStyle>
          <a:p>
            <a:pPr algn="ctr"/>
            <a:r>
              <a:rPr lang="ja-JP" altLang="en-US" dirty="0">
                <a:solidFill>
                  <a:schemeClr val="tx1">
                    <a:lumMod val="75000"/>
                    <a:lumOff val="25000"/>
                  </a:schemeClr>
                </a:solidFill>
              </a:rPr>
              <a:t>キッチン台</a:t>
            </a:r>
          </a:p>
        </p:txBody>
      </p:sp>
      <p:sp>
        <p:nvSpPr>
          <p:cNvPr id="31" name="AutoShape 5">
            <a:extLst>
              <a:ext uri="{FF2B5EF4-FFF2-40B4-BE49-F238E27FC236}">
                <a16:creationId xmlns:a16="http://schemas.microsoft.com/office/drawing/2014/main" id="{CD031A8E-F26B-D847-2A70-205C64070A5C}"/>
              </a:ext>
            </a:extLst>
          </p:cNvPr>
          <p:cNvSpPr>
            <a:spLocks noChangeArrowheads="1"/>
          </p:cNvSpPr>
          <p:nvPr/>
        </p:nvSpPr>
        <p:spPr bwMode="auto">
          <a:xfrm rot="-5400000">
            <a:off x="8346187" y="1683049"/>
            <a:ext cx="864096" cy="648072"/>
          </a:xfrm>
          <a:custGeom>
            <a:avLst/>
            <a:gdLst>
              <a:gd name="T0" fmla="*/ 787598 w 21600"/>
              <a:gd name="T1" fmla="*/ 180181 h 21600"/>
              <a:gd name="T2" fmla="*/ 450056 w 21600"/>
              <a:gd name="T3" fmla="*/ 360362 h 21600"/>
              <a:gd name="T4" fmla="*/ 112514 w 21600"/>
              <a:gd name="T5" fmla="*/ 180181 h 21600"/>
              <a:gd name="T6" fmla="*/ 450056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ln>
            <a:headEnd/>
            <a:tailEnd/>
          </a:ln>
        </p:spPr>
        <p:style>
          <a:lnRef idx="1">
            <a:schemeClr val="accent2"/>
          </a:lnRef>
          <a:fillRef idx="2">
            <a:schemeClr val="accent2"/>
          </a:fillRef>
          <a:effectRef idx="1">
            <a:schemeClr val="accent2"/>
          </a:effectRef>
          <a:fontRef idx="minor">
            <a:schemeClr val="dk1"/>
          </a:fontRef>
        </p:style>
        <p:txBody>
          <a:bodyPr vert="eaVert" wrap="none" anchor="ctr"/>
          <a:lstStyle>
            <a:defPPr>
              <a:defRPr lang="ja-JP"/>
            </a:defPPr>
            <a:lvl1pPr marL="0" algn="l" defTabSz="914400" rtl="0" eaLnBrk="1" latinLnBrk="0" hangingPunct="1">
              <a:defRPr kumimoji="1" sz="1800" kern="1200">
                <a:solidFill>
                  <a:schemeClr val="dk1"/>
                </a:solidFill>
                <a:latin typeface="+mn-lt"/>
                <a:ea typeface="+mn-ea"/>
                <a:cs typeface="+mn-cs"/>
              </a:defRPr>
            </a:lvl1pPr>
            <a:lvl2pPr marL="457200" algn="l" defTabSz="914400" rtl="0" eaLnBrk="1" latinLnBrk="0" hangingPunct="1">
              <a:defRPr kumimoji="1" sz="1800" kern="1200">
                <a:solidFill>
                  <a:schemeClr val="dk1"/>
                </a:solidFill>
                <a:latin typeface="+mn-lt"/>
                <a:ea typeface="+mn-ea"/>
                <a:cs typeface="+mn-cs"/>
              </a:defRPr>
            </a:lvl2pPr>
            <a:lvl3pPr marL="914400" algn="l" defTabSz="914400" rtl="0" eaLnBrk="1" latinLnBrk="0" hangingPunct="1">
              <a:defRPr kumimoji="1" sz="1800" kern="1200">
                <a:solidFill>
                  <a:schemeClr val="dk1"/>
                </a:solidFill>
                <a:latin typeface="+mn-lt"/>
                <a:ea typeface="+mn-ea"/>
                <a:cs typeface="+mn-cs"/>
              </a:defRPr>
            </a:lvl3pPr>
            <a:lvl4pPr marL="1371600" algn="l" defTabSz="914400" rtl="0" eaLnBrk="1" latinLnBrk="0" hangingPunct="1">
              <a:defRPr kumimoji="1" sz="1800" kern="1200">
                <a:solidFill>
                  <a:schemeClr val="dk1"/>
                </a:solidFill>
                <a:latin typeface="+mn-lt"/>
                <a:ea typeface="+mn-ea"/>
                <a:cs typeface="+mn-cs"/>
              </a:defRPr>
            </a:lvl4pPr>
            <a:lvl5pPr marL="1828800" algn="l" defTabSz="914400" rtl="0" eaLnBrk="1" latinLnBrk="0" hangingPunct="1">
              <a:defRPr kumimoji="1" sz="1800" kern="1200">
                <a:solidFill>
                  <a:schemeClr val="dk1"/>
                </a:solidFill>
                <a:latin typeface="+mn-lt"/>
                <a:ea typeface="+mn-ea"/>
                <a:cs typeface="+mn-cs"/>
              </a:defRPr>
            </a:lvl5pPr>
            <a:lvl6pPr marL="2286000" algn="l" defTabSz="914400" rtl="0" eaLnBrk="1" latinLnBrk="0" hangingPunct="1">
              <a:defRPr kumimoji="1" sz="1800" kern="1200">
                <a:solidFill>
                  <a:schemeClr val="dk1"/>
                </a:solidFill>
                <a:latin typeface="+mn-lt"/>
                <a:ea typeface="+mn-ea"/>
                <a:cs typeface="+mn-cs"/>
              </a:defRPr>
            </a:lvl6pPr>
            <a:lvl7pPr marL="2743200" algn="l" defTabSz="914400" rtl="0" eaLnBrk="1" latinLnBrk="0" hangingPunct="1">
              <a:defRPr kumimoji="1" sz="1800" kern="1200">
                <a:solidFill>
                  <a:schemeClr val="dk1"/>
                </a:solidFill>
                <a:latin typeface="+mn-lt"/>
                <a:ea typeface="+mn-ea"/>
                <a:cs typeface="+mn-cs"/>
              </a:defRPr>
            </a:lvl7pPr>
            <a:lvl8pPr marL="3200400" algn="l" defTabSz="914400" rtl="0" eaLnBrk="1" latinLnBrk="0" hangingPunct="1">
              <a:defRPr kumimoji="1" sz="1800" kern="1200">
                <a:solidFill>
                  <a:schemeClr val="dk1"/>
                </a:solidFill>
                <a:latin typeface="+mn-lt"/>
                <a:ea typeface="+mn-ea"/>
                <a:cs typeface="+mn-cs"/>
              </a:defRPr>
            </a:lvl8pPr>
            <a:lvl9pPr marL="3657600" algn="l" defTabSz="914400" rtl="0" eaLnBrk="1" latinLnBrk="0" hangingPunct="1">
              <a:defRPr kumimoji="1" sz="1800" kern="1200">
                <a:solidFill>
                  <a:schemeClr val="dk1"/>
                </a:solidFill>
                <a:latin typeface="+mn-lt"/>
                <a:ea typeface="+mn-ea"/>
                <a:cs typeface="+mn-cs"/>
              </a:defRPr>
            </a:lvl9pPr>
          </a:lstStyle>
          <a:p>
            <a:pPr algn="ctr"/>
            <a:r>
              <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コンロ</a:t>
            </a:r>
            <a:endParaRPr lang="en-US" altLang="ja-JP"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まな板</a:t>
            </a:r>
          </a:p>
        </p:txBody>
      </p:sp>
      <p:grpSp>
        <p:nvGrpSpPr>
          <p:cNvPr id="32" name="グループ化 31">
            <a:extLst>
              <a:ext uri="{FF2B5EF4-FFF2-40B4-BE49-F238E27FC236}">
                <a16:creationId xmlns:a16="http://schemas.microsoft.com/office/drawing/2014/main" id="{F856F6A6-C193-A635-3816-4DE27370E56B}"/>
              </a:ext>
            </a:extLst>
          </p:cNvPr>
          <p:cNvGrpSpPr/>
          <p:nvPr/>
        </p:nvGrpSpPr>
        <p:grpSpPr>
          <a:xfrm>
            <a:off x="7014039" y="1719053"/>
            <a:ext cx="1008112" cy="432048"/>
            <a:chOff x="3563888" y="2708920"/>
            <a:chExt cx="1296144" cy="432048"/>
          </a:xfrm>
        </p:grpSpPr>
        <p:sp>
          <p:nvSpPr>
            <p:cNvPr id="33" name="Freeform 9">
              <a:extLst>
                <a:ext uri="{FF2B5EF4-FFF2-40B4-BE49-F238E27FC236}">
                  <a16:creationId xmlns:a16="http://schemas.microsoft.com/office/drawing/2014/main" id="{D8216280-F4CC-785F-15C8-6EF85CF0125F}"/>
                </a:ext>
              </a:extLst>
            </p:cNvPr>
            <p:cNvSpPr>
              <a:spLocks/>
            </p:cNvSpPr>
            <p:nvPr/>
          </p:nvSpPr>
          <p:spPr bwMode="auto">
            <a:xfrm>
              <a:off x="4211960" y="2708920"/>
              <a:ext cx="648072" cy="144016"/>
            </a:xfrm>
            <a:custGeom>
              <a:avLst/>
              <a:gdLst>
                <a:gd name="T0" fmla="*/ 0 w 170"/>
                <a:gd name="T1" fmla="*/ 0 h 170"/>
                <a:gd name="T2" fmla="*/ 0 w 170"/>
                <a:gd name="T3" fmla="*/ 269875 h 170"/>
                <a:gd name="T4" fmla="*/ 269875 w 170"/>
                <a:gd name="T5" fmla="*/ 26987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headEnd/>
              <a:tailEnd type="triangle" w="med" len="med"/>
            </a:ln>
          </p:spPr>
          <p:style>
            <a:lnRef idx="3">
              <a:schemeClr val="accent3"/>
            </a:lnRef>
            <a:fillRef idx="0">
              <a:schemeClr val="accent3"/>
            </a:fillRef>
            <a:effectRef idx="2">
              <a:schemeClr val="accent3"/>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sp>
          <p:nvSpPr>
            <p:cNvPr id="39" name="Freeform 10">
              <a:extLst>
                <a:ext uri="{FF2B5EF4-FFF2-40B4-BE49-F238E27FC236}">
                  <a16:creationId xmlns:a16="http://schemas.microsoft.com/office/drawing/2014/main" id="{40C7861E-D386-2B14-4A11-94BB4874DCC2}"/>
                </a:ext>
              </a:extLst>
            </p:cNvPr>
            <p:cNvSpPr>
              <a:spLocks/>
            </p:cNvSpPr>
            <p:nvPr/>
          </p:nvSpPr>
          <p:spPr bwMode="auto">
            <a:xfrm>
              <a:off x="3563888" y="2708920"/>
              <a:ext cx="1296144" cy="432048"/>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headEnd/>
              <a:tailEnd type="triangle" w="med" len="med"/>
            </a:ln>
          </p:spPr>
          <p:style>
            <a:lnRef idx="3">
              <a:schemeClr val="accent3"/>
            </a:lnRef>
            <a:fillRef idx="0">
              <a:schemeClr val="accent3"/>
            </a:fillRef>
            <a:effectRef idx="2">
              <a:schemeClr val="accent3"/>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grpSp>
      <p:sp>
        <p:nvSpPr>
          <p:cNvPr id="40" name="Freeform 8">
            <a:extLst>
              <a:ext uri="{FF2B5EF4-FFF2-40B4-BE49-F238E27FC236}">
                <a16:creationId xmlns:a16="http://schemas.microsoft.com/office/drawing/2014/main" id="{B36C7009-66F0-BE01-EF73-D746D5BD0E9D}"/>
              </a:ext>
            </a:extLst>
          </p:cNvPr>
          <p:cNvSpPr>
            <a:spLocks/>
          </p:cNvSpPr>
          <p:nvPr/>
        </p:nvSpPr>
        <p:spPr bwMode="auto">
          <a:xfrm>
            <a:off x="9462311" y="1719053"/>
            <a:ext cx="720080" cy="288032"/>
          </a:xfrm>
          <a:custGeom>
            <a:avLst/>
            <a:gdLst>
              <a:gd name="T0" fmla="*/ 0 w 227"/>
              <a:gd name="T1" fmla="*/ 541338 h 1021"/>
              <a:gd name="T2" fmla="*/ 719138 w 227"/>
              <a:gd name="T3" fmla="*/ 541338 h 1021"/>
              <a:gd name="T4" fmla="*/ 719138 w 227"/>
              <a:gd name="T5" fmla="*/ 0 h 1021"/>
              <a:gd name="T6" fmla="*/ 0 60000 65536"/>
              <a:gd name="T7" fmla="*/ 0 60000 65536"/>
              <a:gd name="T8" fmla="*/ 0 60000 65536"/>
            </a:gdLst>
            <a:ahLst/>
            <a:cxnLst>
              <a:cxn ang="T6">
                <a:pos x="T0" y="T1"/>
              </a:cxn>
              <a:cxn ang="T7">
                <a:pos x="T2" y="T3"/>
              </a:cxn>
              <a:cxn ang="T8">
                <a:pos x="T4" y="T5"/>
              </a:cxn>
            </a:cxnLst>
            <a:rect l="0" t="0" r="r" b="b"/>
            <a:pathLst>
              <a:path w="227" h="1021">
                <a:moveTo>
                  <a:pt x="0" y="1021"/>
                </a:moveTo>
                <a:lnTo>
                  <a:pt x="227" y="1021"/>
                </a:lnTo>
                <a:lnTo>
                  <a:pt x="227" y="0"/>
                </a:lnTo>
              </a:path>
            </a:pathLst>
          </a:custGeom>
          <a:ln w="50800">
            <a:solidFill>
              <a:schemeClr val="accent3"/>
            </a:solidFill>
            <a:headEnd/>
            <a:tailEnd type="triangle" w="med" len="med"/>
          </a:ln>
        </p:spPr>
        <p:style>
          <a:lnRef idx="3">
            <a:schemeClr val="accent4"/>
          </a:lnRef>
          <a:fillRef idx="0">
            <a:schemeClr val="accent4"/>
          </a:fillRef>
          <a:effectRef idx="2">
            <a:schemeClr val="accent4"/>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grpSp>
        <p:nvGrpSpPr>
          <p:cNvPr id="41" name="グループ化 40">
            <a:extLst>
              <a:ext uri="{FF2B5EF4-FFF2-40B4-BE49-F238E27FC236}">
                <a16:creationId xmlns:a16="http://schemas.microsoft.com/office/drawing/2014/main" id="{55D0D3C5-43DF-F067-E49F-538853BE4EDD}"/>
              </a:ext>
            </a:extLst>
          </p:cNvPr>
          <p:cNvGrpSpPr/>
          <p:nvPr/>
        </p:nvGrpSpPr>
        <p:grpSpPr>
          <a:xfrm>
            <a:off x="4025978" y="2618990"/>
            <a:ext cx="720009" cy="360004"/>
            <a:chOff x="6372020" y="3699004"/>
            <a:chExt cx="720009" cy="360004"/>
          </a:xfrm>
        </p:grpSpPr>
        <p:sp>
          <p:nvSpPr>
            <p:cNvPr id="42" name="角丸四角形 41">
              <a:extLst>
                <a:ext uri="{FF2B5EF4-FFF2-40B4-BE49-F238E27FC236}">
                  <a16:creationId xmlns:a16="http://schemas.microsoft.com/office/drawing/2014/main" id="{E8CF087D-BC6D-5431-0402-3608F2AA47EE}"/>
                </a:ext>
              </a:extLst>
            </p:cNvPr>
            <p:cNvSpPr/>
            <p:nvPr/>
          </p:nvSpPr>
          <p:spPr bwMode="auto">
            <a:xfrm>
              <a:off x="6372021" y="3699004"/>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en-US" altLang="ja-JP" dirty="0">
                  <a:latin typeface="Arial Narrow" panose="020B0606020202030204" pitchFamily="34" charset="0"/>
                </a:rPr>
                <a:t>a++</a:t>
              </a:r>
              <a:endParaRPr lang="ja-JP" altLang="en-US" dirty="0">
                <a:latin typeface="Arial Narrow" panose="020B0606020202030204" pitchFamily="34" charset="0"/>
              </a:endParaRPr>
            </a:p>
          </p:txBody>
        </p:sp>
        <p:sp>
          <p:nvSpPr>
            <p:cNvPr id="44" name="角丸四角形 43">
              <a:extLst>
                <a:ext uri="{FF2B5EF4-FFF2-40B4-BE49-F238E27FC236}">
                  <a16:creationId xmlns:a16="http://schemas.microsoft.com/office/drawing/2014/main" id="{0F55E946-4422-8C59-5B17-E75F20A4BEA0}"/>
                </a:ext>
              </a:extLst>
            </p:cNvPr>
            <p:cNvSpPr/>
            <p:nvPr/>
          </p:nvSpPr>
          <p:spPr bwMode="auto">
            <a:xfrm>
              <a:off x="6372020" y="3699004"/>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en-US" altLang="ja-JP" dirty="0">
                  <a:latin typeface="Arial Narrow" panose="020B0606020202030204" pitchFamily="34" charset="0"/>
                </a:rPr>
                <a:t>a++</a:t>
              </a:r>
              <a:endParaRPr lang="ja-JP" altLang="en-US" dirty="0">
                <a:latin typeface="Arial Narrow" panose="020B0606020202030204" pitchFamily="34" charset="0"/>
              </a:endParaRPr>
            </a:p>
          </p:txBody>
        </p:sp>
      </p:grpSp>
      <p:sp>
        <p:nvSpPr>
          <p:cNvPr id="96" name="正方形/長方形 95">
            <a:extLst>
              <a:ext uri="{FF2B5EF4-FFF2-40B4-BE49-F238E27FC236}">
                <a16:creationId xmlns:a16="http://schemas.microsoft.com/office/drawing/2014/main" id="{F6703890-C1C6-8647-3AB9-8D17BF12AD99}"/>
              </a:ext>
            </a:extLst>
          </p:cNvPr>
          <p:cNvSpPr/>
          <p:nvPr/>
        </p:nvSpPr>
        <p:spPr bwMode="auto">
          <a:xfrm>
            <a:off x="3665973" y="2078985"/>
            <a:ext cx="1260014" cy="1710019"/>
          </a:xfrm>
          <a:prstGeom prst="rect">
            <a:avLst/>
          </a:prstGeom>
          <a:ln>
            <a:headEnd/>
            <a:tailEnd type="non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nSpc>
                <a:spcPct val="150000"/>
              </a:lnSpc>
            </a:pPr>
            <a:r>
              <a:rPr lang="en-US" altLang="ja-JP" sz="1400" dirty="0">
                <a:solidFill>
                  <a:schemeClr val="tx1"/>
                </a:solidFill>
                <a:latin typeface="Arial Narrow" panose="020B0606020202030204" pitchFamily="34" charset="0"/>
              </a:rPr>
              <a:t>1. </a:t>
            </a:r>
            <a:r>
              <a:rPr lang="ja-JP" altLang="en-US" sz="1400" dirty="0">
                <a:solidFill>
                  <a:schemeClr val="tx1"/>
                </a:solidFill>
                <a:latin typeface="Arial Narrow" panose="020B0606020202030204" pitchFamily="34" charset="0"/>
              </a:rPr>
              <a:t>人参を切る</a:t>
            </a:r>
            <a:endParaRPr lang="en-US" altLang="ja-JP" sz="1400" dirty="0">
              <a:solidFill>
                <a:schemeClr val="tx1"/>
              </a:solidFill>
              <a:latin typeface="Arial Narrow" panose="020B0606020202030204" pitchFamily="34" charset="0"/>
            </a:endParaRPr>
          </a:p>
          <a:p>
            <a:pPr>
              <a:lnSpc>
                <a:spcPct val="150000"/>
              </a:lnSpc>
            </a:pPr>
            <a:r>
              <a:rPr lang="en-US" altLang="ja-JP" sz="1400" dirty="0">
                <a:solidFill>
                  <a:schemeClr val="tx1"/>
                </a:solidFill>
                <a:latin typeface="Arial Narrow" panose="020B0606020202030204" pitchFamily="34" charset="0"/>
              </a:rPr>
              <a:t>2. </a:t>
            </a:r>
            <a:r>
              <a:rPr lang="ja-JP" altLang="en-US" sz="1400" dirty="0">
                <a:solidFill>
                  <a:schemeClr val="tx1"/>
                </a:solidFill>
                <a:latin typeface="Arial Narrow" panose="020B0606020202030204" pitchFamily="34" charset="0"/>
              </a:rPr>
              <a:t>玉葱を切る</a:t>
            </a:r>
            <a:endParaRPr lang="en-US" altLang="ja-JP" sz="1400" dirty="0">
              <a:solidFill>
                <a:schemeClr val="tx1"/>
              </a:solidFill>
              <a:latin typeface="Arial Narrow" panose="020B0606020202030204" pitchFamily="34" charset="0"/>
            </a:endParaRPr>
          </a:p>
          <a:p>
            <a:pPr>
              <a:lnSpc>
                <a:spcPct val="150000"/>
              </a:lnSpc>
            </a:pPr>
            <a:r>
              <a:rPr lang="en-US" altLang="ja-JP" sz="1400" dirty="0">
                <a:solidFill>
                  <a:schemeClr val="tx1"/>
                </a:solidFill>
                <a:latin typeface="Arial Narrow" panose="020B0606020202030204" pitchFamily="34" charset="0"/>
              </a:rPr>
              <a:t>3. </a:t>
            </a:r>
            <a:r>
              <a:rPr lang="ja-JP" altLang="en-US" sz="1400" dirty="0">
                <a:solidFill>
                  <a:schemeClr val="tx1"/>
                </a:solidFill>
                <a:latin typeface="Arial Narrow" panose="020B0606020202030204" pitchFamily="34" charset="0"/>
              </a:rPr>
              <a:t>肉を切る</a:t>
            </a:r>
            <a:endParaRPr lang="en-US" altLang="ja-JP" sz="1400" dirty="0">
              <a:solidFill>
                <a:schemeClr val="tx1"/>
              </a:solidFill>
              <a:latin typeface="Arial Narrow" panose="020B0606020202030204" pitchFamily="34" charset="0"/>
            </a:endParaRPr>
          </a:p>
          <a:p>
            <a:pPr>
              <a:lnSpc>
                <a:spcPct val="150000"/>
              </a:lnSpc>
            </a:pPr>
            <a:r>
              <a:rPr lang="en-US" altLang="ja-JP" sz="1400" dirty="0">
                <a:solidFill>
                  <a:schemeClr val="tx1"/>
                </a:solidFill>
                <a:latin typeface="Arial Narrow" panose="020B0606020202030204" pitchFamily="34" charset="0"/>
              </a:rPr>
              <a:t>4. </a:t>
            </a:r>
            <a:r>
              <a:rPr lang="ja-JP" altLang="en-US" sz="1400" dirty="0">
                <a:solidFill>
                  <a:schemeClr val="tx1"/>
                </a:solidFill>
                <a:latin typeface="Arial Narrow" panose="020B0606020202030204" pitchFamily="34" charset="0"/>
              </a:rPr>
              <a:t>芋を切る</a:t>
            </a:r>
            <a:endParaRPr lang="en-US" altLang="ja-JP" sz="1400" dirty="0">
              <a:solidFill>
                <a:schemeClr val="tx1"/>
              </a:solidFill>
              <a:latin typeface="Arial Narrow" panose="020B0606020202030204" pitchFamily="34" charset="0"/>
            </a:endParaRPr>
          </a:p>
          <a:p>
            <a:pPr>
              <a:lnSpc>
                <a:spcPct val="150000"/>
              </a:lnSpc>
            </a:pPr>
            <a:r>
              <a:rPr lang="en-US" altLang="ja-JP" sz="1400" dirty="0">
                <a:solidFill>
                  <a:schemeClr val="tx1"/>
                </a:solidFill>
                <a:latin typeface="Arial Narrow" panose="020B0606020202030204" pitchFamily="34" charset="0"/>
              </a:rPr>
              <a:t>5. </a:t>
            </a:r>
            <a:r>
              <a:rPr lang="ja-JP" altLang="en-US" sz="1400" dirty="0">
                <a:solidFill>
                  <a:schemeClr val="tx1"/>
                </a:solidFill>
                <a:latin typeface="Arial Narrow" panose="020B0606020202030204" pitchFamily="34" charset="0"/>
              </a:rPr>
              <a:t>炒める</a:t>
            </a:r>
          </a:p>
        </p:txBody>
      </p:sp>
      <p:sp>
        <p:nvSpPr>
          <p:cNvPr id="5" name="角丸四角形 45">
            <a:extLst>
              <a:ext uri="{FF2B5EF4-FFF2-40B4-BE49-F238E27FC236}">
                <a16:creationId xmlns:a16="http://schemas.microsoft.com/office/drawing/2014/main" id="{EC950FE6-1A46-9DF6-BE47-56E92BD1E651}"/>
              </a:ext>
            </a:extLst>
          </p:cNvPr>
          <p:cNvSpPr/>
          <p:nvPr/>
        </p:nvSpPr>
        <p:spPr bwMode="auto">
          <a:xfrm>
            <a:off x="6912026" y="2978995"/>
            <a:ext cx="720008" cy="360004"/>
          </a:xfrm>
          <a:prstGeom prst="roundRect">
            <a:avLst/>
          </a:prstGeom>
          <a:ln>
            <a:headEnd/>
            <a:tailEnd type="triangle" w="sm" len="med"/>
          </a:ln>
        </p:spPr>
        <p:style>
          <a:lnRef idx="3">
            <a:schemeClr val="lt1"/>
          </a:lnRef>
          <a:fillRef idx="1">
            <a:schemeClr val="accent4"/>
          </a:fillRef>
          <a:effectRef idx="1">
            <a:schemeClr val="accent4"/>
          </a:effectRef>
          <a:fontRef idx="minor">
            <a:schemeClr val="lt1"/>
          </a:fontRef>
        </p:style>
        <p:txBody>
          <a:bodyPr wrap="none" rtlCol="0" anchor="ctr"/>
          <a:lstStyle/>
          <a:p>
            <a:pPr algn="ctr"/>
            <a:r>
              <a:rPr kumimoji="1" lang="ja-JP" altLang="en-US" sz="1100" dirty="0">
                <a:solidFill>
                  <a:schemeClr val="bg1"/>
                </a:solidFill>
                <a:latin typeface="Arial Narrow" panose="020B0606020202030204" pitchFamily="34" charset="0"/>
              </a:rPr>
              <a:t>人参切る</a:t>
            </a:r>
          </a:p>
        </p:txBody>
      </p:sp>
      <p:sp>
        <p:nvSpPr>
          <p:cNvPr id="6" name="角丸四角形 46">
            <a:extLst>
              <a:ext uri="{FF2B5EF4-FFF2-40B4-BE49-F238E27FC236}">
                <a16:creationId xmlns:a16="http://schemas.microsoft.com/office/drawing/2014/main" id="{BD1F37F3-C3CC-AACA-57DF-C8B8749AA764}"/>
              </a:ext>
            </a:extLst>
          </p:cNvPr>
          <p:cNvSpPr/>
          <p:nvPr/>
        </p:nvSpPr>
        <p:spPr bwMode="auto">
          <a:xfrm>
            <a:off x="5472010" y="2978995"/>
            <a:ext cx="720008" cy="360004"/>
          </a:xfrm>
          <a:prstGeom prst="roundRect">
            <a:avLst/>
          </a:prstGeom>
          <a:ln>
            <a:headEnd/>
            <a:tailEnd type="triangle" w="sm" len="med"/>
          </a:ln>
        </p:spPr>
        <p:style>
          <a:lnRef idx="3">
            <a:schemeClr val="lt1"/>
          </a:lnRef>
          <a:fillRef idx="1">
            <a:schemeClr val="accent4"/>
          </a:fillRef>
          <a:effectRef idx="1">
            <a:schemeClr val="accent4"/>
          </a:effectRef>
          <a:fontRef idx="minor">
            <a:schemeClr val="lt1"/>
          </a:fontRef>
        </p:style>
        <p:txBody>
          <a:bodyPr wrap="none" rtlCol="0" anchor="ctr"/>
          <a:lstStyle/>
          <a:p>
            <a:pPr algn="ctr"/>
            <a:r>
              <a:rPr lang="ja-JP" altLang="en-US" sz="1100" dirty="0">
                <a:solidFill>
                  <a:schemeClr val="bg1"/>
                </a:solidFill>
                <a:latin typeface="Arial Narrow" panose="020B0606020202030204" pitchFamily="34" charset="0"/>
              </a:rPr>
              <a:t>玉葱切る</a:t>
            </a:r>
            <a:endParaRPr kumimoji="1" lang="ja-JP" altLang="en-US" sz="1100" dirty="0">
              <a:solidFill>
                <a:schemeClr val="bg1"/>
              </a:solidFill>
              <a:latin typeface="Arial Narrow" panose="020B0606020202030204" pitchFamily="34" charset="0"/>
            </a:endParaRPr>
          </a:p>
        </p:txBody>
      </p:sp>
      <p:sp>
        <p:nvSpPr>
          <p:cNvPr id="8" name="角丸四角形吹き出し 42">
            <a:extLst>
              <a:ext uri="{FF2B5EF4-FFF2-40B4-BE49-F238E27FC236}">
                <a16:creationId xmlns:a16="http://schemas.microsoft.com/office/drawing/2014/main" id="{BB9A8276-F346-7B5A-7079-4FF636A099A0}"/>
              </a:ext>
            </a:extLst>
          </p:cNvPr>
          <p:cNvSpPr/>
          <p:nvPr/>
        </p:nvSpPr>
        <p:spPr bwMode="auto">
          <a:xfrm>
            <a:off x="10056044" y="1988985"/>
            <a:ext cx="1080012" cy="522648"/>
          </a:xfrm>
          <a:prstGeom prst="wedgeRoundRectCallout">
            <a:avLst>
              <a:gd name="adj1" fmla="val -46134"/>
              <a:gd name="adj2" fmla="val 94815"/>
              <a:gd name="adj3" fmla="val 16667"/>
            </a:avLst>
          </a:prstGeom>
          <a:ln>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400" dirty="0">
                <a:solidFill>
                  <a:schemeClr val="tx1">
                    <a:lumMod val="65000"/>
                    <a:lumOff val="35000"/>
                  </a:schemeClr>
                </a:solidFill>
                <a:latin typeface="Arial Narrow" panose="020B0606020202030204" pitchFamily="34" charset="0"/>
              </a:rPr>
              <a:t>台に</a:t>
            </a:r>
            <a:endParaRPr lang="en-US" altLang="ja-JP" sz="1400" dirty="0">
              <a:solidFill>
                <a:schemeClr val="tx1">
                  <a:lumMod val="65000"/>
                  <a:lumOff val="35000"/>
                </a:schemeClr>
              </a:solidFill>
              <a:latin typeface="Arial Narrow" panose="020B0606020202030204" pitchFamily="34" charset="0"/>
            </a:endParaRPr>
          </a:p>
          <a:p>
            <a:r>
              <a:rPr lang="ja-JP" altLang="en-US" sz="1400" dirty="0">
                <a:solidFill>
                  <a:schemeClr val="tx1">
                    <a:lumMod val="65000"/>
                    <a:lumOff val="35000"/>
                  </a:schemeClr>
                </a:solidFill>
                <a:latin typeface="Arial Narrow" panose="020B0606020202030204" pitchFamily="34" charset="0"/>
              </a:rPr>
              <a:t>戻す係です！</a:t>
            </a:r>
          </a:p>
        </p:txBody>
      </p:sp>
      <p:sp>
        <p:nvSpPr>
          <p:cNvPr id="9" name="角丸四角形吹き出し 44">
            <a:extLst>
              <a:ext uri="{FF2B5EF4-FFF2-40B4-BE49-F238E27FC236}">
                <a16:creationId xmlns:a16="http://schemas.microsoft.com/office/drawing/2014/main" id="{43818296-D1AB-1C09-0373-8378A2CAA403}"/>
              </a:ext>
            </a:extLst>
          </p:cNvPr>
          <p:cNvSpPr/>
          <p:nvPr/>
        </p:nvSpPr>
        <p:spPr bwMode="auto">
          <a:xfrm>
            <a:off x="7176012" y="1988985"/>
            <a:ext cx="1080012" cy="522648"/>
          </a:xfrm>
          <a:prstGeom prst="wedgeRoundRectCallout">
            <a:avLst>
              <a:gd name="adj1" fmla="val -41466"/>
              <a:gd name="adj2" fmla="val 84351"/>
              <a:gd name="adj3" fmla="val 16667"/>
            </a:avLst>
          </a:prstGeom>
          <a:ln>
            <a:headEnd/>
            <a:tailEnd type="triangle" w="sm" len="med"/>
          </a:ln>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400" dirty="0">
                <a:solidFill>
                  <a:schemeClr val="tx1">
                    <a:lumMod val="65000"/>
                    <a:lumOff val="35000"/>
                  </a:schemeClr>
                </a:solidFill>
                <a:latin typeface="Arial Narrow" panose="020B0606020202030204" pitchFamily="34" charset="0"/>
              </a:rPr>
              <a:t>材料</a:t>
            </a:r>
            <a:br>
              <a:rPr lang="en-US" altLang="ja-JP" sz="1400" dirty="0">
                <a:solidFill>
                  <a:schemeClr val="tx1">
                    <a:lumMod val="65000"/>
                    <a:lumOff val="35000"/>
                  </a:schemeClr>
                </a:solidFill>
                <a:latin typeface="Arial Narrow" panose="020B0606020202030204" pitchFamily="34" charset="0"/>
              </a:rPr>
            </a:br>
            <a:r>
              <a:rPr lang="ja-JP" altLang="en-US" sz="1400" dirty="0">
                <a:solidFill>
                  <a:schemeClr val="tx1">
                    <a:lumMod val="65000"/>
                    <a:lumOff val="35000"/>
                  </a:schemeClr>
                </a:solidFill>
                <a:latin typeface="Arial Narrow" panose="020B0606020202030204" pitchFamily="34" charset="0"/>
              </a:rPr>
              <a:t>取る係です！</a:t>
            </a:r>
          </a:p>
        </p:txBody>
      </p:sp>
      <p:sp>
        <p:nvSpPr>
          <p:cNvPr id="10" name="角丸四角形吹き出し 44">
            <a:extLst>
              <a:ext uri="{FF2B5EF4-FFF2-40B4-BE49-F238E27FC236}">
                <a16:creationId xmlns:a16="http://schemas.microsoft.com/office/drawing/2014/main" id="{1A5410FD-512C-2007-0C47-49D67905FECD}"/>
              </a:ext>
            </a:extLst>
          </p:cNvPr>
          <p:cNvSpPr/>
          <p:nvPr/>
        </p:nvSpPr>
        <p:spPr bwMode="auto">
          <a:xfrm>
            <a:off x="5555994" y="2168987"/>
            <a:ext cx="1440016" cy="342645"/>
          </a:xfrm>
          <a:prstGeom prst="wedgeRoundRectCallout">
            <a:avLst>
              <a:gd name="adj1" fmla="val -41466"/>
              <a:gd name="adj2" fmla="val 84351"/>
              <a:gd name="adj3" fmla="val 16667"/>
            </a:avLst>
          </a:prstGeom>
          <a:ln>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400" dirty="0">
                <a:solidFill>
                  <a:schemeClr val="tx1">
                    <a:lumMod val="65000"/>
                    <a:lumOff val="35000"/>
                  </a:schemeClr>
                </a:solidFill>
                <a:latin typeface="Arial Narrow" panose="020B0606020202030204" pitchFamily="34" charset="0"/>
              </a:rPr>
              <a:t>レシピを読むで</a:t>
            </a:r>
          </a:p>
        </p:txBody>
      </p:sp>
      <p:sp>
        <p:nvSpPr>
          <p:cNvPr id="11" name="角丸四角形吹き出し 44">
            <a:extLst>
              <a:ext uri="{FF2B5EF4-FFF2-40B4-BE49-F238E27FC236}">
                <a16:creationId xmlns:a16="http://schemas.microsoft.com/office/drawing/2014/main" id="{C0D03F15-2E18-C440-CD94-218EA7686AC3}"/>
              </a:ext>
            </a:extLst>
          </p:cNvPr>
          <p:cNvSpPr/>
          <p:nvPr/>
        </p:nvSpPr>
        <p:spPr bwMode="auto">
          <a:xfrm>
            <a:off x="8526027" y="2258987"/>
            <a:ext cx="1170013" cy="342645"/>
          </a:xfrm>
          <a:prstGeom prst="wedgeRoundRectCallout">
            <a:avLst>
              <a:gd name="adj1" fmla="val -41466"/>
              <a:gd name="adj2" fmla="val 84351"/>
              <a:gd name="adj3" fmla="val 16667"/>
            </a:avLst>
          </a:prstGeom>
          <a:ln>
            <a:headEnd/>
            <a:tailEnd type="triangle" w="sm" len="med"/>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400" dirty="0">
                <a:solidFill>
                  <a:schemeClr val="tx1">
                    <a:lumMod val="65000"/>
                    <a:lumOff val="35000"/>
                  </a:schemeClr>
                </a:solidFill>
                <a:latin typeface="Arial Narrow" panose="020B0606020202030204" pitchFamily="34" charset="0"/>
              </a:rPr>
              <a:t>シェフです！</a:t>
            </a:r>
          </a:p>
        </p:txBody>
      </p:sp>
      <p:sp>
        <p:nvSpPr>
          <p:cNvPr id="12" name="正方形/長方形 11">
            <a:extLst>
              <a:ext uri="{FF2B5EF4-FFF2-40B4-BE49-F238E27FC236}">
                <a16:creationId xmlns:a16="http://schemas.microsoft.com/office/drawing/2014/main" id="{FDCD4204-EEAC-0E43-EA74-F9BADCC9AF98}"/>
              </a:ext>
            </a:extLst>
          </p:cNvPr>
          <p:cNvSpPr/>
          <p:nvPr/>
        </p:nvSpPr>
        <p:spPr>
          <a:xfrm>
            <a:off x="1151962" y="1592922"/>
            <a:ext cx="1620018" cy="1384995"/>
          </a:xfrm>
          <a:prstGeom prst="rect">
            <a:avLst/>
          </a:prstGeom>
        </p:spPr>
        <p:txBody>
          <a:bodyPr wrap="square">
            <a:spAutoFit/>
          </a:bodyPr>
          <a:lstStyle/>
          <a:p>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　・∀・）</a:t>
            </a:r>
            <a:endParaRPr lang="en-US" altLang="ja-JP"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endParaRPr>
          </a:p>
          <a:p>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φ</a:t>
            </a:r>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__⊂)__</a:t>
            </a:r>
            <a:endPar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endParaRPr>
          </a:p>
          <a:p>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／旦／三／ ／</a:t>
            </a:r>
            <a:r>
              <a:rPr lang="en-US" altLang="ja-JP"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社長 　　</a:t>
            </a:r>
            <a:r>
              <a:rPr lang="en-US" altLang="ja-JP"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p:txBody>
      </p:sp>
      <p:sp>
        <p:nvSpPr>
          <p:cNvPr id="13" name="角丸四角形吹き出し 28">
            <a:extLst>
              <a:ext uri="{FF2B5EF4-FFF2-40B4-BE49-F238E27FC236}">
                <a16:creationId xmlns:a16="http://schemas.microsoft.com/office/drawing/2014/main" id="{D417DF45-2A18-08E2-1AC8-ADEBC894312A}"/>
              </a:ext>
            </a:extLst>
          </p:cNvPr>
          <p:cNvSpPr/>
          <p:nvPr/>
        </p:nvSpPr>
        <p:spPr bwMode="auto">
          <a:xfrm>
            <a:off x="2231974" y="962915"/>
            <a:ext cx="2964016" cy="522647"/>
          </a:xfrm>
          <a:prstGeom prst="wedgeRoundRectCallout">
            <a:avLst>
              <a:gd name="adj1" fmla="val -43365"/>
              <a:gd name="adj2" fmla="val 134720"/>
              <a:gd name="adj3" fmla="val 16667"/>
            </a:avLst>
          </a:prstGeom>
          <a:ln>
            <a:solidFill>
              <a:schemeClr val="tx1">
                <a:lumMod val="65000"/>
                <a:lumOff val="35000"/>
              </a:schemeClr>
            </a:solidFill>
            <a:headEnd/>
            <a:tailEnd type="triangle" w="sm" len="med"/>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kumimoji="1" lang="ja-JP" altLang="en-US" sz="1400" dirty="0">
                <a:solidFill>
                  <a:schemeClr val="tx1">
                    <a:lumMod val="85000"/>
                    <a:lumOff val="15000"/>
                  </a:schemeClr>
                </a:solidFill>
                <a:latin typeface="Arial Narrow" panose="020B0606020202030204" pitchFamily="34" charset="0"/>
              </a:rPr>
              <a:t>正直，シェフ以外いらなくない？</a:t>
            </a:r>
            <a:endParaRPr kumimoji="1" lang="en-US" altLang="ja-JP" sz="1400" dirty="0">
              <a:solidFill>
                <a:schemeClr val="tx1">
                  <a:lumMod val="85000"/>
                  <a:lumOff val="15000"/>
                </a:schemeClr>
              </a:solidFill>
              <a:latin typeface="Arial Narrow" panose="020B0606020202030204" pitchFamily="34" charset="0"/>
            </a:endParaRPr>
          </a:p>
          <a:p>
            <a:r>
              <a:rPr kumimoji="1" lang="ja-JP" altLang="en-US" sz="1400" dirty="0">
                <a:solidFill>
                  <a:schemeClr val="tx1">
                    <a:lumMod val="85000"/>
                    <a:lumOff val="15000"/>
                  </a:schemeClr>
                </a:solidFill>
                <a:latin typeface="Arial Narrow" panose="020B0606020202030204" pitchFamily="34" charset="0"/>
              </a:rPr>
              <a:t>あんなでかいキッチン台いる？</a:t>
            </a:r>
          </a:p>
        </p:txBody>
      </p:sp>
      <p:sp>
        <p:nvSpPr>
          <p:cNvPr id="14" name="正方形/長方形 13">
            <a:extLst>
              <a:ext uri="{FF2B5EF4-FFF2-40B4-BE49-F238E27FC236}">
                <a16:creationId xmlns:a16="http://schemas.microsoft.com/office/drawing/2014/main" id="{9335FABA-412D-4107-0F45-51AC5205F280}"/>
              </a:ext>
            </a:extLst>
          </p:cNvPr>
          <p:cNvSpPr/>
          <p:nvPr/>
        </p:nvSpPr>
        <p:spPr bwMode="auto">
          <a:xfrm>
            <a:off x="1151962" y="1178975"/>
            <a:ext cx="630007" cy="540006"/>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pPr algn="ctr"/>
            <a:endParaRPr kumimoji="1" lang="ja-JP" altLang="en-US" sz="1600" dirty="0">
              <a:solidFill>
                <a:schemeClr val="tx1">
                  <a:lumMod val="85000"/>
                  <a:lumOff val="15000"/>
                </a:schemeClr>
              </a:solidFill>
            </a:endParaRPr>
          </a:p>
        </p:txBody>
      </p:sp>
      <mc:AlternateContent xmlns:mc="http://schemas.openxmlformats.org/markup-compatibility/2006" xmlns:a14="http://schemas.microsoft.com/office/drawing/2010/main">
        <mc:Choice Requires="a14">
          <p:sp>
            <p:nvSpPr>
              <p:cNvPr id="4" name="テキスト プレースホルダー 4">
                <a:extLst>
                  <a:ext uri="{FF2B5EF4-FFF2-40B4-BE49-F238E27FC236}">
                    <a16:creationId xmlns:a16="http://schemas.microsoft.com/office/drawing/2014/main" id="{0D254F78-A92B-CABE-51B0-7B14284292FD}"/>
                  </a:ext>
                </a:extLst>
              </p:cNvPr>
              <p:cNvSpPr>
                <a:spLocks noGrp="1"/>
              </p:cNvSpPr>
              <p:nvPr>
                <p:ph type="body" sz="quarter" idx="10"/>
              </p:nvPr>
            </p:nvSpPr>
            <p:spPr>
              <a:xfrm>
                <a:off x="245935" y="4689014"/>
                <a:ext cx="11340126" cy="1170013"/>
              </a:xfrm>
            </p:spPr>
            <p:txBody>
              <a:bodyPr/>
              <a:lstStyle/>
              <a:p>
                <a14:m>
                  <m:oMath xmlns:m="http://schemas.openxmlformats.org/officeDocument/2006/math">
                    <m:r>
                      <m:rPr>
                        <m:nor/>
                      </m:rPr>
                      <a:rPr lang="ja-JP" altLang="en-US" sz="1600" dirty="0" smtClean="0"/>
                      <m:t>効率 </m:t>
                    </m:r>
                    <m:r>
                      <a:rPr lang="en-US" altLang="ja-JP" sz="1600" i="1" dirty="0">
                        <a:latin typeface="Cambria Math" panose="02040503050406030204" pitchFamily="18" charset="0"/>
                      </a:rPr>
                      <m:t>𝜂</m:t>
                    </m:r>
                    <m:r>
                      <a:rPr lang="en-US" altLang="ja-JP" sz="1600" i="1" dirty="0">
                        <a:latin typeface="Cambria Math" panose="02040503050406030204" pitchFamily="18" charset="0"/>
                      </a:rPr>
                      <m:t>=</m:t>
                    </m:r>
                    <m:f>
                      <m:fPr>
                        <m:ctrlPr>
                          <a:rPr lang="en-US" altLang="ja-JP" sz="1600" i="1" dirty="0">
                            <a:latin typeface="Cambria Math" panose="02040503050406030204" pitchFamily="18" charset="0"/>
                          </a:rPr>
                        </m:ctrlPr>
                      </m:fPr>
                      <m:num>
                        <m:sSub>
                          <m:sSubPr>
                            <m:ctrlPr>
                              <a:rPr lang="en-US" altLang="ja-JP" sz="1600" i="1" dirty="0">
                                <a:latin typeface="Cambria Math" panose="02040503050406030204" pitchFamily="18" charset="0"/>
                              </a:rPr>
                            </m:ctrlPr>
                          </m:sSubPr>
                          <m:e>
                            <m:r>
                              <a:rPr lang="en-US" altLang="ja-JP" sz="1600" i="1" dirty="0">
                                <a:latin typeface="Cambria Math" panose="02040503050406030204" pitchFamily="18" charset="0"/>
                              </a:rPr>
                              <m:t>𝑃</m:t>
                            </m:r>
                          </m:e>
                          <m:sub>
                            <m:r>
                              <a:rPr lang="en-US" altLang="ja-JP" sz="1600" b="0" i="1" dirty="0" smtClean="0">
                                <a:latin typeface="Cambria Math" panose="02040503050406030204" pitchFamily="18" charset="0"/>
                              </a:rPr>
                              <m:t>𝑚𝑖𝑛</m:t>
                            </m:r>
                          </m:sub>
                        </m:sSub>
                      </m:num>
                      <m:den>
                        <m:sSub>
                          <m:sSubPr>
                            <m:ctrlPr>
                              <a:rPr lang="en-US" altLang="ja-JP" sz="1600" i="1" dirty="0">
                                <a:latin typeface="Cambria Math" panose="02040503050406030204" pitchFamily="18" charset="0"/>
                              </a:rPr>
                            </m:ctrlPr>
                          </m:sSubPr>
                          <m:e>
                            <m:r>
                              <a:rPr lang="en-US" altLang="ja-JP" sz="1600" i="1" dirty="0">
                                <a:latin typeface="Cambria Math" panose="02040503050406030204" pitchFamily="18" charset="0"/>
                              </a:rPr>
                              <m:t>𝑃</m:t>
                            </m:r>
                          </m:e>
                          <m:sub>
                            <m:r>
                              <a:rPr lang="en-US" altLang="ja-JP" sz="1600" i="1" dirty="0">
                                <a:latin typeface="Cambria Math" panose="02040503050406030204" pitchFamily="18" charset="0"/>
                              </a:rPr>
                              <m:t>𝑎𝑐𝑡𝑢𝑎</m:t>
                            </m:r>
                            <m:r>
                              <a:rPr lang="en-US" altLang="ja-JP" sz="1600" i="1" dirty="0" err="1">
                                <a:latin typeface="Cambria Math" panose="02040503050406030204" pitchFamily="18" charset="0"/>
                              </a:rPr>
                              <m:t>𝑙</m:t>
                            </m:r>
                          </m:sub>
                        </m:sSub>
                      </m:den>
                    </m:f>
                    <m:r>
                      <a:rPr lang="en-US" altLang="ja-JP" sz="1600" b="0" i="1" dirty="0" smtClean="0">
                        <a:latin typeface="Cambria Math" panose="02040503050406030204" pitchFamily="18" charset="0"/>
                      </a:rPr>
                      <m:t>=</m:t>
                    </m:r>
                    <m:f>
                      <m:fPr>
                        <m:ctrlPr>
                          <a:rPr lang="en-US" altLang="ja-JP" sz="1600" i="1" dirty="0">
                            <a:latin typeface="Cambria Math" panose="02040503050406030204" pitchFamily="18" charset="0"/>
                          </a:rPr>
                        </m:ctrlPr>
                      </m:fPr>
                      <m:num>
                        <m:sSub>
                          <m:sSubPr>
                            <m:ctrlPr>
                              <a:rPr lang="en-US" altLang="ja-JP" sz="1600" i="1" dirty="0">
                                <a:latin typeface="Cambria Math" panose="02040503050406030204" pitchFamily="18" charset="0"/>
                              </a:rPr>
                            </m:ctrlPr>
                          </m:sSubPr>
                          <m:e>
                            <m:r>
                              <a:rPr lang="en-US" altLang="ja-JP" sz="1600" i="1" dirty="0">
                                <a:latin typeface="Cambria Math" panose="02040503050406030204" pitchFamily="18" charset="0"/>
                              </a:rPr>
                              <m:t>𝑃</m:t>
                            </m:r>
                          </m:e>
                          <m:sub>
                            <m:r>
                              <a:rPr lang="en-US" altLang="ja-JP" sz="1600" b="0" i="1" dirty="0" smtClean="0">
                                <a:latin typeface="Cambria Math" panose="02040503050406030204" pitchFamily="18" charset="0"/>
                              </a:rPr>
                              <m:t>𝑚𝑖𝑛</m:t>
                            </m:r>
                          </m:sub>
                        </m:sSub>
                      </m:num>
                      <m:den>
                        <m:sSub>
                          <m:sSubPr>
                            <m:ctrlPr>
                              <a:rPr lang="en-US" altLang="ja-JP" sz="1600" i="1" dirty="0">
                                <a:latin typeface="Cambria Math" panose="02040503050406030204" pitchFamily="18" charset="0"/>
                              </a:rPr>
                            </m:ctrlPr>
                          </m:sSubPr>
                          <m:e>
                            <m:r>
                              <a:rPr lang="en-US" altLang="ja-JP" sz="1600" i="1" dirty="0">
                                <a:latin typeface="Cambria Math" panose="02040503050406030204" pitchFamily="18" charset="0"/>
                              </a:rPr>
                              <m:t>𝑃</m:t>
                            </m:r>
                          </m:e>
                          <m:sub>
                            <m:r>
                              <a:rPr lang="en-US" altLang="ja-JP" sz="1600" b="0" i="1" dirty="0" smtClean="0">
                                <a:latin typeface="Cambria Math" panose="02040503050406030204" pitchFamily="18" charset="0"/>
                              </a:rPr>
                              <m:t>𝑚𝑖𝑛</m:t>
                            </m:r>
                          </m:sub>
                        </m:sSub>
                        <m:r>
                          <a:rPr lang="en-US" altLang="ja-JP" sz="1600" b="0" i="1" dirty="0" smtClean="0">
                            <a:latin typeface="Cambria Math" panose="02040503050406030204" pitchFamily="18" charset="0"/>
                          </a:rPr>
                          <m:t>+</m:t>
                        </m:r>
                        <m:sSub>
                          <m:sSubPr>
                            <m:ctrlPr>
                              <a:rPr lang="en-US" altLang="ja-JP" sz="1600" i="1" dirty="0">
                                <a:latin typeface="Cambria Math" panose="02040503050406030204" pitchFamily="18" charset="0"/>
                              </a:rPr>
                            </m:ctrlPr>
                          </m:sSubPr>
                          <m:e>
                            <m:r>
                              <a:rPr lang="en-US" altLang="ja-JP" sz="1600" i="1" dirty="0">
                                <a:latin typeface="Cambria Math" panose="02040503050406030204" pitchFamily="18" charset="0"/>
                              </a:rPr>
                              <m:t>𝑃</m:t>
                            </m:r>
                          </m:e>
                          <m:sub>
                            <m:r>
                              <a:rPr lang="en-US" altLang="ja-JP" sz="1600" b="0" i="1" dirty="0" smtClean="0">
                                <a:latin typeface="Cambria Math" panose="02040503050406030204" pitchFamily="18" charset="0"/>
                              </a:rPr>
                              <m:t>𝑜𝑣𝑒𝑟h𝑒𝑎𝑑</m:t>
                            </m:r>
                          </m:sub>
                        </m:sSub>
                      </m:den>
                    </m:f>
                  </m:oMath>
                </a14:m>
                <a:endParaRPr lang="en-US" altLang="ja-JP" sz="1600" dirty="0"/>
              </a:p>
              <a:p>
                <a:pPr lvl="1"/>
                <a14:m>
                  <m:oMath xmlns:m="http://schemas.openxmlformats.org/officeDocument/2006/math">
                    <m:sSub>
                      <m:sSubPr>
                        <m:ctrlPr>
                          <a:rPr lang="en-US" altLang="ja-JP" sz="1600" b="0" i="1" dirty="0" smtClean="0">
                            <a:latin typeface="Cambria Math" panose="02040503050406030204" pitchFamily="18" charset="0"/>
                          </a:rPr>
                        </m:ctrlPr>
                      </m:sSubPr>
                      <m:e>
                        <m:r>
                          <a:rPr lang="en-US" altLang="ja-JP" sz="1600" i="1" dirty="0" smtClean="0">
                            <a:latin typeface="Cambria Math" panose="02040503050406030204" pitchFamily="18" charset="0"/>
                          </a:rPr>
                          <m:t>𝑃</m:t>
                        </m:r>
                      </m:e>
                      <m:sub>
                        <m:r>
                          <m:rPr>
                            <m:sty m:val="p"/>
                          </m:rPr>
                          <a:rPr lang="en-US" altLang="ja-JP" sz="1600" b="0" i="1" dirty="0" err="1" smtClean="0">
                            <a:latin typeface="Cambria Math" panose="02040503050406030204" pitchFamily="18" charset="0"/>
                          </a:rPr>
                          <m:t>min</m:t>
                        </m:r>
                      </m:sub>
                    </m:sSub>
                    <m:r>
                      <a:rPr lang="en-US" altLang="ja-JP" sz="1600" b="0" i="1" dirty="0" smtClean="0">
                        <a:latin typeface="Cambria Math" panose="02040503050406030204" pitchFamily="18" charset="0"/>
                      </a:rPr>
                      <m:t>     </m:t>
                    </m:r>
                    <m:r>
                      <a:rPr lang="en-US" altLang="ja-JP" sz="1600" i="1" dirty="0" smtClean="0">
                        <a:latin typeface="Cambria Math" panose="02040503050406030204" pitchFamily="18" charset="0"/>
                      </a:rPr>
                      <m:t>=</m:t>
                    </m:r>
                  </m:oMath>
                </a14:m>
                <a:r>
                  <a:rPr lang="en-US" altLang="ja-JP" sz="1600" dirty="0"/>
                  <a:t> </a:t>
                </a:r>
                <a:r>
                  <a:rPr lang="ja-JP" altLang="en-US" sz="1600" dirty="0"/>
                  <a:t>材料の原価とシェフの人件費（絶対カレーを作るのに必要）</a:t>
                </a:r>
                <a:endParaRPr lang="en-US" altLang="ja-JP" sz="1600" dirty="0"/>
              </a:p>
              <a:p>
                <a:pPr lvl="1"/>
                <a14:m>
                  <m:oMath xmlns:m="http://schemas.openxmlformats.org/officeDocument/2006/math">
                    <m:sSub>
                      <m:sSubPr>
                        <m:ctrlPr>
                          <a:rPr lang="en-US" altLang="ja-JP" sz="1600" i="1" dirty="0" smtClean="0">
                            <a:latin typeface="Cambria Math" panose="02040503050406030204" pitchFamily="18" charset="0"/>
                          </a:rPr>
                        </m:ctrlPr>
                      </m:sSubPr>
                      <m:e>
                        <m:r>
                          <a:rPr lang="en-US" altLang="ja-JP" sz="1600" i="1" dirty="0" smtClean="0">
                            <a:latin typeface="Cambria Math" panose="02040503050406030204" pitchFamily="18" charset="0"/>
                          </a:rPr>
                          <m:t>𝑃</m:t>
                        </m:r>
                      </m:e>
                      <m:sub>
                        <m:r>
                          <a:rPr lang="en-US" altLang="ja-JP" sz="1600" i="1" dirty="0" smtClean="0">
                            <a:latin typeface="Cambria Math" panose="02040503050406030204" pitchFamily="18" charset="0"/>
                          </a:rPr>
                          <m:t>𝑎𝑐𝑡𝑢𝑎</m:t>
                        </m:r>
                        <m:r>
                          <a:rPr lang="en-US" altLang="ja-JP" sz="1600" i="1" dirty="0" err="1">
                            <a:latin typeface="Cambria Math" panose="02040503050406030204" pitchFamily="18" charset="0"/>
                          </a:rPr>
                          <m:t>𝑙</m:t>
                        </m:r>
                      </m:sub>
                    </m:sSub>
                    <m:r>
                      <a:rPr lang="en-US" altLang="ja-JP" sz="1600" i="1" dirty="0">
                        <a:latin typeface="Cambria Math" panose="02040503050406030204" pitchFamily="18" charset="0"/>
                      </a:rPr>
                      <m:t>=</m:t>
                    </m:r>
                  </m:oMath>
                </a14:m>
                <a:r>
                  <a:rPr lang="ja-JP" altLang="en-US" sz="1600" dirty="0"/>
                  <a:t> キッチン台，他の係の人　（必ずしもなくても）</a:t>
                </a:r>
                <a:endParaRPr lang="en-US" altLang="ja-JP" sz="1600" dirty="0"/>
              </a:p>
              <a:p>
                <a:r>
                  <a:rPr lang="ja-JP" altLang="en-US" sz="1600" dirty="0">
                    <a:solidFill>
                      <a:schemeClr val="accent5"/>
                    </a:solidFill>
                  </a:rPr>
                  <a:t>効率を上げるのに取り得る方針：</a:t>
                </a:r>
                <a:endParaRPr lang="en-US" altLang="ja-JP" sz="1600" dirty="0">
                  <a:solidFill>
                    <a:schemeClr val="accent5"/>
                  </a:solidFill>
                </a:endParaRPr>
              </a:p>
              <a:p>
                <a:pPr lvl="1"/>
                <a14:m>
                  <m:oMath xmlns:m="http://schemas.openxmlformats.org/officeDocument/2006/math">
                    <m:sSub>
                      <m:sSubPr>
                        <m:ctrlPr>
                          <a:rPr lang="en-US" altLang="ja-JP" sz="1600" i="1" dirty="0">
                            <a:latin typeface="Cambria Math" panose="02040503050406030204" pitchFamily="18" charset="0"/>
                          </a:rPr>
                        </m:ctrlPr>
                      </m:sSubPr>
                      <m:e>
                        <m:r>
                          <a:rPr lang="en-US" altLang="ja-JP" sz="1600" i="1" dirty="0">
                            <a:latin typeface="Cambria Math" panose="02040503050406030204" pitchFamily="18" charset="0"/>
                          </a:rPr>
                          <m:t>𝑃</m:t>
                        </m:r>
                      </m:e>
                      <m:sub>
                        <m:r>
                          <a:rPr lang="en-US" altLang="ja-JP" sz="1600" i="1" dirty="0">
                            <a:latin typeface="Cambria Math" panose="02040503050406030204" pitchFamily="18" charset="0"/>
                          </a:rPr>
                          <m:t>𝑜𝑣𝑒𝑟h𝑒𝑎𝑑</m:t>
                        </m:r>
                      </m:sub>
                    </m:sSub>
                  </m:oMath>
                </a14:m>
                <a:r>
                  <a:rPr lang="en-US" altLang="ja-JP" sz="1600" dirty="0"/>
                  <a:t> </a:t>
                </a:r>
                <a:r>
                  <a:rPr lang="ja-JP" altLang="en-US" sz="1600" dirty="0"/>
                  <a:t>を減らす </a:t>
                </a:r>
                <a:r>
                  <a:rPr lang="en-US" altLang="ja-JP" sz="1600" dirty="0"/>
                  <a:t>= </a:t>
                </a:r>
                <a:r>
                  <a:rPr lang="ja-JP" altLang="en-US" sz="1600" dirty="0"/>
                  <a:t>シェフ以外をなんとかしてクビにするか減らす</a:t>
                </a:r>
                <a:endParaRPr lang="en-US" altLang="ja-JP" sz="1600" dirty="0"/>
              </a:p>
              <a:p>
                <a:pPr lvl="1"/>
                <a:r>
                  <a:rPr lang="ja-JP" altLang="en-US" sz="1600" dirty="0"/>
                  <a:t>（</a:t>
                </a:r>
                <a14:m>
                  <m:oMath xmlns:m="http://schemas.openxmlformats.org/officeDocument/2006/math">
                    <m:sSub>
                      <m:sSubPr>
                        <m:ctrlPr>
                          <a:rPr lang="en-US" altLang="ja-JP" sz="1600" i="1" dirty="0">
                            <a:latin typeface="Cambria Math" panose="02040503050406030204" pitchFamily="18" charset="0"/>
                          </a:rPr>
                        </m:ctrlPr>
                      </m:sSubPr>
                      <m:e>
                        <m:r>
                          <a:rPr lang="en-US" altLang="ja-JP" sz="1600" i="1" dirty="0">
                            <a:latin typeface="Cambria Math" panose="02040503050406030204" pitchFamily="18" charset="0"/>
                          </a:rPr>
                          <m:t>𝑃</m:t>
                        </m:r>
                      </m:e>
                      <m:sub>
                        <m:r>
                          <a:rPr lang="en-US" altLang="ja-JP" sz="1600" i="1" dirty="0">
                            <a:latin typeface="Cambria Math" panose="02040503050406030204" pitchFamily="18" charset="0"/>
                          </a:rPr>
                          <m:t>𝑚𝑖𝑛</m:t>
                        </m:r>
                      </m:sub>
                    </m:sSub>
                  </m:oMath>
                </a14:m>
                <a:r>
                  <a:rPr lang="en-US" altLang="ja-JP" sz="1600" dirty="0"/>
                  <a:t> </a:t>
                </a:r>
                <a:r>
                  <a:rPr lang="ja-JP" altLang="en-US" sz="1600" dirty="0"/>
                  <a:t>を減らす     </a:t>
                </a:r>
                <a:r>
                  <a:rPr lang="en-US" altLang="ja-JP" sz="1600" dirty="0"/>
                  <a:t>= </a:t>
                </a:r>
                <a:r>
                  <a:rPr lang="ja-JP" altLang="en-US" sz="1600" dirty="0"/>
                  <a:t>別の方法としてカレー自体の具材を減らして質を下げると，効率 </a:t>
                </a:r>
                <a14:m>
                  <m:oMath xmlns:m="http://schemas.openxmlformats.org/officeDocument/2006/math">
                    <m:r>
                      <a:rPr lang="en-US" altLang="ja-JP" sz="1600" i="1" dirty="0">
                        <a:latin typeface="Cambria Math" panose="02040503050406030204" pitchFamily="18" charset="0"/>
                      </a:rPr>
                      <m:t>𝜂</m:t>
                    </m:r>
                  </m:oMath>
                </a14:m>
                <a:r>
                  <a:rPr lang="ja-JP" altLang="en-US" sz="1600" dirty="0"/>
                  <a:t> は上がらないがトータルコストは減る</a:t>
                </a:r>
              </a:p>
            </p:txBody>
          </p:sp>
        </mc:Choice>
        <mc:Fallback xmlns="">
          <p:sp>
            <p:nvSpPr>
              <p:cNvPr id="4" name="テキスト プレースホルダー 4">
                <a:extLst>
                  <a:ext uri="{FF2B5EF4-FFF2-40B4-BE49-F238E27FC236}">
                    <a16:creationId xmlns:a16="http://schemas.microsoft.com/office/drawing/2014/main" id="{0D254F78-A92B-CABE-51B0-7B14284292FD}"/>
                  </a:ext>
                </a:extLst>
              </p:cNvPr>
              <p:cNvSpPr>
                <a:spLocks noGrp="1" noRot="1" noChangeAspect="1" noMove="1" noResize="1" noEditPoints="1" noAdjustHandles="1" noChangeArrowheads="1" noChangeShapeType="1" noTextEdit="1"/>
              </p:cNvSpPr>
              <p:nvPr>
                <p:ph type="body" sz="quarter" idx="10"/>
              </p:nvPr>
            </p:nvSpPr>
            <p:spPr>
              <a:xfrm>
                <a:off x="245935" y="4689014"/>
                <a:ext cx="11340126" cy="1170013"/>
              </a:xfrm>
              <a:blipFill>
                <a:blip r:embed="rId3"/>
                <a:stretch>
                  <a:fillRect l="-215" t="-64063" b="-78646"/>
                </a:stretch>
              </a:blipFill>
            </p:spPr>
            <p:txBody>
              <a:bodyPr/>
              <a:lstStyle/>
              <a:p>
                <a:r>
                  <a:rPr lang="en-US">
                    <a:noFill/>
                  </a:rPr>
                  <a:t> </a:t>
                </a:r>
              </a:p>
            </p:txBody>
          </p:sp>
        </mc:Fallback>
      </mc:AlternateContent>
    </p:spTree>
    <p:extLst>
      <p:ext uri="{BB962C8B-B14F-4D97-AF65-F5344CB8AC3E}">
        <p14:creationId xmlns:p14="http://schemas.microsoft.com/office/powerpoint/2010/main" val="408319604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01B8E476-23F0-F3C9-8AE5-F3874CA26BAD}"/>
              </a:ext>
            </a:extLst>
          </p:cNvPr>
          <p:cNvSpPr>
            <a:spLocks noGrp="1"/>
          </p:cNvSpPr>
          <p:nvPr>
            <p:ph type="sldNum" sz="quarter" idx="10"/>
          </p:nvPr>
        </p:nvSpPr>
        <p:spPr/>
        <p:txBody>
          <a:bodyPr/>
          <a:lstStyle/>
          <a:p>
            <a:fld id="{D2D8002D-B5B0-4BAC-B1F6-782DDCCE6D9C}" type="slidenum">
              <a:rPr kumimoji="1" lang="ja-JP" altLang="en-US" b="1" smtClean="0"/>
              <a:pPr/>
              <a:t>73</a:t>
            </a:fld>
            <a:endParaRPr kumimoji="1" lang="ja-JP" altLang="en-US" b="1"/>
          </a:p>
        </p:txBody>
      </p:sp>
      <p:sp>
        <p:nvSpPr>
          <p:cNvPr id="3" name="タイトル 2">
            <a:extLst>
              <a:ext uri="{FF2B5EF4-FFF2-40B4-BE49-F238E27FC236}">
                <a16:creationId xmlns:a16="http://schemas.microsoft.com/office/drawing/2014/main" id="{92A684E6-1C7C-2B52-2ABA-105326B1B33A}"/>
              </a:ext>
            </a:extLst>
          </p:cNvPr>
          <p:cNvSpPr>
            <a:spLocks noGrp="1"/>
          </p:cNvSpPr>
          <p:nvPr>
            <p:ph type="title"/>
          </p:nvPr>
        </p:nvSpPr>
        <p:spPr/>
        <p:txBody>
          <a:bodyPr/>
          <a:lstStyle/>
          <a:p>
            <a:r>
              <a:rPr kumimoji="1" lang="en-US" altLang="ja-JP" b="1" dirty="0"/>
              <a:t>GPU </a:t>
            </a:r>
            <a:r>
              <a:rPr kumimoji="1" lang="ja-JP" altLang="en-US" b="1" dirty="0"/>
              <a:t>のアーキテクチャ</a:t>
            </a:r>
            <a:endParaRPr kumimoji="1" lang="en-US" b="1" dirty="0"/>
          </a:p>
        </p:txBody>
      </p:sp>
    </p:spTree>
    <p:extLst>
      <p:ext uri="{BB962C8B-B14F-4D97-AF65-F5344CB8AC3E}">
        <p14:creationId xmlns:p14="http://schemas.microsoft.com/office/powerpoint/2010/main" val="149297634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BBEDB28-4E53-16D0-B580-FD959401FD0D}"/>
              </a:ext>
            </a:extLst>
          </p:cNvPr>
          <p:cNvSpPr>
            <a:spLocks noGrp="1"/>
          </p:cNvSpPr>
          <p:nvPr>
            <p:ph type="title"/>
          </p:nvPr>
        </p:nvSpPr>
        <p:spPr/>
        <p:txBody>
          <a:bodyPr/>
          <a:lstStyle/>
          <a:p>
            <a:r>
              <a:rPr lang="en-US" altLang="ja-JP" dirty="0"/>
              <a:t>GPU </a:t>
            </a:r>
            <a:r>
              <a:rPr lang="ja-JP" altLang="en-US" dirty="0"/>
              <a:t>が対象とする処理</a:t>
            </a:r>
            <a:endParaRPr kumimoji="1" lang="ja-JP" altLang="en-US" dirty="0"/>
          </a:p>
        </p:txBody>
      </p:sp>
      <p:sp>
        <p:nvSpPr>
          <p:cNvPr id="3" name="テキスト プレースホルダー 2">
            <a:extLst>
              <a:ext uri="{FF2B5EF4-FFF2-40B4-BE49-F238E27FC236}">
                <a16:creationId xmlns:a16="http://schemas.microsoft.com/office/drawing/2014/main" id="{D5179570-C6A0-817A-26C0-253AA376B638}"/>
              </a:ext>
            </a:extLst>
          </p:cNvPr>
          <p:cNvSpPr>
            <a:spLocks noGrp="1"/>
          </p:cNvSpPr>
          <p:nvPr>
            <p:ph type="body" sz="quarter" idx="10"/>
          </p:nvPr>
        </p:nvSpPr>
        <p:spPr/>
        <p:txBody>
          <a:bodyPr/>
          <a:lstStyle/>
          <a:p>
            <a:r>
              <a:rPr kumimoji="1" lang="ja-JP" altLang="en-US" dirty="0"/>
              <a:t>大量の単純な処理の繰り返し</a:t>
            </a:r>
            <a:endParaRPr kumimoji="1" lang="en-US" altLang="ja-JP" dirty="0"/>
          </a:p>
          <a:p>
            <a:pPr lvl="1"/>
            <a:r>
              <a:rPr kumimoji="1" lang="ja-JP" altLang="en-US" dirty="0">
                <a:solidFill>
                  <a:schemeClr val="accent5"/>
                </a:solidFill>
              </a:rPr>
              <a:t>並列処理できる部分が容易にわかる</a:t>
            </a:r>
            <a:endParaRPr kumimoji="1" lang="en-US" altLang="ja-JP" dirty="0">
              <a:solidFill>
                <a:schemeClr val="accent5"/>
              </a:solidFill>
            </a:endParaRPr>
          </a:p>
          <a:p>
            <a:pPr lvl="1"/>
            <a:r>
              <a:rPr kumimoji="1" lang="ja-JP" altLang="en-US" dirty="0"/>
              <a:t>典型的な例：行列積</a:t>
            </a:r>
            <a:endParaRPr kumimoji="1" lang="en-US" altLang="ja-JP" dirty="0"/>
          </a:p>
        </p:txBody>
      </p:sp>
    </p:spTree>
    <p:extLst>
      <p:ext uri="{BB962C8B-B14F-4D97-AF65-F5344CB8AC3E}">
        <p14:creationId xmlns:p14="http://schemas.microsoft.com/office/powerpoint/2010/main" val="204167312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正方形/長方形 5">
            <a:extLst>
              <a:ext uri="{FF2B5EF4-FFF2-40B4-BE49-F238E27FC236}">
                <a16:creationId xmlns:a16="http://schemas.microsoft.com/office/drawing/2014/main" id="{D48DAE84-4F32-84CC-6D49-F5491F1F611E}"/>
              </a:ext>
            </a:extLst>
          </p:cNvPr>
          <p:cNvSpPr/>
          <p:nvPr/>
        </p:nvSpPr>
        <p:spPr bwMode="auto">
          <a:xfrm>
            <a:off x="2855964" y="2169293"/>
            <a:ext cx="5580062" cy="1080012"/>
          </a:xfrm>
          <a:prstGeom prst="rect">
            <a:avLst/>
          </a:prstGeom>
          <a:solidFill>
            <a:schemeClr val="accent3">
              <a:lumMod val="20000"/>
              <a:lumOff val="80000"/>
              <a:alpha val="50000"/>
            </a:schemeClr>
          </a:solidFill>
          <a:ln>
            <a:noFill/>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4" name="正方形/長方形 3">
            <a:extLst>
              <a:ext uri="{FF2B5EF4-FFF2-40B4-BE49-F238E27FC236}">
                <a16:creationId xmlns:a16="http://schemas.microsoft.com/office/drawing/2014/main" id="{46CBEAB2-029B-57BC-2EB8-9FD575F724DA}"/>
              </a:ext>
            </a:extLst>
          </p:cNvPr>
          <p:cNvSpPr/>
          <p:nvPr/>
        </p:nvSpPr>
        <p:spPr bwMode="auto">
          <a:xfrm>
            <a:off x="2495960" y="1719289"/>
            <a:ext cx="5940066" cy="450005"/>
          </a:xfrm>
          <a:prstGeom prst="rect">
            <a:avLst/>
          </a:prstGeom>
          <a:solidFill>
            <a:schemeClr val="accent5">
              <a:lumMod val="20000"/>
              <a:lumOff val="80000"/>
              <a:alpha val="50000"/>
            </a:schemeClr>
          </a:solidFill>
          <a:ln>
            <a:noFill/>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2" name="タイトル 1"/>
          <p:cNvSpPr>
            <a:spLocks noGrp="1"/>
          </p:cNvSpPr>
          <p:nvPr>
            <p:ph type="title"/>
          </p:nvPr>
        </p:nvSpPr>
        <p:spPr/>
        <p:txBody>
          <a:bodyPr/>
          <a:lstStyle/>
          <a:p>
            <a:r>
              <a:rPr kumimoji="1" lang="ja-JP" altLang="en-US" sz="2800" dirty="0"/>
              <a:t>並列処理できる部分が自明なループの例</a:t>
            </a:r>
          </a:p>
        </p:txBody>
      </p:sp>
      <p:sp>
        <p:nvSpPr>
          <p:cNvPr id="3" name="テキスト プレースホルダー 2"/>
          <p:cNvSpPr>
            <a:spLocks noGrp="1"/>
          </p:cNvSpPr>
          <p:nvPr>
            <p:ph type="body" sz="quarter" idx="10"/>
          </p:nvPr>
        </p:nvSpPr>
        <p:spPr>
          <a:xfrm>
            <a:off x="2135956" y="1268976"/>
            <a:ext cx="8280092" cy="2250025"/>
          </a:xfrm>
        </p:spPr>
        <p:txBody>
          <a:bodyPr anchor="t"/>
          <a:lstStyle/>
          <a:p>
            <a:r>
              <a:rPr kumimoji="1" lang="ja-JP" altLang="en-US" dirty="0"/>
              <a:t>ループで書いた行列積のコード</a:t>
            </a:r>
            <a:endParaRPr kumimoji="1" lang="en-US" altLang="ja-JP" dirty="0"/>
          </a:p>
          <a:p>
            <a:pPr marL="360000" lvl="1" indent="0">
              <a:buNone/>
            </a:pPr>
            <a:r>
              <a:rPr lang="en-US" altLang="ja-JP" dirty="0">
                <a:solidFill>
                  <a:schemeClr val="accent1"/>
                </a:solidFill>
                <a:latin typeface="Consolas" panose="020B0609020204030204" pitchFamily="49" charset="0"/>
              </a:rPr>
              <a:t>for</a:t>
            </a:r>
            <a:r>
              <a:rPr lang="en-US" altLang="ja-JP" dirty="0">
                <a:latin typeface="Consolas" panose="020B0609020204030204" pitchFamily="49" charset="0"/>
              </a:rPr>
              <a:t> (k = 0; k &lt; 1024; k++) </a:t>
            </a:r>
            <a:r>
              <a:rPr lang="en-US" altLang="ja-JP" dirty="0">
                <a:solidFill>
                  <a:schemeClr val="accent3">
                    <a:lumMod val="75000"/>
                  </a:schemeClr>
                </a:solidFill>
                <a:latin typeface="Consolas" panose="020B0609020204030204" pitchFamily="49" charset="0"/>
              </a:rPr>
              <a:t>// </a:t>
            </a:r>
            <a:r>
              <a:rPr lang="ja-JP" altLang="en-US" dirty="0">
                <a:solidFill>
                  <a:schemeClr val="accent3">
                    <a:lumMod val="75000"/>
                  </a:schemeClr>
                </a:solidFill>
                <a:latin typeface="Consolas" panose="020B0609020204030204" pitchFamily="49" charset="0"/>
              </a:rPr>
              <a:t>最外周ループ</a:t>
            </a:r>
            <a:br>
              <a:rPr lang="en-US" altLang="ja-JP" dirty="0">
                <a:latin typeface="Consolas" panose="020B0609020204030204" pitchFamily="49" charset="0"/>
              </a:rPr>
            </a:br>
            <a:r>
              <a:rPr lang="en-US" altLang="ja-JP" dirty="0">
                <a:latin typeface="Consolas" panose="020B0609020204030204" pitchFamily="49" charset="0"/>
              </a:rPr>
              <a:t>  </a:t>
            </a:r>
            <a:r>
              <a:rPr lang="en-US" altLang="ja-JP" dirty="0">
                <a:solidFill>
                  <a:schemeClr val="accent1"/>
                </a:solidFill>
                <a:latin typeface="Consolas" panose="020B0609020204030204" pitchFamily="49" charset="0"/>
              </a:rPr>
              <a:t>for</a:t>
            </a:r>
            <a:r>
              <a:rPr lang="en-US" altLang="ja-JP" dirty="0">
                <a:latin typeface="Consolas" panose="020B0609020204030204" pitchFamily="49" charset="0"/>
              </a:rPr>
              <a:t> (j = 0; j &lt; 1024; </a:t>
            </a:r>
            <a:r>
              <a:rPr lang="en-US" altLang="ja-JP" dirty="0" err="1">
                <a:latin typeface="Consolas" panose="020B0609020204030204" pitchFamily="49" charset="0"/>
              </a:rPr>
              <a:t>j++</a:t>
            </a:r>
            <a:r>
              <a:rPr lang="en-US" altLang="ja-JP" dirty="0">
                <a:latin typeface="Consolas" panose="020B0609020204030204" pitchFamily="49" charset="0"/>
              </a:rPr>
              <a:t>)</a:t>
            </a:r>
            <a:br>
              <a:rPr lang="en-US" altLang="ja-JP" dirty="0">
                <a:latin typeface="Consolas" panose="020B0609020204030204" pitchFamily="49" charset="0"/>
              </a:rPr>
            </a:br>
            <a:r>
              <a:rPr lang="en-US" altLang="ja-JP" dirty="0">
                <a:latin typeface="Consolas" panose="020B0609020204030204" pitchFamily="49" charset="0"/>
              </a:rPr>
              <a:t>    </a:t>
            </a:r>
            <a:r>
              <a:rPr lang="en-US" altLang="ja-JP" dirty="0">
                <a:solidFill>
                  <a:schemeClr val="accent1"/>
                </a:solidFill>
                <a:latin typeface="Consolas" panose="020B0609020204030204" pitchFamily="49" charset="0"/>
              </a:rPr>
              <a:t>for</a:t>
            </a:r>
            <a:r>
              <a:rPr lang="en-US" altLang="ja-JP" dirty="0">
                <a:latin typeface="Consolas" panose="020B0609020204030204" pitchFamily="49" charset="0"/>
              </a:rPr>
              <a:t> (i = 0; i &lt; 1024; i++)</a:t>
            </a:r>
            <a:br>
              <a:rPr lang="en-US" altLang="ja-JP" dirty="0">
                <a:latin typeface="Consolas" panose="020B0609020204030204" pitchFamily="49" charset="0"/>
              </a:rPr>
            </a:br>
            <a:r>
              <a:rPr lang="en-US" altLang="ja-JP" dirty="0">
                <a:latin typeface="Consolas" panose="020B0609020204030204" pitchFamily="49" charset="0"/>
              </a:rPr>
              <a:t>      a[j][i] += b[j][k] * c[k][i];</a:t>
            </a:r>
          </a:p>
          <a:p>
            <a:pPr marL="0" indent="0">
              <a:buNone/>
            </a:pPr>
            <a:br>
              <a:rPr kumimoji="1" lang="en-US" altLang="ja-JP" dirty="0">
                <a:latin typeface="Consolas" panose="020B0609020204030204" pitchFamily="49" charset="0"/>
              </a:rPr>
            </a:br>
            <a:br>
              <a:rPr kumimoji="1" lang="en-US" altLang="ja-JP" dirty="0">
                <a:latin typeface="Consolas" panose="020B0609020204030204" pitchFamily="49" charset="0"/>
              </a:rPr>
            </a:br>
            <a:br>
              <a:rPr kumimoji="1" lang="en-US" altLang="ja-JP" dirty="0">
                <a:latin typeface="Consolas" panose="020B0609020204030204" pitchFamily="49" charset="0"/>
              </a:rPr>
            </a:br>
            <a:br>
              <a:rPr kumimoji="1" lang="en-US" altLang="ja-JP" dirty="0">
                <a:latin typeface="Consolas" panose="020B0609020204030204" pitchFamily="49" charset="0"/>
              </a:rPr>
            </a:br>
            <a:br>
              <a:rPr kumimoji="1" lang="en-US" altLang="ja-JP" dirty="0">
                <a:latin typeface="Consolas" panose="020B0609020204030204" pitchFamily="49" charset="0"/>
              </a:rPr>
            </a:br>
            <a:br>
              <a:rPr kumimoji="1" lang="en-US" altLang="ja-JP" dirty="0">
                <a:latin typeface="Consolas" panose="020B0609020204030204" pitchFamily="49" charset="0"/>
              </a:rPr>
            </a:br>
            <a:br>
              <a:rPr kumimoji="1" lang="en-US" altLang="ja-JP" dirty="0">
                <a:latin typeface="Consolas" panose="020B0609020204030204" pitchFamily="49" charset="0"/>
              </a:rPr>
            </a:br>
            <a:endParaRPr kumimoji="1" lang="ja-JP" altLang="en-US" dirty="0">
              <a:latin typeface="Consolas" panose="020B0609020204030204" pitchFamily="49" charset="0"/>
            </a:endParaRPr>
          </a:p>
        </p:txBody>
      </p:sp>
      <p:sp>
        <p:nvSpPr>
          <p:cNvPr id="8" name="テキスト プレースホルダー 2">
            <a:extLst>
              <a:ext uri="{FF2B5EF4-FFF2-40B4-BE49-F238E27FC236}">
                <a16:creationId xmlns:a16="http://schemas.microsoft.com/office/drawing/2014/main" id="{655D2D41-CBC0-C93D-F31E-1CF78B2F6B8C}"/>
              </a:ext>
            </a:extLst>
          </p:cNvPr>
          <p:cNvSpPr txBox="1">
            <a:spLocks/>
          </p:cNvSpPr>
          <p:nvPr/>
        </p:nvSpPr>
        <p:spPr bwMode="auto">
          <a:xfrm>
            <a:off x="2135956" y="3969006"/>
            <a:ext cx="8820098" cy="22500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60000" indent="-360000" algn="l" rtl="0" eaLnBrk="1" fontAlgn="base" hangingPunct="1">
              <a:lnSpc>
                <a:spcPct val="110000"/>
              </a:lnSpc>
              <a:spcBef>
                <a:spcPts val="2400"/>
              </a:spcBef>
              <a:spcAft>
                <a:spcPts val="600"/>
              </a:spcAft>
              <a:buClr>
                <a:schemeClr val="accent4"/>
              </a:buClr>
              <a:buFont typeface="Wingdings" panose="05000000000000000000" pitchFamily="2" charset="2"/>
              <a:buChar char="n"/>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1pPr>
            <a:lvl2pPr marL="720000" indent="-360000" algn="l" rtl="0" eaLnBrk="1" fontAlgn="base" hangingPunct="1">
              <a:lnSpc>
                <a:spcPct val="110000"/>
              </a:lnSpc>
              <a:spcBef>
                <a:spcPts val="300"/>
              </a:spcBef>
              <a:spcAft>
                <a:spcPts val="300"/>
              </a:spcAft>
              <a:buClr>
                <a:schemeClr val="accent4">
                  <a:lumMod val="60000"/>
                  <a:lumOff val="40000"/>
                </a:schemeClr>
              </a:buClr>
              <a:buSzPct val="100000"/>
              <a:buFont typeface="Wingdings" panose="05000000000000000000" pitchFamily="2" charset="2"/>
              <a:buChar char="l"/>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2pPr>
            <a:lvl3pPr marL="1080000" indent="-360000" algn="l" rtl="0" eaLnBrk="1" fontAlgn="base" hangingPunct="1">
              <a:lnSpc>
                <a:spcPct val="110000"/>
              </a:lnSpc>
              <a:spcBef>
                <a:spcPts val="300"/>
              </a:spcBef>
              <a:spcAft>
                <a:spcPts val="100"/>
              </a:spcAft>
              <a:buClr>
                <a:schemeClr val="accent4"/>
              </a:buClr>
              <a:buSzPct val="7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3pPr>
            <a:lvl4pPr marL="1440000" indent="-360000" algn="l" rtl="0" eaLnBrk="1" fontAlgn="base" hangingPunct="1">
              <a:lnSpc>
                <a:spcPct val="110000"/>
              </a:lnSpc>
              <a:spcBef>
                <a:spcPts val="300"/>
              </a:spcBef>
              <a:spcAft>
                <a:spcPts val="100"/>
              </a:spcAft>
              <a:buClr>
                <a:schemeClr val="accent4"/>
              </a:buClr>
              <a:buSzPct val="7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4pPr>
            <a:lvl5pPr marL="1800000" indent="-360000" algn="l" rtl="0" eaLnBrk="1" fontAlgn="base" hangingPunct="1">
              <a:lnSpc>
                <a:spcPct val="110000"/>
              </a:lnSpc>
              <a:spcBef>
                <a:spcPts val="300"/>
              </a:spcBef>
              <a:spcAft>
                <a:spcPts val="100"/>
              </a:spcAft>
              <a:buClr>
                <a:schemeClr val="accent4"/>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5pPr>
            <a:lvl6pPr marL="25146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6pPr>
            <a:lvl7pPr marL="29718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7pPr>
            <a:lvl8pPr marL="34290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8pPr>
            <a:lvl9pPr marL="38862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9pPr>
          </a:lstStyle>
          <a:p>
            <a:r>
              <a:rPr lang="ja-JP" altLang="en-US" kern="0" dirty="0">
                <a:latin typeface="Consolas" panose="020B0609020204030204" pitchFamily="49" charset="0"/>
              </a:rPr>
              <a:t>ループ内の乗算や加算は，明らかに並列にできる</a:t>
            </a:r>
            <a:endParaRPr lang="en-US" altLang="ja-JP" kern="0" dirty="0">
              <a:latin typeface="Consolas" panose="020B0609020204030204" pitchFamily="49" charset="0"/>
            </a:endParaRPr>
          </a:p>
          <a:p>
            <a:pPr lvl="1"/>
            <a:r>
              <a:rPr lang="ja-JP" altLang="en-US" kern="0" dirty="0">
                <a:latin typeface="Consolas" panose="020B0609020204030204" pitchFamily="49" charset="0"/>
              </a:rPr>
              <a:t>ループの各周回の乗算を並列にやって，別々に足し合わせていける</a:t>
            </a:r>
            <a:endParaRPr lang="en-US" altLang="ja-JP" kern="0" dirty="0">
              <a:latin typeface="Consolas" panose="020B0609020204030204" pitchFamily="49" charset="0"/>
            </a:endParaRPr>
          </a:p>
          <a:p>
            <a:pPr lvl="1"/>
            <a:r>
              <a:rPr lang="ja-JP" altLang="en-US" kern="0" dirty="0">
                <a:latin typeface="Consolas" panose="020B0609020204030204" pitchFamily="49" charset="0"/>
              </a:rPr>
              <a:t>（浮動小数点の場合，厳密には多少結果が変わる</a:t>
            </a:r>
            <a:endParaRPr lang="en-US" altLang="ja-JP" kern="0" dirty="0">
              <a:latin typeface="Consolas" panose="020B0609020204030204" pitchFamily="49" charset="0"/>
            </a:endParaRPr>
          </a:p>
        </p:txBody>
      </p:sp>
    </p:spTree>
    <p:extLst>
      <p:ext uri="{BB962C8B-B14F-4D97-AF65-F5344CB8AC3E}">
        <p14:creationId xmlns:p14="http://schemas.microsoft.com/office/powerpoint/2010/main" val="164101392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B5D1F8-F802-FC8C-1C8A-4E4F536990F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B1D8EC7-DB29-3E93-96C3-F72681EE9696}"/>
              </a:ext>
            </a:extLst>
          </p:cNvPr>
          <p:cNvSpPr>
            <a:spLocks noGrp="1"/>
          </p:cNvSpPr>
          <p:nvPr>
            <p:ph type="title"/>
          </p:nvPr>
        </p:nvSpPr>
        <p:spPr/>
        <p:txBody>
          <a:bodyPr/>
          <a:lstStyle/>
          <a:p>
            <a:r>
              <a:rPr kumimoji="1" lang="ja-JP" altLang="en-US" dirty="0"/>
              <a:t>対象とする処理の違い</a:t>
            </a:r>
          </a:p>
        </p:txBody>
      </p:sp>
      <p:sp>
        <p:nvSpPr>
          <p:cNvPr id="3" name="テキスト プレースホルダー 2">
            <a:extLst>
              <a:ext uri="{FF2B5EF4-FFF2-40B4-BE49-F238E27FC236}">
                <a16:creationId xmlns:a16="http://schemas.microsoft.com/office/drawing/2014/main" id="{071825D1-3225-80FD-5BFD-9BD07AA3F78D}"/>
              </a:ext>
            </a:extLst>
          </p:cNvPr>
          <p:cNvSpPr>
            <a:spLocks noGrp="1"/>
          </p:cNvSpPr>
          <p:nvPr>
            <p:ph type="body" sz="quarter" idx="10"/>
          </p:nvPr>
        </p:nvSpPr>
        <p:spPr/>
        <p:txBody>
          <a:bodyPr/>
          <a:lstStyle/>
          <a:p>
            <a:r>
              <a:rPr lang="en-US" altLang="ja-JP" dirty="0"/>
              <a:t>CPU</a:t>
            </a:r>
            <a:r>
              <a:rPr lang="ja-JP" altLang="en-US" dirty="0"/>
              <a:t>：</a:t>
            </a:r>
            <a:endParaRPr lang="en-US" altLang="ja-JP" dirty="0"/>
          </a:p>
          <a:p>
            <a:pPr lvl="1"/>
            <a:r>
              <a:rPr lang="ja-JP" altLang="en-US" dirty="0"/>
              <a:t>単一の連続した処理</a:t>
            </a:r>
            <a:endParaRPr lang="en-US" altLang="ja-JP" dirty="0"/>
          </a:p>
          <a:p>
            <a:r>
              <a:rPr kumimoji="1" lang="en-US" altLang="ja-JP" dirty="0"/>
              <a:t>GPU</a:t>
            </a:r>
            <a:r>
              <a:rPr kumimoji="1" lang="ja-JP" altLang="en-US" dirty="0"/>
              <a:t>：</a:t>
            </a:r>
            <a:endParaRPr kumimoji="1" lang="en-US" altLang="ja-JP" dirty="0"/>
          </a:p>
          <a:p>
            <a:pPr lvl="1"/>
            <a:r>
              <a:rPr lang="ja-JP" altLang="en-US" dirty="0"/>
              <a:t>大量の単純な処理の繰り返し</a:t>
            </a:r>
            <a:endParaRPr lang="en-US" altLang="ja-JP" dirty="0"/>
          </a:p>
          <a:p>
            <a:r>
              <a:rPr lang="ja-JP" altLang="en-US" dirty="0"/>
              <a:t>ここではカレー屋さんで説明</a:t>
            </a:r>
            <a:endParaRPr lang="en-US" altLang="ja-JP" dirty="0"/>
          </a:p>
        </p:txBody>
      </p:sp>
    </p:spTree>
    <p:extLst>
      <p:ext uri="{BB962C8B-B14F-4D97-AF65-F5344CB8AC3E}">
        <p14:creationId xmlns:p14="http://schemas.microsoft.com/office/powerpoint/2010/main" val="63869102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50E536E-2DE0-FEB9-8C93-C86C41BE5F1D}"/>
              </a:ext>
            </a:extLst>
          </p:cNvPr>
          <p:cNvSpPr>
            <a:spLocks noGrp="1"/>
          </p:cNvSpPr>
          <p:nvPr>
            <p:ph type="title"/>
          </p:nvPr>
        </p:nvSpPr>
        <p:spPr>
          <a:xfrm>
            <a:off x="605939" y="0"/>
            <a:ext cx="11316058" cy="908972"/>
          </a:xfrm>
        </p:spPr>
        <p:txBody>
          <a:bodyPr/>
          <a:lstStyle/>
          <a:p>
            <a:r>
              <a:rPr lang="ja-JP" altLang="en-US" sz="2800" dirty="0"/>
              <a:t>単一の連続した処理</a:t>
            </a:r>
            <a:r>
              <a:rPr kumimoji="1" lang="en-US" altLang="ja-JP" sz="2800" dirty="0"/>
              <a:t>=</a:t>
            </a:r>
            <a:r>
              <a:rPr kumimoji="1" lang="ja-JP" altLang="en-US" sz="2800" dirty="0"/>
              <a:t>１つのカレーを速く作る場合</a:t>
            </a:r>
            <a:endParaRPr kumimoji="1" lang="en-US" sz="2800" dirty="0"/>
          </a:p>
        </p:txBody>
      </p:sp>
      <p:sp>
        <p:nvSpPr>
          <p:cNvPr id="3" name="テキスト プレースホルダー 2">
            <a:extLst>
              <a:ext uri="{FF2B5EF4-FFF2-40B4-BE49-F238E27FC236}">
                <a16:creationId xmlns:a16="http://schemas.microsoft.com/office/drawing/2014/main" id="{453B299B-312A-B24B-A7D2-B9D6C49F1FF0}"/>
              </a:ext>
            </a:extLst>
          </p:cNvPr>
          <p:cNvSpPr>
            <a:spLocks noGrp="1"/>
          </p:cNvSpPr>
          <p:nvPr>
            <p:ph type="body" sz="quarter" idx="10"/>
          </p:nvPr>
        </p:nvSpPr>
        <p:spPr>
          <a:xfrm>
            <a:off x="335935" y="818971"/>
            <a:ext cx="6210070" cy="5490061"/>
          </a:xfrm>
        </p:spPr>
        <p:txBody>
          <a:bodyPr/>
          <a:lstStyle/>
          <a:p>
            <a:r>
              <a:rPr lang="ja-JP" altLang="en-US" dirty="0"/>
              <a:t>１つのカレーを並列処理で高速に作るのは難しい</a:t>
            </a:r>
            <a:endParaRPr lang="en-US" altLang="ja-JP" dirty="0"/>
          </a:p>
          <a:p>
            <a:pPr lvl="1"/>
            <a:r>
              <a:rPr lang="ja-JP" altLang="en-US" dirty="0"/>
              <a:t>「</a:t>
            </a:r>
            <a:r>
              <a:rPr lang="en-US" altLang="ja-JP" dirty="0"/>
              <a:t>2.</a:t>
            </a:r>
            <a:r>
              <a:rPr lang="ja-JP" altLang="en-US" dirty="0"/>
              <a:t>野菜を炒める」 は</a:t>
            </a:r>
            <a:br>
              <a:rPr lang="en-US" altLang="ja-JP" dirty="0"/>
            </a:br>
            <a:r>
              <a:rPr kumimoji="1" lang="ja-JP" altLang="en-US" dirty="0"/>
              <a:t>「</a:t>
            </a:r>
            <a:r>
              <a:rPr kumimoji="1" lang="en-US" altLang="ja-JP" dirty="0"/>
              <a:t>1.</a:t>
            </a:r>
            <a:r>
              <a:rPr kumimoji="1" lang="ja-JP" altLang="en-US" dirty="0"/>
              <a:t>野菜を切る」を先にやる必要がある</a:t>
            </a:r>
            <a:endParaRPr kumimoji="1" lang="en-US" altLang="ja-JP" dirty="0"/>
          </a:p>
          <a:p>
            <a:pPr lvl="1"/>
            <a:r>
              <a:rPr kumimoji="1" lang="ja-JP" altLang="en-US" dirty="0"/>
              <a:t>「</a:t>
            </a:r>
            <a:r>
              <a:rPr kumimoji="1" lang="en-US" altLang="ja-JP" dirty="0"/>
              <a:t>2.</a:t>
            </a:r>
            <a:r>
              <a:rPr kumimoji="1" lang="ja-JP" altLang="en-US" dirty="0"/>
              <a:t>野菜を炒める」と</a:t>
            </a:r>
            <a:br>
              <a:rPr kumimoji="1" lang="en-US" altLang="ja-JP" dirty="0"/>
            </a:br>
            <a:r>
              <a:rPr kumimoji="1" lang="ja-JP" altLang="en-US" dirty="0"/>
              <a:t>「</a:t>
            </a:r>
            <a:r>
              <a:rPr kumimoji="1" lang="en-US" altLang="ja-JP" dirty="0"/>
              <a:t>3.</a:t>
            </a:r>
            <a:r>
              <a:rPr kumimoji="1" lang="ja-JP" altLang="en-US" dirty="0"/>
              <a:t>肉を切る」は並列にできる</a:t>
            </a:r>
            <a:endParaRPr kumimoji="1" lang="en-US" altLang="ja-JP" dirty="0"/>
          </a:p>
          <a:p>
            <a:r>
              <a:rPr lang="ja-JP" altLang="en-US" dirty="0"/>
              <a:t>先頭の人がレシピを見極めて仕事を割り振れば</a:t>
            </a:r>
            <a:br>
              <a:rPr lang="en-US" altLang="ja-JP" dirty="0"/>
            </a:br>
            <a:r>
              <a:rPr lang="ja-JP" altLang="en-US" dirty="0"/>
              <a:t>ある程度できなくはない</a:t>
            </a:r>
            <a:endParaRPr lang="en-US" altLang="ja-JP" dirty="0"/>
          </a:p>
          <a:p>
            <a:pPr lvl="1"/>
            <a:r>
              <a:rPr kumimoji="1" lang="ja-JP" altLang="en-US" dirty="0"/>
              <a:t>右側に３倍の人員を割いているが，</a:t>
            </a:r>
            <a:br>
              <a:rPr kumimoji="1" lang="en-US" altLang="ja-JP" dirty="0"/>
            </a:br>
            <a:r>
              <a:rPr kumimoji="1" lang="ja-JP" altLang="en-US" dirty="0"/>
              <a:t>３倍の速さにはならない</a:t>
            </a:r>
            <a:endParaRPr kumimoji="1" lang="en-US" altLang="ja-JP" dirty="0"/>
          </a:p>
          <a:p>
            <a:pPr lvl="1"/>
            <a:r>
              <a:rPr kumimoji="1" lang="ja-JP" altLang="en-US" dirty="0"/>
              <a:t>依存があるので，先に並列処理できない</a:t>
            </a:r>
            <a:br>
              <a:rPr kumimoji="1" lang="en-US" altLang="ja-JP" dirty="0"/>
            </a:br>
            <a:r>
              <a:rPr kumimoji="1" lang="ja-JP" altLang="en-US" dirty="0"/>
              <a:t>ことが多い</a:t>
            </a:r>
            <a:endParaRPr kumimoji="1" lang="en-US" altLang="ja-JP" dirty="0"/>
          </a:p>
          <a:p>
            <a:r>
              <a:rPr lang="en-US" altLang="ja-JP" dirty="0"/>
              <a:t>CPU </a:t>
            </a:r>
            <a:r>
              <a:rPr lang="ja-JP" altLang="en-US" dirty="0"/>
              <a:t>はこう言うプログラムがターゲット</a:t>
            </a:r>
            <a:endParaRPr kumimoji="1" lang="en-US" dirty="0"/>
          </a:p>
        </p:txBody>
      </p:sp>
      <p:sp>
        <p:nvSpPr>
          <p:cNvPr id="4" name="正方形/長方形 3">
            <a:extLst>
              <a:ext uri="{FF2B5EF4-FFF2-40B4-BE49-F238E27FC236}">
                <a16:creationId xmlns:a16="http://schemas.microsoft.com/office/drawing/2014/main" id="{1F98BD1D-5FA2-F5C1-1E2E-A1B3BB59E7C9}"/>
              </a:ext>
            </a:extLst>
          </p:cNvPr>
          <p:cNvSpPr/>
          <p:nvPr/>
        </p:nvSpPr>
        <p:spPr bwMode="auto">
          <a:xfrm>
            <a:off x="6186017" y="2348988"/>
            <a:ext cx="1440000" cy="360004"/>
          </a:xfrm>
          <a:prstGeom prst="rect">
            <a:avLst/>
          </a:prstGeom>
          <a:solidFill>
            <a:schemeClr val="accent3">
              <a:lumMod val="60000"/>
              <a:lumOff val="40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accent3">
                    <a:lumMod val="50000"/>
                  </a:schemeClr>
                </a:solidFill>
              </a:rPr>
              <a:t>1.</a:t>
            </a:r>
            <a:r>
              <a:rPr lang="ja-JP" altLang="en-US" sz="1600" dirty="0">
                <a:solidFill>
                  <a:schemeClr val="accent3">
                    <a:lumMod val="50000"/>
                  </a:schemeClr>
                </a:solidFill>
              </a:rPr>
              <a:t>野菜を切る</a:t>
            </a:r>
          </a:p>
        </p:txBody>
      </p:sp>
      <p:sp>
        <p:nvSpPr>
          <p:cNvPr id="5" name="正方形/長方形 4">
            <a:extLst>
              <a:ext uri="{FF2B5EF4-FFF2-40B4-BE49-F238E27FC236}">
                <a16:creationId xmlns:a16="http://schemas.microsoft.com/office/drawing/2014/main" id="{17ADC32A-B723-5A01-0ADF-1F798116507E}"/>
              </a:ext>
            </a:extLst>
          </p:cNvPr>
          <p:cNvSpPr/>
          <p:nvPr/>
        </p:nvSpPr>
        <p:spPr bwMode="auto">
          <a:xfrm>
            <a:off x="6186017" y="2708992"/>
            <a:ext cx="1440000" cy="360004"/>
          </a:xfrm>
          <a:prstGeom prst="rect">
            <a:avLst/>
          </a:prstGeom>
          <a:solidFill>
            <a:srgbClr val="4F6228"/>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400" dirty="0">
                <a:solidFill>
                  <a:schemeClr val="bg1"/>
                </a:solidFill>
              </a:rPr>
              <a:t>2.</a:t>
            </a:r>
            <a:r>
              <a:rPr lang="ja-JP" altLang="en-US" sz="1400" dirty="0">
                <a:solidFill>
                  <a:schemeClr val="bg1"/>
                </a:solidFill>
              </a:rPr>
              <a:t>野菜を炒める</a:t>
            </a:r>
          </a:p>
        </p:txBody>
      </p:sp>
      <p:sp>
        <p:nvSpPr>
          <p:cNvPr id="6" name="正方形/長方形 5">
            <a:extLst>
              <a:ext uri="{FF2B5EF4-FFF2-40B4-BE49-F238E27FC236}">
                <a16:creationId xmlns:a16="http://schemas.microsoft.com/office/drawing/2014/main" id="{9FFE2260-58E1-061D-F8FF-6F3D0BB9C74B}"/>
              </a:ext>
            </a:extLst>
          </p:cNvPr>
          <p:cNvSpPr/>
          <p:nvPr/>
        </p:nvSpPr>
        <p:spPr bwMode="auto">
          <a:xfrm>
            <a:off x="6186017" y="3068996"/>
            <a:ext cx="1440000" cy="360004"/>
          </a:xfrm>
          <a:prstGeom prst="rect">
            <a:avLst/>
          </a:prstGeom>
          <a:solidFill>
            <a:schemeClr val="accent2">
              <a:lumMod val="60000"/>
              <a:lumOff val="40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accent2">
                    <a:lumMod val="50000"/>
                  </a:schemeClr>
                </a:solidFill>
              </a:rPr>
              <a:t>3.</a:t>
            </a:r>
            <a:r>
              <a:rPr lang="ja-JP" altLang="en-US" sz="1600" dirty="0">
                <a:solidFill>
                  <a:schemeClr val="accent2">
                    <a:lumMod val="50000"/>
                  </a:schemeClr>
                </a:solidFill>
              </a:rPr>
              <a:t>肉を切る</a:t>
            </a:r>
          </a:p>
        </p:txBody>
      </p:sp>
      <p:sp>
        <p:nvSpPr>
          <p:cNvPr id="7" name="正方形/長方形 6">
            <a:extLst>
              <a:ext uri="{FF2B5EF4-FFF2-40B4-BE49-F238E27FC236}">
                <a16:creationId xmlns:a16="http://schemas.microsoft.com/office/drawing/2014/main" id="{1BC10747-475D-CA6F-8A70-DED8B18125B8}"/>
              </a:ext>
            </a:extLst>
          </p:cNvPr>
          <p:cNvSpPr/>
          <p:nvPr/>
        </p:nvSpPr>
        <p:spPr bwMode="auto">
          <a:xfrm>
            <a:off x="6186017" y="3429000"/>
            <a:ext cx="1440000" cy="360004"/>
          </a:xfrm>
          <a:prstGeom prst="rect">
            <a:avLst/>
          </a:prstGeom>
          <a:solidFill>
            <a:schemeClr val="accent2">
              <a:lumMod val="75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bg1"/>
                </a:solidFill>
              </a:rPr>
              <a:t>4.</a:t>
            </a:r>
            <a:r>
              <a:rPr lang="ja-JP" altLang="en-US" sz="1600" dirty="0">
                <a:solidFill>
                  <a:schemeClr val="bg1"/>
                </a:solidFill>
              </a:rPr>
              <a:t>肉を炒める</a:t>
            </a:r>
          </a:p>
        </p:txBody>
      </p:sp>
      <p:sp>
        <p:nvSpPr>
          <p:cNvPr id="8" name="正方形/長方形 7">
            <a:extLst>
              <a:ext uri="{FF2B5EF4-FFF2-40B4-BE49-F238E27FC236}">
                <a16:creationId xmlns:a16="http://schemas.microsoft.com/office/drawing/2014/main" id="{C35A30F6-E161-2AEF-207E-70C5D4D09320}"/>
              </a:ext>
            </a:extLst>
          </p:cNvPr>
          <p:cNvSpPr/>
          <p:nvPr/>
        </p:nvSpPr>
        <p:spPr bwMode="auto">
          <a:xfrm>
            <a:off x="6186017" y="3789004"/>
            <a:ext cx="1440000" cy="360004"/>
          </a:xfrm>
          <a:prstGeom prst="rect">
            <a:avLst/>
          </a:prstGeom>
          <a:solidFill>
            <a:srgbClr val="632523"/>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bg1"/>
                </a:solidFill>
              </a:rPr>
              <a:t>5.</a:t>
            </a:r>
            <a:r>
              <a:rPr lang="ja-JP" altLang="en-US" sz="1600" dirty="0">
                <a:solidFill>
                  <a:schemeClr val="bg1"/>
                </a:solidFill>
              </a:rPr>
              <a:t>煮込む</a:t>
            </a:r>
          </a:p>
        </p:txBody>
      </p:sp>
      <p:sp>
        <p:nvSpPr>
          <p:cNvPr id="9" name="正方形/長方形 8">
            <a:extLst>
              <a:ext uri="{FF2B5EF4-FFF2-40B4-BE49-F238E27FC236}">
                <a16:creationId xmlns:a16="http://schemas.microsoft.com/office/drawing/2014/main" id="{6E08064F-1D48-013F-0A30-AA6603043B3A}"/>
              </a:ext>
            </a:extLst>
          </p:cNvPr>
          <p:cNvSpPr/>
          <p:nvPr/>
        </p:nvSpPr>
        <p:spPr bwMode="auto">
          <a:xfrm>
            <a:off x="6186017" y="4149008"/>
            <a:ext cx="1440000" cy="360004"/>
          </a:xfrm>
          <a:prstGeom prst="rect">
            <a:avLst/>
          </a:prstGeom>
          <a:solidFill>
            <a:srgbClr val="663300"/>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400" dirty="0">
                <a:solidFill>
                  <a:schemeClr val="bg1"/>
                </a:solidFill>
              </a:rPr>
              <a:t>6.</a:t>
            </a:r>
            <a:r>
              <a:rPr lang="ja-JP" altLang="en-US" sz="1400" dirty="0">
                <a:solidFill>
                  <a:schemeClr val="bg1"/>
                </a:solidFill>
              </a:rPr>
              <a:t>ルーを入れる</a:t>
            </a:r>
          </a:p>
        </p:txBody>
      </p:sp>
      <p:sp>
        <p:nvSpPr>
          <p:cNvPr id="10" name="正方形/長方形 9">
            <a:extLst>
              <a:ext uri="{FF2B5EF4-FFF2-40B4-BE49-F238E27FC236}">
                <a16:creationId xmlns:a16="http://schemas.microsoft.com/office/drawing/2014/main" id="{02636874-4CC1-EF07-7815-AF7261F73B19}"/>
              </a:ext>
            </a:extLst>
          </p:cNvPr>
          <p:cNvSpPr/>
          <p:nvPr/>
        </p:nvSpPr>
        <p:spPr bwMode="auto">
          <a:xfrm>
            <a:off x="6186017" y="4509012"/>
            <a:ext cx="1440000" cy="360004"/>
          </a:xfrm>
          <a:prstGeom prst="rect">
            <a:avLst/>
          </a:prstGeom>
          <a:solidFill>
            <a:schemeClr val="accent6">
              <a:lumMod val="60000"/>
              <a:lumOff val="40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accent2">
                    <a:lumMod val="50000"/>
                  </a:schemeClr>
                </a:solidFill>
              </a:rPr>
              <a:t>7.</a:t>
            </a:r>
            <a:r>
              <a:rPr lang="ja-JP" altLang="en-US" sz="1600" dirty="0">
                <a:solidFill>
                  <a:schemeClr val="accent2">
                    <a:lumMod val="50000"/>
                  </a:schemeClr>
                </a:solidFill>
              </a:rPr>
              <a:t>コメを研ぐ</a:t>
            </a:r>
          </a:p>
        </p:txBody>
      </p:sp>
      <p:sp>
        <p:nvSpPr>
          <p:cNvPr id="11" name="正方形/長方形 10">
            <a:extLst>
              <a:ext uri="{FF2B5EF4-FFF2-40B4-BE49-F238E27FC236}">
                <a16:creationId xmlns:a16="http://schemas.microsoft.com/office/drawing/2014/main" id="{3155CA02-4F72-47BC-F7FF-3C9AE766FA77}"/>
              </a:ext>
            </a:extLst>
          </p:cNvPr>
          <p:cNvSpPr/>
          <p:nvPr/>
        </p:nvSpPr>
        <p:spPr bwMode="auto">
          <a:xfrm>
            <a:off x="6186017" y="4869016"/>
            <a:ext cx="1440000" cy="360004"/>
          </a:xfrm>
          <a:prstGeom prst="rect">
            <a:avLst/>
          </a:prstGeom>
          <a:solidFill>
            <a:schemeClr val="accent6">
              <a:lumMod val="75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bg1"/>
                </a:solidFill>
              </a:rPr>
              <a:t>8.</a:t>
            </a:r>
            <a:r>
              <a:rPr lang="ja-JP" altLang="en-US" sz="1600" dirty="0">
                <a:solidFill>
                  <a:schemeClr val="bg1"/>
                </a:solidFill>
              </a:rPr>
              <a:t>コメを炊く</a:t>
            </a:r>
          </a:p>
        </p:txBody>
      </p:sp>
      <p:sp>
        <p:nvSpPr>
          <p:cNvPr id="12" name="正方形/長方形 11">
            <a:extLst>
              <a:ext uri="{FF2B5EF4-FFF2-40B4-BE49-F238E27FC236}">
                <a16:creationId xmlns:a16="http://schemas.microsoft.com/office/drawing/2014/main" id="{7AEA6802-248E-ED5D-821A-B66B88658745}"/>
              </a:ext>
            </a:extLst>
          </p:cNvPr>
          <p:cNvSpPr/>
          <p:nvPr/>
        </p:nvSpPr>
        <p:spPr bwMode="auto">
          <a:xfrm>
            <a:off x="6186017" y="5229020"/>
            <a:ext cx="1440000" cy="360004"/>
          </a:xfrm>
          <a:prstGeom prst="rect">
            <a:avLst/>
          </a:prstGeom>
          <a:solidFill>
            <a:srgbClr val="CC9900"/>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bg1"/>
                </a:solidFill>
              </a:rPr>
              <a:t>9.</a:t>
            </a:r>
            <a:r>
              <a:rPr lang="ja-JP" altLang="en-US" sz="1600" dirty="0">
                <a:solidFill>
                  <a:schemeClr val="bg1"/>
                </a:solidFill>
              </a:rPr>
              <a:t>もりつける</a:t>
            </a:r>
          </a:p>
        </p:txBody>
      </p:sp>
      <p:sp>
        <p:nvSpPr>
          <p:cNvPr id="17" name="テキスト ボックス 16">
            <a:extLst>
              <a:ext uri="{FF2B5EF4-FFF2-40B4-BE49-F238E27FC236}">
                <a16:creationId xmlns:a16="http://schemas.microsoft.com/office/drawing/2014/main" id="{490D4778-5F12-E286-3DFA-22612416F9DD}"/>
              </a:ext>
            </a:extLst>
          </p:cNvPr>
          <p:cNvSpPr txBox="1"/>
          <p:nvPr/>
        </p:nvSpPr>
        <p:spPr>
          <a:xfrm>
            <a:off x="5915998" y="5679025"/>
            <a:ext cx="1620018" cy="369332"/>
          </a:xfrm>
          <a:prstGeom prst="rect">
            <a:avLst/>
          </a:prstGeom>
          <a:noFill/>
        </p:spPr>
        <p:txBody>
          <a:bodyPr wrap="none" rtlCol="0">
            <a:noAutofit/>
          </a:bodyPr>
          <a:lstStyle/>
          <a:p>
            <a:r>
              <a:rPr lang="ja-JP" altLang="en-US" sz="2400" dirty="0">
                <a:solidFill>
                  <a:srgbClr val="5E6363"/>
                </a:solidFill>
              </a:rPr>
              <a:t>カレーのレシピ</a:t>
            </a:r>
          </a:p>
        </p:txBody>
      </p:sp>
      <p:grpSp>
        <p:nvGrpSpPr>
          <p:cNvPr id="18" name="グループ化 17">
            <a:extLst>
              <a:ext uri="{FF2B5EF4-FFF2-40B4-BE49-F238E27FC236}">
                <a16:creationId xmlns:a16="http://schemas.microsoft.com/office/drawing/2014/main" id="{838E0A64-37FA-A901-612F-50C3F0968917}"/>
              </a:ext>
            </a:extLst>
          </p:cNvPr>
          <p:cNvGrpSpPr/>
          <p:nvPr/>
        </p:nvGrpSpPr>
        <p:grpSpPr>
          <a:xfrm>
            <a:off x="7896020" y="4059007"/>
            <a:ext cx="1562400" cy="576064"/>
            <a:chOff x="971600" y="5445224"/>
            <a:chExt cx="7200800" cy="576064"/>
          </a:xfrm>
        </p:grpSpPr>
        <p:sp>
          <p:nvSpPr>
            <p:cNvPr id="19" name="平行四辺形 18">
              <a:extLst>
                <a:ext uri="{FF2B5EF4-FFF2-40B4-BE49-F238E27FC236}">
                  <a16:creationId xmlns:a16="http://schemas.microsoft.com/office/drawing/2014/main" id="{BAD56BBD-878F-918D-F19D-D4A2C3CD0481}"/>
                </a:ext>
              </a:extLst>
            </p:cNvPr>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20" name="平行四辺形 19">
              <a:extLst>
                <a:ext uri="{FF2B5EF4-FFF2-40B4-BE49-F238E27FC236}">
                  <a16:creationId xmlns:a16="http://schemas.microsoft.com/office/drawing/2014/main" id="{8A550596-151A-D829-A6FF-7578C46BB0CD}"/>
                </a:ext>
              </a:extLst>
            </p:cNvPr>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21" name="グループ化 20">
            <a:extLst>
              <a:ext uri="{FF2B5EF4-FFF2-40B4-BE49-F238E27FC236}">
                <a16:creationId xmlns:a16="http://schemas.microsoft.com/office/drawing/2014/main" id="{A798716E-1946-ECE2-A6BC-BF368E3B1243}"/>
              </a:ext>
            </a:extLst>
          </p:cNvPr>
          <p:cNvGrpSpPr/>
          <p:nvPr/>
        </p:nvGrpSpPr>
        <p:grpSpPr>
          <a:xfrm>
            <a:off x="10146045" y="2348988"/>
            <a:ext cx="1562400" cy="576064"/>
            <a:chOff x="971600" y="5445224"/>
            <a:chExt cx="7200800" cy="576064"/>
          </a:xfrm>
        </p:grpSpPr>
        <p:sp>
          <p:nvSpPr>
            <p:cNvPr id="22" name="平行四辺形 21">
              <a:extLst>
                <a:ext uri="{FF2B5EF4-FFF2-40B4-BE49-F238E27FC236}">
                  <a16:creationId xmlns:a16="http://schemas.microsoft.com/office/drawing/2014/main" id="{173486FD-6A0B-E10F-3392-3B235FF2D218}"/>
                </a:ext>
              </a:extLst>
            </p:cNvPr>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23" name="平行四辺形 22">
              <a:extLst>
                <a:ext uri="{FF2B5EF4-FFF2-40B4-BE49-F238E27FC236}">
                  <a16:creationId xmlns:a16="http://schemas.microsoft.com/office/drawing/2014/main" id="{FD6A768E-6CF9-AE6A-DF21-209033408766}"/>
                </a:ext>
              </a:extLst>
            </p:cNvPr>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24" name="グループ化 23">
            <a:extLst>
              <a:ext uri="{FF2B5EF4-FFF2-40B4-BE49-F238E27FC236}">
                <a16:creationId xmlns:a16="http://schemas.microsoft.com/office/drawing/2014/main" id="{6F885BDE-24C4-56B3-EE0F-AEADC36E8D7E}"/>
              </a:ext>
            </a:extLst>
          </p:cNvPr>
          <p:cNvGrpSpPr/>
          <p:nvPr/>
        </p:nvGrpSpPr>
        <p:grpSpPr>
          <a:xfrm>
            <a:off x="10092173" y="4094957"/>
            <a:ext cx="1562400" cy="576064"/>
            <a:chOff x="971600" y="5445224"/>
            <a:chExt cx="7200800" cy="576064"/>
          </a:xfrm>
        </p:grpSpPr>
        <p:sp>
          <p:nvSpPr>
            <p:cNvPr id="25" name="平行四辺形 24">
              <a:extLst>
                <a:ext uri="{FF2B5EF4-FFF2-40B4-BE49-F238E27FC236}">
                  <a16:creationId xmlns:a16="http://schemas.microsoft.com/office/drawing/2014/main" id="{1D9ED51F-308A-53ED-3C95-9424D8A61C18}"/>
                </a:ext>
              </a:extLst>
            </p:cNvPr>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26" name="平行四辺形 25">
              <a:extLst>
                <a:ext uri="{FF2B5EF4-FFF2-40B4-BE49-F238E27FC236}">
                  <a16:creationId xmlns:a16="http://schemas.microsoft.com/office/drawing/2014/main" id="{62C74188-C882-2AF2-1C8B-2866BB0CB44D}"/>
                </a:ext>
              </a:extLst>
            </p:cNvPr>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27" name="グループ化 26">
            <a:extLst>
              <a:ext uri="{FF2B5EF4-FFF2-40B4-BE49-F238E27FC236}">
                <a16:creationId xmlns:a16="http://schemas.microsoft.com/office/drawing/2014/main" id="{BACE328D-9C82-3456-863D-F0CF426A893F}"/>
              </a:ext>
            </a:extLst>
          </p:cNvPr>
          <p:cNvGrpSpPr/>
          <p:nvPr/>
        </p:nvGrpSpPr>
        <p:grpSpPr>
          <a:xfrm>
            <a:off x="10056332" y="5949028"/>
            <a:ext cx="1584176" cy="576064"/>
            <a:chOff x="971600" y="5445224"/>
            <a:chExt cx="7200800" cy="576064"/>
          </a:xfrm>
        </p:grpSpPr>
        <p:sp>
          <p:nvSpPr>
            <p:cNvPr id="28" name="平行四辺形 27">
              <a:extLst>
                <a:ext uri="{FF2B5EF4-FFF2-40B4-BE49-F238E27FC236}">
                  <a16:creationId xmlns:a16="http://schemas.microsoft.com/office/drawing/2014/main" id="{5032B5A3-035E-C1AA-3304-648D1B136101}"/>
                </a:ext>
              </a:extLst>
            </p:cNvPr>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29" name="平行四辺形 28">
              <a:extLst>
                <a:ext uri="{FF2B5EF4-FFF2-40B4-BE49-F238E27FC236}">
                  <a16:creationId xmlns:a16="http://schemas.microsoft.com/office/drawing/2014/main" id="{95F07827-100C-1627-EB97-B072180D481A}"/>
                </a:ext>
              </a:extLst>
            </p:cNvPr>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sp>
        <p:nvSpPr>
          <p:cNvPr id="30" name="正方形/長方形 29">
            <a:extLst>
              <a:ext uri="{FF2B5EF4-FFF2-40B4-BE49-F238E27FC236}">
                <a16:creationId xmlns:a16="http://schemas.microsoft.com/office/drawing/2014/main" id="{9BE2291D-1DC3-BE04-4F5A-32A770393970}"/>
              </a:ext>
            </a:extLst>
          </p:cNvPr>
          <p:cNvSpPr/>
          <p:nvPr/>
        </p:nvSpPr>
        <p:spPr>
          <a:xfrm>
            <a:off x="7857860" y="3194464"/>
            <a:ext cx="1028171" cy="738664"/>
          </a:xfrm>
          <a:prstGeom prst="rect">
            <a:avLst/>
          </a:prstGeom>
        </p:spPr>
        <p:txBody>
          <a:bodyPr wrap="squar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 </a:t>
            </a: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31" name="正方形/長方形 30">
            <a:extLst>
              <a:ext uri="{FF2B5EF4-FFF2-40B4-BE49-F238E27FC236}">
                <a16:creationId xmlns:a16="http://schemas.microsoft.com/office/drawing/2014/main" id="{E2000C53-794E-C246-8735-D223DFD23230}"/>
              </a:ext>
            </a:extLst>
          </p:cNvPr>
          <p:cNvSpPr/>
          <p:nvPr/>
        </p:nvSpPr>
        <p:spPr>
          <a:xfrm>
            <a:off x="10107885" y="1484445"/>
            <a:ext cx="937991" cy="738664"/>
          </a:xfrm>
          <a:prstGeom prst="rect">
            <a:avLst/>
          </a:prstGeom>
        </p:spPr>
        <p:txBody>
          <a:bodyPr wrap="squar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32" name="正方形/長方形 31">
            <a:extLst>
              <a:ext uri="{FF2B5EF4-FFF2-40B4-BE49-F238E27FC236}">
                <a16:creationId xmlns:a16="http://schemas.microsoft.com/office/drawing/2014/main" id="{24EB945E-BE33-E01A-6722-E1D9B590CF25}"/>
              </a:ext>
            </a:extLst>
          </p:cNvPr>
          <p:cNvSpPr/>
          <p:nvPr/>
        </p:nvSpPr>
        <p:spPr>
          <a:xfrm>
            <a:off x="10055900" y="3248998"/>
            <a:ext cx="865983" cy="738664"/>
          </a:xfrm>
          <a:prstGeom prst="rect">
            <a:avLst/>
          </a:prstGeom>
        </p:spPr>
        <p:txBody>
          <a:bodyPr wrap="squar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ﾟーﾟ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33" name="正方形/長方形 32">
            <a:extLst>
              <a:ext uri="{FF2B5EF4-FFF2-40B4-BE49-F238E27FC236}">
                <a16:creationId xmlns:a16="http://schemas.microsoft.com/office/drawing/2014/main" id="{5FAF9744-4B9A-02D6-4003-FD625CB8B920}"/>
              </a:ext>
            </a:extLst>
          </p:cNvPr>
          <p:cNvSpPr/>
          <p:nvPr/>
        </p:nvSpPr>
        <p:spPr>
          <a:xfrm>
            <a:off x="10020059" y="5103069"/>
            <a:ext cx="937991" cy="738664"/>
          </a:xfrm>
          <a:prstGeom prst="rect">
            <a:avLst/>
          </a:prstGeom>
        </p:spPr>
        <p:txBody>
          <a:bodyPr wrap="square">
            <a:spAutoFit/>
          </a:bodyPr>
          <a:lstStyle/>
          <a:p>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ω</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34" name="角丸四角形 45">
            <a:extLst>
              <a:ext uri="{FF2B5EF4-FFF2-40B4-BE49-F238E27FC236}">
                <a16:creationId xmlns:a16="http://schemas.microsoft.com/office/drawing/2014/main" id="{FADDC4DE-C3E1-8F80-B3E0-991D10739F7C}"/>
              </a:ext>
            </a:extLst>
          </p:cNvPr>
          <p:cNvSpPr/>
          <p:nvPr/>
        </p:nvSpPr>
        <p:spPr bwMode="auto">
          <a:xfrm>
            <a:off x="10511922" y="2168986"/>
            <a:ext cx="720008" cy="360004"/>
          </a:xfrm>
          <a:prstGeom prst="roundRect">
            <a:avLst/>
          </a:prstGeom>
          <a:solidFill>
            <a:srgbClr val="D99694"/>
          </a:solidFill>
          <a:ln>
            <a:headEnd/>
            <a:tailEnd type="triangle" w="sm" len="med"/>
          </a:ln>
        </p:spPr>
        <p:style>
          <a:lnRef idx="3">
            <a:schemeClr val="lt1"/>
          </a:lnRef>
          <a:fillRef idx="1">
            <a:schemeClr val="accent6"/>
          </a:fillRef>
          <a:effectRef idx="1">
            <a:schemeClr val="accent6"/>
          </a:effectRef>
          <a:fontRef idx="minor">
            <a:schemeClr val="lt1"/>
          </a:fontRef>
        </p:style>
        <p:txBody>
          <a:bodyPr wrap="none" rtlCol="0" anchor="ctr"/>
          <a:lstStyle/>
          <a:p>
            <a:pPr algn="ctr"/>
            <a:r>
              <a:rPr kumimoji="1" lang="ja-JP" altLang="en-US" sz="1400" b="1" dirty="0">
                <a:solidFill>
                  <a:schemeClr val="bg1"/>
                </a:solidFill>
                <a:latin typeface="Arial Narrow" panose="020B0606020202030204" pitchFamily="34" charset="0"/>
              </a:rPr>
              <a:t>肉切る</a:t>
            </a:r>
          </a:p>
        </p:txBody>
      </p:sp>
      <p:sp>
        <p:nvSpPr>
          <p:cNvPr id="35" name="角丸四角形 46">
            <a:extLst>
              <a:ext uri="{FF2B5EF4-FFF2-40B4-BE49-F238E27FC236}">
                <a16:creationId xmlns:a16="http://schemas.microsoft.com/office/drawing/2014/main" id="{AB839173-0F74-7AF3-25A1-0074FB935FE6}"/>
              </a:ext>
            </a:extLst>
          </p:cNvPr>
          <p:cNvSpPr/>
          <p:nvPr/>
        </p:nvSpPr>
        <p:spPr bwMode="auto">
          <a:xfrm>
            <a:off x="8262041" y="3879005"/>
            <a:ext cx="720008" cy="360004"/>
          </a:xfrm>
          <a:prstGeom prst="roundRect">
            <a:avLst/>
          </a:prstGeom>
          <a:solidFill>
            <a:srgbClr val="632523"/>
          </a:solidFill>
          <a:ln>
            <a:headEnd/>
            <a:tailEnd type="triangle" w="sm" len="med"/>
          </a:ln>
        </p:spPr>
        <p:style>
          <a:lnRef idx="3">
            <a:schemeClr val="lt1"/>
          </a:lnRef>
          <a:fillRef idx="1">
            <a:schemeClr val="accent6"/>
          </a:fillRef>
          <a:effectRef idx="1">
            <a:schemeClr val="accent6"/>
          </a:effectRef>
          <a:fontRef idx="minor">
            <a:schemeClr val="lt1"/>
          </a:fontRef>
        </p:style>
        <p:txBody>
          <a:bodyPr wrap="none" rtlCol="0" anchor="ctr"/>
          <a:lstStyle/>
          <a:p>
            <a:pPr algn="ctr"/>
            <a:r>
              <a:rPr kumimoji="1" lang="ja-JP" altLang="en-US" sz="1400" b="1" dirty="0">
                <a:solidFill>
                  <a:schemeClr val="bg1"/>
                </a:solidFill>
                <a:latin typeface="Arial Narrow" panose="020B0606020202030204" pitchFamily="34" charset="0"/>
              </a:rPr>
              <a:t>煮込み</a:t>
            </a:r>
          </a:p>
        </p:txBody>
      </p:sp>
      <p:sp>
        <p:nvSpPr>
          <p:cNvPr id="36" name="角丸四角形吹き出し 42">
            <a:extLst>
              <a:ext uri="{FF2B5EF4-FFF2-40B4-BE49-F238E27FC236}">
                <a16:creationId xmlns:a16="http://schemas.microsoft.com/office/drawing/2014/main" id="{8756A319-1A3D-8F91-B6CE-134EB67A7CB4}"/>
              </a:ext>
            </a:extLst>
          </p:cNvPr>
          <p:cNvSpPr/>
          <p:nvPr/>
        </p:nvSpPr>
        <p:spPr bwMode="auto">
          <a:xfrm>
            <a:off x="10685907" y="4869016"/>
            <a:ext cx="1080012" cy="432647"/>
          </a:xfrm>
          <a:prstGeom prst="wedgeRoundRectCallout">
            <a:avLst>
              <a:gd name="adj1" fmla="val -46134"/>
              <a:gd name="adj2" fmla="val 94815"/>
              <a:gd name="adj3" fmla="val 16667"/>
            </a:avLst>
          </a:prstGeom>
          <a:ln>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400" dirty="0">
                <a:solidFill>
                  <a:schemeClr val="tx1">
                    <a:lumMod val="65000"/>
                    <a:lumOff val="35000"/>
                  </a:schemeClr>
                </a:solidFill>
                <a:latin typeface="Arial Narrow" panose="020B0606020202030204" pitchFamily="34" charset="0"/>
              </a:rPr>
              <a:t>煮ます！</a:t>
            </a:r>
          </a:p>
        </p:txBody>
      </p:sp>
      <p:sp>
        <p:nvSpPr>
          <p:cNvPr id="37" name="角丸四角形吹き出し 44">
            <a:extLst>
              <a:ext uri="{FF2B5EF4-FFF2-40B4-BE49-F238E27FC236}">
                <a16:creationId xmlns:a16="http://schemas.microsoft.com/office/drawing/2014/main" id="{E77C4E71-80FB-724D-DBF5-65E287F392A1}"/>
              </a:ext>
            </a:extLst>
          </p:cNvPr>
          <p:cNvSpPr/>
          <p:nvPr/>
        </p:nvSpPr>
        <p:spPr bwMode="auto">
          <a:xfrm>
            <a:off x="10775908" y="1268976"/>
            <a:ext cx="1080012" cy="432647"/>
          </a:xfrm>
          <a:prstGeom prst="wedgeRoundRectCallout">
            <a:avLst>
              <a:gd name="adj1" fmla="val -41466"/>
              <a:gd name="adj2" fmla="val 84351"/>
              <a:gd name="adj3" fmla="val 16667"/>
            </a:avLst>
          </a:prstGeom>
          <a:ln>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400" dirty="0">
                <a:solidFill>
                  <a:schemeClr val="tx1">
                    <a:lumMod val="65000"/>
                    <a:lumOff val="35000"/>
                  </a:schemeClr>
                </a:solidFill>
                <a:latin typeface="Arial Narrow" panose="020B0606020202030204" pitchFamily="34" charset="0"/>
              </a:rPr>
              <a:t>切ります！</a:t>
            </a:r>
          </a:p>
        </p:txBody>
      </p:sp>
      <p:sp>
        <p:nvSpPr>
          <p:cNvPr id="38" name="角丸四角形吹き出し 44">
            <a:extLst>
              <a:ext uri="{FF2B5EF4-FFF2-40B4-BE49-F238E27FC236}">
                <a16:creationId xmlns:a16="http://schemas.microsoft.com/office/drawing/2014/main" id="{4C376FDB-8147-5E12-76DD-972D7B89BAED}"/>
              </a:ext>
            </a:extLst>
          </p:cNvPr>
          <p:cNvSpPr/>
          <p:nvPr/>
        </p:nvSpPr>
        <p:spPr bwMode="auto">
          <a:xfrm>
            <a:off x="8256024" y="2528990"/>
            <a:ext cx="1800020" cy="702650"/>
          </a:xfrm>
          <a:prstGeom prst="wedgeRoundRectCallout">
            <a:avLst>
              <a:gd name="adj1" fmla="val -34939"/>
              <a:gd name="adj2" fmla="val 73728"/>
              <a:gd name="adj3" fmla="val 16667"/>
            </a:avLst>
          </a:prstGeom>
          <a:ln>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400" dirty="0">
                <a:solidFill>
                  <a:schemeClr val="tx1">
                    <a:lumMod val="65000"/>
                    <a:lumOff val="35000"/>
                  </a:schemeClr>
                </a:solidFill>
                <a:latin typeface="Arial Narrow" panose="020B0606020202030204" pitchFamily="34" charset="0"/>
              </a:rPr>
              <a:t>これ今やっても</a:t>
            </a:r>
            <a:endParaRPr lang="en-US" altLang="ja-JP" sz="1400" dirty="0">
              <a:solidFill>
                <a:schemeClr val="tx1">
                  <a:lumMod val="65000"/>
                  <a:lumOff val="35000"/>
                </a:schemeClr>
              </a:solidFill>
              <a:latin typeface="Arial Narrow" panose="020B0606020202030204" pitchFamily="34" charset="0"/>
            </a:endParaRPr>
          </a:p>
          <a:p>
            <a:r>
              <a:rPr lang="ja-JP" altLang="en-US" sz="1400" dirty="0">
                <a:solidFill>
                  <a:schemeClr val="tx1">
                    <a:lumMod val="65000"/>
                    <a:lumOff val="35000"/>
                  </a:schemeClr>
                </a:solidFill>
                <a:latin typeface="Arial Narrow" panose="020B0606020202030204" pitchFamily="34" charset="0"/>
              </a:rPr>
              <a:t>ええんかな？（ｱｶﾝ</a:t>
            </a:r>
          </a:p>
        </p:txBody>
      </p:sp>
      <p:sp>
        <p:nvSpPr>
          <p:cNvPr id="39" name="角丸四角形吹き出し 44">
            <a:extLst>
              <a:ext uri="{FF2B5EF4-FFF2-40B4-BE49-F238E27FC236}">
                <a16:creationId xmlns:a16="http://schemas.microsoft.com/office/drawing/2014/main" id="{715EA787-7BCE-7DB6-97F0-1C40F347BE94}"/>
              </a:ext>
            </a:extLst>
          </p:cNvPr>
          <p:cNvSpPr/>
          <p:nvPr/>
        </p:nvSpPr>
        <p:spPr bwMode="auto">
          <a:xfrm>
            <a:off x="10776052" y="3194947"/>
            <a:ext cx="1025852" cy="342645"/>
          </a:xfrm>
          <a:prstGeom prst="wedgeRoundRectCallout">
            <a:avLst>
              <a:gd name="adj1" fmla="val -41466"/>
              <a:gd name="adj2" fmla="val 84351"/>
              <a:gd name="adj3" fmla="val 16667"/>
            </a:avLst>
          </a:prstGeom>
          <a:ln>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400" dirty="0">
                <a:solidFill>
                  <a:schemeClr val="tx1">
                    <a:lumMod val="65000"/>
                    <a:lumOff val="35000"/>
                  </a:schemeClr>
                </a:solidFill>
                <a:latin typeface="Arial Narrow" panose="020B0606020202030204" pitchFamily="34" charset="0"/>
              </a:rPr>
              <a:t>炒めます！</a:t>
            </a:r>
          </a:p>
        </p:txBody>
      </p:sp>
      <p:sp>
        <p:nvSpPr>
          <p:cNvPr id="40" name="角丸四角形 45">
            <a:extLst>
              <a:ext uri="{FF2B5EF4-FFF2-40B4-BE49-F238E27FC236}">
                <a16:creationId xmlns:a16="http://schemas.microsoft.com/office/drawing/2014/main" id="{DF8315B5-6366-1A66-9323-8A1E3036D24C}"/>
              </a:ext>
            </a:extLst>
          </p:cNvPr>
          <p:cNvSpPr/>
          <p:nvPr/>
        </p:nvSpPr>
        <p:spPr bwMode="auto">
          <a:xfrm>
            <a:off x="10506049" y="3969006"/>
            <a:ext cx="720008" cy="360004"/>
          </a:xfrm>
          <a:prstGeom prst="roundRect">
            <a:avLst/>
          </a:prstGeom>
          <a:solidFill>
            <a:srgbClr val="4F6228"/>
          </a:solidFill>
          <a:ln>
            <a:headEnd/>
            <a:tailEnd type="triangle" w="sm" len="med"/>
          </a:ln>
        </p:spPr>
        <p:style>
          <a:lnRef idx="3">
            <a:schemeClr val="lt1"/>
          </a:lnRef>
          <a:fillRef idx="1">
            <a:schemeClr val="accent6"/>
          </a:fillRef>
          <a:effectRef idx="1">
            <a:schemeClr val="accent6"/>
          </a:effectRef>
          <a:fontRef idx="minor">
            <a:schemeClr val="lt1"/>
          </a:fontRef>
        </p:style>
        <p:txBody>
          <a:bodyPr wrap="none" rtlCol="0" anchor="ctr"/>
          <a:lstStyle/>
          <a:p>
            <a:pPr algn="ctr"/>
            <a:r>
              <a:rPr kumimoji="1" lang="ja-JP" altLang="en-US" sz="1400" b="1" dirty="0">
                <a:solidFill>
                  <a:schemeClr val="bg1"/>
                </a:solidFill>
                <a:latin typeface="Arial Narrow" panose="020B0606020202030204" pitchFamily="34" charset="0"/>
              </a:rPr>
              <a:t>野菜炒る</a:t>
            </a:r>
          </a:p>
        </p:txBody>
      </p:sp>
      <p:sp>
        <p:nvSpPr>
          <p:cNvPr id="41" name="矢印: 右 40">
            <a:extLst>
              <a:ext uri="{FF2B5EF4-FFF2-40B4-BE49-F238E27FC236}">
                <a16:creationId xmlns:a16="http://schemas.microsoft.com/office/drawing/2014/main" id="{62F77DA0-7052-C474-6A1F-DAF9BE1E9C09}"/>
              </a:ext>
            </a:extLst>
          </p:cNvPr>
          <p:cNvSpPr/>
          <p:nvPr/>
        </p:nvSpPr>
        <p:spPr bwMode="auto">
          <a:xfrm>
            <a:off x="9426037" y="3519001"/>
            <a:ext cx="450005" cy="630007"/>
          </a:xfrm>
          <a:prstGeom prst="rightArrow">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spTree>
    <p:extLst>
      <p:ext uri="{BB962C8B-B14F-4D97-AF65-F5344CB8AC3E}">
        <p14:creationId xmlns:p14="http://schemas.microsoft.com/office/powerpoint/2010/main" val="252014735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50E536E-2DE0-FEB9-8C93-C86C41BE5F1D}"/>
              </a:ext>
            </a:extLst>
          </p:cNvPr>
          <p:cNvSpPr>
            <a:spLocks noGrp="1"/>
          </p:cNvSpPr>
          <p:nvPr>
            <p:ph type="title"/>
          </p:nvPr>
        </p:nvSpPr>
        <p:spPr>
          <a:xfrm>
            <a:off x="695940" y="0"/>
            <a:ext cx="10776052" cy="908972"/>
          </a:xfrm>
        </p:spPr>
        <p:txBody>
          <a:bodyPr/>
          <a:lstStyle/>
          <a:p>
            <a:r>
              <a:rPr lang="ja-JP" altLang="en-US" sz="2800" dirty="0"/>
              <a:t>大量の単純な処理の繰り返し</a:t>
            </a:r>
            <a:r>
              <a:rPr lang="en-US" altLang="ja-JP" sz="2800" dirty="0"/>
              <a:t> </a:t>
            </a:r>
            <a:r>
              <a:rPr kumimoji="1" lang="en-US" altLang="ja-JP" sz="2800" dirty="0"/>
              <a:t>= </a:t>
            </a:r>
            <a:r>
              <a:rPr kumimoji="1" lang="ja-JP" altLang="en-US" sz="2800" dirty="0"/>
              <a:t>カレーをたくさん作る場合</a:t>
            </a:r>
            <a:endParaRPr kumimoji="1" lang="en-US" sz="2800" dirty="0"/>
          </a:p>
        </p:txBody>
      </p:sp>
      <p:sp>
        <p:nvSpPr>
          <p:cNvPr id="3" name="テキスト プレースホルダー 2">
            <a:extLst>
              <a:ext uri="{FF2B5EF4-FFF2-40B4-BE49-F238E27FC236}">
                <a16:creationId xmlns:a16="http://schemas.microsoft.com/office/drawing/2014/main" id="{453B299B-312A-B24B-A7D2-B9D6C49F1FF0}"/>
              </a:ext>
            </a:extLst>
          </p:cNvPr>
          <p:cNvSpPr>
            <a:spLocks noGrp="1"/>
          </p:cNvSpPr>
          <p:nvPr>
            <p:ph type="body" sz="quarter" idx="10"/>
          </p:nvPr>
        </p:nvSpPr>
        <p:spPr>
          <a:xfrm>
            <a:off x="515938" y="1178975"/>
            <a:ext cx="7020078" cy="5490061"/>
          </a:xfrm>
        </p:spPr>
        <p:txBody>
          <a:bodyPr/>
          <a:lstStyle/>
          <a:p>
            <a:r>
              <a:rPr kumimoji="1" lang="ja-JP" altLang="en-US" dirty="0"/>
              <a:t>単に並べてみんなで同じ処理をすれば速くなる</a:t>
            </a:r>
            <a:endParaRPr kumimoji="1" lang="en-US" altLang="ja-JP" dirty="0"/>
          </a:p>
          <a:p>
            <a:pPr lvl="1"/>
            <a:r>
              <a:rPr lang="ja-JP" altLang="en-US" dirty="0"/>
              <a:t>ループの各周をみんなでやってくださいと言うだけ</a:t>
            </a:r>
            <a:endParaRPr kumimoji="1" lang="en-US" altLang="ja-JP" dirty="0"/>
          </a:p>
          <a:p>
            <a:pPr lvl="1"/>
            <a:r>
              <a:rPr lang="ja-JP" altLang="en-US" dirty="0"/>
              <a:t>振り分けとか考える必要もない</a:t>
            </a:r>
            <a:endParaRPr lang="en-US" altLang="ja-JP" dirty="0"/>
          </a:p>
          <a:p>
            <a:r>
              <a:rPr kumimoji="1" lang="ja-JP" altLang="en-US" dirty="0"/>
              <a:t>並べた分だけ速くなる（すごい）</a:t>
            </a:r>
            <a:endParaRPr kumimoji="1" lang="en-US" altLang="ja-JP" dirty="0"/>
          </a:p>
          <a:p>
            <a:pPr lvl="1"/>
            <a:r>
              <a:rPr lang="ja-JP" altLang="en-US" dirty="0"/>
              <a:t>右だと４倍速い</a:t>
            </a:r>
            <a:endParaRPr lang="en-US" altLang="ja-JP" dirty="0"/>
          </a:p>
          <a:p>
            <a:r>
              <a:rPr kumimoji="1" lang="en-US" altLang="ja-JP" dirty="0"/>
              <a:t>GPU </a:t>
            </a:r>
            <a:r>
              <a:rPr kumimoji="1" lang="ja-JP" altLang="en-US" dirty="0"/>
              <a:t>はそう言うことが出来るプログラムがターゲット</a:t>
            </a:r>
            <a:endParaRPr kumimoji="1" lang="en-US" altLang="ja-JP" dirty="0"/>
          </a:p>
          <a:p>
            <a:pPr lvl="1"/>
            <a:r>
              <a:rPr kumimoji="1" lang="ja-JP" altLang="en-US" dirty="0"/>
              <a:t>もともとグラフィック処理では，画面上の多数の</a:t>
            </a:r>
            <a:br>
              <a:rPr kumimoji="1" lang="en-US" altLang="ja-JP" dirty="0"/>
            </a:br>
            <a:r>
              <a:rPr kumimoji="1" lang="ja-JP" altLang="en-US" dirty="0"/>
              <a:t>ピクセルの処理がこれに該当</a:t>
            </a:r>
            <a:endParaRPr kumimoji="1" lang="en-US" altLang="ja-JP" dirty="0"/>
          </a:p>
          <a:p>
            <a:pPr lvl="1"/>
            <a:r>
              <a:rPr kumimoji="1" lang="ja-JP" altLang="en-US" dirty="0"/>
              <a:t>ピクセル間の処理は基本的に依存がない</a:t>
            </a:r>
            <a:endParaRPr kumimoji="1" lang="en-US" altLang="ja-JP" dirty="0"/>
          </a:p>
          <a:p>
            <a:pPr lvl="2"/>
            <a:r>
              <a:rPr kumimoji="1" lang="ja-JP" altLang="en-US" dirty="0"/>
              <a:t>画面の上の方と下の方は並列にやっても問題ない</a:t>
            </a:r>
            <a:endParaRPr kumimoji="1" lang="en-US" dirty="0"/>
          </a:p>
        </p:txBody>
      </p:sp>
      <p:grpSp>
        <p:nvGrpSpPr>
          <p:cNvPr id="42" name="グループ化 41">
            <a:extLst>
              <a:ext uri="{FF2B5EF4-FFF2-40B4-BE49-F238E27FC236}">
                <a16:creationId xmlns:a16="http://schemas.microsoft.com/office/drawing/2014/main" id="{FFB36817-B089-8B04-49DA-BD5E341FC994}"/>
              </a:ext>
            </a:extLst>
          </p:cNvPr>
          <p:cNvGrpSpPr/>
          <p:nvPr/>
        </p:nvGrpSpPr>
        <p:grpSpPr>
          <a:xfrm>
            <a:off x="7446015" y="1413028"/>
            <a:ext cx="630007" cy="1080012"/>
            <a:chOff x="1145945" y="1988984"/>
            <a:chExt cx="1440000" cy="3240036"/>
          </a:xfrm>
        </p:grpSpPr>
        <p:sp>
          <p:nvSpPr>
            <p:cNvPr id="4" name="正方形/長方形 3">
              <a:extLst>
                <a:ext uri="{FF2B5EF4-FFF2-40B4-BE49-F238E27FC236}">
                  <a16:creationId xmlns:a16="http://schemas.microsoft.com/office/drawing/2014/main" id="{1F98BD1D-5FA2-F5C1-1E2E-A1B3BB59E7C9}"/>
                </a:ext>
              </a:extLst>
            </p:cNvPr>
            <p:cNvSpPr/>
            <p:nvPr/>
          </p:nvSpPr>
          <p:spPr bwMode="auto">
            <a:xfrm>
              <a:off x="1145945" y="1988984"/>
              <a:ext cx="1440000" cy="360004"/>
            </a:xfrm>
            <a:prstGeom prst="rect">
              <a:avLst/>
            </a:prstGeom>
            <a:solidFill>
              <a:schemeClr val="accent3">
                <a:lumMod val="60000"/>
                <a:lumOff val="40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endParaRPr lang="ja-JP" altLang="en-US" sz="1600" dirty="0">
                <a:solidFill>
                  <a:schemeClr val="accent3">
                    <a:lumMod val="50000"/>
                  </a:schemeClr>
                </a:solidFill>
              </a:endParaRPr>
            </a:p>
          </p:txBody>
        </p:sp>
        <p:sp>
          <p:nvSpPr>
            <p:cNvPr id="5" name="正方形/長方形 4">
              <a:extLst>
                <a:ext uri="{FF2B5EF4-FFF2-40B4-BE49-F238E27FC236}">
                  <a16:creationId xmlns:a16="http://schemas.microsoft.com/office/drawing/2014/main" id="{17ADC32A-B723-5A01-0ADF-1F798116507E}"/>
                </a:ext>
              </a:extLst>
            </p:cNvPr>
            <p:cNvSpPr/>
            <p:nvPr/>
          </p:nvSpPr>
          <p:spPr bwMode="auto">
            <a:xfrm>
              <a:off x="1145945" y="2348988"/>
              <a:ext cx="1440000" cy="360004"/>
            </a:xfrm>
            <a:prstGeom prst="rect">
              <a:avLst/>
            </a:prstGeom>
            <a:solidFill>
              <a:schemeClr val="accent3">
                <a:lumMod val="50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endParaRPr lang="ja-JP" altLang="en-US" sz="1400" dirty="0">
                <a:solidFill>
                  <a:schemeClr val="bg1"/>
                </a:solidFill>
              </a:endParaRPr>
            </a:p>
          </p:txBody>
        </p:sp>
        <p:sp>
          <p:nvSpPr>
            <p:cNvPr id="6" name="正方形/長方形 5">
              <a:extLst>
                <a:ext uri="{FF2B5EF4-FFF2-40B4-BE49-F238E27FC236}">
                  <a16:creationId xmlns:a16="http://schemas.microsoft.com/office/drawing/2014/main" id="{9FFE2260-58E1-061D-F8FF-6F3D0BB9C74B}"/>
                </a:ext>
              </a:extLst>
            </p:cNvPr>
            <p:cNvSpPr/>
            <p:nvPr/>
          </p:nvSpPr>
          <p:spPr bwMode="auto">
            <a:xfrm>
              <a:off x="1145945" y="2708992"/>
              <a:ext cx="1440000" cy="360004"/>
            </a:xfrm>
            <a:prstGeom prst="rect">
              <a:avLst/>
            </a:prstGeom>
            <a:solidFill>
              <a:schemeClr val="accent2">
                <a:lumMod val="60000"/>
                <a:lumOff val="40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endParaRPr lang="ja-JP" altLang="en-US" sz="1600" dirty="0">
                <a:solidFill>
                  <a:schemeClr val="accent2">
                    <a:lumMod val="50000"/>
                  </a:schemeClr>
                </a:solidFill>
              </a:endParaRPr>
            </a:p>
          </p:txBody>
        </p:sp>
        <p:sp>
          <p:nvSpPr>
            <p:cNvPr id="7" name="正方形/長方形 6">
              <a:extLst>
                <a:ext uri="{FF2B5EF4-FFF2-40B4-BE49-F238E27FC236}">
                  <a16:creationId xmlns:a16="http://schemas.microsoft.com/office/drawing/2014/main" id="{1BC10747-475D-CA6F-8A70-DED8B18125B8}"/>
                </a:ext>
              </a:extLst>
            </p:cNvPr>
            <p:cNvSpPr/>
            <p:nvPr/>
          </p:nvSpPr>
          <p:spPr bwMode="auto">
            <a:xfrm>
              <a:off x="1145945" y="3068996"/>
              <a:ext cx="1440000" cy="360004"/>
            </a:xfrm>
            <a:prstGeom prst="rect">
              <a:avLst/>
            </a:prstGeom>
            <a:solidFill>
              <a:schemeClr val="accent2">
                <a:lumMod val="75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endParaRPr lang="ja-JP" altLang="en-US" sz="1600" dirty="0">
                <a:solidFill>
                  <a:schemeClr val="bg1"/>
                </a:solidFill>
              </a:endParaRPr>
            </a:p>
          </p:txBody>
        </p:sp>
        <p:sp>
          <p:nvSpPr>
            <p:cNvPr id="8" name="正方形/長方形 7">
              <a:extLst>
                <a:ext uri="{FF2B5EF4-FFF2-40B4-BE49-F238E27FC236}">
                  <a16:creationId xmlns:a16="http://schemas.microsoft.com/office/drawing/2014/main" id="{C35A30F6-E161-2AEF-207E-70C5D4D09320}"/>
                </a:ext>
              </a:extLst>
            </p:cNvPr>
            <p:cNvSpPr/>
            <p:nvPr/>
          </p:nvSpPr>
          <p:spPr bwMode="auto">
            <a:xfrm>
              <a:off x="1145945" y="3429000"/>
              <a:ext cx="1440000" cy="360004"/>
            </a:xfrm>
            <a:prstGeom prst="rect">
              <a:avLst/>
            </a:prstGeom>
            <a:solidFill>
              <a:schemeClr val="accent2">
                <a:lumMod val="50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endParaRPr lang="ja-JP" altLang="en-US" sz="1600" dirty="0">
                <a:solidFill>
                  <a:schemeClr val="bg1"/>
                </a:solidFill>
              </a:endParaRPr>
            </a:p>
          </p:txBody>
        </p:sp>
        <p:sp>
          <p:nvSpPr>
            <p:cNvPr id="9" name="正方形/長方形 8">
              <a:extLst>
                <a:ext uri="{FF2B5EF4-FFF2-40B4-BE49-F238E27FC236}">
                  <a16:creationId xmlns:a16="http://schemas.microsoft.com/office/drawing/2014/main" id="{6E08064F-1D48-013F-0A30-AA6603043B3A}"/>
                </a:ext>
              </a:extLst>
            </p:cNvPr>
            <p:cNvSpPr/>
            <p:nvPr/>
          </p:nvSpPr>
          <p:spPr bwMode="auto">
            <a:xfrm>
              <a:off x="1145945" y="3789004"/>
              <a:ext cx="1440000" cy="360004"/>
            </a:xfrm>
            <a:prstGeom prst="rect">
              <a:avLst/>
            </a:prstGeom>
            <a:solidFill>
              <a:srgbClr val="663300"/>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endParaRPr lang="ja-JP" altLang="en-US" sz="1400" dirty="0">
                <a:solidFill>
                  <a:schemeClr val="bg1"/>
                </a:solidFill>
              </a:endParaRPr>
            </a:p>
          </p:txBody>
        </p:sp>
        <p:sp>
          <p:nvSpPr>
            <p:cNvPr id="10" name="正方形/長方形 9">
              <a:extLst>
                <a:ext uri="{FF2B5EF4-FFF2-40B4-BE49-F238E27FC236}">
                  <a16:creationId xmlns:a16="http://schemas.microsoft.com/office/drawing/2014/main" id="{02636874-4CC1-EF07-7815-AF7261F73B19}"/>
                </a:ext>
              </a:extLst>
            </p:cNvPr>
            <p:cNvSpPr/>
            <p:nvPr/>
          </p:nvSpPr>
          <p:spPr bwMode="auto">
            <a:xfrm>
              <a:off x="1145945" y="4149008"/>
              <a:ext cx="1440000" cy="360004"/>
            </a:xfrm>
            <a:prstGeom prst="rect">
              <a:avLst/>
            </a:prstGeom>
            <a:solidFill>
              <a:schemeClr val="accent6">
                <a:lumMod val="60000"/>
                <a:lumOff val="40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endParaRPr lang="ja-JP" altLang="en-US" sz="1600" dirty="0">
                <a:solidFill>
                  <a:schemeClr val="accent2">
                    <a:lumMod val="50000"/>
                  </a:schemeClr>
                </a:solidFill>
              </a:endParaRPr>
            </a:p>
          </p:txBody>
        </p:sp>
        <p:sp>
          <p:nvSpPr>
            <p:cNvPr id="11" name="正方形/長方形 10">
              <a:extLst>
                <a:ext uri="{FF2B5EF4-FFF2-40B4-BE49-F238E27FC236}">
                  <a16:creationId xmlns:a16="http://schemas.microsoft.com/office/drawing/2014/main" id="{3155CA02-4F72-47BC-F7FF-3C9AE766FA77}"/>
                </a:ext>
              </a:extLst>
            </p:cNvPr>
            <p:cNvSpPr/>
            <p:nvPr/>
          </p:nvSpPr>
          <p:spPr bwMode="auto">
            <a:xfrm>
              <a:off x="1145945" y="4509012"/>
              <a:ext cx="1440000" cy="360004"/>
            </a:xfrm>
            <a:prstGeom prst="rect">
              <a:avLst/>
            </a:prstGeom>
            <a:solidFill>
              <a:schemeClr val="accent6">
                <a:lumMod val="75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endParaRPr lang="ja-JP" altLang="en-US" sz="1600" dirty="0">
                <a:solidFill>
                  <a:schemeClr val="bg1"/>
                </a:solidFill>
              </a:endParaRPr>
            </a:p>
          </p:txBody>
        </p:sp>
        <p:sp>
          <p:nvSpPr>
            <p:cNvPr id="12" name="正方形/長方形 11">
              <a:extLst>
                <a:ext uri="{FF2B5EF4-FFF2-40B4-BE49-F238E27FC236}">
                  <a16:creationId xmlns:a16="http://schemas.microsoft.com/office/drawing/2014/main" id="{7AEA6802-248E-ED5D-821A-B66B88658745}"/>
                </a:ext>
              </a:extLst>
            </p:cNvPr>
            <p:cNvSpPr/>
            <p:nvPr/>
          </p:nvSpPr>
          <p:spPr bwMode="auto">
            <a:xfrm>
              <a:off x="1145945" y="4869016"/>
              <a:ext cx="1440000" cy="360004"/>
            </a:xfrm>
            <a:prstGeom prst="rect">
              <a:avLst/>
            </a:prstGeom>
            <a:solidFill>
              <a:srgbClr val="CC9900"/>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endParaRPr lang="ja-JP" altLang="en-US" sz="1600" dirty="0">
                <a:solidFill>
                  <a:schemeClr val="bg1"/>
                </a:solidFill>
              </a:endParaRPr>
            </a:p>
          </p:txBody>
        </p:sp>
      </p:grpSp>
      <p:grpSp>
        <p:nvGrpSpPr>
          <p:cNvPr id="43" name="グループ化 42">
            <a:extLst>
              <a:ext uri="{FF2B5EF4-FFF2-40B4-BE49-F238E27FC236}">
                <a16:creationId xmlns:a16="http://schemas.microsoft.com/office/drawing/2014/main" id="{288525B9-7E1D-6EBD-91D9-543994C812FA}"/>
              </a:ext>
            </a:extLst>
          </p:cNvPr>
          <p:cNvGrpSpPr/>
          <p:nvPr/>
        </p:nvGrpSpPr>
        <p:grpSpPr>
          <a:xfrm>
            <a:off x="7446015" y="2673042"/>
            <a:ext cx="630007" cy="1080012"/>
            <a:chOff x="1145945" y="1988984"/>
            <a:chExt cx="1440000" cy="3240036"/>
          </a:xfrm>
        </p:grpSpPr>
        <p:sp>
          <p:nvSpPr>
            <p:cNvPr id="44" name="正方形/長方形 43">
              <a:extLst>
                <a:ext uri="{FF2B5EF4-FFF2-40B4-BE49-F238E27FC236}">
                  <a16:creationId xmlns:a16="http://schemas.microsoft.com/office/drawing/2014/main" id="{4DD2906A-B042-AA3A-A033-9E4DFF860741}"/>
                </a:ext>
              </a:extLst>
            </p:cNvPr>
            <p:cNvSpPr/>
            <p:nvPr/>
          </p:nvSpPr>
          <p:spPr bwMode="auto">
            <a:xfrm>
              <a:off x="1145945" y="1988984"/>
              <a:ext cx="1440000" cy="360004"/>
            </a:xfrm>
            <a:prstGeom prst="rect">
              <a:avLst/>
            </a:prstGeom>
            <a:solidFill>
              <a:schemeClr val="accent3">
                <a:lumMod val="60000"/>
                <a:lumOff val="40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endParaRPr lang="ja-JP" altLang="en-US" sz="1600" dirty="0">
                <a:solidFill>
                  <a:schemeClr val="accent3">
                    <a:lumMod val="50000"/>
                  </a:schemeClr>
                </a:solidFill>
              </a:endParaRPr>
            </a:p>
          </p:txBody>
        </p:sp>
        <p:sp>
          <p:nvSpPr>
            <p:cNvPr id="45" name="正方形/長方形 44">
              <a:extLst>
                <a:ext uri="{FF2B5EF4-FFF2-40B4-BE49-F238E27FC236}">
                  <a16:creationId xmlns:a16="http://schemas.microsoft.com/office/drawing/2014/main" id="{C658889A-C454-75B1-C564-669847E86478}"/>
                </a:ext>
              </a:extLst>
            </p:cNvPr>
            <p:cNvSpPr/>
            <p:nvPr/>
          </p:nvSpPr>
          <p:spPr bwMode="auto">
            <a:xfrm>
              <a:off x="1145945" y="2348988"/>
              <a:ext cx="1440000" cy="360004"/>
            </a:xfrm>
            <a:prstGeom prst="rect">
              <a:avLst/>
            </a:prstGeom>
            <a:solidFill>
              <a:schemeClr val="accent3">
                <a:lumMod val="50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endParaRPr lang="ja-JP" altLang="en-US" sz="1400" dirty="0">
                <a:solidFill>
                  <a:schemeClr val="bg1"/>
                </a:solidFill>
              </a:endParaRPr>
            </a:p>
          </p:txBody>
        </p:sp>
        <p:sp>
          <p:nvSpPr>
            <p:cNvPr id="46" name="正方形/長方形 45">
              <a:extLst>
                <a:ext uri="{FF2B5EF4-FFF2-40B4-BE49-F238E27FC236}">
                  <a16:creationId xmlns:a16="http://schemas.microsoft.com/office/drawing/2014/main" id="{1F3D5F0E-CE6F-F930-8A37-9CC785CE7569}"/>
                </a:ext>
              </a:extLst>
            </p:cNvPr>
            <p:cNvSpPr/>
            <p:nvPr/>
          </p:nvSpPr>
          <p:spPr bwMode="auto">
            <a:xfrm>
              <a:off x="1145945" y="2708992"/>
              <a:ext cx="1440000" cy="360004"/>
            </a:xfrm>
            <a:prstGeom prst="rect">
              <a:avLst/>
            </a:prstGeom>
            <a:solidFill>
              <a:schemeClr val="accent2">
                <a:lumMod val="60000"/>
                <a:lumOff val="40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endParaRPr lang="ja-JP" altLang="en-US" sz="1600" dirty="0">
                <a:solidFill>
                  <a:schemeClr val="accent2">
                    <a:lumMod val="50000"/>
                  </a:schemeClr>
                </a:solidFill>
              </a:endParaRPr>
            </a:p>
          </p:txBody>
        </p:sp>
        <p:sp>
          <p:nvSpPr>
            <p:cNvPr id="47" name="正方形/長方形 46">
              <a:extLst>
                <a:ext uri="{FF2B5EF4-FFF2-40B4-BE49-F238E27FC236}">
                  <a16:creationId xmlns:a16="http://schemas.microsoft.com/office/drawing/2014/main" id="{CCE4E9D0-49C7-60DD-3610-478CCFC1D684}"/>
                </a:ext>
              </a:extLst>
            </p:cNvPr>
            <p:cNvSpPr/>
            <p:nvPr/>
          </p:nvSpPr>
          <p:spPr bwMode="auto">
            <a:xfrm>
              <a:off x="1145945" y="3068996"/>
              <a:ext cx="1440000" cy="360004"/>
            </a:xfrm>
            <a:prstGeom prst="rect">
              <a:avLst/>
            </a:prstGeom>
            <a:solidFill>
              <a:schemeClr val="accent2">
                <a:lumMod val="75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endParaRPr lang="ja-JP" altLang="en-US" sz="1600" dirty="0">
                <a:solidFill>
                  <a:schemeClr val="bg1"/>
                </a:solidFill>
              </a:endParaRPr>
            </a:p>
          </p:txBody>
        </p:sp>
        <p:sp>
          <p:nvSpPr>
            <p:cNvPr id="48" name="正方形/長方形 47">
              <a:extLst>
                <a:ext uri="{FF2B5EF4-FFF2-40B4-BE49-F238E27FC236}">
                  <a16:creationId xmlns:a16="http://schemas.microsoft.com/office/drawing/2014/main" id="{D7C18AB2-5659-177E-1B77-65166D18F339}"/>
                </a:ext>
              </a:extLst>
            </p:cNvPr>
            <p:cNvSpPr/>
            <p:nvPr/>
          </p:nvSpPr>
          <p:spPr bwMode="auto">
            <a:xfrm>
              <a:off x="1145945" y="3429000"/>
              <a:ext cx="1440000" cy="360004"/>
            </a:xfrm>
            <a:prstGeom prst="rect">
              <a:avLst/>
            </a:prstGeom>
            <a:solidFill>
              <a:schemeClr val="accent2">
                <a:lumMod val="50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endParaRPr lang="ja-JP" altLang="en-US" sz="1600" dirty="0">
                <a:solidFill>
                  <a:schemeClr val="bg1"/>
                </a:solidFill>
              </a:endParaRPr>
            </a:p>
          </p:txBody>
        </p:sp>
        <p:sp>
          <p:nvSpPr>
            <p:cNvPr id="49" name="正方形/長方形 48">
              <a:extLst>
                <a:ext uri="{FF2B5EF4-FFF2-40B4-BE49-F238E27FC236}">
                  <a16:creationId xmlns:a16="http://schemas.microsoft.com/office/drawing/2014/main" id="{AF5D3E9A-7F40-1B34-586E-E1CAD6AE0B14}"/>
                </a:ext>
              </a:extLst>
            </p:cNvPr>
            <p:cNvSpPr/>
            <p:nvPr/>
          </p:nvSpPr>
          <p:spPr bwMode="auto">
            <a:xfrm>
              <a:off x="1145945" y="3789004"/>
              <a:ext cx="1440000" cy="360004"/>
            </a:xfrm>
            <a:prstGeom prst="rect">
              <a:avLst/>
            </a:prstGeom>
            <a:solidFill>
              <a:srgbClr val="663300"/>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endParaRPr lang="ja-JP" altLang="en-US" sz="1400" dirty="0">
                <a:solidFill>
                  <a:schemeClr val="bg1"/>
                </a:solidFill>
              </a:endParaRPr>
            </a:p>
          </p:txBody>
        </p:sp>
        <p:sp>
          <p:nvSpPr>
            <p:cNvPr id="50" name="正方形/長方形 49">
              <a:extLst>
                <a:ext uri="{FF2B5EF4-FFF2-40B4-BE49-F238E27FC236}">
                  <a16:creationId xmlns:a16="http://schemas.microsoft.com/office/drawing/2014/main" id="{15BEE321-A06F-6E09-F522-1B7BBE0FD999}"/>
                </a:ext>
              </a:extLst>
            </p:cNvPr>
            <p:cNvSpPr/>
            <p:nvPr/>
          </p:nvSpPr>
          <p:spPr bwMode="auto">
            <a:xfrm>
              <a:off x="1145945" y="4149008"/>
              <a:ext cx="1440000" cy="360004"/>
            </a:xfrm>
            <a:prstGeom prst="rect">
              <a:avLst/>
            </a:prstGeom>
            <a:solidFill>
              <a:schemeClr val="accent6">
                <a:lumMod val="60000"/>
                <a:lumOff val="40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endParaRPr lang="ja-JP" altLang="en-US" sz="1600" dirty="0">
                <a:solidFill>
                  <a:schemeClr val="accent2">
                    <a:lumMod val="50000"/>
                  </a:schemeClr>
                </a:solidFill>
              </a:endParaRPr>
            </a:p>
          </p:txBody>
        </p:sp>
        <p:sp>
          <p:nvSpPr>
            <p:cNvPr id="51" name="正方形/長方形 50">
              <a:extLst>
                <a:ext uri="{FF2B5EF4-FFF2-40B4-BE49-F238E27FC236}">
                  <a16:creationId xmlns:a16="http://schemas.microsoft.com/office/drawing/2014/main" id="{1AB8EED3-A6EC-1421-1060-AF619797FA0C}"/>
                </a:ext>
              </a:extLst>
            </p:cNvPr>
            <p:cNvSpPr/>
            <p:nvPr/>
          </p:nvSpPr>
          <p:spPr bwMode="auto">
            <a:xfrm>
              <a:off x="1145945" y="4509012"/>
              <a:ext cx="1440000" cy="360004"/>
            </a:xfrm>
            <a:prstGeom prst="rect">
              <a:avLst/>
            </a:prstGeom>
            <a:solidFill>
              <a:schemeClr val="accent6">
                <a:lumMod val="75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endParaRPr lang="ja-JP" altLang="en-US" sz="1600" dirty="0">
                <a:solidFill>
                  <a:schemeClr val="bg1"/>
                </a:solidFill>
              </a:endParaRPr>
            </a:p>
          </p:txBody>
        </p:sp>
        <p:sp>
          <p:nvSpPr>
            <p:cNvPr id="52" name="正方形/長方形 51">
              <a:extLst>
                <a:ext uri="{FF2B5EF4-FFF2-40B4-BE49-F238E27FC236}">
                  <a16:creationId xmlns:a16="http://schemas.microsoft.com/office/drawing/2014/main" id="{9E734808-EED6-A5D8-5108-99DBEDAEC2E0}"/>
                </a:ext>
              </a:extLst>
            </p:cNvPr>
            <p:cNvSpPr/>
            <p:nvPr/>
          </p:nvSpPr>
          <p:spPr bwMode="auto">
            <a:xfrm>
              <a:off x="1145945" y="4869016"/>
              <a:ext cx="1440000" cy="360004"/>
            </a:xfrm>
            <a:prstGeom prst="rect">
              <a:avLst/>
            </a:prstGeom>
            <a:solidFill>
              <a:srgbClr val="CC9900"/>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endParaRPr lang="ja-JP" altLang="en-US" sz="1600" dirty="0">
                <a:solidFill>
                  <a:schemeClr val="bg1"/>
                </a:solidFill>
              </a:endParaRPr>
            </a:p>
          </p:txBody>
        </p:sp>
      </p:grpSp>
      <p:grpSp>
        <p:nvGrpSpPr>
          <p:cNvPr id="55" name="グループ化 54">
            <a:extLst>
              <a:ext uri="{FF2B5EF4-FFF2-40B4-BE49-F238E27FC236}">
                <a16:creationId xmlns:a16="http://schemas.microsoft.com/office/drawing/2014/main" id="{43447ECB-B7FE-3984-81C8-AE885563C478}"/>
              </a:ext>
            </a:extLst>
          </p:cNvPr>
          <p:cNvGrpSpPr/>
          <p:nvPr/>
        </p:nvGrpSpPr>
        <p:grpSpPr>
          <a:xfrm>
            <a:off x="7446015" y="4023057"/>
            <a:ext cx="630007" cy="1080012"/>
            <a:chOff x="1145945" y="1988984"/>
            <a:chExt cx="1440000" cy="3240036"/>
          </a:xfrm>
        </p:grpSpPr>
        <p:sp>
          <p:nvSpPr>
            <p:cNvPr id="56" name="正方形/長方形 55">
              <a:extLst>
                <a:ext uri="{FF2B5EF4-FFF2-40B4-BE49-F238E27FC236}">
                  <a16:creationId xmlns:a16="http://schemas.microsoft.com/office/drawing/2014/main" id="{5FBBED7F-A50F-1DFE-C725-9A6C252AE26C}"/>
                </a:ext>
              </a:extLst>
            </p:cNvPr>
            <p:cNvSpPr/>
            <p:nvPr/>
          </p:nvSpPr>
          <p:spPr bwMode="auto">
            <a:xfrm>
              <a:off x="1145945" y="1988984"/>
              <a:ext cx="1440000" cy="360004"/>
            </a:xfrm>
            <a:prstGeom prst="rect">
              <a:avLst/>
            </a:prstGeom>
            <a:solidFill>
              <a:schemeClr val="accent3">
                <a:lumMod val="60000"/>
                <a:lumOff val="40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endParaRPr lang="ja-JP" altLang="en-US" sz="1600" dirty="0">
                <a:solidFill>
                  <a:schemeClr val="accent3">
                    <a:lumMod val="50000"/>
                  </a:schemeClr>
                </a:solidFill>
              </a:endParaRPr>
            </a:p>
          </p:txBody>
        </p:sp>
        <p:sp>
          <p:nvSpPr>
            <p:cNvPr id="57" name="正方形/長方形 56">
              <a:extLst>
                <a:ext uri="{FF2B5EF4-FFF2-40B4-BE49-F238E27FC236}">
                  <a16:creationId xmlns:a16="http://schemas.microsoft.com/office/drawing/2014/main" id="{AF1DE1EC-4F8B-AEC1-0D1C-F742FF5180C1}"/>
                </a:ext>
              </a:extLst>
            </p:cNvPr>
            <p:cNvSpPr/>
            <p:nvPr/>
          </p:nvSpPr>
          <p:spPr bwMode="auto">
            <a:xfrm>
              <a:off x="1145945" y="2348988"/>
              <a:ext cx="1440000" cy="360004"/>
            </a:xfrm>
            <a:prstGeom prst="rect">
              <a:avLst/>
            </a:prstGeom>
            <a:solidFill>
              <a:schemeClr val="accent3">
                <a:lumMod val="50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endParaRPr lang="ja-JP" altLang="en-US" sz="1400" dirty="0">
                <a:solidFill>
                  <a:schemeClr val="bg1"/>
                </a:solidFill>
              </a:endParaRPr>
            </a:p>
          </p:txBody>
        </p:sp>
        <p:sp>
          <p:nvSpPr>
            <p:cNvPr id="58" name="正方形/長方形 57">
              <a:extLst>
                <a:ext uri="{FF2B5EF4-FFF2-40B4-BE49-F238E27FC236}">
                  <a16:creationId xmlns:a16="http://schemas.microsoft.com/office/drawing/2014/main" id="{6CD9C6C5-EB2D-2E94-4EC8-3793CE4ACADC}"/>
                </a:ext>
              </a:extLst>
            </p:cNvPr>
            <p:cNvSpPr/>
            <p:nvPr/>
          </p:nvSpPr>
          <p:spPr bwMode="auto">
            <a:xfrm>
              <a:off x="1145945" y="2708992"/>
              <a:ext cx="1440000" cy="360004"/>
            </a:xfrm>
            <a:prstGeom prst="rect">
              <a:avLst/>
            </a:prstGeom>
            <a:solidFill>
              <a:schemeClr val="accent2">
                <a:lumMod val="60000"/>
                <a:lumOff val="40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endParaRPr lang="ja-JP" altLang="en-US" sz="1600" dirty="0">
                <a:solidFill>
                  <a:schemeClr val="accent2">
                    <a:lumMod val="50000"/>
                  </a:schemeClr>
                </a:solidFill>
              </a:endParaRPr>
            </a:p>
          </p:txBody>
        </p:sp>
        <p:sp>
          <p:nvSpPr>
            <p:cNvPr id="59" name="正方形/長方形 58">
              <a:extLst>
                <a:ext uri="{FF2B5EF4-FFF2-40B4-BE49-F238E27FC236}">
                  <a16:creationId xmlns:a16="http://schemas.microsoft.com/office/drawing/2014/main" id="{361932EE-F811-6CCA-08BF-7DD22DC0F80E}"/>
                </a:ext>
              </a:extLst>
            </p:cNvPr>
            <p:cNvSpPr/>
            <p:nvPr/>
          </p:nvSpPr>
          <p:spPr bwMode="auto">
            <a:xfrm>
              <a:off x="1145945" y="3068996"/>
              <a:ext cx="1440000" cy="360004"/>
            </a:xfrm>
            <a:prstGeom prst="rect">
              <a:avLst/>
            </a:prstGeom>
            <a:solidFill>
              <a:schemeClr val="accent2">
                <a:lumMod val="75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endParaRPr lang="ja-JP" altLang="en-US" sz="1600" dirty="0">
                <a:solidFill>
                  <a:schemeClr val="bg1"/>
                </a:solidFill>
              </a:endParaRPr>
            </a:p>
          </p:txBody>
        </p:sp>
        <p:sp>
          <p:nvSpPr>
            <p:cNvPr id="60" name="正方形/長方形 59">
              <a:extLst>
                <a:ext uri="{FF2B5EF4-FFF2-40B4-BE49-F238E27FC236}">
                  <a16:creationId xmlns:a16="http://schemas.microsoft.com/office/drawing/2014/main" id="{06586AA9-6724-9019-997C-419A424C82F9}"/>
                </a:ext>
              </a:extLst>
            </p:cNvPr>
            <p:cNvSpPr/>
            <p:nvPr/>
          </p:nvSpPr>
          <p:spPr bwMode="auto">
            <a:xfrm>
              <a:off x="1145945" y="3429000"/>
              <a:ext cx="1440000" cy="360004"/>
            </a:xfrm>
            <a:prstGeom prst="rect">
              <a:avLst/>
            </a:prstGeom>
            <a:solidFill>
              <a:schemeClr val="accent2">
                <a:lumMod val="50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endParaRPr lang="ja-JP" altLang="en-US" sz="1600" dirty="0">
                <a:solidFill>
                  <a:schemeClr val="bg1"/>
                </a:solidFill>
              </a:endParaRPr>
            </a:p>
          </p:txBody>
        </p:sp>
        <p:sp>
          <p:nvSpPr>
            <p:cNvPr id="61" name="正方形/長方形 60">
              <a:extLst>
                <a:ext uri="{FF2B5EF4-FFF2-40B4-BE49-F238E27FC236}">
                  <a16:creationId xmlns:a16="http://schemas.microsoft.com/office/drawing/2014/main" id="{90CD65C6-173D-038B-6DDB-CA1F63DB7195}"/>
                </a:ext>
              </a:extLst>
            </p:cNvPr>
            <p:cNvSpPr/>
            <p:nvPr/>
          </p:nvSpPr>
          <p:spPr bwMode="auto">
            <a:xfrm>
              <a:off x="1145945" y="3789004"/>
              <a:ext cx="1440000" cy="360004"/>
            </a:xfrm>
            <a:prstGeom prst="rect">
              <a:avLst/>
            </a:prstGeom>
            <a:solidFill>
              <a:srgbClr val="663300"/>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endParaRPr lang="ja-JP" altLang="en-US" sz="1400" dirty="0">
                <a:solidFill>
                  <a:schemeClr val="bg1"/>
                </a:solidFill>
              </a:endParaRPr>
            </a:p>
          </p:txBody>
        </p:sp>
        <p:sp>
          <p:nvSpPr>
            <p:cNvPr id="62" name="正方形/長方形 61">
              <a:extLst>
                <a:ext uri="{FF2B5EF4-FFF2-40B4-BE49-F238E27FC236}">
                  <a16:creationId xmlns:a16="http://schemas.microsoft.com/office/drawing/2014/main" id="{4E470C96-C212-DE6B-16BA-E6336319B036}"/>
                </a:ext>
              </a:extLst>
            </p:cNvPr>
            <p:cNvSpPr/>
            <p:nvPr/>
          </p:nvSpPr>
          <p:spPr bwMode="auto">
            <a:xfrm>
              <a:off x="1145945" y="4149008"/>
              <a:ext cx="1440000" cy="360004"/>
            </a:xfrm>
            <a:prstGeom prst="rect">
              <a:avLst/>
            </a:prstGeom>
            <a:solidFill>
              <a:schemeClr val="accent6">
                <a:lumMod val="60000"/>
                <a:lumOff val="40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endParaRPr lang="ja-JP" altLang="en-US" sz="1600" dirty="0">
                <a:solidFill>
                  <a:schemeClr val="accent2">
                    <a:lumMod val="50000"/>
                  </a:schemeClr>
                </a:solidFill>
              </a:endParaRPr>
            </a:p>
          </p:txBody>
        </p:sp>
        <p:sp>
          <p:nvSpPr>
            <p:cNvPr id="63" name="正方形/長方形 62">
              <a:extLst>
                <a:ext uri="{FF2B5EF4-FFF2-40B4-BE49-F238E27FC236}">
                  <a16:creationId xmlns:a16="http://schemas.microsoft.com/office/drawing/2014/main" id="{7EFE94EE-3B9B-F008-4E2E-8D832EEC93B6}"/>
                </a:ext>
              </a:extLst>
            </p:cNvPr>
            <p:cNvSpPr/>
            <p:nvPr/>
          </p:nvSpPr>
          <p:spPr bwMode="auto">
            <a:xfrm>
              <a:off x="1145945" y="4509012"/>
              <a:ext cx="1440000" cy="360004"/>
            </a:xfrm>
            <a:prstGeom prst="rect">
              <a:avLst/>
            </a:prstGeom>
            <a:solidFill>
              <a:schemeClr val="accent6">
                <a:lumMod val="75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endParaRPr lang="ja-JP" altLang="en-US" sz="1600" dirty="0">
                <a:solidFill>
                  <a:schemeClr val="bg1"/>
                </a:solidFill>
              </a:endParaRPr>
            </a:p>
          </p:txBody>
        </p:sp>
        <p:sp>
          <p:nvSpPr>
            <p:cNvPr id="64" name="正方形/長方形 63">
              <a:extLst>
                <a:ext uri="{FF2B5EF4-FFF2-40B4-BE49-F238E27FC236}">
                  <a16:creationId xmlns:a16="http://schemas.microsoft.com/office/drawing/2014/main" id="{851E5576-1A6E-66F2-9C68-4E688194D2AA}"/>
                </a:ext>
              </a:extLst>
            </p:cNvPr>
            <p:cNvSpPr/>
            <p:nvPr/>
          </p:nvSpPr>
          <p:spPr bwMode="auto">
            <a:xfrm>
              <a:off x="1145945" y="4869016"/>
              <a:ext cx="1440000" cy="360004"/>
            </a:xfrm>
            <a:prstGeom prst="rect">
              <a:avLst/>
            </a:prstGeom>
            <a:solidFill>
              <a:srgbClr val="CC9900"/>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endParaRPr lang="ja-JP" altLang="en-US" sz="1600" dirty="0">
                <a:solidFill>
                  <a:schemeClr val="bg1"/>
                </a:solidFill>
              </a:endParaRPr>
            </a:p>
          </p:txBody>
        </p:sp>
      </p:grpSp>
      <p:grpSp>
        <p:nvGrpSpPr>
          <p:cNvPr id="67" name="グループ化 66">
            <a:extLst>
              <a:ext uri="{FF2B5EF4-FFF2-40B4-BE49-F238E27FC236}">
                <a16:creationId xmlns:a16="http://schemas.microsoft.com/office/drawing/2014/main" id="{B7E66328-4674-0571-4312-3E44DBB58D2D}"/>
              </a:ext>
            </a:extLst>
          </p:cNvPr>
          <p:cNvGrpSpPr/>
          <p:nvPr/>
        </p:nvGrpSpPr>
        <p:grpSpPr>
          <a:xfrm>
            <a:off x="7446015" y="5319021"/>
            <a:ext cx="630007" cy="1080012"/>
            <a:chOff x="1145945" y="1988984"/>
            <a:chExt cx="1440000" cy="3240036"/>
          </a:xfrm>
        </p:grpSpPr>
        <p:sp>
          <p:nvSpPr>
            <p:cNvPr id="68" name="正方形/長方形 67">
              <a:extLst>
                <a:ext uri="{FF2B5EF4-FFF2-40B4-BE49-F238E27FC236}">
                  <a16:creationId xmlns:a16="http://schemas.microsoft.com/office/drawing/2014/main" id="{BCA21FF7-E113-5FBB-C8A6-670A4C7BD105}"/>
                </a:ext>
              </a:extLst>
            </p:cNvPr>
            <p:cNvSpPr/>
            <p:nvPr/>
          </p:nvSpPr>
          <p:spPr bwMode="auto">
            <a:xfrm>
              <a:off x="1145945" y="1988984"/>
              <a:ext cx="1440000" cy="360004"/>
            </a:xfrm>
            <a:prstGeom prst="rect">
              <a:avLst/>
            </a:prstGeom>
            <a:solidFill>
              <a:schemeClr val="accent3">
                <a:lumMod val="60000"/>
                <a:lumOff val="40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endParaRPr lang="ja-JP" altLang="en-US" sz="1600" dirty="0">
                <a:solidFill>
                  <a:schemeClr val="accent3">
                    <a:lumMod val="50000"/>
                  </a:schemeClr>
                </a:solidFill>
              </a:endParaRPr>
            </a:p>
          </p:txBody>
        </p:sp>
        <p:sp>
          <p:nvSpPr>
            <p:cNvPr id="69" name="正方形/長方形 68">
              <a:extLst>
                <a:ext uri="{FF2B5EF4-FFF2-40B4-BE49-F238E27FC236}">
                  <a16:creationId xmlns:a16="http://schemas.microsoft.com/office/drawing/2014/main" id="{71C2D705-2AA2-3FB1-1B60-6F48FD0A9218}"/>
                </a:ext>
              </a:extLst>
            </p:cNvPr>
            <p:cNvSpPr/>
            <p:nvPr/>
          </p:nvSpPr>
          <p:spPr bwMode="auto">
            <a:xfrm>
              <a:off x="1145945" y="2348988"/>
              <a:ext cx="1440000" cy="360004"/>
            </a:xfrm>
            <a:prstGeom prst="rect">
              <a:avLst/>
            </a:prstGeom>
            <a:solidFill>
              <a:schemeClr val="accent3">
                <a:lumMod val="50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endParaRPr lang="ja-JP" altLang="en-US" sz="1400" dirty="0">
                <a:solidFill>
                  <a:schemeClr val="bg1"/>
                </a:solidFill>
              </a:endParaRPr>
            </a:p>
          </p:txBody>
        </p:sp>
        <p:sp>
          <p:nvSpPr>
            <p:cNvPr id="70" name="正方形/長方形 69">
              <a:extLst>
                <a:ext uri="{FF2B5EF4-FFF2-40B4-BE49-F238E27FC236}">
                  <a16:creationId xmlns:a16="http://schemas.microsoft.com/office/drawing/2014/main" id="{1934CD63-9240-75CB-FC9E-BB38CC25DE88}"/>
                </a:ext>
              </a:extLst>
            </p:cNvPr>
            <p:cNvSpPr/>
            <p:nvPr/>
          </p:nvSpPr>
          <p:spPr bwMode="auto">
            <a:xfrm>
              <a:off x="1145945" y="2708992"/>
              <a:ext cx="1440000" cy="360004"/>
            </a:xfrm>
            <a:prstGeom prst="rect">
              <a:avLst/>
            </a:prstGeom>
            <a:solidFill>
              <a:schemeClr val="accent2">
                <a:lumMod val="60000"/>
                <a:lumOff val="40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endParaRPr lang="ja-JP" altLang="en-US" sz="1600" dirty="0">
                <a:solidFill>
                  <a:schemeClr val="accent2">
                    <a:lumMod val="50000"/>
                  </a:schemeClr>
                </a:solidFill>
              </a:endParaRPr>
            </a:p>
          </p:txBody>
        </p:sp>
        <p:sp>
          <p:nvSpPr>
            <p:cNvPr id="71" name="正方形/長方形 70">
              <a:extLst>
                <a:ext uri="{FF2B5EF4-FFF2-40B4-BE49-F238E27FC236}">
                  <a16:creationId xmlns:a16="http://schemas.microsoft.com/office/drawing/2014/main" id="{1DDBC468-8D8A-A18E-8E4F-7E1E7E71F17D}"/>
                </a:ext>
              </a:extLst>
            </p:cNvPr>
            <p:cNvSpPr/>
            <p:nvPr/>
          </p:nvSpPr>
          <p:spPr bwMode="auto">
            <a:xfrm>
              <a:off x="1145945" y="3068996"/>
              <a:ext cx="1440000" cy="360004"/>
            </a:xfrm>
            <a:prstGeom prst="rect">
              <a:avLst/>
            </a:prstGeom>
            <a:solidFill>
              <a:schemeClr val="accent2">
                <a:lumMod val="75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endParaRPr lang="ja-JP" altLang="en-US" sz="1600" dirty="0">
                <a:solidFill>
                  <a:schemeClr val="bg1"/>
                </a:solidFill>
              </a:endParaRPr>
            </a:p>
          </p:txBody>
        </p:sp>
        <p:sp>
          <p:nvSpPr>
            <p:cNvPr id="72" name="正方形/長方形 71">
              <a:extLst>
                <a:ext uri="{FF2B5EF4-FFF2-40B4-BE49-F238E27FC236}">
                  <a16:creationId xmlns:a16="http://schemas.microsoft.com/office/drawing/2014/main" id="{B03BBCA8-64C5-4BAF-B798-A8B120BCEC74}"/>
                </a:ext>
              </a:extLst>
            </p:cNvPr>
            <p:cNvSpPr/>
            <p:nvPr/>
          </p:nvSpPr>
          <p:spPr bwMode="auto">
            <a:xfrm>
              <a:off x="1145945" y="3429000"/>
              <a:ext cx="1440000" cy="360004"/>
            </a:xfrm>
            <a:prstGeom prst="rect">
              <a:avLst/>
            </a:prstGeom>
            <a:solidFill>
              <a:schemeClr val="accent2">
                <a:lumMod val="50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endParaRPr lang="ja-JP" altLang="en-US" sz="1600" dirty="0">
                <a:solidFill>
                  <a:schemeClr val="bg1"/>
                </a:solidFill>
              </a:endParaRPr>
            </a:p>
          </p:txBody>
        </p:sp>
        <p:sp>
          <p:nvSpPr>
            <p:cNvPr id="73" name="正方形/長方形 72">
              <a:extLst>
                <a:ext uri="{FF2B5EF4-FFF2-40B4-BE49-F238E27FC236}">
                  <a16:creationId xmlns:a16="http://schemas.microsoft.com/office/drawing/2014/main" id="{8BE30DEA-6E5B-17AF-3B7A-B3418855C088}"/>
                </a:ext>
              </a:extLst>
            </p:cNvPr>
            <p:cNvSpPr/>
            <p:nvPr/>
          </p:nvSpPr>
          <p:spPr bwMode="auto">
            <a:xfrm>
              <a:off x="1145945" y="3789004"/>
              <a:ext cx="1440000" cy="360004"/>
            </a:xfrm>
            <a:prstGeom prst="rect">
              <a:avLst/>
            </a:prstGeom>
            <a:solidFill>
              <a:srgbClr val="663300"/>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endParaRPr lang="ja-JP" altLang="en-US" sz="1400" dirty="0">
                <a:solidFill>
                  <a:schemeClr val="bg1"/>
                </a:solidFill>
              </a:endParaRPr>
            </a:p>
          </p:txBody>
        </p:sp>
        <p:sp>
          <p:nvSpPr>
            <p:cNvPr id="74" name="正方形/長方形 73">
              <a:extLst>
                <a:ext uri="{FF2B5EF4-FFF2-40B4-BE49-F238E27FC236}">
                  <a16:creationId xmlns:a16="http://schemas.microsoft.com/office/drawing/2014/main" id="{55E5297E-FE42-C5E5-39E0-E1A80B95C2D3}"/>
                </a:ext>
              </a:extLst>
            </p:cNvPr>
            <p:cNvSpPr/>
            <p:nvPr/>
          </p:nvSpPr>
          <p:spPr bwMode="auto">
            <a:xfrm>
              <a:off x="1145945" y="4149008"/>
              <a:ext cx="1440000" cy="360004"/>
            </a:xfrm>
            <a:prstGeom prst="rect">
              <a:avLst/>
            </a:prstGeom>
            <a:solidFill>
              <a:schemeClr val="accent6">
                <a:lumMod val="60000"/>
                <a:lumOff val="40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endParaRPr lang="ja-JP" altLang="en-US" sz="1600" dirty="0">
                <a:solidFill>
                  <a:schemeClr val="accent2">
                    <a:lumMod val="50000"/>
                  </a:schemeClr>
                </a:solidFill>
              </a:endParaRPr>
            </a:p>
          </p:txBody>
        </p:sp>
        <p:sp>
          <p:nvSpPr>
            <p:cNvPr id="75" name="正方形/長方形 74">
              <a:extLst>
                <a:ext uri="{FF2B5EF4-FFF2-40B4-BE49-F238E27FC236}">
                  <a16:creationId xmlns:a16="http://schemas.microsoft.com/office/drawing/2014/main" id="{52FA6129-6E68-3387-5BE7-C07FED769CE2}"/>
                </a:ext>
              </a:extLst>
            </p:cNvPr>
            <p:cNvSpPr/>
            <p:nvPr/>
          </p:nvSpPr>
          <p:spPr bwMode="auto">
            <a:xfrm>
              <a:off x="1145945" y="4509012"/>
              <a:ext cx="1440000" cy="360004"/>
            </a:xfrm>
            <a:prstGeom prst="rect">
              <a:avLst/>
            </a:prstGeom>
            <a:solidFill>
              <a:schemeClr val="accent6">
                <a:lumMod val="75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endParaRPr lang="ja-JP" altLang="en-US" sz="1600" dirty="0">
                <a:solidFill>
                  <a:schemeClr val="bg1"/>
                </a:solidFill>
              </a:endParaRPr>
            </a:p>
          </p:txBody>
        </p:sp>
        <p:sp>
          <p:nvSpPr>
            <p:cNvPr id="76" name="正方形/長方形 75">
              <a:extLst>
                <a:ext uri="{FF2B5EF4-FFF2-40B4-BE49-F238E27FC236}">
                  <a16:creationId xmlns:a16="http://schemas.microsoft.com/office/drawing/2014/main" id="{3101A21B-8E96-F039-179E-E97C78C2A406}"/>
                </a:ext>
              </a:extLst>
            </p:cNvPr>
            <p:cNvSpPr/>
            <p:nvPr/>
          </p:nvSpPr>
          <p:spPr bwMode="auto">
            <a:xfrm>
              <a:off x="1145945" y="4869016"/>
              <a:ext cx="1440000" cy="360004"/>
            </a:xfrm>
            <a:prstGeom prst="rect">
              <a:avLst/>
            </a:prstGeom>
            <a:solidFill>
              <a:srgbClr val="CC9900"/>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endParaRPr lang="ja-JP" altLang="en-US" sz="1600" dirty="0">
                <a:solidFill>
                  <a:schemeClr val="bg1"/>
                </a:solidFill>
              </a:endParaRPr>
            </a:p>
          </p:txBody>
        </p:sp>
      </p:grpSp>
      <p:sp>
        <p:nvSpPr>
          <p:cNvPr id="80" name="平行四辺形 79">
            <a:extLst>
              <a:ext uri="{FF2B5EF4-FFF2-40B4-BE49-F238E27FC236}">
                <a16:creationId xmlns:a16="http://schemas.microsoft.com/office/drawing/2014/main" id="{876A9F4C-66FC-B0AB-0A8A-0939D1F52132}"/>
              </a:ext>
            </a:extLst>
          </p:cNvPr>
          <p:cNvSpPr/>
          <p:nvPr/>
        </p:nvSpPr>
        <p:spPr bwMode="auto">
          <a:xfrm>
            <a:off x="8346025" y="1988984"/>
            <a:ext cx="15624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82" name="正方形/長方形 81">
            <a:extLst>
              <a:ext uri="{FF2B5EF4-FFF2-40B4-BE49-F238E27FC236}">
                <a16:creationId xmlns:a16="http://schemas.microsoft.com/office/drawing/2014/main" id="{708E2D2A-F7B3-4EB4-4924-D07BC77F7916}"/>
              </a:ext>
            </a:extLst>
          </p:cNvPr>
          <p:cNvSpPr/>
          <p:nvPr/>
        </p:nvSpPr>
        <p:spPr>
          <a:xfrm>
            <a:off x="8796030" y="1178975"/>
            <a:ext cx="865983" cy="738664"/>
          </a:xfrm>
          <a:prstGeom prst="rect">
            <a:avLst/>
          </a:prstGeom>
        </p:spPr>
        <p:txBody>
          <a:bodyPr wrap="squar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87" name="平行四辺形 86">
            <a:extLst>
              <a:ext uri="{FF2B5EF4-FFF2-40B4-BE49-F238E27FC236}">
                <a16:creationId xmlns:a16="http://schemas.microsoft.com/office/drawing/2014/main" id="{61E565E2-CE5E-7D4E-DA50-AC068A60CED9}"/>
              </a:ext>
            </a:extLst>
          </p:cNvPr>
          <p:cNvSpPr/>
          <p:nvPr/>
        </p:nvSpPr>
        <p:spPr bwMode="auto">
          <a:xfrm>
            <a:off x="9786041" y="1988984"/>
            <a:ext cx="15624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89" name="正方形/長方形 88">
            <a:extLst>
              <a:ext uri="{FF2B5EF4-FFF2-40B4-BE49-F238E27FC236}">
                <a16:creationId xmlns:a16="http://schemas.microsoft.com/office/drawing/2014/main" id="{9DC73DF9-9EED-B83E-E3B2-11E38EAB0856}"/>
              </a:ext>
            </a:extLst>
          </p:cNvPr>
          <p:cNvSpPr/>
          <p:nvPr/>
        </p:nvSpPr>
        <p:spPr>
          <a:xfrm>
            <a:off x="10146045" y="1178975"/>
            <a:ext cx="865983" cy="738664"/>
          </a:xfrm>
          <a:prstGeom prst="rect">
            <a:avLst/>
          </a:prstGeom>
        </p:spPr>
        <p:txBody>
          <a:bodyPr wrap="squar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ﾟーﾟ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92" name="平行四辺形 91">
            <a:extLst>
              <a:ext uri="{FF2B5EF4-FFF2-40B4-BE49-F238E27FC236}">
                <a16:creationId xmlns:a16="http://schemas.microsoft.com/office/drawing/2014/main" id="{1682D00A-60BD-8B0F-18C8-C56174F9EE8B}"/>
              </a:ext>
            </a:extLst>
          </p:cNvPr>
          <p:cNvSpPr/>
          <p:nvPr/>
        </p:nvSpPr>
        <p:spPr bwMode="auto">
          <a:xfrm>
            <a:off x="8346025" y="3158997"/>
            <a:ext cx="15624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93" name="平行四辺形 92">
            <a:extLst>
              <a:ext uri="{FF2B5EF4-FFF2-40B4-BE49-F238E27FC236}">
                <a16:creationId xmlns:a16="http://schemas.microsoft.com/office/drawing/2014/main" id="{307383A8-AAA1-2B52-EC53-011DDBE9C503}"/>
              </a:ext>
            </a:extLst>
          </p:cNvPr>
          <p:cNvSpPr/>
          <p:nvPr/>
        </p:nvSpPr>
        <p:spPr bwMode="auto">
          <a:xfrm>
            <a:off x="9786041" y="3158997"/>
            <a:ext cx="15624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94" name="平行四辺形 93">
            <a:extLst>
              <a:ext uri="{FF2B5EF4-FFF2-40B4-BE49-F238E27FC236}">
                <a16:creationId xmlns:a16="http://schemas.microsoft.com/office/drawing/2014/main" id="{AFF7C3A7-03F4-89A4-1974-47467594553C}"/>
              </a:ext>
            </a:extLst>
          </p:cNvPr>
          <p:cNvSpPr/>
          <p:nvPr/>
        </p:nvSpPr>
        <p:spPr bwMode="auto">
          <a:xfrm>
            <a:off x="8346025" y="4509012"/>
            <a:ext cx="15624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95" name="平行四辺形 94">
            <a:extLst>
              <a:ext uri="{FF2B5EF4-FFF2-40B4-BE49-F238E27FC236}">
                <a16:creationId xmlns:a16="http://schemas.microsoft.com/office/drawing/2014/main" id="{60153B8D-B27A-C12B-413D-27201B4E2B55}"/>
              </a:ext>
            </a:extLst>
          </p:cNvPr>
          <p:cNvSpPr/>
          <p:nvPr/>
        </p:nvSpPr>
        <p:spPr bwMode="auto">
          <a:xfrm>
            <a:off x="9786041" y="4509012"/>
            <a:ext cx="15624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96" name="平行四辺形 95">
            <a:extLst>
              <a:ext uri="{FF2B5EF4-FFF2-40B4-BE49-F238E27FC236}">
                <a16:creationId xmlns:a16="http://schemas.microsoft.com/office/drawing/2014/main" id="{64430640-ECD6-6AA8-2F2F-2EB3C7668E26}"/>
              </a:ext>
            </a:extLst>
          </p:cNvPr>
          <p:cNvSpPr/>
          <p:nvPr/>
        </p:nvSpPr>
        <p:spPr bwMode="auto">
          <a:xfrm>
            <a:off x="8346025" y="5769026"/>
            <a:ext cx="15624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97" name="平行四辺形 96">
            <a:extLst>
              <a:ext uri="{FF2B5EF4-FFF2-40B4-BE49-F238E27FC236}">
                <a16:creationId xmlns:a16="http://schemas.microsoft.com/office/drawing/2014/main" id="{7FACCAF2-3F65-5DBA-CB6C-5E945206443E}"/>
              </a:ext>
            </a:extLst>
          </p:cNvPr>
          <p:cNvSpPr/>
          <p:nvPr/>
        </p:nvSpPr>
        <p:spPr bwMode="auto">
          <a:xfrm>
            <a:off x="9786041" y="5769026"/>
            <a:ext cx="15624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3" name="テキスト ボックス 12">
            <a:extLst>
              <a:ext uri="{FF2B5EF4-FFF2-40B4-BE49-F238E27FC236}">
                <a16:creationId xmlns:a16="http://schemas.microsoft.com/office/drawing/2014/main" id="{D6E8545A-A77C-260A-34A5-CE65368E3512}"/>
              </a:ext>
            </a:extLst>
          </p:cNvPr>
          <p:cNvSpPr txBox="1"/>
          <p:nvPr/>
        </p:nvSpPr>
        <p:spPr>
          <a:xfrm>
            <a:off x="6636006" y="998973"/>
            <a:ext cx="1620018" cy="369332"/>
          </a:xfrm>
          <a:prstGeom prst="rect">
            <a:avLst/>
          </a:prstGeom>
          <a:noFill/>
        </p:spPr>
        <p:txBody>
          <a:bodyPr wrap="none" rtlCol="0">
            <a:noAutofit/>
          </a:bodyPr>
          <a:lstStyle/>
          <a:p>
            <a:r>
              <a:rPr lang="ja-JP" altLang="en-US" sz="2400" dirty="0">
                <a:solidFill>
                  <a:srgbClr val="5E6363"/>
                </a:solidFill>
              </a:rPr>
              <a:t>カレーのレシピ</a:t>
            </a:r>
          </a:p>
        </p:txBody>
      </p:sp>
      <p:cxnSp>
        <p:nvCxnSpPr>
          <p:cNvPr id="15" name="直線矢印コネクタ 14">
            <a:extLst>
              <a:ext uri="{FF2B5EF4-FFF2-40B4-BE49-F238E27FC236}">
                <a16:creationId xmlns:a16="http://schemas.microsoft.com/office/drawing/2014/main" id="{CCDD8B65-1058-1278-E4F2-AB2EE8C1AA2B}"/>
              </a:ext>
            </a:extLst>
          </p:cNvPr>
          <p:cNvCxnSpPr/>
          <p:nvPr/>
        </p:nvCxnSpPr>
        <p:spPr bwMode="auto">
          <a:xfrm>
            <a:off x="8256024" y="2168986"/>
            <a:ext cx="630007" cy="0"/>
          </a:xfrm>
          <a:prstGeom prst="straightConnector1">
            <a:avLst/>
          </a:prstGeom>
          <a:ln>
            <a:headEnd type="none" w="med" len="med"/>
            <a:tailEnd type="triangle"/>
          </a:ln>
        </p:spPr>
        <p:style>
          <a:lnRef idx="3">
            <a:schemeClr val="accent5"/>
          </a:lnRef>
          <a:fillRef idx="0">
            <a:schemeClr val="accent5"/>
          </a:fillRef>
          <a:effectRef idx="2">
            <a:schemeClr val="accent5"/>
          </a:effectRef>
          <a:fontRef idx="minor">
            <a:schemeClr val="tx1"/>
          </a:fontRef>
        </p:style>
      </p:cxnSp>
      <p:cxnSp>
        <p:nvCxnSpPr>
          <p:cNvPr id="16" name="直線矢印コネクタ 15">
            <a:extLst>
              <a:ext uri="{FF2B5EF4-FFF2-40B4-BE49-F238E27FC236}">
                <a16:creationId xmlns:a16="http://schemas.microsoft.com/office/drawing/2014/main" id="{F3989EA2-062B-F4DF-FF65-E1E6994859D1}"/>
              </a:ext>
            </a:extLst>
          </p:cNvPr>
          <p:cNvCxnSpPr/>
          <p:nvPr/>
        </p:nvCxnSpPr>
        <p:spPr bwMode="auto">
          <a:xfrm>
            <a:off x="8256024" y="3338999"/>
            <a:ext cx="630007" cy="0"/>
          </a:xfrm>
          <a:prstGeom prst="straightConnector1">
            <a:avLst/>
          </a:prstGeom>
          <a:ln>
            <a:headEnd type="none" w="med" len="med"/>
            <a:tailEnd type="triangle"/>
          </a:ln>
        </p:spPr>
        <p:style>
          <a:lnRef idx="3">
            <a:schemeClr val="accent5"/>
          </a:lnRef>
          <a:fillRef idx="0">
            <a:schemeClr val="accent5"/>
          </a:fillRef>
          <a:effectRef idx="2">
            <a:schemeClr val="accent5"/>
          </a:effectRef>
          <a:fontRef idx="minor">
            <a:schemeClr val="tx1"/>
          </a:fontRef>
        </p:style>
      </p:cxnSp>
      <p:cxnSp>
        <p:nvCxnSpPr>
          <p:cNvPr id="17" name="直線矢印コネクタ 16">
            <a:extLst>
              <a:ext uri="{FF2B5EF4-FFF2-40B4-BE49-F238E27FC236}">
                <a16:creationId xmlns:a16="http://schemas.microsoft.com/office/drawing/2014/main" id="{0978787B-BB30-59F8-104C-2FF36F4035F9}"/>
              </a:ext>
            </a:extLst>
          </p:cNvPr>
          <p:cNvCxnSpPr/>
          <p:nvPr/>
        </p:nvCxnSpPr>
        <p:spPr bwMode="auto">
          <a:xfrm>
            <a:off x="8256024" y="4689014"/>
            <a:ext cx="630007" cy="0"/>
          </a:xfrm>
          <a:prstGeom prst="straightConnector1">
            <a:avLst/>
          </a:prstGeom>
          <a:ln>
            <a:headEnd type="none" w="med" len="med"/>
            <a:tailEnd type="triangle"/>
          </a:ln>
        </p:spPr>
        <p:style>
          <a:lnRef idx="3">
            <a:schemeClr val="accent5"/>
          </a:lnRef>
          <a:fillRef idx="0">
            <a:schemeClr val="accent5"/>
          </a:fillRef>
          <a:effectRef idx="2">
            <a:schemeClr val="accent5"/>
          </a:effectRef>
          <a:fontRef idx="minor">
            <a:schemeClr val="tx1"/>
          </a:fontRef>
        </p:style>
      </p:cxnSp>
      <p:cxnSp>
        <p:nvCxnSpPr>
          <p:cNvPr id="18" name="直線矢印コネクタ 17">
            <a:extLst>
              <a:ext uri="{FF2B5EF4-FFF2-40B4-BE49-F238E27FC236}">
                <a16:creationId xmlns:a16="http://schemas.microsoft.com/office/drawing/2014/main" id="{5580CE57-5F4D-D2FE-3DAA-6A0F7E982BA1}"/>
              </a:ext>
            </a:extLst>
          </p:cNvPr>
          <p:cNvCxnSpPr/>
          <p:nvPr/>
        </p:nvCxnSpPr>
        <p:spPr bwMode="auto">
          <a:xfrm>
            <a:off x="8256024" y="5949028"/>
            <a:ext cx="630007" cy="0"/>
          </a:xfrm>
          <a:prstGeom prst="straightConnector1">
            <a:avLst/>
          </a:prstGeom>
          <a:ln>
            <a:headEnd type="none" w="med" len="med"/>
            <a:tailEnd type="triangle"/>
          </a:ln>
        </p:spPr>
        <p:style>
          <a:lnRef idx="3">
            <a:schemeClr val="accent5"/>
          </a:lnRef>
          <a:fillRef idx="0">
            <a:schemeClr val="accent5"/>
          </a:fillRef>
          <a:effectRef idx="2">
            <a:schemeClr val="accent5"/>
          </a:effectRef>
          <a:fontRef idx="minor">
            <a:schemeClr val="tx1"/>
          </a:fontRef>
        </p:style>
      </p:cxnSp>
    </p:spTree>
    <p:extLst>
      <p:ext uri="{BB962C8B-B14F-4D97-AF65-F5344CB8AC3E}">
        <p14:creationId xmlns:p14="http://schemas.microsoft.com/office/powerpoint/2010/main" val="63196451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正方形/長方形 5">
            <a:extLst>
              <a:ext uri="{FF2B5EF4-FFF2-40B4-BE49-F238E27FC236}">
                <a16:creationId xmlns:a16="http://schemas.microsoft.com/office/drawing/2014/main" id="{D48DAE84-4F32-84CC-6D49-F5491F1F611E}"/>
              </a:ext>
            </a:extLst>
          </p:cNvPr>
          <p:cNvSpPr/>
          <p:nvPr/>
        </p:nvSpPr>
        <p:spPr bwMode="auto">
          <a:xfrm>
            <a:off x="2855964" y="1899290"/>
            <a:ext cx="5580062" cy="1080012"/>
          </a:xfrm>
          <a:prstGeom prst="rect">
            <a:avLst/>
          </a:prstGeom>
          <a:solidFill>
            <a:schemeClr val="accent3">
              <a:lumMod val="20000"/>
              <a:lumOff val="80000"/>
              <a:alpha val="50000"/>
            </a:schemeClr>
          </a:solidFill>
          <a:ln>
            <a:noFill/>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7" name="正方形/長方形 6">
            <a:extLst>
              <a:ext uri="{FF2B5EF4-FFF2-40B4-BE49-F238E27FC236}">
                <a16:creationId xmlns:a16="http://schemas.microsoft.com/office/drawing/2014/main" id="{77875371-F226-FDF4-C593-0DF7D95A2A08}"/>
              </a:ext>
            </a:extLst>
          </p:cNvPr>
          <p:cNvSpPr/>
          <p:nvPr/>
        </p:nvSpPr>
        <p:spPr bwMode="auto">
          <a:xfrm>
            <a:off x="2855964" y="5229328"/>
            <a:ext cx="5580062" cy="1170013"/>
          </a:xfrm>
          <a:prstGeom prst="rect">
            <a:avLst/>
          </a:prstGeom>
          <a:solidFill>
            <a:schemeClr val="accent3">
              <a:lumMod val="20000"/>
              <a:lumOff val="80000"/>
              <a:alpha val="50000"/>
            </a:schemeClr>
          </a:solidFill>
          <a:ln>
            <a:noFill/>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4" name="正方形/長方形 3">
            <a:extLst>
              <a:ext uri="{FF2B5EF4-FFF2-40B4-BE49-F238E27FC236}">
                <a16:creationId xmlns:a16="http://schemas.microsoft.com/office/drawing/2014/main" id="{46CBEAB2-029B-57BC-2EB8-9FD575F724DA}"/>
              </a:ext>
            </a:extLst>
          </p:cNvPr>
          <p:cNvSpPr/>
          <p:nvPr/>
        </p:nvSpPr>
        <p:spPr bwMode="auto">
          <a:xfrm>
            <a:off x="2495960" y="1449286"/>
            <a:ext cx="5940066" cy="450005"/>
          </a:xfrm>
          <a:prstGeom prst="rect">
            <a:avLst/>
          </a:prstGeom>
          <a:solidFill>
            <a:schemeClr val="accent5">
              <a:lumMod val="20000"/>
              <a:lumOff val="80000"/>
              <a:alpha val="50000"/>
            </a:schemeClr>
          </a:solidFill>
          <a:ln>
            <a:noFill/>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5" name="正方形/長方形 4">
            <a:extLst>
              <a:ext uri="{FF2B5EF4-FFF2-40B4-BE49-F238E27FC236}">
                <a16:creationId xmlns:a16="http://schemas.microsoft.com/office/drawing/2014/main" id="{E6B23795-FB48-8DF2-3340-A826F911F24E}"/>
              </a:ext>
            </a:extLst>
          </p:cNvPr>
          <p:cNvSpPr/>
          <p:nvPr/>
        </p:nvSpPr>
        <p:spPr bwMode="auto">
          <a:xfrm>
            <a:off x="2495960" y="4419319"/>
            <a:ext cx="5940066" cy="810009"/>
          </a:xfrm>
          <a:prstGeom prst="rect">
            <a:avLst/>
          </a:prstGeom>
          <a:solidFill>
            <a:schemeClr val="accent5">
              <a:lumMod val="20000"/>
              <a:lumOff val="80000"/>
              <a:alpha val="50000"/>
            </a:schemeClr>
          </a:solidFill>
          <a:ln>
            <a:noFill/>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2" name="タイトル 1"/>
          <p:cNvSpPr>
            <a:spLocks noGrp="1"/>
          </p:cNvSpPr>
          <p:nvPr>
            <p:ph type="title"/>
          </p:nvPr>
        </p:nvSpPr>
        <p:spPr/>
        <p:txBody>
          <a:bodyPr/>
          <a:lstStyle/>
          <a:p>
            <a:r>
              <a:rPr kumimoji="1" lang="ja-JP" altLang="en-US" sz="2800" dirty="0"/>
              <a:t>ループのマルチスレッド化</a:t>
            </a:r>
            <a:r>
              <a:rPr lang="ja-JP" altLang="en-US" sz="2800" dirty="0"/>
              <a:t>による並列実行</a:t>
            </a:r>
            <a:endParaRPr kumimoji="1" lang="ja-JP" altLang="en-US" sz="2800" dirty="0"/>
          </a:p>
        </p:txBody>
      </p:sp>
      <p:sp>
        <p:nvSpPr>
          <p:cNvPr id="3" name="テキスト プレースホルダー 2"/>
          <p:cNvSpPr>
            <a:spLocks noGrp="1"/>
          </p:cNvSpPr>
          <p:nvPr>
            <p:ph type="body" sz="quarter" idx="10"/>
          </p:nvPr>
        </p:nvSpPr>
        <p:spPr>
          <a:xfrm>
            <a:off x="2135956" y="1269284"/>
            <a:ext cx="8280092" cy="5219751"/>
          </a:xfrm>
        </p:spPr>
        <p:txBody>
          <a:bodyPr/>
          <a:lstStyle/>
          <a:p>
            <a:r>
              <a:rPr kumimoji="1" lang="ja-JP" altLang="en-US" dirty="0"/>
              <a:t>ループで書いた行列積のコード</a:t>
            </a:r>
            <a:endParaRPr kumimoji="1" lang="en-US" altLang="ja-JP" dirty="0"/>
          </a:p>
          <a:p>
            <a:pPr marL="360000" lvl="1" indent="0">
              <a:buNone/>
            </a:pPr>
            <a:r>
              <a:rPr lang="en-US" altLang="ja-JP" dirty="0">
                <a:solidFill>
                  <a:schemeClr val="accent1"/>
                </a:solidFill>
                <a:latin typeface="Consolas" panose="020B0609020204030204" pitchFamily="49" charset="0"/>
              </a:rPr>
              <a:t>for</a:t>
            </a:r>
            <a:r>
              <a:rPr lang="en-US" altLang="ja-JP" dirty="0">
                <a:latin typeface="Consolas" panose="020B0609020204030204" pitchFamily="49" charset="0"/>
              </a:rPr>
              <a:t> (k = 0; k &lt; 1024; k++) </a:t>
            </a:r>
            <a:r>
              <a:rPr lang="en-US" altLang="ja-JP" dirty="0">
                <a:solidFill>
                  <a:schemeClr val="accent3">
                    <a:lumMod val="75000"/>
                  </a:schemeClr>
                </a:solidFill>
                <a:latin typeface="Consolas" panose="020B0609020204030204" pitchFamily="49" charset="0"/>
              </a:rPr>
              <a:t>// </a:t>
            </a:r>
            <a:r>
              <a:rPr lang="ja-JP" altLang="en-US" dirty="0">
                <a:solidFill>
                  <a:schemeClr val="accent3">
                    <a:lumMod val="75000"/>
                  </a:schemeClr>
                </a:solidFill>
                <a:latin typeface="Consolas" panose="020B0609020204030204" pitchFamily="49" charset="0"/>
              </a:rPr>
              <a:t>最外周ループ</a:t>
            </a:r>
            <a:br>
              <a:rPr lang="en-US" altLang="ja-JP" dirty="0">
                <a:latin typeface="Consolas" panose="020B0609020204030204" pitchFamily="49" charset="0"/>
              </a:rPr>
            </a:br>
            <a:r>
              <a:rPr lang="en-US" altLang="ja-JP" dirty="0">
                <a:latin typeface="Consolas" panose="020B0609020204030204" pitchFamily="49" charset="0"/>
              </a:rPr>
              <a:t>  </a:t>
            </a:r>
            <a:r>
              <a:rPr lang="en-US" altLang="ja-JP" dirty="0">
                <a:solidFill>
                  <a:schemeClr val="accent1"/>
                </a:solidFill>
                <a:latin typeface="Consolas" panose="020B0609020204030204" pitchFamily="49" charset="0"/>
              </a:rPr>
              <a:t>for</a:t>
            </a:r>
            <a:r>
              <a:rPr lang="en-US" altLang="ja-JP" dirty="0">
                <a:latin typeface="Consolas" panose="020B0609020204030204" pitchFamily="49" charset="0"/>
              </a:rPr>
              <a:t> (j = 0; j &lt; 1024; </a:t>
            </a:r>
            <a:r>
              <a:rPr lang="en-US" altLang="ja-JP" dirty="0" err="1">
                <a:latin typeface="Consolas" panose="020B0609020204030204" pitchFamily="49" charset="0"/>
              </a:rPr>
              <a:t>j++</a:t>
            </a:r>
            <a:r>
              <a:rPr lang="en-US" altLang="ja-JP" dirty="0">
                <a:latin typeface="Consolas" panose="020B0609020204030204" pitchFamily="49" charset="0"/>
              </a:rPr>
              <a:t>)</a:t>
            </a:r>
            <a:br>
              <a:rPr lang="en-US" altLang="ja-JP" dirty="0">
                <a:latin typeface="Consolas" panose="020B0609020204030204" pitchFamily="49" charset="0"/>
              </a:rPr>
            </a:br>
            <a:r>
              <a:rPr lang="en-US" altLang="ja-JP" dirty="0">
                <a:latin typeface="Consolas" panose="020B0609020204030204" pitchFamily="49" charset="0"/>
              </a:rPr>
              <a:t>    </a:t>
            </a:r>
            <a:r>
              <a:rPr lang="en-US" altLang="ja-JP" dirty="0">
                <a:solidFill>
                  <a:schemeClr val="accent1"/>
                </a:solidFill>
                <a:latin typeface="Consolas" panose="020B0609020204030204" pitchFamily="49" charset="0"/>
              </a:rPr>
              <a:t>for</a:t>
            </a:r>
            <a:r>
              <a:rPr lang="en-US" altLang="ja-JP" dirty="0">
                <a:latin typeface="Consolas" panose="020B0609020204030204" pitchFamily="49" charset="0"/>
              </a:rPr>
              <a:t> (i = 0; i &lt; 1024; i++)</a:t>
            </a:r>
            <a:br>
              <a:rPr lang="en-US" altLang="ja-JP" dirty="0">
                <a:latin typeface="Consolas" panose="020B0609020204030204" pitchFamily="49" charset="0"/>
              </a:rPr>
            </a:br>
            <a:r>
              <a:rPr lang="en-US" altLang="ja-JP" dirty="0">
                <a:latin typeface="Consolas" panose="020B0609020204030204" pitchFamily="49" charset="0"/>
              </a:rPr>
              <a:t>      a[j][i] += b[j][k] * c[k][i];</a:t>
            </a:r>
          </a:p>
          <a:p>
            <a:r>
              <a:rPr kumimoji="1" lang="ja-JP" altLang="en-US" dirty="0">
                <a:latin typeface="Consolas" panose="020B0609020204030204" pitchFamily="49" charset="0"/>
              </a:rPr>
              <a:t>最外周ループ部分を複数のスレッドとしてマルチスレッド化</a:t>
            </a:r>
            <a:endParaRPr kumimoji="1" lang="en-US" altLang="ja-JP" dirty="0">
              <a:latin typeface="Consolas" panose="020B0609020204030204" pitchFamily="49" charset="0"/>
            </a:endParaRPr>
          </a:p>
          <a:p>
            <a:pPr marL="360000" lvl="1" indent="0">
              <a:buNone/>
            </a:pPr>
            <a:r>
              <a:rPr lang="en-US" altLang="ja-JP" dirty="0">
                <a:solidFill>
                  <a:schemeClr val="accent3">
                    <a:lumMod val="75000"/>
                  </a:schemeClr>
                </a:solidFill>
                <a:latin typeface="Consolas" panose="020B0609020204030204" pitchFamily="49" charset="0"/>
              </a:rPr>
              <a:t>// </a:t>
            </a:r>
            <a:r>
              <a:rPr lang="en-US" altLang="ja-JP" dirty="0" err="1">
                <a:solidFill>
                  <a:schemeClr val="accent3">
                    <a:lumMod val="75000"/>
                  </a:schemeClr>
                </a:solidFill>
                <a:latin typeface="Consolas" panose="020B0609020204030204" pitchFamily="49" charset="0"/>
              </a:rPr>
              <a:t>func</a:t>
            </a:r>
            <a:r>
              <a:rPr lang="en-US" altLang="ja-JP" dirty="0">
                <a:solidFill>
                  <a:schemeClr val="accent3">
                    <a:lumMod val="75000"/>
                  </a:schemeClr>
                </a:solidFill>
                <a:latin typeface="Consolas" panose="020B0609020204030204" pitchFamily="49" charset="0"/>
              </a:rPr>
              <a:t> </a:t>
            </a:r>
            <a:r>
              <a:rPr lang="ja-JP" altLang="en-US" dirty="0">
                <a:solidFill>
                  <a:schemeClr val="accent3">
                    <a:lumMod val="75000"/>
                  </a:schemeClr>
                </a:solidFill>
                <a:latin typeface="Consolas" panose="020B0609020204030204" pitchFamily="49" charset="0"/>
              </a:rPr>
              <a:t>が </a:t>
            </a:r>
            <a:r>
              <a:rPr lang="en-US" altLang="ja-JP" dirty="0">
                <a:solidFill>
                  <a:schemeClr val="accent3">
                    <a:lumMod val="75000"/>
                  </a:schemeClr>
                </a:solidFill>
                <a:latin typeface="Consolas" panose="020B0609020204030204" pitchFamily="49" charset="0"/>
              </a:rPr>
              <a:t>1024 </a:t>
            </a:r>
            <a:r>
              <a:rPr lang="ja-JP" altLang="en-US" dirty="0">
                <a:solidFill>
                  <a:schemeClr val="accent3">
                    <a:lumMod val="75000"/>
                  </a:schemeClr>
                </a:solidFill>
                <a:latin typeface="Consolas" panose="020B0609020204030204" pitchFamily="49" charset="0"/>
              </a:rPr>
              <a:t>個起動されて並列に実行される</a:t>
            </a:r>
            <a:endParaRPr lang="en-US" altLang="ja-JP" dirty="0">
              <a:solidFill>
                <a:schemeClr val="accent3">
                  <a:lumMod val="75000"/>
                </a:schemeClr>
              </a:solidFill>
              <a:latin typeface="Consolas" panose="020B0609020204030204" pitchFamily="49" charset="0"/>
            </a:endParaRPr>
          </a:p>
          <a:p>
            <a:pPr marL="360000" lvl="1" indent="0">
              <a:buNone/>
            </a:pPr>
            <a:r>
              <a:rPr lang="en-US" altLang="ja-JP" dirty="0">
                <a:solidFill>
                  <a:schemeClr val="accent3">
                    <a:lumMod val="75000"/>
                  </a:schemeClr>
                </a:solidFill>
                <a:latin typeface="Consolas" panose="020B0609020204030204" pitchFamily="49" charset="0"/>
              </a:rPr>
              <a:t>// 0-1023 </a:t>
            </a:r>
            <a:r>
              <a:rPr lang="ja-JP" altLang="en-US" dirty="0">
                <a:solidFill>
                  <a:schemeClr val="accent3">
                    <a:lumMod val="75000"/>
                  </a:schemeClr>
                </a:solidFill>
                <a:latin typeface="Consolas" panose="020B0609020204030204" pitchFamily="49" charset="0"/>
              </a:rPr>
              <a:t>がスレッド </a:t>
            </a:r>
            <a:r>
              <a:rPr lang="en-US" altLang="ja-JP" dirty="0">
                <a:solidFill>
                  <a:schemeClr val="accent3">
                    <a:lumMod val="75000"/>
                  </a:schemeClr>
                </a:solidFill>
                <a:latin typeface="Consolas" panose="020B0609020204030204" pitchFamily="49" charset="0"/>
              </a:rPr>
              <a:t>ID </a:t>
            </a:r>
            <a:r>
              <a:rPr lang="ja-JP" altLang="en-US" dirty="0">
                <a:solidFill>
                  <a:schemeClr val="accent3">
                    <a:lumMod val="75000"/>
                  </a:schemeClr>
                </a:solidFill>
                <a:latin typeface="Consolas" panose="020B0609020204030204" pitchFamily="49" charset="0"/>
              </a:rPr>
              <a:t>として渡される</a:t>
            </a:r>
            <a:endParaRPr lang="en-US" altLang="ja-JP" dirty="0">
              <a:solidFill>
                <a:schemeClr val="accent3">
                  <a:lumMod val="75000"/>
                </a:schemeClr>
              </a:solidFill>
              <a:latin typeface="Consolas" panose="020B0609020204030204" pitchFamily="49" charset="0"/>
            </a:endParaRPr>
          </a:p>
          <a:p>
            <a:pPr marL="360000" lvl="1" indent="0">
              <a:buNone/>
            </a:pPr>
            <a:r>
              <a:rPr lang="en-US" altLang="ja-JP" dirty="0" err="1">
                <a:latin typeface="Consolas" panose="020B0609020204030204" pitchFamily="49" charset="0"/>
              </a:rPr>
              <a:t>func</a:t>
            </a:r>
            <a:r>
              <a:rPr lang="en-US" altLang="ja-JP" dirty="0">
                <a:latin typeface="Consolas" panose="020B0609020204030204" pitchFamily="49" charset="0"/>
              </a:rPr>
              <a:t>(</a:t>
            </a:r>
            <a:r>
              <a:rPr lang="en-US" altLang="ja-JP" dirty="0" err="1">
                <a:latin typeface="Consolas" panose="020B0609020204030204" pitchFamily="49" charset="0"/>
              </a:rPr>
              <a:t>thread_id</a:t>
            </a:r>
            <a:r>
              <a:rPr lang="en-US" altLang="ja-JP" dirty="0">
                <a:latin typeface="Consolas" panose="020B0609020204030204" pitchFamily="49" charset="0"/>
              </a:rPr>
              <a:t>) { </a:t>
            </a:r>
          </a:p>
          <a:p>
            <a:pPr marL="360000" lvl="1" indent="0">
              <a:buNone/>
            </a:pPr>
            <a:r>
              <a:rPr lang="en-US" altLang="ja-JP" dirty="0">
                <a:latin typeface="Consolas" panose="020B0609020204030204" pitchFamily="49" charset="0"/>
              </a:rPr>
              <a:t>  </a:t>
            </a:r>
            <a:r>
              <a:rPr lang="en-US" altLang="ja-JP" dirty="0">
                <a:solidFill>
                  <a:schemeClr val="accent5"/>
                </a:solidFill>
                <a:latin typeface="Consolas" panose="020B0609020204030204" pitchFamily="49" charset="0"/>
              </a:rPr>
              <a:t>k</a:t>
            </a:r>
            <a:r>
              <a:rPr lang="en-US" altLang="ja-JP" dirty="0">
                <a:latin typeface="Consolas" panose="020B0609020204030204" pitchFamily="49" charset="0"/>
              </a:rPr>
              <a:t> = </a:t>
            </a:r>
            <a:r>
              <a:rPr lang="en-US" altLang="ja-JP" dirty="0" err="1">
                <a:latin typeface="Consolas" panose="020B0609020204030204" pitchFamily="49" charset="0"/>
              </a:rPr>
              <a:t>thread_id</a:t>
            </a:r>
            <a:r>
              <a:rPr lang="en-US" altLang="ja-JP" dirty="0">
                <a:latin typeface="Consolas" panose="020B0609020204030204" pitchFamily="49" charset="0"/>
              </a:rPr>
              <a:t>;	</a:t>
            </a:r>
            <a:endParaRPr lang="en-US" altLang="ja-JP" dirty="0">
              <a:solidFill>
                <a:schemeClr val="accent3">
                  <a:lumMod val="75000"/>
                </a:schemeClr>
              </a:solidFill>
              <a:latin typeface="Consolas" panose="020B0609020204030204" pitchFamily="49" charset="0"/>
            </a:endParaRPr>
          </a:p>
          <a:p>
            <a:pPr marL="360000" lvl="1" indent="0">
              <a:buNone/>
            </a:pPr>
            <a:r>
              <a:rPr lang="en-US" altLang="ja-JP" dirty="0">
                <a:latin typeface="Consolas" panose="020B0609020204030204" pitchFamily="49" charset="0"/>
              </a:rPr>
              <a:t>  </a:t>
            </a:r>
            <a:r>
              <a:rPr lang="en-US" altLang="ja-JP" dirty="0">
                <a:solidFill>
                  <a:schemeClr val="accent1"/>
                </a:solidFill>
                <a:latin typeface="Consolas" panose="020B0609020204030204" pitchFamily="49" charset="0"/>
              </a:rPr>
              <a:t>for</a:t>
            </a:r>
            <a:r>
              <a:rPr lang="en-US" altLang="ja-JP" dirty="0">
                <a:latin typeface="Consolas" panose="020B0609020204030204" pitchFamily="49" charset="0"/>
              </a:rPr>
              <a:t> (j = 0; j &lt; 1024; </a:t>
            </a:r>
            <a:r>
              <a:rPr lang="en-US" altLang="ja-JP" dirty="0" err="1">
                <a:latin typeface="Consolas" panose="020B0609020204030204" pitchFamily="49" charset="0"/>
              </a:rPr>
              <a:t>j++</a:t>
            </a:r>
            <a:r>
              <a:rPr lang="en-US" altLang="ja-JP" dirty="0">
                <a:latin typeface="Consolas" panose="020B0609020204030204" pitchFamily="49" charset="0"/>
              </a:rPr>
              <a:t>) </a:t>
            </a:r>
            <a:r>
              <a:rPr lang="en-US" altLang="ja-JP" dirty="0">
                <a:solidFill>
                  <a:schemeClr val="accent3">
                    <a:lumMod val="75000"/>
                  </a:schemeClr>
                </a:solidFill>
                <a:latin typeface="Consolas" panose="020B0609020204030204" pitchFamily="49" charset="0"/>
              </a:rPr>
              <a:t>// </a:t>
            </a:r>
            <a:r>
              <a:rPr lang="ja-JP" altLang="en-US" dirty="0">
                <a:solidFill>
                  <a:schemeClr val="accent3">
                    <a:lumMod val="75000"/>
                  </a:schemeClr>
                </a:solidFill>
                <a:latin typeface="Consolas" panose="020B0609020204030204" pitchFamily="49" charset="0"/>
              </a:rPr>
              <a:t>ここは同じ</a:t>
            </a:r>
            <a:br>
              <a:rPr lang="en-US" altLang="ja-JP" dirty="0">
                <a:latin typeface="Consolas" panose="020B0609020204030204" pitchFamily="49" charset="0"/>
              </a:rPr>
            </a:br>
            <a:r>
              <a:rPr lang="en-US" altLang="ja-JP" dirty="0">
                <a:latin typeface="Consolas" panose="020B0609020204030204" pitchFamily="49" charset="0"/>
              </a:rPr>
              <a:t>    </a:t>
            </a:r>
            <a:r>
              <a:rPr lang="en-US" altLang="ja-JP" dirty="0">
                <a:solidFill>
                  <a:schemeClr val="accent1"/>
                </a:solidFill>
                <a:latin typeface="Consolas" panose="020B0609020204030204" pitchFamily="49" charset="0"/>
              </a:rPr>
              <a:t>for</a:t>
            </a:r>
            <a:r>
              <a:rPr lang="en-US" altLang="ja-JP" dirty="0">
                <a:latin typeface="Consolas" panose="020B0609020204030204" pitchFamily="49" charset="0"/>
              </a:rPr>
              <a:t> (i = 0; i &lt; 1024; i++)</a:t>
            </a:r>
            <a:br>
              <a:rPr lang="en-US" altLang="ja-JP" dirty="0">
                <a:latin typeface="Consolas" panose="020B0609020204030204" pitchFamily="49" charset="0"/>
              </a:rPr>
            </a:br>
            <a:r>
              <a:rPr lang="en-US" altLang="ja-JP" dirty="0">
                <a:latin typeface="Consolas" panose="020B0609020204030204" pitchFamily="49" charset="0"/>
              </a:rPr>
              <a:t>      a[j][i] += b[j][</a:t>
            </a:r>
            <a:r>
              <a:rPr lang="en-US" altLang="ja-JP" dirty="0">
                <a:solidFill>
                  <a:schemeClr val="accent5"/>
                </a:solidFill>
                <a:latin typeface="Consolas" panose="020B0609020204030204" pitchFamily="49" charset="0"/>
              </a:rPr>
              <a:t>k</a:t>
            </a:r>
            <a:r>
              <a:rPr lang="en-US" altLang="ja-JP" dirty="0">
                <a:latin typeface="Consolas" panose="020B0609020204030204" pitchFamily="49" charset="0"/>
              </a:rPr>
              <a:t>] * c[</a:t>
            </a:r>
            <a:r>
              <a:rPr lang="en-US" altLang="ja-JP" dirty="0">
                <a:solidFill>
                  <a:schemeClr val="accent5"/>
                </a:solidFill>
                <a:latin typeface="Consolas" panose="020B0609020204030204" pitchFamily="49" charset="0"/>
              </a:rPr>
              <a:t>k</a:t>
            </a:r>
            <a:r>
              <a:rPr lang="en-US" altLang="ja-JP" dirty="0">
                <a:latin typeface="Consolas" panose="020B0609020204030204" pitchFamily="49" charset="0"/>
              </a:rPr>
              <a:t>][i];</a:t>
            </a:r>
          </a:p>
          <a:p>
            <a:pPr marL="360000" lvl="1" indent="0">
              <a:buNone/>
            </a:pPr>
            <a:r>
              <a:rPr kumimoji="1" lang="en-US" altLang="ja-JP" dirty="0">
                <a:latin typeface="Consolas" panose="020B0609020204030204" pitchFamily="49" charset="0"/>
              </a:rPr>
              <a:t>}</a:t>
            </a:r>
            <a:endParaRPr kumimoji="1" lang="ja-JP" altLang="en-US" dirty="0">
              <a:latin typeface="Consolas" panose="020B0609020204030204" pitchFamily="49" charset="0"/>
            </a:endParaRPr>
          </a:p>
        </p:txBody>
      </p:sp>
    </p:spTree>
    <p:extLst>
      <p:ext uri="{BB962C8B-B14F-4D97-AF65-F5344CB8AC3E}">
        <p14:creationId xmlns:p14="http://schemas.microsoft.com/office/powerpoint/2010/main" val="19974574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BBEDB28-4E53-16D0-B580-FD959401FD0D}"/>
              </a:ext>
            </a:extLst>
          </p:cNvPr>
          <p:cNvSpPr>
            <a:spLocks noGrp="1"/>
          </p:cNvSpPr>
          <p:nvPr>
            <p:ph type="title"/>
          </p:nvPr>
        </p:nvSpPr>
        <p:spPr/>
        <p:txBody>
          <a:bodyPr/>
          <a:lstStyle/>
          <a:p>
            <a:r>
              <a:rPr kumimoji="1" lang="ja-JP" altLang="en-US" dirty="0"/>
              <a:t>マルチスレッド化による並列実行</a:t>
            </a:r>
          </a:p>
        </p:txBody>
      </p:sp>
      <p:sp>
        <p:nvSpPr>
          <p:cNvPr id="3" name="テキスト プレースホルダー 2">
            <a:extLst>
              <a:ext uri="{FF2B5EF4-FFF2-40B4-BE49-F238E27FC236}">
                <a16:creationId xmlns:a16="http://schemas.microsoft.com/office/drawing/2014/main" id="{D5179570-C6A0-817A-26C0-253AA376B638}"/>
              </a:ext>
            </a:extLst>
          </p:cNvPr>
          <p:cNvSpPr>
            <a:spLocks noGrp="1"/>
          </p:cNvSpPr>
          <p:nvPr>
            <p:ph type="body" sz="quarter" idx="10"/>
          </p:nvPr>
        </p:nvSpPr>
        <p:spPr>
          <a:xfrm>
            <a:off x="335936" y="1088974"/>
            <a:ext cx="7110079" cy="5490061"/>
          </a:xfrm>
        </p:spPr>
        <p:txBody>
          <a:bodyPr/>
          <a:lstStyle/>
          <a:p>
            <a:r>
              <a:rPr kumimoji="1" lang="ja-JP" altLang="en-US" dirty="0"/>
              <a:t>マルチスレッド化による並列実行による高速化</a:t>
            </a:r>
            <a:endParaRPr kumimoji="1" lang="en-US" altLang="ja-JP" dirty="0"/>
          </a:p>
          <a:p>
            <a:pPr lvl="1"/>
            <a:r>
              <a:rPr kumimoji="1" lang="ja-JP" altLang="en-US" dirty="0"/>
              <a:t>先ほどの例では </a:t>
            </a:r>
            <a:r>
              <a:rPr kumimoji="1" lang="en-US" altLang="ja-JP" dirty="0"/>
              <a:t>1024 </a:t>
            </a:r>
            <a:r>
              <a:rPr kumimoji="1" lang="ja-JP" altLang="en-US" dirty="0"/>
              <a:t>スレッドが同時実行される</a:t>
            </a:r>
            <a:endParaRPr kumimoji="1" lang="en-US" altLang="ja-JP" dirty="0"/>
          </a:p>
          <a:p>
            <a:r>
              <a:rPr kumimoji="1" lang="ja-JP" altLang="en-US" dirty="0"/>
              <a:t>マルチコア </a:t>
            </a:r>
            <a:r>
              <a:rPr kumimoji="1" lang="en-US" altLang="ja-JP" dirty="0"/>
              <a:t>CPU </a:t>
            </a:r>
            <a:r>
              <a:rPr kumimoji="1" lang="ja-JP" altLang="en-US" dirty="0"/>
              <a:t>でも同じなのでは？</a:t>
            </a:r>
            <a:endParaRPr kumimoji="1" lang="en-US" altLang="ja-JP" dirty="0"/>
          </a:p>
          <a:p>
            <a:pPr lvl="1"/>
            <a:r>
              <a:rPr kumimoji="1" lang="ja-JP" altLang="en-US" dirty="0"/>
              <a:t>マルチコア </a:t>
            </a:r>
            <a:r>
              <a:rPr kumimoji="1" lang="en-US" altLang="ja-JP" dirty="0"/>
              <a:t>CPU = </a:t>
            </a:r>
            <a:r>
              <a:rPr kumimoji="1" lang="ja-JP" altLang="en-US" dirty="0"/>
              <a:t>複数の </a:t>
            </a:r>
            <a:r>
              <a:rPr kumimoji="1" lang="en-US" altLang="ja-JP" dirty="0"/>
              <a:t>CPU </a:t>
            </a:r>
            <a:r>
              <a:rPr kumimoji="1" lang="ja-JP" altLang="en-US" dirty="0"/>
              <a:t>を束ねたもの</a:t>
            </a:r>
            <a:endParaRPr kumimoji="1" lang="en-US" altLang="ja-JP" dirty="0"/>
          </a:p>
          <a:p>
            <a:pPr lvl="1"/>
            <a:r>
              <a:rPr kumimoji="1" lang="ja-JP" altLang="en-US" dirty="0"/>
              <a:t>複数の </a:t>
            </a:r>
            <a:r>
              <a:rPr kumimoji="1" lang="en-US" altLang="ja-JP" dirty="0"/>
              <a:t>CPU </a:t>
            </a:r>
            <a:r>
              <a:rPr kumimoji="1" lang="ja-JP" altLang="en-US" dirty="0"/>
              <a:t>でそれぞれでスレッドを並列に実行できる</a:t>
            </a:r>
            <a:endParaRPr kumimoji="1" lang="en-US" altLang="ja-JP" dirty="0"/>
          </a:p>
        </p:txBody>
      </p:sp>
      <p:grpSp>
        <p:nvGrpSpPr>
          <p:cNvPr id="4" name="グループ化 3">
            <a:extLst>
              <a:ext uri="{FF2B5EF4-FFF2-40B4-BE49-F238E27FC236}">
                <a16:creationId xmlns:a16="http://schemas.microsoft.com/office/drawing/2014/main" id="{D974500E-527D-5021-2A7B-5F3A43215184}"/>
              </a:ext>
            </a:extLst>
          </p:cNvPr>
          <p:cNvGrpSpPr/>
          <p:nvPr/>
        </p:nvGrpSpPr>
        <p:grpSpPr>
          <a:xfrm>
            <a:off x="7806019" y="1448978"/>
            <a:ext cx="630007" cy="1080012"/>
            <a:chOff x="1145945" y="1988984"/>
            <a:chExt cx="1440000" cy="3240036"/>
          </a:xfrm>
        </p:grpSpPr>
        <p:sp>
          <p:nvSpPr>
            <p:cNvPr id="5" name="正方形/長方形 4">
              <a:extLst>
                <a:ext uri="{FF2B5EF4-FFF2-40B4-BE49-F238E27FC236}">
                  <a16:creationId xmlns:a16="http://schemas.microsoft.com/office/drawing/2014/main" id="{437AC43E-3501-09A0-6F91-FE774E744212}"/>
                </a:ext>
              </a:extLst>
            </p:cNvPr>
            <p:cNvSpPr/>
            <p:nvPr/>
          </p:nvSpPr>
          <p:spPr bwMode="auto">
            <a:xfrm>
              <a:off x="1145945" y="1988984"/>
              <a:ext cx="1440000" cy="360004"/>
            </a:xfrm>
            <a:prstGeom prst="rect">
              <a:avLst/>
            </a:prstGeom>
            <a:solidFill>
              <a:schemeClr val="accent3">
                <a:lumMod val="60000"/>
                <a:lumOff val="40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endParaRPr lang="ja-JP" altLang="en-US" sz="1600" dirty="0">
                <a:solidFill>
                  <a:schemeClr val="accent3">
                    <a:lumMod val="50000"/>
                  </a:schemeClr>
                </a:solidFill>
              </a:endParaRPr>
            </a:p>
          </p:txBody>
        </p:sp>
        <p:sp>
          <p:nvSpPr>
            <p:cNvPr id="6" name="正方形/長方形 5">
              <a:extLst>
                <a:ext uri="{FF2B5EF4-FFF2-40B4-BE49-F238E27FC236}">
                  <a16:creationId xmlns:a16="http://schemas.microsoft.com/office/drawing/2014/main" id="{9F31A9E7-EAAA-21C7-9862-89172C2506EA}"/>
                </a:ext>
              </a:extLst>
            </p:cNvPr>
            <p:cNvSpPr/>
            <p:nvPr/>
          </p:nvSpPr>
          <p:spPr bwMode="auto">
            <a:xfrm>
              <a:off x="1145945" y="2348988"/>
              <a:ext cx="1440000" cy="360004"/>
            </a:xfrm>
            <a:prstGeom prst="rect">
              <a:avLst/>
            </a:prstGeom>
            <a:solidFill>
              <a:schemeClr val="accent3">
                <a:lumMod val="50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endParaRPr lang="ja-JP" altLang="en-US" sz="1400" dirty="0">
                <a:solidFill>
                  <a:schemeClr val="bg1"/>
                </a:solidFill>
              </a:endParaRPr>
            </a:p>
          </p:txBody>
        </p:sp>
        <p:sp>
          <p:nvSpPr>
            <p:cNvPr id="7" name="正方形/長方形 6">
              <a:extLst>
                <a:ext uri="{FF2B5EF4-FFF2-40B4-BE49-F238E27FC236}">
                  <a16:creationId xmlns:a16="http://schemas.microsoft.com/office/drawing/2014/main" id="{5E4A19CB-AB1E-8855-9605-D4E9287D8F60}"/>
                </a:ext>
              </a:extLst>
            </p:cNvPr>
            <p:cNvSpPr/>
            <p:nvPr/>
          </p:nvSpPr>
          <p:spPr bwMode="auto">
            <a:xfrm>
              <a:off x="1145945" y="2708992"/>
              <a:ext cx="1440000" cy="360004"/>
            </a:xfrm>
            <a:prstGeom prst="rect">
              <a:avLst/>
            </a:prstGeom>
            <a:solidFill>
              <a:schemeClr val="accent2">
                <a:lumMod val="60000"/>
                <a:lumOff val="40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endParaRPr lang="ja-JP" altLang="en-US" sz="1600" dirty="0">
                <a:solidFill>
                  <a:schemeClr val="accent2">
                    <a:lumMod val="50000"/>
                  </a:schemeClr>
                </a:solidFill>
              </a:endParaRPr>
            </a:p>
          </p:txBody>
        </p:sp>
        <p:sp>
          <p:nvSpPr>
            <p:cNvPr id="8" name="正方形/長方形 7">
              <a:extLst>
                <a:ext uri="{FF2B5EF4-FFF2-40B4-BE49-F238E27FC236}">
                  <a16:creationId xmlns:a16="http://schemas.microsoft.com/office/drawing/2014/main" id="{52760F4F-4350-C79E-4DC9-168F70290930}"/>
                </a:ext>
              </a:extLst>
            </p:cNvPr>
            <p:cNvSpPr/>
            <p:nvPr/>
          </p:nvSpPr>
          <p:spPr bwMode="auto">
            <a:xfrm>
              <a:off x="1145945" y="3068996"/>
              <a:ext cx="1440000" cy="360004"/>
            </a:xfrm>
            <a:prstGeom prst="rect">
              <a:avLst/>
            </a:prstGeom>
            <a:solidFill>
              <a:schemeClr val="accent2">
                <a:lumMod val="75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endParaRPr lang="ja-JP" altLang="en-US" sz="1600" dirty="0">
                <a:solidFill>
                  <a:schemeClr val="bg1"/>
                </a:solidFill>
              </a:endParaRPr>
            </a:p>
          </p:txBody>
        </p:sp>
        <p:sp>
          <p:nvSpPr>
            <p:cNvPr id="9" name="正方形/長方形 8">
              <a:extLst>
                <a:ext uri="{FF2B5EF4-FFF2-40B4-BE49-F238E27FC236}">
                  <a16:creationId xmlns:a16="http://schemas.microsoft.com/office/drawing/2014/main" id="{26A992C2-4133-32C9-9730-DB61DEB9F347}"/>
                </a:ext>
              </a:extLst>
            </p:cNvPr>
            <p:cNvSpPr/>
            <p:nvPr/>
          </p:nvSpPr>
          <p:spPr bwMode="auto">
            <a:xfrm>
              <a:off x="1145945" y="3429000"/>
              <a:ext cx="1440000" cy="360004"/>
            </a:xfrm>
            <a:prstGeom prst="rect">
              <a:avLst/>
            </a:prstGeom>
            <a:solidFill>
              <a:schemeClr val="accent2">
                <a:lumMod val="50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endParaRPr lang="ja-JP" altLang="en-US" sz="1600" dirty="0">
                <a:solidFill>
                  <a:schemeClr val="bg1"/>
                </a:solidFill>
              </a:endParaRPr>
            </a:p>
          </p:txBody>
        </p:sp>
        <p:sp>
          <p:nvSpPr>
            <p:cNvPr id="10" name="正方形/長方形 9">
              <a:extLst>
                <a:ext uri="{FF2B5EF4-FFF2-40B4-BE49-F238E27FC236}">
                  <a16:creationId xmlns:a16="http://schemas.microsoft.com/office/drawing/2014/main" id="{80DF742F-9E50-C66A-1015-2CB02190E2D6}"/>
                </a:ext>
              </a:extLst>
            </p:cNvPr>
            <p:cNvSpPr/>
            <p:nvPr/>
          </p:nvSpPr>
          <p:spPr bwMode="auto">
            <a:xfrm>
              <a:off x="1145945" y="3789004"/>
              <a:ext cx="1440000" cy="360004"/>
            </a:xfrm>
            <a:prstGeom prst="rect">
              <a:avLst/>
            </a:prstGeom>
            <a:solidFill>
              <a:srgbClr val="663300"/>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endParaRPr lang="ja-JP" altLang="en-US" sz="1400" dirty="0">
                <a:solidFill>
                  <a:schemeClr val="bg1"/>
                </a:solidFill>
              </a:endParaRPr>
            </a:p>
          </p:txBody>
        </p:sp>
        <p:sp>
          <p:nvSpPr>
            <p:cNvPr id="11" name="正方形/長方形 10">
              <a:extLst>
                <a:ext uri="{FF2B5EF4-FFF2-40B4-BE49-F238E27FC236}">
                  <a16:creationId xmlns:a16="http://schemas.microsoft.com/office/drawing/2014/main" id="{9392F12E-0637-DCC3-BD8A-9DAE2E38CFBE}"/>
                </a:ext>
              </a:extLst>
            </p:cNvPr>
            <p:cNvSpPr/>
            <p:nvPr/>
          </p:nvSpPr>
          <p:spPr bwMode="auto">
            <a:xfrm>
              <a:off x="1145945" y="4149008"/>
              <a:ext cx="1440000" cy="360004"/>
            </a:xfrm>
            <a:prstGeom prst="rect">
              <a:avLst/>
            </a:prstGeom>
            <a:solidFill>
              <a:schemeClr val="accent6">
                <a:lumMod val="60000"/>
                <a:lumOff val="40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endParaRPr lang="ja-JP" altLang="en-US" sz="1600" dirty="0">
                <a:solidFill>
                  <a:schemeClr val="accent2">
                    <a:lumMod val="50000"/>
                  </a:schemeClr>
                </a:solidFill>
              </a:endParaRPr>
            </a:p>
          </p:txBody>
        </p:sp>
        <p:sp>
          <p:nvSpPr>
            <p:cNvPr id="12" name="正方形/長方形 11">
              <a:extLst>
                <a:ext uri="{FF2B5EF4-FFF2-40B4-BE49-F238E27FC236}">
                  <a16:creationId xmlns:a16="http://schemas.microsoft.com/office/drawing/2014/main" id="{B86CD5F2-B037-977B-AC02-E3A6D6C9C0FF}"/>
                </a:ext>
              </a:extLst>
            </p:cNvPr>
            <p:cNvSpPr/>
            <p:nvPr/>
          </p:nvSpPr>
          <p:spPr bwMode="auto">
            <a:xfrm>
              <a:off x="1145945" y="4509012"/>
              <a:ext cx="1440000" cy="360004"/>
            </a:xfrm>
            <a:prstGeom prst="rect">
              <a:avLst/>
            </a:prstGeom>
            <a:solidFill>
              <a:schemeClr val="accent6">
                <a:lumMod val="75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endParaRPr lang="ja-JP" altLang="en-US" sz="1600" dirty="0">
                <a:solidFill>
                  <a:schemeClr val="bg1"/>
                </a:solidFill>
              </a:endParaRPr>
            </a:p>
          </p:txBody>
        </p:sp>
        <p:sp>
          <p:nvSpPr>
            <p:cNvPr id="13" name="正方形/長方形 12">
              <a:extLst>
                <a:ext uri="{FF2B5EF4-FFF2-40B4-BE49-F238E27FC236}">
                  <a16:creationId xmlns:a16="http://schemas.microsoft.com/office/drawing/2014/main" id="{EF721025-A61F-B4D1-8C2F-197910592D60}"/>
                </a:ext>
              </a:extLst>
            </p:cNvPr>
            <p:cNvSpPr/>
            <p:nvPr/>
          </p:nvSpPr>
          <p:spPr bwMode="auto">
            <a:xfrm>
              <a:off x="1145945" y="4869016"/>
              <a:ext cx="1440000" cy="360004"/>
            </a:xfrm>
            <a:prstGeom prst="rect">
              <a:avLst/>
            </a:prstGeom>
            <a:solidFill>
              <a:srgbClr val="CC9900"/>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endParaRPr lang="ja-JP" altLang="en-US" sz="1600" dirty="0">
                <a:solidFill>
                  <a:schemeClr val="bg1"/>
                </a:solidFill>
              </a:endParaRPr>
            </a:p>
          </p:txBody>
        </p:sp>
      </p:grpSp>
      <p:grpSp>
        <p:nvGrpSpPr>
          <p:cNvPr id="14" name="グループ化 13">
            <a:extLst>
              <a:ext uri="{FF2B5EF4-FFF2-40B4-BE49-F238E27FC236}">
                <a16:creationId xmlns:a16="http://schemas.microsoft.com/office/drawing/2014/main" id="{D75F875D-15A9-CED6-98DA-124E54649785}"/>
              </a:ext>
            </a:extLst>
          </p:cNvPr>
          <p:cNvGrpSpPr/>
          <p:nvPr/>
        </p:nvGrpSpPr>
        <p:grpSpPr>
          <a:xfrm>
            <a:off x="7806019" y="2708992"/>
            <a:ext cx="630007" cy="1080012"/>
            <a:chOff x="1145945" y="1988984"/>
            <a:chExt cx="1440000" cy="3240036"/>
          </a:xfrm>
        </p:grpSpPr>
        <p:sp>
          <p:nvSpPr>
            <p:cNvPr id="15" name="正方形/長方形 14">
              <a:extLst>
                <a:ext uri="{FF2B5EF4-FFF2-40B4-BE49-F238E27FC236}">
                  <a16:creationId xmlns:a16="http://schemas.microsoft.com/office/drawing/2014/main" id="{4E81B40B-E530-29CB-1837-9D666C3B02B6}"/>
                </a:ext>
              </a:extLst>
            </p:cNvPr>
            <p:cNvSpPr/>
            <p:nvPr/>
          </p:nvSpPr>
          <p:spPr bwMode="auto">
            <a:xfrm>
              <a:off x="1145945" y="1988984"/>
              <a:ext cx="1440000" cy="360004"/>
            </a:xfrm>
            <a:prstGeom prst="rect">
              <a:avLst/>
            </a:prstGeom>
            <a:solidFill>
              <a:schemeClr val="accent3">
                <a:lumMod val="60000"/>
                <a:lumOff val="40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endParaRPr lang="ja-JP" altLang="en-US" sz="1600" dirty="0">
                <a:solidFill>
                  <a:schemeClr val="accent3">
                    <a:lumMod val="50000"/>
                  </a:schemeClr>
                </a:solidFill>
              </a:endParaRPr>
            </a:p>
          </p:txBody>
        </p:sp>
        <p:sp>
          <p:nvSpPr>
            <p:cNvPr id="16" name="正方形/長方形 15">
              <a:extLst>
                <a:ext uri="{FF2B5EF4-FFF2-40B4-BE49-F238E27FC236}">
                  <a16:creationId xmlns:a16="http://schemas.microsoft.com/office/drawing/2014/main" id="{D34F474E-532B-3A50-B88D-8C24FE28A202}"/>
                </a:ext>
              </a:extLst>
            </p:cNvPr>
            <p:cNvSpPr/>
            <p:nvPr/>
          </p:nvSpPr>
          <p:spPr bwMode="auto">
            <a:xfrm>
              <a:off x="1145945" y="2348988"/>
              <a:ext cx="1440000" cy="360004"/>
            </a:xfrm>
            <a:prstGeom prst="rect">
              <a:avLst/>
            </a:prstGeom>
            <a:solidFill>
              <a:schemeClr val="accent3">
                <a:lumMod val="50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endParaRPr lang="ja-JP" altLang="en-US" sz="1400" dirty="0">
                <a:solidFill>
                  <a:schemeClr val="bg1"/>
                </a:solidFill>
              </a:endParaRPr>
            </a:p>
          </p:txBody>
        </p:sp>
        <p:sp>
          <p:nvSpPr>
            <p:cNvPr id="17" name="正方形/長方形 16">
              <a:extLst>
                <a:ext uri="{FF2B5EF4-FFF2-40B4-BE49-F238E27FC236}">
                  <a16:creationId xmlns:a16="http://schemas.microsoft.com/office/drawing/2014/main" id="{A28E91A5-E634-49AD-DC97-2AB48EC5D83E}"/>
                </a:ext>
              </a:extLst>
            </p:cNvPr>
            <p:cNvSpPr/>
            <p:nvPr/>
          </p:nvSpPr>
          <p:spPr bwMode="auto">
            <a:xfrm>
              <a:off x="1145945" y="2708992"/>
              <a:ext cx="1440000" cy="360004"/>
            </a:xfrm>
            <a:prstGeom prst="rect">
              <a:avLst/>
            </a:prstGeom>
            <a:solidFill>
              <a:schemeClr val="accent2">
                <a:lumMod val="60000"/>
                <a:lumOff val="40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endParaRPr lang="ja-JP" altLang="en-US" sz="1600" dirty="0">
                <a:solidFill>
                  <a:schemeClr val="accent2">
                    <a:lumMod val="50000"/>
                  </a:schemeClr>
                </a:solidFill>
              </a:endParaRPr>
            </a:p>
          </p:txBody>
        </p:sp>
        <p:sp>
          <p:nvSpPr>
            <p:cNvPr id="18" name="正方形/長方形 17">
              <a:extLst>
                <a:ext uri="{FF2B5EF4-FFF2-40B4-BE49-F238E27FC236}">
                  <a16:creationId xmlns:a16="http://schemas.microsoft.com/office/drawing/2014/main" id="{0C5B8C29-2452-C4E9-F43A-E871A4CB53C2}"/>
                </a:ext>
              </a:extLst>
            </p:cNvPr>
            <p:cNvSpPr/>
            <p:nvPr/>
          </p:nvSpPr>
          <p:spPr bwMode="auto">
            <a:xfrm>
              <a:off x="1145945" y="3068996"/>
              <a:ext cx="1440000" cy="360004"/>
            </a:xfrm>
            <a:prstGeom prst="rect">
              <a:avLst/>
            </a:prstGeom>
            <a:solidFill>
              <a:schemeClr val="accent2">
                <a:lumMod val="75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endParaRPr lang="ja-JP" altLang="en-US" sz="1600" dirty="0">
                <a:solidFill>
                  <a:schemeClr val="bg1"/>
                </a:solidFill>
              </a:endParaRPr>
            </a:p>
          </p:txBody>
        </p:sp>
        <p:sp>
          <p:nvSpPr>
            <p:cNvPr id="19" name="正方形/長方形 18">
              <a:extLst>
                <a:ext uri="{FF2B5EF4-FFF2-40B4-BE49-F238E27FC236}">
                  <a16:creationId xmlns:a16="http://schemas.microsoft.com/office/drawing/2014/main" id="{BDC11FF3-26DE-2D94-7231-60F65B7B04D3}"/>
                </a:ext>
              </a:extLst>
            </p:cNvPr>
            <p:cNvSpPr/>
            <p:nvPr/>
          </p:nvSpPr>
          <p:spPr bwMode="auto">
            <a:xfrm>
              <a:off x="1145945" y="3429000"/>
              <a:ext cx="1440000" cy="360004"/>
            </a:xfrm>
            <a:prstGeom prst="rect">
              <a:avLst/>
            </a:prstGeom>
            <a:solidFill>
              <a:schemeClr val="accent2">
                <a:lumMod val="50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endParaRPr lang="ja-JP" altLang="en-US" sz="1600" dirty="0">
                <a:solidFill>
                  <a:schemeClr val="bg1"/>
                </a:solidFill>
              </a:endParaRPr>
            </a:p>
          </p:txBody>
        </p:sp>
        <p:sp>
          <p:nvSpPr>
            <p:cNvPr id="20" name="正方形/長方形 19">
              <a:extLst>
                <a:ext uri="{FF2B5EF4-FFF2-40B4-BE49-F238E27FC236}">
                  <a16:creationId xmlns:a16="http://schemas.microsoft.com/office/drawing/2014/main" id="{B37C14C1-7A91-4B07-A7F2-DD95FC3BE26D}"/>
                </a:ext>
              </a:extLst>
            </p:cNvPr>
            <p:cNvSpPr/>
            <p:nvPr/>
          </p:nvSpPr>
          <p:spPr bwMode="auto">
            <a:xfrm>
              <a:off x="1145945" y="3789004"/>
              <a:ext cx="1440000" cy="360004"/>
            </a:xfrm>
            <a:prstGeom prst="rect">
              <a:avLst/>
            </a:prstGeom>
            <a:solidFill>
              <a:srgbClr val="663300"/>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endParaRPr lang="ja-JP" altLang="en-US" sz="1400" dirty="0">
                <a:solidFill>
                  <a:schemeClr val="bg1"/>
                </a:solidFill>
              </a:endParaRPr>
            </a:p>
          </p:txBody>
        </p:sp>
        <p:sp>
          <p:nvSpPr>
            <p:cNvPr id="21" name="正方形/長方形 20">
              <a:extLst>
                <a:ext uri="{FF2B5EF4-FFF2-40B4-BE49-F238E27FC236}">
                  <a16:creationId xmlns:a16="http://schemas.microsoft.com/office/drawing/2014/main" id="{44A699FD-1000-0CCF-491F-753D99A854ED}"/>
                </a:ext>
              </a:extLst>
            </p:cNvPr>
            <p:cNvSpPr/>
            <p:nvPr/>
          </p:nvSpPr>
          <p:spPr bwMode="auto">
            <a:xfrm>
              <a:off x="1145945" y="4149008"/>
              <a:ext cx="1440000" cy="360004"/>
            </a:xfrm>
            <a:prstGeom prst="rect">
              <a:avLst/>
            </a:prstGeom>
            <a:solidFill>
              <a:schemeClr val="accent6">
                <a:lumMod val="60000"/>
                <a:lumOff val="40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endParaRPr lang="ja-JP" altLang="en-US" sz="1600" dirty="0">
                <a:solidFill>
                  <a:schemeClr val="accent2">
                    <a:lumMod val="50000"/>
                  </a:schemeClr>
                </a:solidFill>
              </a:endParaRPr>
            </a:p>
          </p:txBody>
        </p:sp>
        <p:sp>
          <p:nvSpPr>
            <p:cNvPr id="22" name="正方形/長方形 21">
              <a:extLst>
                <a:ext uri="{FF2B5EF4-FFF2-40B4-BE49-F238E27FC236}">
                  <a16:creationId xmlns:a16="http://schemas.microsoft.com/office/drawing/2014/main" id="{2F7E1C02-4049-2789-4B18-2FBA60EA3DFF}"/>
                </a:ext>
              </a:extLst>
            </p:cNvPr>
            <p:cNvSpPr/>
            <p:nvPr/>
          </p:nvSpPr>
          <p:spPr bwMode="auto">
            <a:xfrm>
              <a:off x="1145945" y="4509012"/>
              <a:ext cx="1440000" cy="360004"/>
            </a:xfrm>
            <a:prstGeom prst="rect">
              <a:avLst/>
            </a:prstGeom>
            <a:solidFill>
              <a:schemeClr val="accent6">
                <a:lumMod val="75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endParaRPr lang="ja-JP" altLang="en-US" sz="1600" dirty="0">
                <a:solidFill>
                  <a:schemeClr val="bg1"/>
                </a:solidFill>
              </a:endParaRPr>
            </a:p>
          </p:txBody>
        </p:sp>
        <p:sp>
          <p:nvSpPr>
            <p:cNvPr id="23" name="正方形/長方形 22">
              <a:extLst>
                <a:ext uri="{FF2B5EF4-FFF2-40B4-BE49-F238E27FC236}">
                  <a16:creationId xmlns:a16="http://schemas.microsoft.com/office/drawing/2014/main" id="{C71F99C7-AE26-D395-7206-67A1DBBEB563}"/>
                </a:ext>
              </a:extLst>
            </p:cNvPr>
            <p:cNvSpPr/>
            <p:nvPr/>
          </p:nvSpPr>
          <p:spPr bwMode="auto">
            <a:xfrm>
              <a:off x="1145945" y="4869016"/>
              <a:ext cx="1440000" cy="360004"/>
            </a:xfrm>
            <a:prstGeom prst="rect">
              <a:avLst/>
            </a:prstGeom>
            <a:solidFill>
              <a:srgbClr val="CC9900"/>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endParaRPr lang="ja-JP" altLang="en-US" sz="1600" dirty="0">
                <a:solidFill>
                  <a:schemeClr val="bg1"/>
                </a:solidFill>
              </a:endParaRPr>
            </a:p>
          </p:txBody>
        </p:sp>
      </p:grpSp>
      <p:grpSp>
        <p:nvGrpSpPr>
          <p:cNvPr id="24" name="グループ化 23">
            <a:extLst>
              <a:ext uri="{FF2B5EF4-FFF2-40B4-BE49-F238E27FC236}">
                <a16:creationId xmlns:a16="http://schemas.microsoft.com/office/drawing/2014/main" id="{EBCD04AB-4F96-72EB-A788-D70D186453F2}"/>
              </a:ext>
            </a:extLst>
          </p:cNvPr>
          <p:cNvGrpSpPr/>
          <p:nvPr/>
        </p:nvGrpSpPr>
        <p:grpSpPr>
          <a:xfrm>
            <a:off x="7806019" y="4059007"/>
            <a:ext cx="630007" cy="1080012"/>
            <a:chOff x="1145945" y="1988984"/>
            <a:chExt cx="1440000" cy="3240036"/>
          </a:xfrm>
        </p:grpSpPr>
        <p:sp>
          <p:nvSpPr>
            <p:cNvPr id="25" name="正方形/長方形 24">
              <a:extLst>
                <a:ext uri="{FF2B5EF4-FFF2-40B4-BE49-F238E27FC236}">
                  <a16:creationId xmlns:a16="http://schemas.microsoft.com/office/drawing/2014/main" id="{C7664637-60DE-4DEF-443B-D36D155645A2}"/>
                </a:ext>
              </a:extLst>
            </p:cNvPr>
            <p:cNvSpPr/>
            <p:nvPr/>
          </p:nvSpPr>
          <p:spPr bwMode="auto">
            <a:xfrm>
              <a:off x="1145945" y="1988984"/>
              <a:ext cx="1440000" cy="360004"/>
            </a:xfrm>
            <a:prstGeom prst="rect">
              <a:avLst/>
            </a:prstGeom>
            <a:solidFill>
              <a:schemeClr val="accent3">
                <a:lumMod val="60000"/>
                <a:lumOff val="40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endParaRPr lang="ja-JP" altLang="en-US" sz="1600" dirty="0">
                <a:solidFill>
                  <a:schemeClr val="accent3">
                    <a:lumMod val="50000"/>
                  </a:schemeClr>
                </a:solidFill>
              </a:endParaRPr>
            </a:p>
          </p:txBody>
        </p:sp>
        <p:sp>
          <p:nvSpPr>
            <p:cNvPr id="26" name="正方形/長方形 25">
              <a:extLst>
                <a:ext uri="{FF2B5EF4-FFF2-40B4-BE49-F238E27FC236}">
                  <a16:creationId xmlns:a16="http://schemas.microsoft.com/office/drawing/2014/main" id="{915D1601-CF3A-9A16-F5DB-07E5134734EA}"/>
                </a:ext>
              </a:extLst>
            </p:cNvPr>
            <p:cNvSpPr/>
            <p:nvPr/>
          </p:nvSpPr>
          <p:spPr bwMode="auto">
            <a:xfrm>
              <a:off x="1145945" y="2348988"/>
              <a:ext cx="1440000" cy="360004"/>
            </a:xfrm>
            <a:prstGeom prst="rect">
              <a:avLst/>
            </a:prstGeom>
            <a:solidFill>
              <a:schemeClr val="accent3">
                <a:lumMod val="50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endParaRPr lang="ja-JP" altLang="en-US" sz="1400" dirty="0">
                <a:solidFill>
                  <a:schemeClr val="bg1"/>
                </a:solidFill>
              </a:endParaRPr>
            </a:p>
          </p:txBody>
        </p:sp>
        <p:sp>
          <p:nvSpPr>
            <p:cNvPr id="27" name="正方形/長方形 26">
              <a:extLst>
                <a:ext uri="{FF2B5EF4-FFF2-40B4-BE49-F238E27FC236}">
                  <a16:creationId xmlns:a16="http://schemas.microsoft.com/office/drawing/2014/main" id="{80EE8840-CCD4-9642-D9C5-AD3E75C08F57}"/>
                </a:ext>
              </a:extLst>
            </p:cNvPr>
            <p:cNvSpPr/>
            <p:nvPr/>
          </p:nvSpPr>
          <p:spPr bwMode="auto">
            <a:xfrm>
              <a:off x="1145945" y="2708992"/>
              <a:ext cx="1440000" cy="360004"/>
            </a:xfrm>
            <a:prstGeom prst="rect">
              <a:avLst/>
            </a:prstGeom>
            <a:solidFill>
              <a:schemeClr val="accent2">
                <a:lumMod val="60000"/>
                <a:lumOff val="40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endParaRPr lang="ja-JP" altLang="en-US" sz="1600" dirty="0">
                <a:solidFill>
                  <a:schemeClr val="accent2">
                    <a:lumMod val="50000"/>
                  </a:schemeClr>
                </a:solidFill>
              </a:endParaRPr>
            </a:p>
          </p:txBody>
        </p:sp>
        <p:sp>
          <p:nvSpPr>
            <p:cNvPr id="28" name="正方形/長方形 27">
              <a:extLst>
                <a:ext uri="{FF2B5EF4-FFF2-40B4-BE49-F238E27FC236}">
                  <a16:creationId xmlns:a16="http://schemas.microsoft.com/office/drawing/2014/main" id="{12147C9E-0B6C-2645-3DEF-6EB4767DC6C2}"/>
                </a:ext>
              </a:extLst>
            </p:cNvPr>
            <p:cNvSpPr/>
            <p:nvPr/>
          </p:nvSpPr>
          <p:spPr bwMode="auto">
            <a:xfrm>
              <a:off x="1145945" y="3068996"/>
              <a:ext cx="1440000" cy="360004"/>
            </a:xfrm>
            <a:prstGeom prst="rect">
              <a:avLst/>
            </a:prstGeom>
            <a:solidFill>
              <a:schemeClr val="accent2">
                <a:lumMod val="75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endParaRPr lang="ja-JP" altLang="en-US" sz="1600" dirty="0">
                <a:solidFill>
                  <a:schemeClr val="bg1"/>
                </a:solidFill>
              </a:endParaRPr>
            </a:p>
          </p:txBody>
        </p:sp>
        <p:sp>
          <p:nvSpPr>
            <p:cNvPr id="29" name="正方形/長方形 28">
              <a:extLst>
                <a:ext uri="{FF2B5EF4-FFF2-40B4-BE49-F238E27FC236}">
                  <a16:creationId xmlns:a16="http://schemas.microsoft.com/office/drawing/2014/main" id="{87032ED4-282A-3F5A-3779-3FF5512B7ED0}"/>
                </a:ext>
              </a:extLst>
            </p:cNvPr>
            <p:cNvSpPr/>
            <p:nvPr/>
          </p:nvSpPr>
          <p:spPr bwMode="auto">
            <a:xfrm>
              <a:off x="1145945" y="3429000"/>
              <a:ext cx="1440000" cy="360004"/>
            </a:xfrm>
            <a:prstGeom prst="rect">
              <a:avLst/>
            </a:prstGeom>
            <a:solidFill>
              <a:schemeClr val="accent2">
                <a:lumMod val="50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endParaRPr lang="ja-JP" altLang="en-US" sz="1600" dirty="0">
                <a:solidFill>
                  <a:schemeClr val="bg1"/>
                </a:solidFill>
              </a:endParaRPr>
            </a:p>
          </p:txBody>
        </p:sp>
        <p:sp>
          <p:nvSpPr>
            <p:cNvPr id="30" name="正方形/長方形 29">
              <a:extLst>
                <a:ext uri="{FF2B5EF4-FFF2-40B4-BE49-F238E27FC236}">
                  <a16:creationId xmlns:a16="http://schemas.microsoft.com/office/drawing/2014/main" id="{EB481695-12F9-6049-1906-1C003FD8B14B}"/>
                </a:ext>
              </a:extLst>
            </p:cNvPr>
            <p:cNvSpPr/>
            <p:nvPr/>
          </p:nvSpPr>
          <p:spPr bwMode="auto">
            <a:xfrm>
              <a:off x="1145945" y="3789004"/>
              <a:ext cx="1440000" cy="360004"/>
            </a:xfrm>
            <a:prstGeom prst="rect">
              <a:avLst/>
            </a:prstGeom>
            <a:solidFill>
              <a:srgbClr val="663300"/>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endParaRPr lang="ja-JP" altLang="en-US" sz="1400" dirty="0">
                <a:solidFill>
                  <a:schemeClr val="bg1"/>
                </a:solidFill>
              </a:endParaRPr>
            </a:p>
          </p:txBody>
        </p:sp>
        <p:sp>
          <p:nvSpPr>
            <p:cNvPr id="31" name="正方形/長方形 30">
              <a:extLst>
                <a:ext uri="{FF2B5EF4-FFF2-40B4-BE49-F238E27FC236}">
                  <a16:creationId xmlns:a16="http://schemas.microsoft.com/office/drawing/2014/main" id="{D88035AC-08FA-A8B9-7083-D7B8ECA2FF30}"/>
                </a:ext>
              </a:extLst>
            </p:cNvPr>
            <p:cNvSpPr/>
            <p:nvPr/>
          </p:nvSpPr>
          <p:spPr bwMode="auto">
            <a:xfrm>
              <a:off x="1145945" y="4149008"/>
              <a:ext cx="1440000" cy="360004"/>
            </a:xfrm>
            <a:prstGeom prst="rect">
              <a:avLst/>
            </a:prstGeom>
            <a:solidFill>
              <a:schemeClr val="accent6">
                <a:lumMod val="60000"/>
                <a:lumOff val="40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endParaRPr lang="ja-JP" altLang="en-US" sz="1600" dirty="0">
                <a:solidFill>
                  <a:schemeClr val="accent2">
                    <a:lumMod val="50000"/>
                  </a:schemeClr>
                </a:solidFill>
              </a:endParaRPr>
            </a:p>
          </p:txBody>
        </p:sp>
        <p:sp>
          <p:nvSpPr>
            <p:cNvPr id="32" name="正方形/長方形 31">
              <a:extLst>
                <a:ext uri="{FF2B5EF4-FFF2-40B4-BE49-F238E27FC236}">
                  <a16:creationId xmlns:a16="http://schemas.microsoft.com/office/drawing/2014/main" id="{C516D42B-E204-DCA8-8F5E-485BFA6C91CD}"/>
                </a:ext>
              </a:extLst>
            </p:cNvPr>
            <p:cNvSpPr/>
            <p:nvPr/>
          </p:nvSpPr>
          <p:spPr bwMode="auto">
            <a:xfrm>
              <a:off x="1145945" y="4509012"/>
              <a:ext cx="1440000" cy="360004"/>
            </a:xfrm>
            <a:prstGeom prst="rect">
              <a:avLst/>
            </a:prstGeom>
            <a:solidFill>
              <a:schemeClr val="accent6">
                <a:lumMod val="75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endParaRPr lang="ja-JP" altLang="en-US" sz="1600" dirty="0">
                <a:solidFill>
                  <a:schemeClr val="bg1"/>
                </a:solidFill>
              </a:endParaRPr>
            </a:p>
          </p:txBody>
        </p:sp>
        <p:sp>
          <p:nvSpPr>
            <p:cNvPr id="33" name="正方形/長方形 32">
              <a:extLst>
                <a:ext uri="{FF2B5EF4-FFF2-40B4-BE49-F238E27FC236}">
                  <a16:creationId xmlns:a16="http://schemas.microsoft.com/office/drawing/2014/main" id="{D87FCD18-E26C-4FC6-5050-2A83F75207E5}"/>
                </a:ext>
              </a:extLst>
            </p:cNvPr>
            <p:cNvSpPr/>
            <p:nvPr/>
          </p:nvSpPr>
          <p:spPr bwMode="auto">
            <a:xfrm>
              <a:off x="1145945" y="4869016"/>
              <a:ext cx="1440000" cy="360004"/>
            </a:xfrm>
            <a:prstGeom prst="rect">
              <a:avLst/>
            </a:prstGeom>
            <a:solidFill>
              <a:srgbClr val="CC9900"/>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endParaRPr lang="ja-JP" altLang="en-US" sz="1600" dirty="0">
                <a:solidFill>
                  <a:schemeClr val="bg1"/>
                </a:solidFill>
              </a:endParaRPr>
            </a:p>
          </p:txBody>
        </p:sp>
      </p:grpSp>
      <p:grpSp>
        <p:nvGrpSpPr>
          <p:cNvPr id="34" name="グループ化 33">
            <a:extLst>
              <a:ext uri="{FF2B5EF4-FFF2-40B4-BE49-F238E27FC236}">
                <a16:creationId xmlns:a16="http://schemas.microsoft.com/office/drawing/2014/main" id="{4D57732E-40F5-0F47-3F7D-1B4355C481AC}"/>
              </a:ext>
            </a:extLst>
          </p:cNvPr>
          <p:cNvGrpSpPr/>
          <p:nvPr/>
        </p:nvGrpSpPr>
        <p:grpSpPr>
          <a:xfrm>
            <a:off x="7806019" y="5354971"/>
            <a:ext cx="630007" cy="1080012"/>
            <a:chOff x="1145945" y="1988984"/>
            <a:chExt cx="1440000" cy="3240036"/>
          </a:xfrm>
        </p:grpSpPr>
        <p:sp>
          <p:nvSpPr>
            <p:cNvPr id="35" name="正方形/長方形 34">
              <a:extLst>
                <a:ext uri="{FF2B5EF4-FFF2-40B4-BE49-F238E27FC236}">
                  <a16:creationId xmlns:a16="http://schemas.microsoft.com/office/drawing/2014/main" id="{42FAB588-F2CC-7C88-7F36-386D1E698D6C}"/>
                </a:ext>
              </a:extLst>
            </p:cNvPr>
            <p:cNvSpPr/>
            <p:nvPr/>
          </p:nvSpPr>
          <p:spPr bwMode="auto">
            <a:xfrm>
              <a:off x="1145945" y="1988984"/>
              <a:ext cx="1440000" cy="360004"/>
            </a:xfrm>
            <a:prstGeom prst="rect">
              <a:avLst/>
            </a:prstGeom>
            <a:solidFill>
              <a:schemeClr val="accent3">
                <a:lumMod val="60000"/>
                <a:lumOff val="40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endParaRPr lang="ja-JP" altLang="en-US" sz="1600" dirty="0">
                <a:solidFill>
                  <a:schemeClr val="accent3">
                    <a:lumMod val="50000"/>
                  </a:schemeClr>
                </a:solidFill>
              </a:endParaRPr>
            </a:p>
          </p:txBody>
        </p:sp>
        <p:sp>
          <p:nvSpPr>
            <p:cNvPr id="36" name="正方形/長方形 35">
              <a:extLst>
                <a:ext uri="{FF2B5EF4-FFF2-40B4-BE49-F238E27FC236}">
                  <a16:creationId xmlns:a16="http://schemas.microsoft.com/office/drawing/2014/main" id="{D702E921-383D-8C0E-BC7E-E34A3570A8B6}"/>
                </a:ext>
              </a:extLst>
            </p:cNvPr>
            <p:cNvSpPr/>
            <p:nvPr/>
          </p:nvSpPr>
          <p:spPr bwMode="auto">
            <a:xfrm>
              <a:off x="1145945" y="2348988"/>
              <a:ext cx="1440000" cy="360004"/>
            </a:xfrm>
            <a:prstGeom prst="rect">
              <a:avLst/>
            </a:prstGeom>
            <a:solidFill>
              <a:schemeClr val="accent3">
                <a:lumMod val="50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endParaRPr lang="ja-JP" altLang="en-US" sz="1400" dirty="0">
                <a:solidFill>
                  <a:schemeClr val="bg1"/>
                </a:solidFill>
              </a:endParaRPr>
            </a:p>
          </p:txBody>
        </p:sp>
        <p:sp>
          <p:nvSpPr>
            <p:cNvPr id="37" name="正方形/長方形 36">
              <a:extLst>
                <a:ext uri="{FF2B5EF4-FFF2-40B4-BE49-F238E27FC236}">
                  <a16:creationId xmlns:a16="http://schemas.microsoft.com/office/drawing/2014/main" id="{23E67D25-D6A2-6D5A-E64D-3D1F3105E0FD}"/>
                </a:ext>
              </a:extLst>
            </p:cNvPr>
            <p:cNvSpPr/>
            <p:nvPr/>
          </p:nvSpPr>
          <p:spPr bwMode="auto">
            <a:xfrm>
              <a:off x="1145945" y="2708992"/>
              <a:ext cx="1440000" cy="360004"/>
            </a:xfrm>
            <a:prstGeom prst="rect">
              <a:avLst/>
            </a:prstGeom>
            <a:solidFill>
              <a:schemeClr val="accent2">
                <a:lumMod val="60000"/>
                <a:lumOff val="40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endParaRPr lang="ja-JP" altLang="en-US" sz="1600" dirty="0">
                <a:solidFill>
                  <a:schemeClr val="accent2">
                    <a:lumMod val="50000"/>
                  </a:schemeClr>
                </a:solidFill>
              </a:endParaRPr>
            </a:p>
          </p:txBody>
        </p:sp>
        <p:sp>
          <p:nvSpPr>
            <p:cNvPr id="38" name="正方形/長方形 37">
              <a:extLst>
                <a:ext uri="{FF2B5EF4-FFF2-40B4-BE49-F238E27FC236}">
                  <a16:creationId xmlns:a16="http://schemas.microsoft.com/office/drawing/2014/main" id="{29D18CB9-E6CA-02DF-55CE-7E1BC1399E83}"/>
                </a:ext>
              </a:extLst>
            </p:cNvPr>
            <p:cNvSpPr/>
            <p:nvPr/>
          </p:nvSpPr>
          <p:spPr bwMode="auto">
            <a:xfrm>
              <a:off x="1145945" y="3068996"/>
              <a:ext cx="1440000" cy="360004"/>
            </a:xfrm>
            <a:prstGeom prst="rect">
              <a:avLst/>
            </a:prstGeom>
            <a:solidFill>
              <a:schemeClr val="accent2">
                <a:lumMod val="75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endParaRPr lang="ja-JP" altLang="en-US" sz="1600" dirty="0">
                <a:solidFill>
                  <a:schemeClr val="bg1"/>
                </a:solidFill>
              </a:endParaRPr>
            </a:p>
          </p:txBody>
        </p:sp>
        <p:sp>
          <p:nvSpPr>
            <p:cNvPr id="39" name="正方形/長方形 38">
              <a:extLst>
                <a:ext uri="{FF2B5EF4-FFF2-40B4-BE49-F238E27FC236}">
                  <a16:creationId xmlns:a16="http://schemas.microsoft.com/office/drawing/2014/main" id="{F7727635-1C3D-053D-E519-1A00C06AC87E}"/>
                </a:ext>
              </a:extLst>
            </p:cNvPr>
            <p:cNvSpPr/>
            <p:nvPr/>
          </p:nvSpPr>
          <p:spPr bwMode="auto">
            <a:xfrm>
              <a:off x="1145945" y="3429000"/>
              <a:ext cx="1440000" cy="360004"/>
            </a:xfrm>
            <a:prstGeom prst="rect">
              <a:avLst/>
            </a:prstGeom>
            <a:solidFill>
              <a:schemeClr val="accent2">
                <a:lumMod val="50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endParaRPr lang="ja-JP" altLang="en-US" sz="1600" dirty="0">
                <a:solidFill>
                  <a:schemeClr val="bg1"/>
                </a:solidFill>
              </a:endParaRPr>
            </a:p>
          </p:txBody>
        </p:sp>
        <p:sp>
          <p:nvSpPr>
            <p:cNvPr id="40" name="正方形/長方形 39">
              <a:extLst>
                <a:ext uri="{FF2B5EF4-FFF2-40B4-BE49-F238E27FC236}">
                  <a16:creationId xmlns:a16="http://schemas.microsoft.com/office/drawing/2014/main" id="{692E392F-CDF4-9520-E8C4-5265E4177AB5}"/>
                </a:ext>
              </a:extLst>
            </p:cNvPr>
            <p:cNvSpPr/>
            <p:nvPr/>
          </p:nvSpPr>
          <p:spPr bwMode="auto">
            <a:xfrm>
              <a:off x="1145945" y="3789004"/>
              <a:ext cx="1440000" cy="360004"/>
            </a:xfrm>
            <a:prstGeom prst="rect">
              <a:avLst/>
            </a:prstGeom>
            <a:solidFill>
              <a:srgbClr val="663300"/>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endParaRPr lang="ja-JP" altLang="en-US" sz="1400" dirty="0">
                <a:solidFill>
                  <a:schemeClr val="bg1"/>
                </a:solidFill>
              </a:endParaRPr>
            </a:p>
          </p:txBody>
        </p:sp>
        <p:sp>
          <p:nvSpPr>
            <p:cNvPr id="41" name="正方形/長方形 40">
              <a:extLst>
                <a:ext uri="{FF2B5EF4-FFF2-40B4-BE49-F238E27FC236}">
                  <a16:creationId xmlns:a16="http://schemas.microsoft.com/office/drawing/2014/main" id="{2154A26E-66CD-727E-4AB2-4A518A753001}"/>
                </a:ext>
              </a:extLst>
            </p:cNvPr>
            <p:cNvSpPr/>
            <p:nvPr/>
          </p:nvSpPr>
          <p:spPr bwMode="auto">
            <a:xfrm>
              <a:off x="1145945" y="4149008"/>
              <a:ext cx="1440000" cy="360004"/>
            </a:xfrm>
            <a:prstGeom prst="rect">
              <a:avLst/>
            </a:prstGeom>
            <a:solidFill>
              <a:schemeClr val="accent6">
                <a:lumMod val="60000"/>
                <a:lumOff val="40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endParaRPr lang="ja-JP" altLang="en-US" sz="1600" dirty="0">
                <a:solidFill>
                  <a:schemeClr val="accent2">
                    <a:lumMod val="50000"/>
                  </a:schemeClr>
                </a:solidFill>
              </a:endParaRPr>
            </a:p>
          </p:txBody>
        </p:sp>
        <p:sp>
          <p:nvSpPr>
            <p:cNvPr id="42" name="正方形/長方形 41">
              <a:extLst>
                <a:ext uri="{FF2B5EF4-FFF2-40B4-BE49-F238E27FC236}">
                  <a16:creationId xmlns:a16="http://schemas.microsoft.com/office/drawing/2014/main" id="{B708D719-537F-E357-DF41-6F1090CF337B}"/>
                </a:ext>
              </a:extLst>
            </p:cNvPr>
            <p:cNvSpPr/>
            <p:nvPr/>
          </p:nvSpPr>
          <p:spPr bwMode="auto">
            <a:xfrm>
              <a:off x="1145945" y="4509012"/>
              <a:ext cx="1440000" cy="360004"/>
            </a:xfrm>
            <a:prstGeom prst="rect">
              <a:avLst/>
            </a:prstGeom>
            <a:solidFill>
              <a:schemeClr val="accent6">
                <a:lumMod val="75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endParaRPr lang="ja-JP" altLang="en-US" sz="1600" dirty="0">
                <a:solidFill>
                  <a:schemeClr val="bg1"/>
                </a:solidFill>
              </a:endParaRPr>
            </a:p>
          </p:txBody>
        </p:sp>
        <p:sp>
          <p:nvSpPr>
            <p:cNvPr id="43" name="正方形/長方形 42">
              <a:extLst>
                <a:ext uri="{FF2B5EF4-FFF2-40B4-BE49-F238E27FC236}">
                  <a16:creationId xmlns:a16="http://schemas.microsoft.com/office/drawing/2014/main" id="{CECFFB9A-9BB4-9DFD-CDF5-3C138B623B5B}"/>
                </a:ext>
              </a:extLst>
            </p:cNvPr>
            <p:cNvSpPr/>
            <p:nvPr/>
          </p:nvSpPr>
          <p:spPr bwMode="auto">
            <a:xfrm>
              <a:off x="1145945" y="4869016"/>
              <a:ext cx="1440000" cy="360004"/>
            </a:xfrm>
            <a:prstGeom prst="rect">
              <a:avLst/>
            </a:prstGeom>
            <a:solidFill>
              <a:srgbClr val="CC9900"/>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endParaRPr lang="ja-JP" altLang="en-US" sz="1600" dirty="0">
                <a:solidFill>
                  <a:schemeClr val="bg1"/>
                </a:solidFill>
              </a:endParaRPr>
            </a:p>
          </p:txBody>
        </p:sp>
      </p:grpSp>
      <p:sp>
        <p:nvSpPr>
          <p:cNvPr id="44" name="平行四辺形 43">
            <a:extLst>
              <a:ext uri="{FF2B5EF4-FFF2-40B4-BE49-F238E27FC236}">
                <a16:creationId xmlns:a16="http://schemas.microsoft.com/office/drawing/2014/main" id="{65F5D9DD-B603-D820-8D7C-FB43883B786A}"/>
              </a:ext>
            </a:extLst>
          </p:cNvPr>
          <p:cNvSpPr/>
          <p:nvPr/>
        </p:nvSpPr>
        <p:spPr bwMode="auto">
          <a:xfrm>
            <a:off x="8706029" y="2024934"/>
            <a:ext cx="15624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45" name="正方形/長方形 44">
            <a:extLst>
              <a:ext uri="{FF2B5EF4-FFF2-40B4-BE49-F238E27FC236}">
                <a16:creationId xmlns:a16="http://schemas.microsoft.com/office/drawing/2014/main" id="{25918F54-CAB0-2A91-A5C0-128035C55FF5}"/>
              </a:ext>
            </a:extLst>
          </p:cNvPr>
          <p:cNvSpPr/>
          <p:nvPr/>
        </p:nvSpPr>
        <p:spPr>
          <a:xfrm>
            <a:off x="9156034" y="1214925"/>
            <a:ext cx="1170013" cy="738664"/>
          </a:xfrm>
          <a:prstGeom prst="rect">
            <a:avLst/>
          </a:prstGeom>
        </p:spPr>
        <p:txBody>
          <a:bodyPr wrap="squar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a:t>
            </a:r>
            <a:endPar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endParaRP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46" name="平行四辺形 45">
            <a:extLst>
              <a:ext uri="{FF2B5EF4-FFF2-40B4-BE49-F238E27FC236}">
                <a16:creationId xmlns:a16="http://schemas.microsoft.com/office/drawing/2014/main" id="{115C224C-033E-CB26-E476-0F01E6508CC9}"/>
              </a:ext>
            </a:extLst>
          </p:cNvPr>
          <p:cNvSpPr/>
          <p:nvPr/>
        </p:nvSpPr>
        <p:spPr bwMode="auto">
          <a:xfrm>
            <a:off x="10146045" y="2024934"/>
            <a:ext cx="15624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47" name="正方形/長方形 46">
            <a:extLst>
              <a:ext uri="{FF2B5EF4-FFF2-40B4-BE49-F238E27FC236}">
                <a16:creationId xmlns:a16="http://schemas.microsoft.com/office/drawing/2014/main" id="{1F265AF9-125C-BC1F-57DB-60C7D8661B11}"/>
              </a:ext>
            </a:extLst>
          </p:cNvPr>
          <p:cNvSpPr/>
          <p:nvPr/>
        </p:nvSpPr>
        <p:spPr>
          <a:xfrm>
            <a:off x="10506049" y="1214925"/>
            <a:ext cx="865983" cy="738664"/>
          </a:xfrm>
          <a:prstGeom prst="rect">
            <a:avLst/>
          </a:prstGeom>
        </p:spPr>
        <p:txBody>
          <a:bodyPr wrap="squar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ﾟーﾟ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48" name="平行四辺形 47">
            <a:extLst>
              <a:ext uri="{FF2B5EF4-FFF2-40B4-BE49-F238E27FC236}">
                <a16:creationId xmlns:a16="http://schemas.microsoft.com/office/drawing/2014/main" id="{1881AA9A-CEB4-65BE-9654-0A3439CA01D9}"/>
              </a:ext>
            </a:extLst>
          </p:cNvPr>
          <p:cNvSpPr/>
          <p:nvPr/>
        </p:nvSpPr>
        <p:spPr bwMode="auto">
          <a:xfrm>
            <a:off x="8706029" y="3194947"/>
            <a:ext cx="15624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49" name="平行四辺形 48">
            <a:extLst>
              <a:ext uri="{FF2B5EF4-FFF2-40B4-BE49-F238E27FC236}">
                <a16:creationId xmlns:a16="http://schemas.microsoft.com/office/drawing/2014/main" id="{007D612F-1A88-94E5-F3AB-0AB93BD9597B}"/>
              </a:ext>
            </a:extLst>
          </p:cNvPr>
          <p:cNvSpPr/>
          <p:nvPr/>
        </p:nvSpPr>
        <p:spPr bwMode="auto">
          <a:xfrm>
            <a:off x="10146045" y="3194947"/>
            <a:ext cx="15624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50" name="平行四辺形 49">
            <a:extLst>
              <a:ext uri="{FF2B5EF4-FFF2-40B4-BE49-F238E27FC236}">
                <a16:creationId xmlns:a16="http://schemas.microsoft.com/office/drawing/2014/main" id="{BE3CB198-1662-891E-F15B-1D1BACBB7D0A}"/>
              </a:ext>
            </a:extLst>
          </p:cNvPr>
          <p:cNvSpPr/>
          <p:nvPr/>
        </p:nvSpPr>
        <p:spPr bwMode="auto">
          <a:xfrm>
            <a:off x="8706029" y="4544962"/>
            <a:ext cx="15624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51" name="平行四辺形 50">
            <a:extLst>
              <a:ext uri="{FF2B5EF4-FFF2-40B4-BE49-F238E27FC236}">
                <a16:creationId xmlns:a16="http://schemas.microsoft.com/office/drawing/2014/main" id="{FEA70383-595A-A9CA-AEB4-FC8AD1E17967}"/>
              </a:ext>
            </a:extLst>
          </p:cNvPr>
          <p:cNvSpPr/>
          <p:nvPr/>
        </p:nvSpPr>
        <p:spPr bwMode="auto">
          <a:xfrm>
            <a:off x="10146045" y="4544962"/>
            <a:ext cx="15624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52" name="平行四辺形 51">
            <a:extLst>
              <a:ext uri="{FF2B5EF4-FFF2-40B4-BE49-F238E27FC236}">
                <a16:creationId xmlns:a16="http://schemas.microsoft.com/office/drawing/2014/main" id="{52F3FB89-653F-D333-872F-223199B84592}"/>
              </a:ext>
            </a:extLst>
          </p:cNvPr>
          <p:cNvSpPr/>
          <p:nvPr/>
        </p:nvSpPr>
        <p:spPr bwMode="auto">
          <a:xfrm>
            <a:off x="8706029" y="5804976"/>
            <a:ext cx="15624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53" name="平行四辺形 52">
            <a:extLst>
              <a:ext uri="{FF2B5EF4-FFF2-40B4-BE49-F238E27FC236}">
                <a16:creationId xmlns:a16="http://schemas.microsoft.com/office/drawing/2014/main" id="{54A44709-0828-152A-3240-62A109FB5156}"/>
              </a:ext>
            </a:extLst>
          </p:cNvPr>
          <p:cNvSpPr/>
          <p:nvPr/>
        </p:nvSpPr>
        <p:spPr bwMode="auto">
          <a:xfrm>
            <a:off x="10146045" y="5804976"/>
            <a:ext cx="15624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cxnSp>
        <p:nvCxnSpPr>
          <p:cNvPr id="54" name="直線矢印コネクタ 53">
            <a:extLst>
              <a:ext uri="{FF2B5EF4-FFF2-40B4-BE49-F238E27FC236}">
                <a16:creationId xmlns:a16="http://schemas.microsoft.com/office/drawing/2014/main" id="{B3615979-FDFA-3803-26AD-E6B32AA0C15C}"/>
              </a:ext>
            </a:extLst>
          </p:cNvPr>
          <p:cNvCxnSpPr/>
          <p:nvPr/>
        </p:nvCxnSpPr>
        <p:spPr bwMode="auto">
          <a:xfrm>
            <a:off x="8616028" y="2168986"/>
            <a:ext cx="630007" cy="0"/>
          </a:xfrm>
          <a:prstGeom prst="straightConnector1">
            <a:avLst/>
          </a:prstGeom>
          <a:ln>
            <a:headEnd type="none" w="med" len="med"/>
            <a:tailEnd type="triangle"/>
          </a:ln>
        </p:spPr>
        <p:style>
          <a:lnRef idx="3">
            <a:schemeClr val="accent5"/>
          </a:lnRef>
          <a:fillRef idx="0">
            <a:schemeClr val="accent5"/>
          </a:fillRef>
          <a:effectRef idx="2">
            <a:schemeClr val="accent5"/>
          </a:effectRef>
          <a:fontRef idx="minor">
            <a:schemeClr val="tx1"/>
          </a:fontRef>
        </p:style>
      </p:cxnSp>
      <p:cxnSp>
        <p:nvCxnSpPr>
          <p:cNvPr id="55" name="直線矢印コネクタ 54">
            <a:extLst>
              <a:ext uri="{FF2B5EF4-FFF2-40B4-BE49-F238E27FC236}">
                <a16:creationId xmlns:a16="http://schemas.microsoft.com/office/drawing/2014/main" id="{A1E7920A-27C0-3ACE-BCE5-06683E5466BD}"/>
              </a:ext>
            </a:extLst>
          </p:cNvPr>
          <p:cNvCxnSpPr/>
          <p:nvPr/>
        </p:nvCxnSpPr>
        <p:spPr bwMode="auto">
          <a:xfrm>
            <a:off x="8616028" y="3338999"/>
            <a:ext cx="630007" cy="0"/>
          </a:xfrm>
          <a:prstGeom prst="straightConnector1">
            <a:avLst/>
          </a:prstGeom>
          <a:ln>
            <a:headEnd type="none" w="med" len="med"/>
            <a:tailEnd type="triangle"/>
          </a:ln>
        </p:spPr>
        <p:style>
          <a:lnRef idx="3">
            <a:schemeClr val="accent5"/>
          </a:lnRef>
          <a:fillRef idx="0">
            <a:schemeClr val="accent5"/>
          </a:fillRef>
          <a:effectRef idx="2">
            <a:schemeClr val="accent5"/>
          </a:effectRef>
          <a:fontRef idx="minor">
            <a:schemeClr val="tx1"/>
          </a:fontRef>
        </p:style>
      </p:cxnSp>
      <p:cxnSp>
        <p:nvCxnSpPr>
          <p:cNvPr id="56" name="直線矢印コネクタ 55">
            <a:extLst>
              <a:ext uri="{FF2B5EF4-FFF2-40B4-BE49-F238E27FC236}">
                <a16:creationId xmlns:a16="http://schemas.microsoft.com/office/drawing/2014/main" id="{567D25C1-073D-68C2-785A-DC802BAEAD76}"/>
              </a:ext>
            </a:extLst>
          </p:cNvPr>
          <p:cNvCxnSpPr/>
          <p:nvPr/>
        </p:nvCxnSpPr>
        <p:spPr bwMode="auto">
          <a:xfrm>
            <a:off x="8616028" y="4689014"/>
            <a:ext cx="630007" cy="0"/>
          </a:xfrm>
          <a:prstGeom prst="straightConnector1">
            <a:avLst/>
          </a:prstGeom>
          <a:ln>
            <a:headEnd type="none" w="med" len="med"/>
            <a:tailEnd type="triangle"/>
          </a:ln>
        </p:spPr>
        <p:style>
          <a:lnRef idx="3">
            <a:schemeClr val="accent5"/>
          </a:lnRef>
          <a:fillRef idx="0">
            <a:schemeClr val="accent5"/>
          </a:fillRef>
          <a:effectRef idx="2">
            <a:schemeClr val="accent5"/>
          </a:effectRef>
          <a:fontRef idx="minor">
            <a:schemeClr val="tx1"/>
          </a:fontRef>
        </p:style>
      </p:cxnSp>
      <p:cxnSp>
        <p:nvCxnSpPr>
          <p:cNvPr id="57" name="直線矢印コネクタ 56">
            <a:extLst>
              <a:ext uri="{FF2B5EF4-FFF2-40B4-BE49-F238E27FC236}">
                <a16:creationId xmlns:a16="http://schemas.microsoft.com/office/drawing/2014/main" id="{1BF2A7FF-518D-AB74-5D2B-DCD70D996ADE}"/>
              </a:ext>
            </a:extLst>
          </p:cNvPr>
          <p:cNvCxnSpPr/>
          <p:nvPr/>
        </p:nvCxnSpPr>
        <p:spPr bwMode="auto">
          <a:xfrm>
            <a:off x="8616028" y="5949028"/>
            <a:ext cx="630007" cy="0"/>
          </a:xfrm>
          <a:prstGeom prst="straightConnector1">
            <a:avLst/>
          </a:prstGeom>
          <a:ln>
            <a:headEnd type="none" w="med" len="med"/>
            <a:tailEnd type="triangle"/>
          </a:ln>
        </p:spPr>
        <p:style>
          <a:lnRef idx="3">
            <a:schemeClr val="accent5"/>
          </a:lnRef>
          <a:fillRef idx="0">
            <a:schemeClr val="accent5"/>
          </a:fillRef>
          <a:effectRef idx="2">
            <a:schemeClr val="accent5"/>
          </a:effectRef>
          <a:fontRef idx="minor">
            <a:schemeClr val="tx1"/>
          </a:fontRef>
        </p:style>
      </p:cxnSp>
    </p:spTree>
    <p:extLst>
      <p:ext uri="{BB962C8B-B14F-4D97-AF65-F5344CB8AC3E}">
        <p14:creationId xmlns:p14="http://schemas.microsoft.com/office/powerpoint/2010/main" val="21654817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BBEDB28-4E53-16D0-B580-FD959401FD0D}"/>
              </a:ext>
            </a:extLst>
          </p:cNvPr>
          <p:cNvSpPr>
            <a:spLocks noGrp="1"/>
          </p:cNvSpPr>
          <p:nvPr>
            <p:ph type="title"/>
          </p:nvPr>
        </p:nvSpPr>
        <p:spPr/>
        <p:txBody>
          <a:bodyPr/>
          <a:lstStyle/>
          <a:p>
            <a:r>
              <a:rPr kumimoji="1" lang="ja-JP" altLang="en-US" dirty="0"/>
              <a:t>マルチコアとの違い：回路量あたりの性能の向上</a:t>
            </a:r>
          </a:p>
        </p:txBody>
      </p:sp>
      <p:sp>
        <p:nvSpPr>
          <p:cNvPr id="3" name="テキスト プレースホルダー 2">
            <a:extLst>
              <a:ext uri="{FF2B5EF4-FFF2-40B4-BE49-F238E27FC236}">
                <a16:creationId xmlns:a16="http://schemas.microsoft.com/office/drawing/2014/main" id="{D5179570-C6A0-817A-26C0-253AA376B638}"/>
              </a:ext>
            </a:extLst>
          </p:cNvPr>
          <p:cNvSpPr>
            <a:spLocks noGrp="1"/>
          </p:cNvSpPr>
          <p:nvPr>
            <p:ph type="body" sz="quarter" idx="10"/>
          </p:nvPr>
        </p:nvSpPr>
        <p:spPr>
          <a:xfrm>
            <a:off x="1685951" y="1268976"/>
            <a:ext cx="8640096" cy="2340026"/>
          </a:xfrm>
        </p:spPr>
        <p:txBody>
          <a:bodyPr/>
          <a:lstStyle/>
          <a:p>
            <a:r>
              <a:rPr kumimoji="1" lang="en-US" altLang="ja-JP" sz="1800" dirty="0"/>
              <a:t>GPU </a:t>
            </a:r>
            <a:r>
              <a:rPr kumimoji="1" lang="ja-JP" altLang="en-US" sz="1800" dirty="0"/>
              <a:t>は</a:t>
            </a:r>
            <a:r>
              <a:rPr kumimoji="1" lang="ja-JP" altLang="en-US" sz="1800" dirty="0">
                <a:solidFill>
                  <a:schemeClr val="accent5"/>
                </a:solidFill>
              </a:rPr>
              <a:t>同じ処理をするスレッド</a:t>
            </a:r>
            <a:r>
              <a:rPr kumimoji="1" lang="ja-JP" altLang="en-US" sz="1800" dirty="0"/>
              <a:t>を多数走らせることに特化</a:t>
            </a:r>
            <a:endParaRPr kumimoji="1" lang="en-US" altLang="ja-JP" sz="1800" dirty="0"/>
          </a:p>
          <a:p>
            <a:pPr lvl="1"/>
            <a:r>
              <a:rPr kumimoji="1" lang="ja-JP" altLang="en-US" sz="1800" dirty="0"/>
              <a:t>行列積の例では，全スレッドが「同じ処理」をしている</a:t>
            </a:r>
            <a:endParaRPr kumimoji="1" lang="en-US" altLang="ja-JP" sz="1800" dirty="0"/>
          </a:p>
          <a:p>
            <a:pPr lvl="1"/>
            <a:r>
              <a:rPr kumimoji="1" lang="ja-JP" altLang="en-US" sz="1800" dirty="0"/>
              <a:t>正確には，演算（乗算と加算）は同じで，値が異なる</a:t>
            </a:r>
            <a:endParaRPr kumimoji="1" lang="en-US" altLang="ja-JP" sz="1800" dirty="0"/>
          </a:p>
          <a:p>
            <a:r>
              <a:rPr lang="ja-JP" altLang="en-US" sz="1800" dirty="0"/>
              <a:t>方針：</a:t>
            </a:r>
            <a:r>
              <a:rPr kumimoji="1" lang="ja-JP" altLang="en-US" sz="1800" dirty="0"/>
              <a:t>みんな同じ処理をしているので，それを利用して回路を簡略化</a:t>
            </a:r>
            <a:endParaRPr kumimoji="1" lang="en-US" altLang="ja-JP" sz="1800" dirty="0"/>
          </a:p>
          <a:p>
            <a:pPr lvl="1"/>
            <a:r>
              <a:rPr kumimoji="1" lang="ja-JP" altLang="en-US" sz="1800" dirty="0"/>
              <a:t>みんな同じ処理をしている </a:t>
            </a:r>
            <a:r>
              <a:rPr kumimoji="1" lang="en-US" altLang="ja-JP" sz="1800" dirty="0"/>
              <a:t>= </a:t>
            </a:r>
            <a:r>
              <a:rPr kumimoji="1" lang="ja-JP" altLang="en-US" sz="1800" dirty="0">
                <a:solidFill>
                  <a:schemeClr val="accent5"/>
                </a:solidFill>
              </a:rPr>
              <a:t>制御回路を共有できる</a:t>
            </a:r>
            <a:endParaRPr kumimoji="1" lang="en-US" altLang="ja-JP" sz="1800" dirty="0">
              <a:solidFill>
                <a:schemeClr val="accent5"/>
              </a:solidFill>
            </a:endParaRPr>
          </a:p>
          <a:p>
            <a:pPr lvl="2"/>
            <a:r>
              <a:rPr kumimoji="1" lang="ja-JP" altLang="en-US" sz="1800" dirty="0"/>
              <a:t>レシピ自体や読む係は１人で良く，みんなに同じ指示を投げる</a:t>
            </a:r>
            <a:endParaRPr kumimoji="1" lang="en-US" altLang="ja-JP" sz="1800" dirty="0"/>
          </a:p>
          <a:p>
            <a:pPr lvl="1"/>
            <a:r>
              <a:rPr kumimoji="1" lang="ja-JP" altLang="en-US" sz="1800" dirty="0"/>
              <a:t>簡略化した分，大量に載せることで性能を上げる</a:t>
            </a:r>
            <a:endParaRPr kumimoji="1" lang="en-US" altLang="ja-JP" sz="1800" dirty="0"/>
          </a:p>
        </p:txBody>
      </p:sp>
      <p:sp>
        <p:nvSpPr>
          <p:cNvPr id="4" name="平行四辺形 3">
            <a:extLst>
              <a:ext uri="{FF2B5EF4-FFF2-40B4-BE49-F238E27FC236}">
                <a16:creationId xmlns:a16="http://schemas.microsoft.com/office/drawing/2014/main" id="{8D081EFD-875B-F158-5E62-121EDC5E0896}"/>
              </a:ext>
            </a:extLst>
          </p:cNvPr>
          <p:cNvSpPr/>
          <p:nvPr/>
        </p:nvSpPr>
        <p:spPr bwMode="auto">
          <a:xfrm>
            <a:off x="2585961" y="4814965"/>
            <a:ext cx="15624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5" name="正方形/長方形 4">
            <a:extLst>
              <a:ext uri="{FF2B5EF4-FFF2-40B4-BE49-F238E27FC236}">
                <a16:creationId xmlns:a16="http://schemas.microsoft.com/office/drawing/2014/main" id="{74A25396-5D59-7F93-BC3C-923DB464EFF6}"/>
              </a:ext>
            </a:extLst>
          </p:cNvPr>
          <p:cNvSpPr/>
          <p:nvPr/>
        </p:nvSpPr>
        <p:spPr>
          <a:xfrm>
            <a:off x="3035966" y="4004956"/>
            <a:ext cx="1350015" cy="738664"/>
          </a:xfrm>
          <a:prstGeom prst="rect">
            <a:avLst/>
          </a:prstGeom>
        </p:spPr>
        <p:txBody>
          <a:bodyPr wrap="squar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レシピ</a:t>
            </a:r>
            <a:endPar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endParaRP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6" name="平行四辺形 5">
            <a:extLst>
              <a:ext uri="{FF2B5EF4-FFF2-40B4-BE49-F238E27FC236}">
                <a16:creationId xmlns:a16="http://schemas.microsoft.com/office/drawing/2014/main" id="{35C258D5-D8DA-284E-3F1A-9E77A56671D7}"/>
              </a:ext>
            </a:extLst>
          </p:cNvPr>
          <p:cNvSpPr/>
          <p:nvPr/>
        </p:nvSpPr>
        <p:spPr bwMode="auto">
          <a:xfrm>
            <a:off x="4115978" y="4814965"/>
            <a:ext cx="15624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7" name="正方形/長方形 6">
            <a:extLst>
              <a:ext uri="{FF2B5EF4-FFF2-40B4-BE49-F238E27FC236}">
                <a16:creationId xmlns:a16="http://schemas.microsoft.com/office/drawing/2014/main" id="{5AF56D06-A02C-7175-D9C8-B1D48227E627}"/>
              </a:ext>
            </a:extLst>
          </p:cNvPr>
          <p:cNvSpPr/>
          <p:nvPr/>
        </p:nvSpPr>
        <p:spPr>
          <a:xfrm>
            <a:off x="4475982" y="4004956"/>
            <a:ext cx="1260014" cy="738664"/>
          </a:xfrm>
          <a:prstGeom prst="rect">
            <a:avLst/>
          </a:prstGeom>
        </p:spPr>
        <p:txBody>
          <a:bodyPr wrap="square">
            <a:spAutoFit/>
          </a:bodyPr>
          <a:lstStyle/>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ﾟーﾟ</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シェフ</a:t>
            </a:r>
            <a:b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b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8" name="平行四辺形 7">
            <a:extLst>
              <a:ext uri="{FF2B5EF4-FFF2-40B4-BE49-F238E27FC236}">
                <a16:creationId xmlns:a16="http://schemas.microsoft.com/office/drawing/2014/main" id="{B334BAE9-8736-7813-F56B-766938872EFA}"/>
              </a:ext>
            </a:extLst>
          </p:cNvPr>
          <p:cNvSpPr/>
          <p:nvPr/>
        </p:nvSpPr>
        <p:spPr bwMode="auto">
          <a:xfrm>
            <a:off x="2585961" y="5409022"/>
            <a:ext cx="15624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9" name="平行四辺形 8">
            <a:extLst>
              <a:ext uri="{FF2B5EF4-FFF2-40B4-BE49-F238E27FC236}">
                <a16:creationId xmlns:a16="http://schemas.microsoft.com/office/drawing/2014/main" id="{C4CF1E07-B849-CDA5-486C-AAD2A57A59FA}"/>
              </a:ext>
            </a:extLst>
          </p:cNvPr>
          <p:cNvSpPr/>
          <p:nvPr/>
        </p:nvSpPr>
        <p:spPr bwMode="auto">
          <a:xfrm>
            <a:off x="4115978" y="5409022"/>
            <a:ext cx="15624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0" name="平行四辺形 9">
            <a:extLst>
              <a:ext uri="{FF2B5EF4-FFF2-40B4-BE49-F238E27FC236}">
                <a16:creationId xmlns:a16="http://schemas.microsoft.com/office/drawing/2014/main" id="{F68817C9-CA55-C924-7959-9292C5201B68}"/>
              </a:ext>
            </a:extLst>
          </p:cNvPr>
          <p:cNvSpPr/>
          <p:nvPr/>
        </p:nvSpPr>
        <p:spPr bwMode="auto">
          <a:xfrm>
            <a:off x="2585961" y="6039029"/>
            <a:ext cx="15624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1" name="平行四辺形 10">
            <a:extLst>
              <a:ext uri="{FF2B5EF4-FFF2-40B4-BE49-F238E27FC236}">
                <a16:creationId xmlns:a16="http://schemas.microsoft.com/office/drawing/2014/main" id="{54BAAC80-8C49-0708-68CF-BDA75665635A}"/>
              </a:ext>
            </a:extLst>
          </p:cNvPr>
          <p:cNvSpPr/>
          <p:nvPr/>
        </p:nvSpPr>
        <p:spPr bwMode="auto">
          <a:xfrm>
            <a:off x="4115978" y="6039029"/>
            <a:ext cx="15624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4" name="平行四辺形 13">
            <a:extLst>
              <a:ext uri="{FF2B5EF4-FFF2-40B4-BE49-F238E27FC236}">
                <a16:creationId xmlns:a16="http://schemas.microsoft.com/office/drawing/2014/main" id="{2F5D4724-C37B-3530-A6C9-B21653945453}"/>
              </a:ext>
            </a:extLst>
          </p:cNvPr>
          <p:cNvSpPr/>
          <p:nvPr/>
        </p:nvSpPr>
        <p:spPr bwMode="auto">
          <a:xfrm>
            <a:off x="7176012" y="5409022"/>
            <a:ext cx="15624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5" name="正方形/長方形 14">
            <a:extLst>
              <a:ext uri="{FF2B5EF4-FFF2-40B4-BE49-F238E27FC236}">
                <a16:creationId xmlns:a16="http://schemas.microsoft.com/office/drawing/2014/main" id="{7D2BC0DA-C036-EE13-00B0-816DD10EAEB3}"/>
              </a:ext>
            </a:extLst>
          </p:cNvPr>
          <p:cNvSpPr/>
          <p:nvPr/>
        </p:nvSpPr>
        <p:spPr>
          <a:xfrm>
            <a:off x="7626017" y="4599013"/>
            <a:ext cx="1440016" cy="738664"/>
          </a:xfrm>
          <a:prstGeom prst="rect">
            <a:avLst/>
          </a:prstGeom>
        </p:spPr>
        <p:txBody>
          <a:bodyPr wrap="squar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16" name="平行四辺形 15">
            <a:extLst>
              <a:ext uri="{FF2B5EF4-FFF2-40B4-BE49-F238E27FC236}">
                <a16:creationId xmlns:a16="http://schemas.microsoft.com/office/drawing/2014/main" id="{CBC07AE4-CBE1-C804-A6ED-2731FCF8FB2C}"/>
              </a:ext>
            </a:extLst>
          </p:cNvPr>
          <p:cNvSpPr/>
          <p:nvPr/>
        </p:nvSpPr>
        <p:spPr bwMode="auto">
          <a:xfrm>
            <a:off x="8796030" y="4779015"/>
            <a:ext cx="15624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7" name="正方形/長方形 16">
            <a:extLst>
              <a:ext uri="{FF2B5EF4-FFF2-40B4-BE49-F238E27FC236}">
                <a16:creationId xmlns:a16="http://schemas.microsoft.com/office/drawing/2014/main" id="{2DB01E14-EEEA-E135-5C8D-3B4794D41C8D}"/>
              </a:ext>
            </a:extLst>
          </p:cNvPr>
          <p:cNvSpPr/>
          <p:nvPr/>
        </p:nvSpPr>
        <p:spPr>
          <a:xfrm>
            <a:off x="9156034" y="3969006"/>
            <a:ext cx="865983" cy="738664"/>
          </a:xfrm>
          <a:prstGeom prst="rect">
            <a:avLst/>
          </a:prstGeom>
        </p:spPr>
        <p:txBody>
          <a:bodyPr wrap="square">
            <a:spAutoFit/>
          </a:bodyPr>
          <a:lstStyle/>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ﾟーﾟ</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24" name="角丸四角形吹き出し 44">
            <a:extLst>
              <a:ext uri="{FF2B5EF4-FFF2-40B4-BE49-F238E27FC236}">
                <a16:creationId xmlns:a16="http://schemas.microsoft.com/office/drawing/2014/main" id="{EEB46980-1108-98E0-A3F2-4A9205742CAD}"/>
              </a:ext>
            </a:extLst>
          </p:cNvPr>
          <p:cNvSpPr/>
          <p:nvPr/>
        </p:nvSpPr>
        <p:spPr bwMode="auto">
          <a:xfrm>
            <a:off x="7986021" y="3789004"/>
            <a:ext cx="1260014" cy="522648"/>
          </a:xfrm>
          <a:prstGeom prst="wedgeRoundRectCallout">
            <a:avLst>
              <a:gd name="adj1" fmla="val -32299"/>
              <a:gd name="adj2" fmla="val 154333"/>
              <a:gd name="adj3" fmla="val 16667"/>
            </a:avLst>
          </a:prstGeom>
          <a:ln>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400" dirty="0">
                <a:solidFill>
                  <a:schemeClr val="tx1">
                    <a:lumMod val="65000"/>
                    <a:lumOff val="35000"/>
                  </a:schemeClr>
                </a:solidFill>
                <a:latin typeface="Arial Narrow" panose="020B0606020202030204" pitchFamily="34" charset="0"/>
              </a:rPr>
              <a:t>次はみんな</a:t>
            </a:r>
            <a:br>
              <a:rPr lang="en-US" altLang="ja-JP" sz="1400" dirty="0">
                <a:solidFill>
                  <a:schemeClr val="tx1">
                    <a:lumMod val="65000"/>
                    <a:lumOff val="35000"/>
                  </a:schemeClr>
                </a:solidFill>
                <a:latin typeface="Arial Narrow" panose="020B0606020202030204" pitchFamily="34" charset="0"/>
              </a:rPr>
            </a:br>
            <a:r>
              <a:rPr lang="ja-JP" altLang="en-US" sz="1400" dirty="0">
                <a:solidFill>
                  <a:schemeClr val="tx1">
                    <a:lumMod val="65000"/>
                    <a:lumOff val="35000"/>
                  </a:schemeClr>
                </a:solidFill>
                <a:latin typeface="Arial Narrow" panose="020B0606020202030204" pitchFamily="34" charset="0"/>
              </a:rPr>
              <a:t>炒めやでー</a:t>
            </a:r>
          </a:p>
        </p:txBody>
      </p:sp>
      <p:sp>
        <p:nvSpPr>
          <p:cNvPr id="25" name="角丸四角形吹き出し 44">
            <a:extLst>
              <a:ext uri="{FF2B5EF4-FFF2-40B4-BE49-F238E27FC236}">
                <a16:creationId xmlns:a16="http://schemas.microsoft.com/office/drawing/2014/main" id="{7B30D07A-05D7-C078-A237-F3D4EC6A03ED}"/>
              </a:ext>
            </a:extLst>
          </p:cNvPr>
          <p:cNvSpPr/>
          <p:nvPr/>
        </p:nvSpPr>
        <p:spPr bwMode="auto">
          <a:xfrm>
            <a:off x="9876042" y="3789004"/>
            <a:ext cx="720008" cy="324054"/>
          </a:xfrm>
          <a:prstGeom prst="wedgeRoundRectCallout">
            <a:avLst>
              <a:gd name="adj1" fmla="val -41466"/>
              <a:gd name="adj2" fmla="val 84351"/>
              <a:gd name="adj3" fmla="val 16667"/>
            </a:avLst>
          </a:prstGeom>
          <a:ln>
            <a:headEnd/>
            <a:tailEnd type="triangle" w="sm" len="med"/>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200" dirty="0">
                <a:solidFill>
                  <a:schemeClr val="tx1">
                    <a:lumMod val="65000"/>
                    <a:lumOff val="35000"/>
                  </a:schemeClr>
                </a:solidFill>
                <a:latin typeface="Arial Narrow" panose="020B0606020202030204" pitchFamily="34" charset="0"/>
              </a:rPr>
              <a:t>ハーイ</a:t>
            </a:r>
          </a:p>
        </p:txBody>
      </p:sp>
      <p:sp>
        <p:nvSpPr>
          <p:cNvPr id="27" name="平行四辺形 26">
            <a:extLst>
              <a:ext uri="{FF2B5EF4-FFF2-40B4-BE49-F238E27FC236}">
                <a16:creationId xmlns:a16="http://schemas.microsoft.com/office/drawing/2014/main" id="{1B966FD2-31B2-FB91-2483-6F22EF07EB11}"/>
              </a:ext>
            </a:extLst>
          </p:cNvPr>
          <p:cNvSpPr/>
          <p:nvPr/>
        </p:nvSpPr>
        <p:spPr bwMode="auto">
          <a:xfrm>
            <a:off x="8796030" y="5409022"/>
            <a:ext cx="15624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30" name="平行四辺形 29">
            <a:extLst>
              <a:ext uri="{FF2B5EF4-FFF2-40B4-BE49-F238E27FC236}">
                <a16:creationId xmlns:a16="http://schemas.microsoft.com/office/drawing/2014/main" id="{A85CC657-0827-D606-BE7B-F42D79520019}"/>
              </a:ext>
            </a:extLst>
          </p:cNvPr>
          <p:cNvSpPr/>
          <p:nvPr/>
        </p:nvSpPr>
        <p:spPr bwMode="auto">
          <a:xfrm>
            <a:off x="8706029" y="6047991"/>
            <a:ext cx="15624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34" name="矢印: 右 33">
            <a:extLst>
              <a:ext uri="{FF2B5EF4-FFF2-40B4-BE49-F238E27FC236}">
                <a16:creationId xmlns:a16="http://schemas.microsoft.com/office/drawing/2014/main" id="{16000C7B-7471-7E0A-6A93-9E4918CCEE83}"/>
              </a:ext>
            </a:extLst>
          </p:cNvPr>
          <p:cNvSpPr/>
          <p:nvPr/>
        </p:nvSpPr>
        <p:spPr bwMode="auto">
          <a:xfrm>
            <a:off x="6366003" y="5229020"/>
            <a:ext cx="450005" cy="630007"/>
          </a:xfrm>
          <a:prstGeom prst="rightArrow">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cxnSp>
        <p:nvCxnSpPr>
          <p:cNvPr id="18" name="直線矢印コネクタ 17">
            <a:extLst>
              <a:ext uri="{FF2B5EF4-FFF2-40B4-BE49-F238E27FC236}">
                <a16:creationId xmlns:a16="http://schemas.microsoft.com/office/drawing/2014/main" id="{3FE50662-5218-5C45-2738-F19247C5C549}"/>
              </a:ext>
            </a:extLst>
          </p:cNvPr>
          <p:cNvCxnSpPr>
            <a:cxnSpLocks/>
          </p:cNvCxnSpPr>
          <p:nvPr/>
        </p:nvCxnSpPr>
        <p:spPr bwMode="auto">
          <a:xfrm flipV="1">
            <a:off x="8526027" y="5049018"/>
            <a:ext cx="540006" cy="450005"/>
          </a:xfrm>
          <a:prstGeom prst="straightConnector1">
            <a:avLst/>
          </a:prstGeom>
          <a:ln>
            <a:headEnd type="none" w="med" len="med"/>
            <a:tailEnd type="triangle"/>
          </a:ln>
        </p:spPr>
        <p:style>
          <a:lnRef idx="2">
            <a:schemeClr val="accent5"/>
          </a:lnRef>
          <a:fillRef idx="0">
            <a:schemeClr val="accent5"/>
          </a:fillRef>
          <a:effectRef idx="1">
            <a:schemeClr val="accent5"/>
          </a:effectRef>
          <a:fontRef idx="minor">
            <a:schemeClr val="tx1"/>
          </a:fontRef>
        </p:style>
      </p:cxnSp>
      <p:cxnSp>
        <p:nvCxnSpPr>
          <p:cNvPr id="19" name="直線矢印コネクタ 18">
            <a:extLst>
              <a:ext uri="{FF2B5EF4-FFF2-40B4-BE49-F238E27FC236}">
                <a16:creationId xmlns:a16="http://schemas.microsoft.com/office/drawing/2014/main" id="{C78A222B-C1B6-2AB3-4AD4-14CB76F6F51F}"/>
              </a:ext>
            </a:extLst>
          </p:cNvPr>
          <p:cNvCxnSpPr>
            <a:cxnSpLocks/>
          </p:cNvCxnSpPr>
          <p:nvPr/>
        </p:nvCxnSpPr>
        <p:spPr bwMode="auto">
          <a:xfrm>
            <a:off x="8526027" y="5679025"/>
            <a:ext cx="540006" cy="0"/>
          </a:xfrm>
          <a:prstGeom prst="straightConnector1">
            <a:avLst/>
          </a:prstGeom>
          <a:ln>
            <a:headEnd type="none" w="med" len="med"/>
            <a:tailEnd type="triangle"/>
          </a:ln>
        </p:spPr>
        <p:style>
          <a:lnRef idx="2">
            <a:schemeClr val="accent5"/>
          </a:lnRef>
          <a:fillRef idx="0">
            <a:schemeClr val="accent5"/>
          </a:fillRef>
          <a:effectRef idx="1">
            <a:schemeClr val="accent5"/>
          </a:effectRef>
          <a:fontRef idx="minor">
            <a:schemeClr val="tx1"/>
          </a:fontRef>
        </p:style>
      </p:cxnSp>
      <p:cxnSp>
        <p:nvCxnSpPr>
          <p:cNvPr id="20" name="直線矢印コネクタ 19">
            <a:extLst>
              <a:ext uri="{FF2B5EF4-FFF2-40B4-BE49-F238E27FC236}">
                <a16:creationId xmlns:a16="http://schemas.microsoft.com/office/drawing/2014/main" id="{53E58F34-075A-8AC5-BF9F-386BA7268F8B}"/>
              </a:ext>
            </a:extLst>
          </p:cNvPr>
          <p:cNvCxnSpPr>
            <a:cxnSpLocks/>
          </p:cNvCxnSpPr>
          <p:nvPr/>
        </p:nvCxnSpPr>
        <p:spPr bwMode="auto">
          <a:xfrm>
            <a:off x="8526027" y="5769026"/>
            <a:ext cx="540006" cy="540006"/>
          </a:xfrm>
          <a:prstGeom prst="straightConnector1">
            <a:avLst/>
          </a:prstGeom>
          <a:ln>
            <a:headEnd type="none" w="med" len="med"/>
            <a:tailEnd type="triangle"/>
          </a:ln>
        </p:spPr>
        <p:style>
          <a:lnRef idx="2">
            <a:schemeClr val="accent5"/>
          </a:lnRef>
          <a:fillRef idx="0">
            <a:schemeClr val="accent5"/>
          </a:fillRef>
          <a:effectRef idx="1">
            <a:schemeClr val="accent5"/>
          </a:effectRef>
          <a:fontRef idx="minor">
            <a:schemeClr val="tx1"/>
          </a:fontRef>
        </p:style>
      </p:cxnSp>
      <p:cxnSp>
        <p:nvCxnSpPr>
          <p:cNvPr id="26" name="直線矢印コネクタ 25">
            <a:extLst>
              <a:ext uri="{FF2B5EF4-FFF2-40B4-BE49-F238E27FC236}">
                <a16:creationId xmlns:a16="http://schemas.microsoft.com/office/drawing/2014/main" id="{CB7995CC-806E-631A-6514-98B4488AABC9}"/>
              </a:ext>
            </a:extLst>
          </p:cNvPr>
          <p:cNvCxnSpPr>
            <a:cxnSpLocks/>
          </p:cNvCxnSpPr>
          <p:nvPr/>
        </p:nvCxnSpPr>
        <p:spPr bwMode="auto">
          <a:xfrm>
            <a:off x="3845975" y="5049018"/>
            <a:ext cx="540006" cy="0"/>
          </a:xfrm>
          <a:prstGeom prst="straightConnector1">
            <a:avLst/>
          </a:prstGeom>
          <a:ln>
            <a:headEnd type="none" w="med" len="med"/>
            <a:tailEnd type="triangle"/>
          </a:ln>
        </p:spPr>
        <p:style>
          <a:lnRef idx="2">
            <a:schemeClr val="accent5"/>
          </a:lnRef>
          <a:fillRef idx="0">
            <a:schemeClr val="accent5"/>
          </a:fillRef>
          <a:effectRef idx="1">
            <a:schemeClr val="accent5"/>
          </a:effectRef>
          <a:fontRef idx="minor">
            <a:schemeClr val="tx1"/>
          </a:fontRef>
        </p:style>
      </p:cxnSp>
      <p:cxnSp>
        <p:nvCxnSpPr>
          <p:cNvPr id="28" name="直線矢印コネクタ 27">
            <a:extLst>
              <a:ext uri="{FF2B5EF4-FFF2-40B4-BE49-F238E27FC236}">
                <a16:creationId xmlns:a16="http://schemas.microsoft.com/office/drawing/2014/main" id="{1B321616-16CD-1148-E205-2C6FB75B298C}"/>
              </a:ext>
            </a:extLst>
          </p:cNvPr>
          <p:cNvCxnSpPr>
            <a:cxnSpLocks/>
          </p:cNvCxnSpPr>
          <p:nvPr/>
        </p:nvCxnSpPr>
        <p:spPr bwMode="auto">
          <a:xfrm>
            <a:off x="3845975" y="5679025"/>
            <a:ext cx="540006" cy="0"/>
          </a:xfrm>
          <a:prstGeom prst="straightConnector1">
            <a:avLst/>
          </a:prstGeom>
          <a:ln>
            <a:headEnd type="none" w="med" len="med"/>
            <a:tailEnd type="triangle"/>
          </a:ln>
        </p:spPr>
        <p:style>
          <a:lnRef idx="2">
            <a:schemeClr val="accent5"/>
          </a:lnRef>
          <a:fillRef idx="0">
            <a:schemeClr val="accent5"/>
          </a:fillRef>
          <a:effectRef idx="1">
            <a:schemeClr val="accent5"/>
          </a:effectRef>
          <a:fontRef idx="minor">
            <a:schemeClr val="tx1"/>
          </a:fontRef>
        </p:style>
      </p:cxnSp>
      <p:cxnSp>
        <p:nvCxnSpPr>
          <p:cNvPr id="29" name="直線矢印コネクタ 28">
            <a:extLst>
              <a:ext uri="{FF2B5EF4-FFF2-40B4-BE49-F238E27FC236}">
                <a16:creationId xmlns:a16="http://schemas.microsoft.com/office/drawing/2014/main" id="{02240A7B-4286-20D1-1AEE-8D09E46A2098}"/>
              </a:ext>
            </a:extLst>
          </p:cNvPr>
          <p:cNvCxnSpPr>
            <a:cxnSpLocks/>
          </p:cNvCxnSpPr>
          <p:nvPr/>
        </p:nvCxnSpPr>
        <p:spPr bwMode="auto">
          <a:xfrm>
            <a:off x="3845975" y="6309032"/>
            <a:ext cx="540006" cy="0"/>
          </a:xfrm>
          <a:prstGeom prst="straightConnector1">
            <a:avLst/>
          </a:prstGeom>
          <a:ln>
            <a:headEnd type="none" w="med" len="med"/>
            <a:tailEnd type="triangle"/>
          </a:ln>
        </p:spPr>
        <p:style>
          <a:lnRef idx="2">
            <a:schemeClr val="accent5"/>
          </a:lnRef>
          <a:fillRef idx="0">
            <a:schemeClr val="accent5"/>
          </a:fillRef>
          <a:effectRef idx="1">
            <a:schemeClr val="accent5"/>
          </a:effectRef>
          <a:fontRef idx="minor">
            <a:schemeClr val="tx1"/>
          </a:fontRef>
        </p:style>
      </p:cxnSp>
    </p:spTree>
    <p:extLst>
      <p:ext uri="{BB962C8B-B14F-4D97-AF65-F5344CB8AC3E}">
        <p14:creationId xmlns:p14="http://schemas.microsoft.com/office/powerpoint/2010/main" val="114837311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7DA3D41-08A7-E55C-4085-C0332D173B32}"/>
              </a:ext>
            </a:extLst>
          </p:cNvPr>
          <p:cNvSpPr>
            <a:spLocks noGrp="1"/>
          </p:cNvSpPr>
          <p:nvPr>
            <p:ph type="title"/>
          </p:nvPr>
        </p:nvSpPr>
        <p:spPr/>
        <p:txBody>
          <a:bodyPr/>
          <a:lstStyle/>
          <a:p>
            <a:r>
              <a:rPr kumimoji="1" lang="ja-JP" altLang="en-US" dirty="0"/>
              <a:t>代表的な </a:t>
            </a:r>
            <a:r>
              <a:rPr kumimoji="1" lang="en-US" altLang="ja-JP" dirty="0"/>
              <a:t>GPU </a:t>
            </a:r>
            <a:r>
              <a:rPr kumimoji="1" lang="ja-JP" altLang="en-US" dirty="0"/>
              <a:t>のアーキテクチャ</a:t>
            </a:r>
          </a:p>
        </p:txBody>
      </p:sp>
      <p:sp>
        <p:nvSpPr>
          <p:cNvPr id="3" name="テキスト プレースホルダー 2">
            <a:extLst>
              <a:ext uri="{FF2B5EF4-FFF2-40B4-BE49-F238E27FC236}">
                <a16:creationId xmlns:a16="http://schemas.microsoft.com/office/drawing/2014/main" id="{E746FE32-87F6-46A1-86D7-C680EA1CF888}"/>
              </a:ext>
            </a:extLst>
          </p:cNvPr>
          <p:cNvSpPr>
            <a:spLocks noGrp="1"/>
          </p:cNvSpPr>
          <p:nvPr>
            <p:ph type="body" sz="quarter" idx="10"/>
          </p:nvPr>
        </p:nvSpPr>
        <p:spPr>
          <a:xfrm>
            <a:off x="1955954" y="2168986"/>
            <a:ext cx="8730098" cy="2520028"/>
          </a:xfrm>
        </p:spPr>
        <p:txBody>
          <a:bodyPr/>
          <a:lstStyle/>
          <a:p>
            <a:r>
              <a:rPr lang="en-US" altLang="ja-JP" sz="1800" dirty="0"/>
              <a:t>GPU </a:t>
            </a:r>
            <a:r>
              <a:rPr lang="ja-JP" altLang="en-US" sz="1800" dirty="0"/>
              <a:t>は同じ処理をするスレッドを多数走らせることに特化</a:t>
            </a:r>
            <a:endParaRPr lang="en-US" altLang="ja-JP" sz="1800" dirty="0"/>
          </a:p>
          <a:p>
            <a:pPr lvl="1"/>
            <a:r>
              <a:rPr lang="ja-JP" altLang="en-US" sz="1800" dirty="0"/>
              <a:t>これを効率的に実現するのが </a:t>
            </a:r>
            <a:r>
              <a:rPr lang="en-US" altLang="ja-JP" sz="1800" dirty="0">
                <a:solidFill>
                  <a:schemeClr val="accent5"/>
                </a:solidFill>
              </a:rPr>
              <a:t>SIMD</a:t>
            </a:r>
            <a:r>
              <a:rPr lang="en-US" altLang="ja-JP" sz="1800" dirty="0"/>
              <a:t> </a:t>
            </a:r>
            <a:r>
              <a:rPr lang="ja-JP" altLang="en-US" sz="1800" dirty="0"/>
              <a:t>と呼ばれる方式</a:t>
            </a:r>
            <a:endParaRPr lang="en-US" altLang="ja-JP" sz="1800" dirty="0"/>
          </a:p>
          <a:p>
            <a:pPr lvl="1"/>
            <a:r>
              <a:rPr lang="en-US" altLang="ja-JP" sz="1800" dirty="0"/>
              <a:t>SIMD </a:t>
            </a:r>
            <a:r>
              <a:rPr lang="ja-JP" altLang="en-US" sz="1800" dirty="0"/>
              <a:t>は </a:t>
            </a:r>
            <a:r>
              <a:rPr lang="en-US" altLang="ja-JP" sz="1800" dirty="0"/>
              <a:t>GPU </a:t>
            </a:r>
            <a:r>
              <a:rPr lang="ja-JP" altLang="en-US" sz="1800" dirty="0"/>
              <a:t>のハードウェア方式やプログラミング・モデルの根幹に関わる</a:t>
            </a:r>
            <a:endParaRPr lang="en-US" altLang="ja-JP" sz="1800" dirty="0"/>
          </a:p>
          <a:p>
            <a:r>
              <a:rPr lang="ja-JP" altLang="en-US" sz="1800" dirty="0"/>
              <a:t>大きく分けて２つの方式</a:t>
            </a:r>
            <a:endParaRPr lang="en-US" altLang="ja-JP" sz="1800" dirty="0"/>
          </a:p>
          <a:p>
            <a:pPr lvl="1">
              <a:buFont typeface="+mj-lt"/>
              <a:buAutoNum type="arabicPeriod"/>
            </a:pPr>
            <a:r>
              <a:rPr lang="en-US" altLang="ja-JP" sz="1800" dirty="0"/>
              <a:t>NVIDIA</a:t>
            </a:r>
            <a:r>
              <a:rPr lang="ja-JP" altLang="en-US" sz="1800" dirty="0"/>
              <a:t>：　 </a:t>
            </a:r>
            <a:r>
              <a:rPr lang="en-US" altLang="ja-JP" sz="1800" dirty="0"/>
              <a:t>Single Instruction Multiple Thread (</a:t>
            </a:r>
            <a:r>
              <a:rPr lang="en-US" altLang="ja-JP" sz="1800" dirty="0">
                <a:solidFill>
                  <a:schemeClr val="accent5"/>
                </a:solidFill>
              </a:rPr>
              <a:t>SIMT</a:t>
            </a:r>
            <a:r>
              <a:rPr lang="en-US" altLang="ja-JP" sz="1800" dirty="0"/>
              <a:t>) </a:t>
            </a:r>
            <a:r>
              <a:rPr lang="ja-JP" altLang="en-US" sz="1800" dirty="0"/>
              <a:t>方式</a:t>
            </a:r>
            <a:endParaRPr lang="en-US" altLang="ja-JP" sz="1800" dirty="0"/>
          </a:p>
          <a:p>
            <a:pPr lvl="1">
              <a:buFont typeface="+mj-lt"/>
              <a:buAutoNum type="arabicPeriod"/>
            </a:pPr>
            <a:r>
              <a:rPr lang="en-US" altLang="ja-JP" sz="1800" dirty="0"/>
              <a:t>AMD/Intel</a:t>
            </a:r>
            <a:r>
              <a:rPr lang="ja-JP" altLang="en-US" sz="1800" dirty="0"/>
              <a:t>：</a:t>
            </a:r>
            <a:r>
              <a:rPr lang="en-US" altLang="ja-JP" sz="1800" dirty="0"/>
              <a:t>Single Instruction stream Multiple Data (</a:t>
            </a:r>
            <a:r>
              <a:rPr lang="en-US" altLang="ja-JP" sz="1800" dirty="0">
                <a:solidFill>
                  <a:schemeClr val="accent5"/>
                </a:solidFill>
              </a:rPr>
              <a:t>SIMD</a:t>
            </a:r>
            <a:r>
              <a:rPr lang="en-US" altLang="ja-JP" sz="1800" dirty="0"/>
              <a:t>) </a:t>
            </a:r>
            <a:r>
              <a:rPr lang="ja-JP" altLang="en-US" sz="1800" dirty="0"/>
              <a:t>方式</a:t>
            </a:r>
            <a:endParaRPr lang="en-US" altLang="ja-JP" sz="1800" dirty="0"/>
          </a:p>
          <a:p>
            <a:r>
              <a:rPr lang="en-US" altLang="ja-JP" sz="1800" dirty="0"/>
              <a:t>SIMD </a:t>
            </a:r>
            <a:r>
              <a:rPr lang="ja-JP" altLang="en-US" sz="1800" dirty="0"/>
              <a:t>方式から順に説明</a:t>
            </a:r>
            <a:endParaRPr lang="en-US" altLang="ja-JP" sz="1800" dirty="0"/>
          </a:p>
          <a:p>
            <a:pPr lvl="1"/>
            <a:r>
              <a:rPr lang="en-US" altLang="ja-JP" sz="1800" dirty="0"/>
              <a:t>SIMT </a:t>
            </a:r>
            <a:r>
              <a:rPr lang="ja-JP" altLang="en-US" sz="1800" dirty="0"/>
              <a:t>方式は </a:t>
            </a:r>
            <a:r>
              <a:rPr lang="en-US" altLang="ja-JP" sz="1800" dirty="0"/>
              <a:t>SIMD </a:t>
            </a:r>
            <a:r>
              <a:rPr lang="ja-JP" altLang="en-US" sz="1800" dirty="0"/>
              <a:t>を発展させた概念であるため</a:t>
            </a:r>
          </a:p>
        </p:txBody>
      </p:sp>
    </p:spTree>
    <p:extLst>
      <p:ext uri="{BB962C8B-B14F-4D97-AF65-F5344CB8AC3E}">
        <p14:creationId xmlns:p14="http://schemas.microsoft.com/office/powerpoint/2010/main" val="188015974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DF28C6C-4B6B-0592-DFC2-4C563ECDF732}"/>
              </a:ext>
            </a:extLst>
          </p:cNvPr>
          <p:cNvSpPr>
            <a:spLocks noGrp="1"/>
          </p:cNvSpPr>
          <p:nvPr>
            <p:ph type="title"/>
          </p:nvPr>
        </p:nvSpPr>
        <p:spPr/>
        <p:txBody>
          <a:bodyPr/>
          <a:lstStyle/>
          <a:p>
            <a:r>
              <a:rPr kumimoji="1" lang="en-US" altLang="ja-JP" dirty="0"/>
              <a:t>GPU </a:t>
            </a:r>
            <a:r>
              <a:rPr kumimoji="1" lang="ja-JP" altLang="en-US" dirty="0"/>
              <a:t>の基本的な構造</a:t>
            </a:r>
          </a:p>
        </p:txBody>
      </p:sp>
      <p:sp>
        <p:nvSpPr>
          <p:cNvPr id="3" name="テキスト プレースホルダー 2">
            <a:extLst>
              <a:ext uri="{FF2B5EF4-FFF2-40B4-BE49-F238E27FC236}">
                <a16:creationId xmlns:a16="http://schemas.microsoft.com/office/drawing/2014/main" id="{CBA111A3-835E-F467-EC49-839674912985}"/>
              </a:ext>
            </a:extLst>
          </p:cNvPr>
          <p:cNvSpPr>
            <a:spLocks noGrp="1"/>
          </p:cNvSpPr>
          <p:nvPr>
            <p:ph type="body" sz="quarter" idx="10"/>
          </p:nvPr>
        </p:nvSpPr>
        <p:spPr/>
        <p:txBody>
          <a:bodyPr/>
          <a:lstStyle/>
          <a:p>
            <a:pPr marL="457200" indent="-457200">
              <a:buFont typeface="+mj-lt"/>
              <a:buAutoNum type="arabicPeriod"/>
            </a:pPr>
            <a:r>
              <a:rPr kumimoji="1" lang="ja-JP" altLang="en-US" dirty="0"/>
              <a:t>フリンの分類と </a:t>
            </a:r>
            <a:r>
              <a:rPr kumimoji="1" lang="en-US" altLang="ja-JP" dirty="0"/>
              <a:t>SIMD</a:t>
            </a:r>
          </a:p>
          <a:p>
            <a:pPr marL="457200" indent="-457200">
              <a:buFont typeface="+mj-lt"/>
              <a:buAutoNum type="arabicPeriod"/>
            </a:pPr>
            <a:r>
              <a:rPr lang="en-US" altLang="ja-JP" dirty="0"/>
              <a:t>GPU </a:t>
            </a:r>
            <a:r>
              <a:rPr lang="ja-JP" altLang="en-US" dirty="0"/>
              <a:t>における回路量当たりの性能向上</a:t>
            </a:r>
          </a:p>
          <a:p>
            <a:pPr marL="457200" indent="-457200">
              <a:buFont typeface="+mj-lt"/>
              <a:buAutoNum type="arabicPeriod"/>
            </a:pPr>
            <a:r>
              <a:rPr kumimoji="1" lang="en-US" altLang="ja-JP" dirty="0"/>
              <a:t>SIMD </a:t>
            </a:r>
            <a:r>
              <a:rPr kumimoji="1" lang="ja-JP" altLang="en-US" dirty="0"/>
              <a:t>プロセッサのプログラミング・モデル</a:t>
            </a:r>
          </a:p>
        </p:txBody>
      </p:sp>
    </p:spTree>
    <p:extLst>
      <p:ext uri="{BB962C8B-B14F-4D97-AF65-F5344CB8AC3E}">
        <p14:creationId xmlns:p14="http://schemas.microsoft.com/office/powerpoint/2010/main" val="290437133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D616928-E4AC-D43C-5712-51ADCE7DA59C}"/>
              </a:ext>
            </a:extLst>
          </p:cNvPr>
          <p:cNvSpPr>
            <a:spLocks noGrp="1"/>
          </p:cNvSpPr>
          <p:nvPr>
            <p:ph type="title"/>
          </p:nvPr>
        </p:nvSpPr>
        <p:spPr/>
        <p:txBody>
          <a:bodyPr/>
          <a:lstStyle/>
          <a:p>
            <a:r>
              <a:rPr kumimoji="1" lang="ja-JP" altLang="en-US" dirty="0"/>
              <a:t>フリンの分類と </a:t>
            </a:r>
            <a:r>
              <a:rPr kumimoji="1" lang="en-US" altLang="ja-JP" dirty="0"/>
              <a:t>SIMD </a:t>
            </a:r>
            <a:endParaRPr kumimoji="1" lang="ja-JP" altLang="en-US" dirty="0"/>
          </a:p>
        </p:txBody>
      </p:sp>
      <p:sp>
        <p:nvSpPr>
          <p:cNvPr id="3" name="テキスト プレースホルダー 2">
            <a:extLst>
              <a:ext uri="{FF2B5EF4-FFF2-40B4-BE49-F238E27FC236}">
                <a16:creationId xmlns:a16="http://schemas.microsoft.com/office/drawing/2014/main" id="{8FD7964B-5D08-C0D0-086D-C6B016DE5D09}"/>
              </a:ext>
            </a:extLst>
          </p:cNvPr>
          <p:cNvSpPr>
            <a:spLocks noGrp="1"/>
          </p:cNvSpPr>
          <p:nvPr>
            <p:ph type="body" sz="quarter" idx="10"/>
          </p:nvPr>
        </p:nvSpPr>
        <p:spPr/>
        <p:txBody>
          <a:bodyPr/>
          <a:lstStyle/>
          <a:p>
            <a:r>
              <a:rPr kumimoji="1" lang="en-US" altLang="ja-JP" dirty="0"/>
              <a:t>Single Instruction stream/Multiple Data stream (SIMD)</a:t>
            </a:r>
          </a:p>
          <a:p>
            <a:pPr lvl="1"/>
            <a:r>
              <a:rPr kumimoji="1" lang="ja-JP" altLang="en-US" dirty="0"/>
              <a:t>コンピュータ・ハードウェアの構成方法の分類の１つ</a:t>
            </a:r>
            <a:endParaRPr kumimoji="1" lang="en-US" altLang="ja-JP" dirty="0"/>
          </a:p>
          <a:p>
            <a:pPr lvl="1"/>
            <a:r>
              <a:rPr kumimoji="1" lang="ja-JP" altLang="en-US" dirty="0"/>
              <a:t>あいだの「</a:t>
            </a:r>
            <a:r>
              <a:rPr kumimoji="1" lang="en-US" altLang="ja-JP" dirty="0"/>
              <a:t>stream</a:t>
            </a:r>
            <a:r>
              <a:rPr kumimoji="1" lang="ja-JP" altLang="en-US" dirty="0"/>
              <a:t>」は省略されることもある</a:t>
            </a:r>
            <a:endParaRPr kumimoji="1" lang="en-US" altLang="ja-JP" dirty="0"/>
          </a:p>
          <a:p>
            <a:r>
              <a:rPr kumimoji="1" lang="ja-JP" altLang="en-US" dirty="0"/>
              <a:t>フリンによる分類に由来</a:t>
            </a:r>
            <a:endParaRPr kumimoji="1" lang="en-US" altLang="ja-JP" dirty="0"/>
          </a:p>
          <a:p>
            <a:pPr lvl="1"/>
            <a:r>
              <a:rPr kumimoji="1" lang="en-US" altLang="ja-JP" dirty="0"/>
              <a:t>M. J. Flynn, "Very high-speed computing systems," in Proceedings of the IEEE, vol. 54, no. 12, pp. 1901-1909, Dec. 1966</a:t>
            </a:r>
          </a:p>
          <a:p>
            <a:r>
              <a:rPr kumimoji="1" lang="ja-JP" altLang="en-US" dirty="0"/>
              <a:t>プログラムを処理する際の</a:t>
            </a:r>
            <a:endParaRPr kumimoji="1" lang="en-US" altLang="ja-JP" dirty="0"/>
          </a:p>
          <a:p>
            <a:pPr lvl="1"/>
            <a:r>
              <a:rPr kumimoji="1" lang="ja-JP" altLang="en-US" dirty="0"/>
              <a:t>「命令の流れ」と「データの流れ」に着目</a:t>
            </a:r>
            <a:endParaRPr kumimoji="1" lang="en-US" altLang="ja-JP" dirty="0"/>
          </a:p>
          <a:p>
            <a:pPr lvl="1"/>
            <a:r>
              <a:rPr kumimoji="1" lang="ja-JP" altLang="en-US" dirty="0"/>
              <a:t>それぞれが同時に１つあるか，複数あるかで分類</a:t>
            </a:r>
            <a:endParaRPr kumimoji="1" lang="en-US" altLang="ja-JP" dirty="0"/>
          </a:p>
        </p:txBody>
      </p:sp>
    </p:spTree>
    <p:extLst>
      <p:ext uri="{BB962C8B-B14F-4D97-AF65-F5344CB8AC3E}">
        <p14:creationId xmlns:p14="http://schemas.microsoft.com/office/powerpoint/2010/main" val="291611148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フリンの分類</a:t>
            </a:r>
            <a:br>
              <a:rPr kumimoji="1" lang="en-US" altLang="ja-JP" dirty="0"/>
            </a:br>
            <a:r>
              <a:rPr lang="ja-JP" altLang="en-US" sz="1800" dirty="0"/>
              <a:t>混乱したらこの図を見返そう</a:t>
            </a:r>
            <a:endParaRPr kumimoji="1" lang="ja-JP" altLang="en-US" dirty="0"/>
          </a:p>
        </p:txBody>
      </p:sp>
      <p:sp>
        <p:nvSpPr>
          <p:cNvPr id="15" name="正方形/長方形 14">
            <a:extLst>
              <a:ext uri="{FF2B5EF4-FFF2-40B4-BE49-F238E27FC236}">
                <a16:creationId xmlns:a16="http://schemas.microsoft.com/office/drawing/2014/main" id="{B910C821-A2BE-B213-20C9-629C87ECAEF1}"/>
              </a:ext>
            </a:extLst>
          </p:cNvPr>
          <p:cNvSpPr/>
          <p:nvPr/>
        </p:nvSpPr>
        <p:spPr bwMode="auto">
          <a:xfrm>
            <a:off x="2495960" y="2708992"/>
            <a:ext cx="720008" cy="36000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命令メモリ</a:t>
            </a:r>
          </a:p>
        </p:txBody>
      </p:sp>
      <p:cxnSp>
        <p:nvCxnSpPr>
          <p:cNvPr id="16" name="直線矢印コネクタ 15">
            <a:extLst>
              <a:ext uri="{FF2B5EF4-FFF2-40B4-BE49-F238E27FC236}">
                <a16:creationId xmlns:a16="http://schemas.microsoft.com/office/drawing/2014/main" id="{B42BA47D-B259-ADCF-32E1-3F5201B269D2}"/>
              </a:ext>
            </a:extLst>
          </p:cNvPr>
          <p:cNvCxnSpPr>
            <a:cxnSpLocks/>
          </p:cNvCxnSpPr>
          <p:nvPr/>
        </p:nvCxnSpPr>
        <p:spPr bwMode="auto">
          <a:xfrm>
            <a:off x="2855964" y="2511121"/>
            <a:ext cx="0" cy="197870"/>
          </a:xfrm>
          <a:prstGeom prst="straightConnector1">
            <a:avLst/>
          </a:pr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cxnSp>
      <p:sp>
        <p:nvSpPr>
          <p:cNvPr id="30" name="正方形/長方形 29">
            <a:extLst>
              <a:ext uri="{FF2B5EF4-FFF2-40B4-BE49-F238E27FC236}">
                <a16:creationId xmlns:a16="http://schemas.microsoft.com/office/drawing/2014/main" id="{27AE8EFA-E12A-FD1A-D117-B4A5889C93C5}"/>
              </a:ext>
            </a:extLst>
          </p:cNvPr>
          <p:cNvSpPr/>
          <p:nvPr/>
        </p:nvSpPr>
        <p:spPr bwMode="auto">
          <a:xfrm>
            <a:off x="2675962" y="2168985"/>
            <a:ext cx="360004" cy="36000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600" dirty="0">
                <a:solidFill>
                  <a:schemeClr val="tx1">
                    <a:lumMod val="75000"/>
                    <a:lumOff val="25000"/>
                  </a:schemeClr>
                </a:solidFill>
                <a:latin typeface="+mn-ea"/>
              </a:rPr>
              <a:t>PC</a:t>
            </a:r>
            <a:endParaRPr lang="ja-JP" altLang="en-US" sz="1600" dirty="0">
              <a:solidFill>
                <a:schemeClr val="tx1">
                  <a:lumMod val="75000"/>
                  <a:lumOff val="25000"/>
                </a:schemeClr>
              </a:solidFill>
              <a:latin typeface="+mn-ea"/>
            </a:endParaRPr>
          </a:p>
        </p:txBody>
      </p:sp>
      <p:sp>
        <p:nvSpPr>
          <p:cNvPr id="50" name="フリーフォーム 10">
            <a:extLst>
              <a:ext uri="{FF2B5EF4-FFF2-40B4-BE49-F238E27FC236}">
                <a16:creationId xmlns:a16="http://schemas.microsoft.com/office/drawing/2014/main" id="{44A73F9E-2E59-A8BC-335C-F545C69B1F2C}"/>
              </a:ext>
            </a:extLst>
          </p:cNvPr>
          <p:cNvSpPr>
            <a:spLocks noChangeArrowheads="1"/>
          </p:cNvSpPr>
          <p:nvPr/>
        </p:nvSpPr>
        <p:spPr bwMode="auto">
          <a:xfrm flipH="1">
            <a:off x="2495960" y="3428999"/>
            <a:ext cx="720008"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type="triangle" w="sm" len="med"/>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演算器</a:t>
            </a:r>
          </a:p>
        </p:txBody>
      </p:sp>
      <p:cxnSp>
        <p:nvCxnSpPr>
          <p:cNvPr id="51" name="直線矢印コネクタ 50">
            <a:extLst>
              <a:ext uri="{FF2B5EF4-FFF2-40B4-BE49-F238E27FC236}">
                <a16:creationId xmlns:a16="http://schemas.microsoft.com/office/drawing/2014/main" id="{DBB74B0B-52E8-D5DB-7795-6BCB65727AC1}"/>
              </a:ext>
            </a:extLst>
          </p:cNvPr>
          <p:cNvCxnSpPr>
            <a:cxnSpLocks/>
          </p:cNvCxnSpPr>
          <p:nvPr/>
        </p:nvCxnSpPr>
        <p:spPr bwMode="auto">
          <a:xfrm>
            <a:off x="2855964" y="3068996"/>
            <a:ext cx="0" cy="360003"/>
          </a:xfrm>
          <a:prstGeom prst="straightConnector1">
            <a:avLst/>
          </a:pr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cxnSp>
      <p:sp>
        <p:nvSpPr>
          <p:cNvPr id="52" name="正方形/長方形 51">
            <a:extLst>
              <a:ext uri="{FF2B5EF4-FFF2-40B4-BE49-F238E27FC236}">
                <a16:creationId xmlns:a16="http://schemas.microsoft.com/office/drawing/2014/main" id="{00DA425B-A218-7EBA-CBE5-6ABAC72FFB45}"/>
              </a:ext>
            </a:extLst>
          </p:cNvPr>
          <p:cNvSpPr/>
          <p:nvPr/>
        </p:nvSpPr>
        <p:spPr bwMode="auto">
          <a:xfrm>
            <a:off x="6276002" y="2708992"/>
            <a:ext cx="720008" cy="36000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命令メモリ</a:t>
            </a:r>
          </a:p>
        </p:txBody>
      </p:sp>
      <p:cxnSp>
        <p:nvCxnSpPr>
          <p:cNvPr id="53" name="直線矢印コネクタ 52">
            <a:extLst>
              <a:ext uri="{FF2B5EF4-FFF2-40B4-BE49-F238E27FC236}">
                <a16:creationId xmlns:a16="http://schemas.microsoft.com/office/drawing/2014/main" id="{BEC04D6C-3B1A-1EAB-95EC-F9126CCB8309}"/>
              </a:ext>
            </a:extLst>
          </p:cNvPr>
          <p:cNvCxnSpPr>
            <a:cxnSpLocks/>
          </p:cNvCxnSpPr>
          <p:nvPr/>
        </p:nvCxnSpPr>
        <p:spPr bwMode="auto">
          <a:xfrm>
            <a:off x="6636006" y="2511121"/>
            <a:ext cx="0" cy="197870"/>
          </a:xfrm>
          <a:prstGeom prst="straightConnector1">
            <a:avLst/>
          </a:pr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cxnSp>
      <p:sp>
        <p:nvSpPr>
          <p:cNvPr id="54" name="正方形/長方形 53">
            <a:extLst>
              <a:ext uri="{FF2B5EF4-FFF2-40B4-BE49-F238E27FC236}">
                <a16:creationId xmlns:a16="http://schemas.microsoft.com/office/drawing/2014/main" id="{834BCDCA-955B-D292-9D90-6F1692C1F1FD}"/>
              </a:ext>
            </a:extLst>
          </p:cNvPr>
          <p:cNvSpPr/>
          <p:nvPr/>
        </p:nvSpPr>
        <p:spPr bwMode="auto">
          <a:xfrm>
            <a:off x="6456004" y="2168985"/>
            <a:ext cx="360004" cy="36000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600" dirty="0">
                <a:solidFill>
                  <a:schemeClr val="tx1">
                    <a:lumMod val="75000"/>
                    <a:lumOff val="25000"/>
                  </a:schemeClr>
                </a:solidFill>
                <a:latin typeface="+mn-ea"/>
              </a:rPr>
              <a:t>PC</a:t>
            </a:r>
            <a:endParaRPr lang="ja-JP" altLang="en-US" sz="1600" dirty="0">
              <a:solidFill>
                <a:schemeClr val="tx1">
                  <a:lumMod val="75000"/>
                  <a:lumOff val="25000"/>
                </a:schemeClr>
              </a:solidFill>
              <a:latin typeface="+mn-ea"/>
            </a:endParaRPr>
          </a:p>
        </p:txBody>
      </p:sp>
      <p:sp>
        <p:nvSpPr>
          <p:cNvPr id="55" name="フリーフォーム 10">
            <a:extLst>
              <a:ext uri="{FF2B5EF4-FFF2-40B4-BE49-F238E27FC236}">
                <a16:creationId xmlns:a16="http://schemas.microsoft.com/office/drawing/2014/main" id="{3B6816FB-D5C1-951F-AFA5-0C0B196B66EE}"/>
              </a:ext>
            </a:extLst>
          </p:cNvPr>
          <p:cNvSpPr>
            <a:spLocks noChangeArrowheads="1"/>
          </p:cNvSpPr>
          <p:nvPr/>
        </p:nvSpPr>
        <p:spPr bwMode="auto">
          <a:xfrm flipH="1">
            <a:off x="5015988" y="3428999"/>
            <a:ext cx="720008"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type="triangle" w="sm" len="med"/>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演算器</a:t>
            </a:r>
          </a:p>
        </p:txBody>
      </p:sp>
      <p:cxnSp>
        <p:nvCxnSpPr>
          <p:cNvPr id="56" name="直線矢印コネクタ 55">
            <a:extLst>
              <a:ext uri="{FF2B5EF4-FFF2-40B4-BE49-F238E27FC236}">
                <a16:creationId xmlns:a16="http://schemas.microsoft.com/office/drawing/2014/main" id="{63F3B171-8BFC-AE3F-0A94-094749FDFCD6}"/>
              </a:ext>
            </a:extLst>
          </p:cNvPr>
          <p:cNvCxnSpPr>
            <a:cxnSpLocks/>
          </p:cNvCxnSpPr>
          <p:nvPr/>
        </p:nvCxnSpPr>
        <p:spPr bwMode="auto">
          <a:xfrm>
            <a:off x="6636006" y="3068995"/>
            <a:ext cx="0" cy="197870"/>
          </a:xfrm>
          <a:prstGeom prst="straightConnector1">
            <a:avLst/>
          </a:pr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cxnSp>
      <p:sp>
        <p:nvSpPr>
          <p:cNvPr id="57" name="Freeform 10">
            <a:extLst>
              <a:ext uri="{FF2B5EF4-FFF2-40B4-BE49-F238E27FC236}">
                <a16:creationId xmlns:a16="http://schemas.microsoft.com/office/drawing/2014/main" id="{91FC0299-73A6-CA0E-0A6A-390A7A13037B}"/>
              </a:ext>
            </a:extLst>
          </p:cNvPr>
          <p:cNvSpPr>
            <a:spLocks/>
          </p:cNvSpPr>
          <p:nvPr/>
        </p:nvSpPr>
        <p:spPr bwMode="auto">
          <a:xfrm rot="5400000">
            <a:off x="5825997" y="2798993"/>
            <a:ext cx="180001" cy="1080012"/>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sp>
        <p:nvSpPr>
          <p:cNvPr id="58" name="フリーフォーム 10">
            <a:extLst>
              <a:ext uri="{FF2B5EF4-FFF2-40B4-BE49-F238E27FC236}">
                <a16:creationId xmlns:a16="http://schemas.microsoft.com/office/drawing/2014/main" id="{4176E7F6-5ED3-D33B-4555-CF9B31554FBF}"/>
              </a:ext>
            </a:extLst>
          </p:cNvPr>
          <p:cNvSpPr>
            <a:spLocks noChangeArrowheads="1"/>
          </p:cNvSpPr>
          <p:nvPr/>
        </p:nvSpPr>
        <p:spPr bwMode="auto">
          <a:xfrm flipH="1">
            <a:off x="5825997" y="3428999"/>
            <a:ext cx="720008"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type="triangle" w="sm" len="med"/>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演算器</a:t>
            </a:r>
          </a:p>
        </p:txBody>
      </p:sp>
      <p:sp>
        <p:nvSpPr>
          <p:cNvPr id="59" name="フリーフォーム 10">
            <a:extLst>
              <a:ext uri="{FF2B5EF4-FFF2-40B4-BE49-F238E27FC236}">
                <a16:creationId xmlns:a16="http://schemas.microsoft.com/office/drawing/2014/main" id="{4AF14BF6-A88B-E908-97F4-6E7F1D2723DA}"/>
              </a:ext>
            </a:extLst>
          </p:cNvPr>
          <p:cNvSpPr>
            <a:spLocks noChangeArrowheads="1"/>
          </p:cNvSpPr>
          <p:nvPr/>
        </p:nvSpPr>
        <p:spPr bwMode="auto">
          <a:xfrm flipH="1">
            <a:off x="6636006" y="3428999"/>
            <a:ext cx="720008"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type="triangle" w="sm" len="med"/>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演算器</a:t>
            </a:r>
          </a:p>
        </p:txBody>
      </p:sp>
      <p:sp>
        <p:nvSpPr>
          <p:cNvPr id="60" name="フリーフォーム 10">
            <a:extLst>
              <a:ext uri="{FF2B5EF4-FFF2-40B4-BE49-F238E27FC236}">
                <a16:creationId xmlns:a16="http://schemas.microsoft.com/office/drawing/2014/main" id="{A2F2562E-EE4E-2407-F81C-7E7024A75F90}"/>
              </a:ext>
            </a:extLst>
          </p:cNvPr>
          <p:cNvSpPr>
            <a:spLocks noChangeArrowheads="1"/>
          </p:cNvSpPr>
          <p:nvPr/>
        </p:nvSpPr>
        <p:spPr bwMode="auto">
          <a:xfrm flipH="1">
            <a:off x="7446015" y="3428999"/>
            <a:ext cx="720008"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type="triangle" w="sm" len="med"/>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演算器</a:t>
            </a:r>
          </a:p>
        </p:txBody>
      </p:sp>
      <p:sp>
        <p:nvSpPr>
          <p:cNvPr id="61" name="Freeform 10">
            <a:extLst>
              <a:ext uri="{FF2B5EF4-FFF2-40B4-BE49-F238E27FC236}">
                <a16:creationId xmlns:a16="http://schemas.microsoft.com/office/drawing/2014/main" id="{A9E59788-9243-A055-04D1-3A872E5DA67B}"/>
              </a:ext>
            </a:extLst>
          </p:cNvPr>
          <p:cNvSpPr>
            <a:spLocks/>
          </p:cNvSpPr>
          <p:nvPr/>
        </p:nvSpPr>
        <p:spPr bwMode="auto">
          <a:xfrm rot="5400000">
            <a:off x="6231003" y="3203998"/>
            <a:ext cx="180000" cy="27000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sp>
        <p:nvSpPr>
          <p:cNvPr id="62" name="Freeform 10">
            <a:extLst>
              <a:ext uri="{FF2B5EF4-FFF2-40B4-BE49-F238E27FC236}">
                <a16:creationId xmlns:a16="http://schemas.microsoft.com/office/drawing/2014/main" id="{921A573D-6A7C-9376-133D-408532B7CF04}"/>
              </a:ext>
            </a:extLst>
          </p:cNvPr>
          <p:cNvSpPr>
            <a:spLocks/>
          </p:cNvSpPr>
          <p:nvPr/>
        </p:nvSpPr>
        <p:spPr bwMode="auto">
          <a:xfrm rot="5400000" flipV="1">
            <a:off x="6681007" y="3023996"/>
            <a:ext cx="180000" cy="630007"/>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sp>
        <p:nvSpPr>
          <p:cNvPr id="63" name="Freeform 10">
            <a:extLst>
              <a:ext uri="{FF2B5EF4-FFF2-40B4-BE49-F238E27FC236}">
                <a16:creationId xmlns:a16="http://schemas.microsoft.com/office/drawing/2014/main" id="{CFB221DA-C216-6983-1BF1-909CA47BFE47}"/>
              </a:ext>
            </a:extLst>
          </p:cNvPr>
          <p:cNvSpPr>
            <a:spLocks/>
          </p:cNvSpPr>
          <p:nvPr/>
        </p:nvSpPr>
        <p:spPr bwMode="auto">
          <a:xfrm rot="5400000" flipV="1">
            <a:off x="7266015" y="2888995"/>
            <a:ext cx="180001" cy="900011"/>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sp>
        <p:nvSpPr>
          <p:cNvPr id="64" name="正方形/長方形 63">
            <a:extLst>
              <a:ext uri="{FF2B5EF4-FFF2-40B4-BE49-F238E27FC236}">
                <a16:creationId xmlns:a16="http://schemas.microsoft.com/office/drawing/2014/main" id="{A689800D-44D1-55D0-ED33-5985E102B179}"/>
              </a:ext>
            </a:extLst>
          </p:cNvPr>
          <p:cNvSpPr/>
          <p:nvPr/>
        </p:nvSpPr>
        <p:spPr bwMode="auto">
          <a:xfrm>
            <a:off x="2495961" y="1718979"/>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tx1">
                    <a:lumMod val="75000"/>
                    <a:lumOff val="25000"/>
                  </a:schemeClr>
                </a:solidFill>
                <a:latin typeface="+mn-ea"/>
              </a:rPr>
              <a:t>SISD</a:t>
            </a:r>
            <a:endParaRPr lang="ja-JP" altLang="en-US" sz="1600" dirty="0">
              <a:solidFill>
                <a:schemeClr val="tx1">
                  <a:lumMod val="75000"/>
                  <a:lumOff val="25000"/>
                </a:schemeClr>
              </a:solidFill>
              <a:latin typeface="+mn-ea"/>
            </a:endParaRPr>
          </a:p>
        </p:txBody>
      </p:sp>
      <p:sp>
        <p:nvSpPr>
          <p:cNvPr id="66" name="正方形/長方形 65">
            <a:extLst>
              <a:ext uri="{FF2B5EF4-FFF2-40B4-BE49-F238E27FC236}">
                <a16:creationId xmlns:a16="http://schemas.microsoft.com/office/drawing/2014/main" id="{047C429B-67D5-7E3B-8855-685D3AD2210B}"/>
              </a:ext>
            </a:extLst>
          </p:cNvPr>
          <p:cNvSpPr/>
          <p:nvPr/>
        </p:nvSpPr>
        <p:spPr bwMode="auto">
          <a:xfrm>
            <a:off x="5825997" y="5229021"/>
            <a:ext cx="720008" cy="36000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命令メモリ</a:t>
            </a:r>
          </a:p>
        </p:txBody>
      </p:sp>
      <p:cxnSp>
        <p:nvCxnSpPr>
          <p:cNvPr id="67" name="直線矢印コネクタ 66">
            <a:extLst>
              <a:ext uri="{FF2B5EF4-FFF2-40B4-BE49-F238E27FC236}">
                <a16:creationId xmlns:a16="http://schemas.microsoft.com/office/drawing/2014/main" id="{A857D8FC-F62C-8F8B-358A-06915174F125}"/>
              </a:ext>
            </a:extLst>
          </p:cNvPr>
          <p:cNvCxnSpPr>
            <a:cxnSpLocks/>
          </p:cNvCxnSpPr>
          <p:nvPr/>
        </p:nvCxnSpPr>
        <p:spPr bwMode="auto">
          <a:xfrm>
            <a:off x="6186001" y="5031150"/>
            <a:ext cx="0" cy="197870"/>
          </a:xfrm>
          <a:prstGeom prst="straightConnector1">
            <a:avLst/>
          </a:pr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cxnSp>
      <p:sp>
        <p:nvSpPr>
          <p:cNvPr id="68" name="正方形/長方形 67">
            <a:extLst>
              <a:ext uri="{FF2B5EF4-FFF2-40B4-BE49-F238E27FC236}">
                <a16:creationId xmlns:a16="http://schemas.microsoft.com/office/drawing/2014/main" id="{47AF3FD2-344A-C3BE-348B-D501828132C2}"/>
              </a:ext>
            </a:extLst>
          </p:cNvPr>
          <p:cNvSpPr/>
          <p:nvPr/>
        </p:nvSpPr>
        <p:spPr bwMode="auto">
          <a:xfrm>
            <a:off x="6005999" y="4689014"/>
            <a:ext cx="360004" cy="36000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600" dirty="0">
                <a:solidFill>
                  <a:schemeClr val="tx1">
                    <a:lumMod val="75000"/>
                    <a:lumOff val="25000"/>
                  </a:schemeClr>
                </a:solidFill>
                <a:latin typeface="+mn-ea"/>
              </a:rPr>
              <a:t>PC</a:t>
            </a:r>
            <a:endParaRPr lang="ja-JP" altLang="en-US" sz="1600" dirty="0">
              <a:solidFill>
                <a:schemeClr val="tx1">
                  <a:lumMod val="75000"/>
                  <a:lumOff val="25000"/>
                </a:schemeClr>
              </a:solidFill>
              <a:latin typeface="+mn-ea"/>
            </a:endParaRPr>
          </a:p>
        </p:txBody>
      </p:sp>
      <p:sp>
        <p:nvSpPr>
          <p:cNvPr id="69" name="フリーフォーム 10">
            <a:extLst>
              <a:ext uri="{FF2B5EF4-FFF2-40B4-BE49-F238E27FC236}">
                <a16:creationId xmlns:a16="http://schemas.microsoft.com/office/drawing/2014/main" id="{DC03D7C0-6984-0109-9809-92F92314A363}"/>
              </a:ext>
            </a:extLst>
          </p:cNvPr>
          <p:cNvSpPr>
            <a:spLocks noChangeArrowheads="1"/>
          </p:cNvSpPr>
          <p:nvPr/>
        </p:nvSpPr>
        <p:spPr bwMode="auto">
          <a:xfrm flipH="1">
            <a:off x="5825997" y="5949028"/>
            <a:ext cx="720008"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type="triangle" w="sm" len="med"/>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演算器</a:t>
            </a:r>
          </a:p>
        </p:txBody>
      </p:sp>
      <p:cxnSp>
        <p:nvCxnSpPr>
          <p:cNvPr id="70" name="直線矢印コネクタ 69">
            <a:extLst>
              <a:ext uri="{FF2B5EF4-FFF2-40B4-BE49-F238E27FC236}">
                <a16:creationId xmlns:a16="http://schemas.microsoft.com/office/drawing/2014/main" id="{AC88AF91-B905-C0F7-051F-667622F6E0F0}"/>
              </a:ext>
            </a:extLst>
          </p:cNvPr>
          <p:cNvCxnSpPr>
            <a:cxnSpLocks/>
          </p:cNvCxnSpPr>
          <p:nvPr/>
        </p:nvCxnSpPr>
        <p:spPr bwMode="auto">
          <a:xfrm>
            <a:off x="6186001" y="5589024"/>
            <a:ext cx="0" cy="360004"/>
          </a:xfrm>
          <a:prstGeom prst="straightConnector1">
            <a:avLst/>
          </a:pr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cxnSp>
      <p:sp>
        <p:nvSpPr>
          <p:cNvPr id="71" name="正方形/長方形 70">
            <a:extLst>
              <a:ext uri="{FF2B5EF4-FFF2-40B4-BE49-F238E27FC236}">
                <a16:creationId xmlns:a16="http://schemas.microsoft.com/office/drawing/2014/main" id="{46A0FDC3-0BA8-D2C7-285D-C06856DAC685}"/>
              </a:ext>
            </a:extLst>
          </p:cNvPr>
          <p:cNvSpPr/>
          <p:nvPr/>
        </p:nvSpPr>
        <p:spPr bwMode="auto">
          <a:xfrm>
            <a:off x="6276003" y="4239008"/>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tx1">
                    <a:lumMod val="75000"/>
                    <a:lumOff val="25000"/>
                  </a:schemeClr>
                </a:solidFill>
                <a:latin typeface="+mn-ea"/>
              </a:rPr>
              <a:t>MIMD</a:t>
            </a:r>
            <a:endParaRPr lang="ja-JP" altLang="en-US" sz="1600" dirty="0">
              <a:solidFill>
                <a:schemeClr val="tx1">
                  <a:lumMod val="75000"/>
                  <a:lumOff val="25000"/>
                </a:schemeClr>
              </a:solidFill>
              <a:latin typeface="+mn-ea"/>
            </a:endParaRPr>
          </a:p>
        </p:txBody>
      </p:sp>
      <p:sp>
        <p:nvSpPr>
          <p:cNvPr id="80" name="正方形/長方形 79">
            <a:extLst>
              <a:ext uri="{FF2B5EF4-FFF2-40B4-BE49-F238E27FC236}">
                <a16:creationId xmlns:a16="http://schemas.microsoft.com/office/drawing/2014/main" id="{4D58E3B0-ABBA-8190-8275-793E1883E468}"/>
              </a:ext>
            </a:extLst>
          </p:cNvPr>
          <p:cNvSpPr/>
          <p:nvPr/>
        </p:nvSpPr>
        <p:spPr bwMode="auto">
          <a:xfrm>
            <a:off x="5015988" y="5229020"/>
            <a:ext cx="720008" cy="36000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命令メモリ</a:t>
            </a:r>
          </a:p>
        </p:txBody>
      </p:sp>
      <p:cxnSp>
        <p:nvCxnSpPr>
          <p:cNvPr id="81" name="直線矢印コネクタ 80">
            <a:extLst>
              <a:ext uri="{FF2B5EF4-FFF2-40B4-BE49-F238E27FC236}">
                <a16:creationId xmlns:a16="http://schemas.microsoft.com/office/drawing/2014/main" id="{588BEAFF-1727-CAEB-FFC2-6AC63C27C0FC}"/>
              </a:ext>
            </a:extLst>
          </p:cNvPr>
          <p:cNvCxnSpPr>
            <a:cxnSpLocks/>
          </p:cNvCxnSpPr>
          <p:nvPr/>
        </p:nvCxnSpPr>
        <p:spPr bwMode="auto">
          <a:xfrm>
            <a:off x="5375992" y="5031149"/>
            <a:ext cx="0" cy="197870"/>
          </a:xfrm>
          <a:prstGeom prst="straightConnector1">
            <a:avLst/>
          </a:pr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cxnSp>
      <p:sp>
        <p:nvSpPr>
          <p:cNvPr id="82" name="正方形/長方形 81">
            <a:extLst>
              <a:ext uri="{FF2B5EF4-FFF2-40B4-BE49-F238E27FC236}">
                <a16:creationId xmlns:a16="http://schemas.microsoft.com/office/drawing/2014/main" id="{93415105-490E-B18D-53AD-3B845A076FE4}"/>
              </a:ext>
            </a:extLst>
          </p:cNvPr>
          <p:cNvSpPr/>
          <p:nvPr/>
        </p:nvSpPr>
        <p:spPr bwMode="auto">
          <a:xfrm>
            <a:off x="5195990" y="4689013"/>
            <a:ext cx="360004" cy="36000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600" dirty="0">
                <a:solidFill>
                  <a:schemeClr val="tx1">
                    <a:lumMod val="75000"/>
                    <a:lumOff val="25000"/>
                  </a:schemeClr>
                </a:solidFill>
                <a:latin typeface="+mn-ea"/>
              </a:rPr>
              <a:t>PC</a:t>
            </a:r>
            <a:endParaRPr lang="ja-JP" altLang="en-US" sz="1600" dirty="0">
              <a:solidFill>
                <a:schemeClr val="tx1">
                  <a:lumMod val="75000"/>
                  <a:lumOff val="25000"/>
                </a:schemeClr>
              </a:solidFill>
              <a:latin typeface="+mn-ea"/>
            </a:endParaRPr>
          </a:p>
        </p:txBody>
      </p:sp>
      <p:sp>
        <p:nvSpPr>
          <p:cNvPr id="83" name="フリーフォーム 10">
            <a:extLst>
              <a:ext uri="{FF2B5EF4-FFF2-40B4-BE49-F238E27FC236}">
                <a16:creationId xmlns:a16="http://schemas.microsoft.com/office/drawing/2014/main" id="{680E353B-5060-9529-712B-8677C6FD8197}"/>
              </a:ext>
            </a:extLst>
          </p:cNvPr>
          <p:cNvSpPr>
            <a:spLocks noChangeArrowheads="1"/>
          </p:cNvSpPr>
          <p:nvPr/>
        </p:nvSpPr>
        <p:spPr bwMode="auto">
          <a:xfrm flipH="1">
            <a:off x="5015988" y="5949027"/>
            <a:ext cx="720008"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type="triangle" w="sm" len="med"/>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演算器</a:t>
            </a:r>
          </a:p>
        </p:txBody>
      </p:sp>
      <p:cxnSp>
        <p:nvCxnSpPr>
          <p:cNvPr id="84" name="直線矢印コネクタ 83">
            <a:extLst>
              <a:ext uri="{FF2B5EF4-FFF2-40B4-BE49-F238E27FC236}">
                <a16:creationId xmlns:a16="http://schemas.microsoft.com/office/drawing/2014/main" id="{2D49EFEA-2ABF-236F-B1E1-422773546F47}"/>
              </a:ext>
            </a:extLst>
          </p:cNvPr>
          <p:cNvCxnSpPr>
            <a:cxnSpLocks/>
          </p:cNvCxnSpPr>
          <p:nvPr/>
        </p:nvCxnSpPr>
        <p:spPr bwMode="auto">
          <a:xfrm>
            <a:off x="5375992" y="5589023"/>
            <a:ext cx="0" cy="360004"/>
          </a:xfrm>
          <a:prstGeom prst="straightConnector1">
            <a:avLst/>
          </a:pr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cxnSp>
      <p:sp>
        <p:nvSpPr>
          <p:cNvPr id="85" name="正方形/長方形 84">
            <a:extLst>
              <a:ext uri="{FF2B5EF4-FFF2-40B4-BE49-F238E27FC236}">
                <a16:creationId xmlns:a16="http://schemas.microsoft.com/office/drawing/2014/main" id="{E5C0DDB5-468C-D981-2B2A-FAD103FC0DC8}"/>
              </a:ext>
            </a:extLst>
          </p:cNvPr>
          <p:cNvSpPr/>
          <p:nvPr/>
        </p:nvSpPr>
        <p:spPr bwMode="auto">
          <a:xfrm>
            <a:off x="7446015" y="5229021"/>
            <a:ext cx="720008" cy="36000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命令メモリ</a:t>
            </a:r>
          </a:p>
        </p:txBody>
      </p:sp>
      <p:cxnSp>
        <p:nvCxnSpPr>
          <p:cNvPr id="86" name="直線矢印コネクタ 85">
            <a:extLst>
              <a:ext uri="{FF2B5EF4-FFF2-40B4-BE49-F238E27FC236}">
                <a16:creationId xmlns:a16="http://schemas.microsoft.com/office/drawing/2014/main" id="{EC8A1611-F735-8D83-B9FB-A85BE2EF91A7}"/>
              </a:ext>
            </a:extLst>
          </p:cNvPr>
          <p:cNvCxnSpPr>
            <a:cxnSpLocks/>
          </p:cNvCxnSpPr>
          <p:nvPr/>
        </p:nvCxnSpPr>
        <p:spPr bwMode="auto">
          <a:xfrm>
            <a:off x="7806019" y="5031150"/>
            <a:ext cx="0" cy="197870"/>
          </a:xfrm>
          <a:prstGeom prst="straightConnector1">
            <a:avLst/>
          </a:pr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cxnSp>
      <p:sp>
        <p:nvSpPr>
          <p:cNvPr id="87" name="正方形/長方形 86">
            <a:extLst>
              <a:ext uri="{FF2B5EF4-FFF2-40B4-BE49-F238E27FC236}">
                <a16:creationId xmlns:a16="http://schemas.microsoft.com/office/drawing/2014/main" id="{DFD9099F-299E-BE21-1B61-EDF98F652371}"/>
              </a:ext>
            </a:extLst>
          </p:cNvPr>
          <p:cNvSpPr/>
          <p:nvPr/>
        </p:nvSpPr>
        <p:spPr bwMode="auto">
          <a:xfrm>
            <a:off x="7626017" y="4689014"/>
            <a:ext cx="360004" cy="36000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600" dirty="0">
                <a:solidFill>
                  <a:schemeClr val="tx1">
                    <a:lumMod val="75000"/>
                    <a:lumOff val="25000"/>
                  </a:schemeClr>
                </a:solidFill>
                <a:latin typeface="+mn-ea"/>
              </a:rPr>
              <a:t>PC</a:t>
            </a:r>
            <a:endParaRPr lang="ja-JP" altLang="en-US" sz="1600" dirty="0">
              <a:solidFill>
                <a:schemeClr val="tx1">
                  <a:lumMod val="75000"/>
                  <a:lumOff val="25000"/>
                </a:schemeClr>
              </a:solidFill>
              <a:latin typeface="+mn-ea"/>
            </a:endParaRPr>
          </a:p>
        </p:txBody>
      </p:sp>
      <p:sp>
        <p:nvSpPr>
          <p:cNvPr id="88" name="フリーフォーム 10">
            <a:extLst>
              <a:ext uri="{FF2B5EF4-FFF2-40B4-BE49-F238E27FC236}">
                <a16:creationId xmlns:a16="http://schemas.microsoft.com/office/drawing/2014/main" id="{C2B1BFFD-3626-CEA3-B393-F571A0FE7A69}"/>
              </a:ext>
            </a:extLst>
          </p:cNvPr>
          <p:cNvSpPr>
            <a:spLocks noChangeArrowheads="1"/>
          </p:cNvSpPr>
          <p:nvPr/>
        </p:nvSpPr>
        <p:spPr bwMode="auto">
          <a:xfrm flipH="1">
            <a:off x="7446015" y="5949028"/>
            <a:ext cx="720008"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type="triangle" w="sm" len="med"/>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演算器</a:t>
            </a:r>
          </a:p>
        </p:txBody>
      </p:sp>
      <p:cxnSp>
        <p:nvCxnSpPr>
          <p:cNvPr id="89" name="直線矢印コネクタ 88">
            <a:extLst>
              <a:ext uri="{FF2B5EF4-FFF2-40B4-BE49-F238E27FC236}">
                <a16:creationId xmlns:a16="http://schemas.microsoft.com/office/drawing/2014/main" id="{D83BE502-166F-455B-E5D1-77F83FB31B26}"/>
              </a:ext>
            </a:extLst>
          </p:cNvPr>
          <p:cNvCxnSpPr>
            <a:cxnSpLocks/>
          </p:cNvCxnSpPr>
          <p:nvPr/>
        </p:nvCxnSpPr>
        <p:spPr bwMode="auto">
          <a:xfrm>
            <a:off x="7806019" y="5589024"/>
            <a:ext cx="0" cy="360004"/>
          </a:xfrm>
          <a:prstGeom prst="straightConnector1">
            <a:avLst/>
          </a:pr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cxnSp>
      <p:sp>
        <p:nvSpPr>
          <p:cNvPr id="90" name="正方形/長方形 89">
            <a:extLst>
              <a:ext uri="{FF2B5EF4-FFF2-40B4-BE49-F238E27FC236}">
                <a16:creationId xmlns:a16="http://schemas.microsoft.com/office/drawing/2014/main" id="{511B18CE-8B46-A9C9-A02D-418F19D9C387}"/>
              </a:ext>
            </a:extLst>
          </p:cNvPr>
          <p:cNvSpPr/>
          <p:nvPr/>
        </p:nvSpPr>
        <p:spPr bwMode="auto">
          <a:xfrm>
            <a:off x="6636006" y="5229020"/>
            <a:ext cx="720008" cy="36000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命令メモリ</a:t>
            </a:r>
          </a:p>
        </p:txBody>
      </p:sp>
      <p:cxnSp>
        <p:nvCxnSpPr>
          <p:cNvPr id="91" name="直線矢印コネクタ 90">
            <a:extLst>
              <a:ext uri="{FF2B5EF4-FFF2-40B4-BE49-F238E27FC236}">
                <a16:creationId xmlns:a16="http://schemas.microsoft.com/office/drawing/2014/main" id="{93052BF8-D95B-3E44-0617-A9D58DE5042A}"/>
              </a:ext>
            </a:extLst>
          </p:cNvPr>
          <p:cNvCxnSpPr>
            <a:cxnSpLocks/>
          </p:cNvCxnSpPr>
          <p:nvPr/>
        </p:nvCxnSpPr>
        <p:spPr bwMode="auto">
          <a:xfrm>
            <a:off x="6996010" y="5031149"/>
            <a:ext cx="0" cy="197870"/>
          </a:xfrm>
          <a:prstGeom prst="straightConnector1">
            <a:avLst/>
          </a:pr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cxnSp>
      <p:sp>
        <p:nvSpPr>
          <p:cNvPr id="92" name="正方形/長方形 91">
            <a:extLst>
              <a:ext uri="{FF2B5EF4-FFF2-40B4-BE49-F238E27FC236}">
                <a16:creationId xmlns:a16="http://schemas.microsoft.com/office/drawing/2014/main" id="{DBABC03A-6A45-92E5-0372-666114B56D46}"/>
              </a:ext>
            </a:extLst>
          </p:cNvPr>
          <p:cNvSpPr/>
          <p:nvPr/>
        </p:nvSpPr>
        <p:spPr bwMode="auto">
          <a:xfrm>
            <a:off x="6816008" y="4689013"/>
            <a:ext cx="360004" cy="36000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600" dirty="0">
                <a:solidFill>
                  <a:schemeClr val="tx1">
                    <a:lumMod val="75000"/>
                    <a:lumOff val="25000"/>
                  </a:schemeClr>
                </a:solidFill>
                <a:latin typeface="+mn-ea"/>
              </a:rPr>
              <a:t>PC</a:t>
            </a:r>
            <a:endParaRPr lang="ja-JP" altLang="en-US" sz="1600" dirty="0">
              <a:solidFill>
                <a:schemeClr val="tx1">
                  <a:lumMod val="75000"/>
                  <a:lumOff val="25000"/>
                </a:schemeClr>
              </a:solidFill>
              <a:latin typeface="+mn-ea"/>
            </a:endParaRPr>
          </a:p>
        </p:txBody>
      </p:sp>
      <p:sp>
        <p:nvSpPr>
          <p:cNvPr id="93" name="フリーフォーム 10">
            <a:extLst>
              <a:ext uri="{FF2B5EF4-FFF2-40B4-BE49-F238E27FC236}">
                <a16:creationId xmlns:a16="http://schemas.microsoft.com/office/drawing/2014/main" id="{2629EA59-272B-CC20-6EEC-B2649468CADB}"/>
              </a:ext>
            </a:extLst>
          </p:cNvPr>
          <p:cNvSpPr>
            <a:spLocks noChangeArrowheads="1"/>
          </p:cNvSpPr>
          <p:nvPr/>
        </p:nvSpPr>
        <p:spPr bwMode="auto">
          <a:xfrm flipH="1">
            <a:off x="6636006" y="5949027"/>
            <a:ext cx="720008"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type="triangle" w="sm" len="med"/>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演算器</a:t>
            </a:r>
          </a:p>
        </p:txBody>
      </p:sp>
      <p:cxnSp>
        <p:nvCxnSpPr>
          <p:cNvPr id="94" name="直線矢印コネクタ 93">
            <a:extLst>
              <a:ext uri="{FF2B5EF4-FFF2-40B4-BE49-F238E27FC236}">
                <a16:creationId xmlns:a16="http://schemas.microsoft.com/office/drawing/2014/main" id="{F6022B06-0D63-2587-5629-10866160E514}"/>
              </a:ext>
            </a:extLst>
          </p:cNvPr>
          <p:cNvCxnSpPr>
            <a:cxnSpLocks/>
          </p:cNvCxnSpPr>
          <p:nvPr/>
        </p:nvCxnSpPr>
        <p:spPr bwMode="auto">
          <a:xfrm>
            <a:off x="6996010" y="5589023"/>
            <a:ext cx="0" cy="360004"/>
          </a:xfrm>
          <a:prstGeom prst="straightConnector1">
            <a:avLst/>
          </a:pr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cxnSp>
      <p:sp>
        <p:nvSpPr>
          <p:cNvPr id="95" name="正方形/長方形 94">
            <a:extLst>
              <a:ext uri="{FF2B5EF4-FFF2-40B4-BE49-F238E27FC236}">
                <a16:creationId xmlns:a16="http://schemas.microsoft.com/office/drawing/2014/main" id="{55F32294-2B71-A65F-9632-E441393E4126}"/>
              </a:ext>
            </a:extLst>
          </p:cNvPr>
          <p:cNvSpPr/>
          <p:nvPr/>
        </p:nvSpPr>
        <p:spPr bwMode="auto">
          <a:xfrm>
            <a:off x="2142308" y="5229019"/>
            <a:ext cx="720008" cy="36000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命令メモリ</a:t>
            </a:r>
          </a:p>
        </p:txBody>
      </p:sp>
      <p:cxnSp>
        <p:nvCxnSpPr>
          <p:cNvPr id="96" name="直線矢印コネクタ 95">
            <a:extLst>
              <a:ext uri="{FF2B5EF4-FFF2-40B4-BE49-F238E27FC236}">
                <a16:creationId xmlns:a16="http://schemas.microsoft.com/office/drawing/2014/main" id="{3CAC61E8-9A9E-32D5-42F2-6D582E82747C}"/>
              </a:ext>
            </a:extLst>
          </p:cNvPr>
          <p:cNvCxnSpPr>
            <a:cxnSpLocks/>
          </p:cNvCxnSpPr>
          <p:nvPr/>
        </p:nvCxnSpPr>
        <p:spPr bwMode="auto">
          <a:xfrm>
            <a:off x="2502312" y="5031148"/>
            <a:ext cx="0" cy="197870"/>
          </a:xfrm>
          <a:prstGeom prst="straightConnector1">
            <a:avLst/>
          </a:pr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cxnSp>
      <p:sp>
        <p:nvSpPr>
          <p:cNvPr id="97" name="正方形/長方形 96">
            <a:extLst>
              <a:ext uri="{FF2B5EF4-FFF2-40B4-BE49-F238E27FC236}">
                <a16:creationId xmlns:a16="http://schemas.microsoft.com/office/drawing/2014/main" id="{6EEC328E-BC9C-5CE4-D049-F75F44BC805F}"/>
              </a:ext>
            </a:extLst>
          </p:cNvPr>
          <p:cNvSpPr/>
          <p:nvPr/>
        </p:nvSpPr>
        <p:spPr bwMode="auto">
          <a:xfrm>
            <a:off x="2322310" y="4689012"/>
            <a:ext cx="360004" cy="36000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600" dirty="0">
                <a:solidFill>
                  <a:schemeClr val="tx1">
                    <a:lumMod val="75000"/>
                    <a:lumOff val="25000"/>
                  </a:schemeClr>
                </a:solidFill>
                <a:latin typeface="+mn-ea"/>
              </a:rPr>
              <a:t>PC</a:t>
            </a:r>
            <a:endParaRPr lang="ja-JP" altLang="en-US" sz="1600" dirty="0">
              <a:solidFill>
                <a:schemeClr val="tx1">
                  <a:lumMod val="75000"/>
                  <a:lumOff val="25000"/>
                </a:schemeClr>
              </a:solidFill>
              <a:latin typeface="+mn-ea"/>
            </a:endParaRPr>
          </a:p>
        </p:txBody>
      </p:sp>
      <p:sp>
        <p:nvSpPr>
          <p:cNvPr id="100" name="正方形/長方形 99">
            <a:extLst>
              <a:ext uri="{FF2B5EF4-FFF2-40B4-BE49-F238E27FC236}">
                <a16:creationId xmlns:a16="http://schemas.microsoft.com/office/drawing/2014/main" id="{CB8514D8-10FB-D151-3EB4-F5EA8E050E23}"/>
              </a:ext>
            </a:extLst>
          </p:cNvPr>
          <p:cNvSpPr/>
          <p:nvPr/>
        </p:nvSpPr>
        <p:spPr bwMode="auto">
          <a:xfrm>
            <a:off x="2592314" y="4239006"/>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tx1">
                    <a:lumMod val="75000"/>
                    <a:lumOff val="25000"/>
                  </a:schemeClr>
                </a:solidFill>
                <a:latin typeface="+mn-ea"/>
              </a:rPr>
              <a:t>MISD</a:t>
            </a:r>
            <a:endParaRPr lang="ja-JP" altLang="en-US" sz="1600" dirty="0">
              <a:solidFill>
                <a:schemeClr val="tx1">
                  <a:lumMod val="75000"/>
                  <a:lumOff val="25000"/>
                </a:schemeClr>
              </a:solidFill>
              <a:latin typeface="+mn-ea"/>
            </a:endParaRPr>
          </a:p>
        </p:txBody>
      </p:sp>
      <p:sp>
        <p:nvSpPr>
          <p:cNvPr id="101" name="正方形/長方形 100">
            <a:extLst>
              <a:ext uri="{FF2B5EF4-FFF2-40B4-BE49-F238E27FC236}">
                <a16:creationId xmlns:a16="http://schemas.microsoft.com/office/drawing/2014/main" id="{E3EBFC20-72F5-42D0-DB5D-43ABB2E0173A}"/>
              </a:ext>
            </a:extLst>
          </p:cNvPr>
          <p:cNvSpPr/>
          <p:nvPr/>
        </p:nvSpPr>
        <p:spPr bwMode="auto">
          <a:xfrm>
            <a:off x="1332299" y="5229018"/>
            <a:ext cx="720008" cy="36000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命令メモリ</a:t>
            </a:r>
          </a:p>
        </p:txBody>
      </p:sp>
      <p:cxnSp>
        <p:nvCxnSpPr>
          <p:cNvPr id="102" name="直線矢印コネクタ 101">
            <a:extLst>
              <a:ext uri="{FF2B5EF4-FFF2-40B4-BE49-F238E27FC236}">
                <a16:creationId xmlns:a16="http://schemas.microsoft.com/office/drawing/2014/main" id="{73650A82-D2E3-D0E3-B8C8-B839A2E404F8}"/>
              </a:ext>
            </a:extLst>
          </p:cNvPr>
          <p:cNvCxnSpPr>
            <a:cxnSpLocks/>
          </p:cNvCxnSpPr>
          <p:nvPr/>
        </p:nvCxnSpPr>
        <p:spPr bwMode="auto">
          <a:xfrm>
            <a:off x="1692303" y="5031147"/>
            <a:ext cx="0" cy="197870"/>
          </a:xfrm>
          <a:prstGeom prst="straightConnector1">
            <a:avLst/>
          </a:pr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cxnSp>
      <p:sp>
        <p:nvSpPr>
          <p:cNvPr id="103" name="正方形/長方形 102">
            <a:extLst>
              <a:ext uri="{FF2B5EF4-FFF2-40B4-BE49-F238E27FC236}">
                <a16:creationId xmlns:a16="http://schemas.microsoft.com/office/drawing/2014/main" id="{12AD0E6E-C979-8CBC-8948-9539F7A2AD11}"/>
              </a:ext>
            </a:extLst>
          </p:cNvPr>
          <p:cNvSpPr/>
          <p:nvPr/>
        </p:nvSpPr>
        <p:spPr bwMode="auto">
          <a:xfrm>
            <a:off x="1512301" y="4689011"/>
            <a:ext cx="360004" cy="36000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600" dirty="0">
                <a:solidFill>
                  <a:schemeClr val="tx1">
                    <a:lumMod val="75000"/>
                    <a:lumOff val="25000"/>
                  </a:schemeClr>
                </a:solidFill>
                <a:latin typeface="+mn-ea"/>
              </a:rPr>
              <a:t>PC</a:t>
            </a:r>
            <a:endParaRPr lang="ja-JP" altLang="en-US" sz="1600" dirty="0">
              <a:solidFill>
                <a:schemeClr val="tx1">
                  <a:lumMod val="75000"/>
                  <a:lumOff val="25000"/>
                </a:schemeClr>
              </a:solidFill>
              <a:latin typeface="+mn-ea"/>
            </a:endParaRPr>
          </a:p>
        </p:txBody>
      </p:sp>
      <p:sp>
        <p:nvSpPr>
          <p:cNvPr id="106" name="正方形/長方形 105">
            <a:extLst>
              <a:ext uri="{FF2B5EF4-FFF2-40B4-BE49-F238E27FC236}">
                <a16:creationId xmlns:a16="http://schemas.microsoft.com/office/drawing/2014/main" id="{560D0F08-D35C-D8F7-9A4B-87F7D75614E3}"/>
              </a:ext>
            </a:extLst>
          </p:cNvPr>
          <p:cNvSpPr/>
          <p:nvPr/>
        </p:nvSpPr>
        <p:spPr bwMode="auto">
          <a:xfrm>
            <a:off x="3762326" y="5229019"/>
            <a:ext cx="720008" cy="36000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命令メモリ</a:t>
            </a:r>
          </a:p>
        </p:txBody>
      </p:sp>
      <p:cxnSp>
        <p:nvCxnSpPr>
          <p:cNvPr id="107" name="直線矢印コネクタ 106">
            <a:extLst>
              <a:ext uri="{FF2B5EF4-FFF2-40B4-BE49-F238E27FC236}">
                <a16:creationId xmlns:a16="http://schemas.microsoft.com/office/drawing/2014/main" id="{D2EF91C3-F06D-B230-91E9-8A96056FFEB0}"/>
              </a:ext>
            </a:extLst>
          </p:cNvPr>
          <p:cNvCxnSpPr>
            <a:cxnSpLocks/>
          </p:cNvCxnSpPr>
          <p:nvPr/>
        </p:nvCxnSpPr>
        <p:spPr bwMode="auto">
          <a:xfrm>
            <a:off x="4122330" y="5031148"/>
            <a:ext cx="0" cy="197870"/>
          </a:xfrm>
          <a:prstGeom prst="straightConnector1">
            <a:avLst/>
          </a:pr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cxnSp>
      <p:sp>
        <p:nvSpPr>
          <p:cNvPr id="108" name="正方形/長方形 107">
            <a:extLst>
              <a:ext uri="{FF2B5EF4-FFF2-40B4-BE49-F238E27FC236}">
                <a16:creationId xmlns:a16="http://schemas.microsoft.com/office/drawing/2014/main" id="{520313A6-2186-F241-3F3C-2908E3DE2005}"/>
              </a:ext>
            </a:extLst>
          </p:cNvPr>
          <p:cNvSpPr/>
          <p:nvPr/>
        </p:nvSpPr>
        <p:spPr bwMode="auto">
          <a:xfrm>
            <a:off x="3942328" y="4689012"/>
            <a:ext cx="360004" cy="36000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600" dirty="0">
                <a:solidFill>
                  <a:schemeClr val="tx1">
                    <a:lumMod val="75000"/>
                    <a:lumOff val="25000"/>
                  </a:schemeClr>
                </a:solidFill>
                <a:latin typeface="+mn-ea"/>
              </a:rPr>
              <a:t>PC</a:t>
            </a:r>
            <a:endParaRPr lang="ja-JP" altLang="en-US" sz="1600" dirty="0">
              <a:solidFill>
                <a:schemeClr val="tx1">
                  <a:lumMod val="75000"/>
                  <a:lumOff val="25000"/>
                </a:schemeClr>
              </a:solidFill>
              <a:latin typeface="+mn-ea"/>
            </a:endParaRPr>
          </a:p>
        </p:txBody>
      </p:sp>
      <p:sp>
        <p:nvSpPr>
          <p:cNvPr id="109" name="フリーフォーム 10">
            <a:extLst>
              <a:ext uri="{FF2B5EF4-FFF2-40B4-BE49-F238E27FC236}">
                <a16:creationId xmlns:a16="http://schemas.microsoft.com/office/drawing/2014/main" id="{CC2804DD-D60B-67B0-0FA6-A1B331F3037E}"/>
              </a:ext>
            </a:extLst>
          </p:cNvPr>
          <p:cNvSpPr>
            <a:spLocks noChangeArrowheads="1"/>
          </p:cNvSpPr>
          <p:nvPr/>
        </p:nvSpPr>
        <p:spPr bwMode="auto">
          <a:xfrm flipH="1">
            <a:off x="2495960" y="5949028"/>
            <a:ext cx="720008"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type="triangle" w="sm" len="med"/>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演算器</a:t>
            </a:r>
          </a:p>
        </p:txBody>
      </p:sp>
      <p:cxnSp>
        <p:nvCxnSpPr>
          <p:cNvPr id="110" name="直線矢印コネクタ 109">
            <a:extLst>
              <a:ext uri="{FF2B5EF4-FFF2-40B4-BE49-F238E27FC236}">
                <a16:creationId xmlns:a16="http://schemas.microsoft.com/office/drawing/2014/main" id="{E84113F0-8910-B648-4A0D-34E5FC8206D3}"/>
              </a:ext>
            </a:extLst>
          </p:cNvPr>
          <p:cNvCxnSpPr>
            <a:cxnSpLocks/>
          </p:cNvCxnSpPr>
          <p:nvPr/>
        </p:nvCxnSpPr>
        <p:spPr bwMode="auto">
          <a:xfrm>
            <a:off x="2855964" y="5679026"/>
            <a:ext cx="0" cy="270003"/>
          </a:xfrm>
          <a:prstGeom prst="straightConnector1">
            <a:avLst/>
          </a:pr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cxnSp>
      <p:sp>
        <p:nvSpPr>
          <p:cNvPr id="111" name="正方形/長方形 110">
            <a:extLst>
              <a:ext uri="{FF2B5EF4-FFF2-40B4-BE49-F238E27FC236}">
                <a16:creationId xmlns:a16="http://schemas.microsoft.com/office/drawing/2014/main" id="{8ACC1F28-AE79-BC9E-5A67-23F3393CD506}"/>
              </a:ext>
            </a:extLst>
          </p:cNvPr>
          <p:cNvSpPr/>
          <p:nvPr/>
        </p:nvSpPr>
        <p:spPr bwMode="auto">
          <a:xfrm>
            <a:off x="2952317" y="5229018"/>
            <a:ext cx="720008" cy="36000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命令メモリ</a:t>
            </a:r>
          </a:p>
        </p:txBody>
      </p:sp>
      <p:cxnSp>
        <p:nvCxnSpPr>
          <p:cNvPr id="112" name="直線矢印コネクタ 111">
            <a:extLst>
              <a:ext uri="{FF2B5EF4-FFF2-40B4-BE49-F238E27FC236}">
                <a16:creationId xmlns:a16="http://schemas.microsoft.com/office/drawing/2014/main" id="{A13C3338-A4FE-27E8-CC71-AE62E4C12E2D}"/>
              </a:ext>
            </a:extLst>
          </p:cNvPr>
          <p:cNvCxnSpPr>
            <a:cxnSpLocks/>
          </p:cNvCxnSpPr>
          <p:nvPr/>
        </p:nvCxnSpPr>
        <p:spPr bwMode="auto">
          <a:xfrm>
            <a:off x="3312321" y="5031147"/>
            <a:ext cx="0" cy="197870"/>
          </a:xfrm>
          <a:prstGeom prst="straightConnector1">
            <a:avLst/>
          </a:pr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cxnSp>
      <p:sp>
        <p:nvSpPr>
          <p:cNvPr id="113" name="正方形/長方形 112">
            <a:extLst>
              <a:ext uri="{FF2B5EF4-FFF2-40B4-BE49-F238E27FC236}">
                <a16:creationId xmlns:a16="http://schemas.microsoft.com/office/drawing/2014/main" id="{FCC12FBB-47F4-35F6-B55F-6B9B0B114752}"/>
              </a:ext>
            </a:extLst>
          </p:cNvPr>
          <p:cNvSpPr/>
          <p:nvPr/>
        </p:nvSpPr>
        <p:spPr bwMode="auto">
          <a:xfrm>
            <a:off x="3132319" y="4689011"/>
            <a:ext cx="360004" cy="36000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600" dirty="0">
                <a:solidFill>
                  <a:schemeClr val="tx1">
                    <a:lumMod val="75000"/>
                    <a:lumOff val="25000"/>
                  </a:schemeClr>
                </a:solidFill>
                <a:latin typeface="+mn-ea"/>
              </a:rPr>
              <a:t>PC</a:t>
            </a:r>
            <a:endParaRPr lang="ja-JP" altLang="en-US" sz="1600" dirty="0">
              <a:solidFill>
                <a:schemeClr val="tx1">
                  <a:lumMod val="75000"/>
                  <a:lumOff val="25000"/>
                </a:schemeClr>
              </a:solidFill>
              <a:latin typeface="+mn-ea"/>
            </a:endParaRPr>
          </a:p>
        </p:txBody>
      </p:sp>
      <p:sp>
        <p:nvSpPr>
          <p:cNvPr id="116" name="Freeform 10">
            <a:extLst>
              <a:ext uri="{FF2B5EF4-FFF2-40B4-BE49-F238E27FC236}">
                <a16:creationId xmlns:a16="http://schemas.microsoft.com/office/drawing/2014/main" id="{E8704260-0DD1-BE45-581E-98B3DDB92824}"/>
              </a:ext>
            </a:extLst>
          </p:cNvPr>
          <p:cNvSpPr>
            <a:spLocks/>
          </p:cNvSpPr>
          <p:nvPr/>
        </p:nvSpPr>
        <p:spPr bwMode="auto">
          <a:xfrm>
            <a:off x="1685951" y="5589025"/>
            <a:ext cx="1260014" cy="90001"/>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solidFill>
              <a:schemeClr val="tx1">
                <a:lumMod val="75000"/>
                <a:lumOff val="25000"/>
              </a:schemeClr>
            </a:solidFill>
            <a:headEnd type="none" w="med" len="med"/>
            <a:tailEnd type="none"/>
          </a:ln>
          <a:effectLst/>
        </p:spPr>
        <p:style>
          <a:lnRef idx="3">
            <a:schemeClr val="accent5"/>
          </a:lnRef>
          <a:fillRef idx="0">
            <a:schemeClr val="accent5"/>
          </a:fillRef>
          <a:effectRef idx="2">
            <a:schemeClr val="accent5"/>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sp>
        <p:nvSpPr>
          <p:cNvPr id="120" name="Freeform 10">
            <a:extLst>
              <a:ext uri="{FF2B5EF4-FFF2-40B4-BE49-F238E27FC236}">
                <a16:creationId xmlns:a16="http://schemas.microsoft.com/office/drawing/2014/main" id="{A6059295-CD61-F1C9-70D2-182C852DC9C8}"/>
              </a:ext>
            </a:extLst>
          </p:cNvPr>
          <p:cNvSpPr>
            <a:spLocks/>
          </p:cNvSpPr>
          <p:nvPr/>
        </p:nvSpPr>
        <p:spPr bwMode="auto">
          <a:xfrm>
            <a:off x="2495960" y="5589025"/>
            <a:ext cx="450006" cy="90001"/>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solidFill>
              <a:schemeClr val="tx1">
                <a:lumMod val="75000"/>
                <a:lumOff val="25000"/>
              </a:schemeClr>
            </a:solidFill>
            <a:headEnd type="none" w="med" len="med"/>
            <a:tailEnd type="none"/>
          </a:ln>
          <a:effectLst/>
        </p:spPr>
        <p:style>
          <a:lnRef idx="3">
            <a:schemeClr val="accent5"/>
          </a:lnRef>
          <a:fillRef idx="0">
            <a:schemeClr val="accent5"/>
          </a:fillRef>
          <a:effectRef idx="2">
            <a:schemeClr val="accent5"/>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sp>
        <p:nvSpPr>
          <p:cNvPr id="121" name="Freeform 10">
            <a:extLst>
              <a:ext uri="{FF2B5EF4-FFF2-40B4-BE49-F238E27FC236}">
                <a16:creationId xmlns:a16="http://schemas.microsoft.com/office/drawing/2014/main" id="{AC530BCF-1D78-A19D-92A6-C53062B89883}"/>
              </a:ext>
            </a:extLst>
          </p:cNvPr>
          <p:cNvSpPr>
            <a:spLocks/>
          </p:cNvSpPr>
          <p:nvPr/>
        </p:nvSpPr>
        <p:spPr bwMode="auto">
          <a:xfrm flipH="1">
            <a:off x="2945965" y="5589025"/>
            <a:ext cx="360003" cy="90001"/>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solidFill>
              <a:schemeClr val="tx1">
                <a:lumMod val="75000"/>
                <a:lumOff val="25000"/>
              </a:schemeClr>
            </a:solidFill>
            <a:headEnd type="none" w="med" len="med"/>
            <a:tailEnd type="none"/>
          </a:ln>
          <a:effectLst/>
        </p:spPr>
        <p:style>
          <a:lnRef idx="3">
            <a:schemeClr val="accent5"/>
          </a:lnRef>
          <a:fillRef idx="0">
            <a:schemeClr val="accent5"/>
          </a:fillRef>
          <a:effectRef idx="2">
            <a:schemeClr val="accent5"/>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sp>
        <p:nvSpPr>
          <p:cNvPr id="122" name="Freeform 10">
            <a:extLst>
              <a:ext uri="{FF2B5EF4-FFF2-40B4-BE49-F238E27FC236}">
                <a16:creationId xmlns:a16="http://schemas.microsoft.com/office/drawing/2014/main" id="{9E7F2EF3-2A23-1469-0C40-9AA3FDA92F91}"/>
              </a:ext>
            </a:extLst>
          </p:cNvPr>
          <p:cNvSpPr>
            <a:spLocks/>
          </p:cNvSpPr>
          <p:nvPr/>
        </p:nvSpPr>
        <p:spPr bwMode="auto">
          <a:xfrm flipH="1">
            <a:off x="3215967" y="5589025"/>
            <a:ext cx="900010" cy="90001"/>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solidFill>
              <a:schemeClr val="tx1">
                <a:lumMod val="75000"/>
                <a:lumOff val="25000"/>
              </a:schemeClr>
            </a:solidFill>
            <a:headEnd type="none" w="med" len="med"/>
            <a:tailEnd type="none"/>
          </a:ln>
          <a:effectLst/>
        </p:spPr>
        <p:style>
          <a:lnRef idx="3">
            <a:schemeClr val="accent5"/>
          </a:lnRef>
          <a:fillRef idx="0">
            <a:schemeClr val="accent5"/>
          </a:fillRef>
          <a:effectRef idx="2">
            <a:schemeClr val="accent5"/>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sp>
        <p:nvSpPr>
          <p:cNvPr id="124" name="正方形/長方形 123">
            <a:extLst>
              <a:ext uri="{FF2B5EF4-FFF2-40B4-BE49-F238E27FC236}">
                <a16:creationId xmlns:a16="http://schemas.microsoft.com/office/drawing/2014/main" id="{9CB59B56-A768-85BD-F209-FA0E21DD87B4}"/>
              </a:ext>
            </a:extLst>
          </p:cNvPr>
          <p:cNvSpPr/>
          <p:nvPr/>
        </p:nvSpPr>
        <p:spPr bwMode="auto">
          <a:xfrm>
            <a:off x="4025978" y="998973"/>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600" dirty="0">
                <a:solidFill>
                  <a:schemeClr val="tx1">
                    <a:lumMod val="75000"/>
                    <a:lumOff val="25000"/>
                  </a:schemeClr>
                </a:solidFill>
                <a:latin typeface="+mn-ea"/>
              </a:rPr>
              <a:t>データ流の数</a:t>
            </a:r>
          </a:p>
        </p:txBody>
      </p:sp>
      <p:sp>
        <p:nvSpPr>
          <p:cNvPr id="125" name="正方形/長方形 124">
            <a:extLst>
              <a:ext uri="{FF2B5EF4-FFF2-40B4-BE49-F238E27FC236}">
                <a16:creationId xmlns:a16="http://schemas.microsoft.com/office/drawing/2014/main" id="{A4AB2979-E5FE-AC10-0312-2B22A48B77BE}"/>
              </a:ext>
            </a:extLst>
          </p:cNvPr>
          <p:cNvSpPr/>
          <p:nvPr/>
        </p:nvSpPr>
        <p:spPr bwMode="auto">
          <a:xfrm>
            <a:off x="2495961" y="1358977"/>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600" dirty="0">
                <a:solidFill>
                  <a:schemeClr val="tx1">
                    <a:lumMod val="75000"/>
                    <a:lumOff val="25000"/>
                  </a:schemeClr>
                </a:solidFill>
                <a:latin typeface="+mn-ea"/>
              </a:rPr>
              <a:t>１つ</a:t>
            </a:r>
          </a:p>
        </p:txBody>
      </p:sp>
      <p:sp>
        <p:nvSpPr>
          <p:cNvPr id="126" name="正方形/長方形 125">
            <a:extLst>
              <a:ext uri="{FF2B5EF4-FFF2-40B4-BE49-F238E27FC236}">
                <a16:creationId xmlns:a16="http://schemas.microsoft.com/office/drawing/2014/main" id="{042925D5-D731-07F9-4A63-CF1017237829}"/>
              </a:ext>
            </a:extLst>
          </p:cNvPr>
          <p:cNvSpPr/>
          <p:nvPr/>
        </p:nvSpPr>
        <p:spPr bwMode="auto">
          <a:xfrm>
            <a:off x="6276003" y="1358977"/>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600" dirty="0">
                <a:solidFill>
                  <a:schemeClr val="tx1">
                    <a:lumMod val="75000"/>
                    <a:lumOff val="25000"/>
                  </a:schemeClr>
                </a:solidFill>
                <a:latin typeface="+mn-ea"/>
              </a:rPr>
              <a:t>複数</a:t>
            </a:r>
          </a:p>
        </p:txBody>
      </p:sp>
      <p:sp>
        <p:nvSpPr>
          <p:cNvPr id="127" name="正方形/長方形 126">
            <a:extLst>
              <a:ext uri="{FF2B5EF4-FFF2-40B4-BE49-F238E27FC236}">
                <a16:creationId xmlns:a16="http://schemas.microsoft.com/office/drawing/2014/main" id="{2BF289BA-12E6-8E38-A80E-52390EA4FE22}"/>
              </a:ext>
            </a:extLst>
          </p:cNvPr>
          <p:cNvSpPr/>
          <p:nvPr/>
        </p:nvSpPr>
        <p:spPr bwMode="auto">
          <a:xfrm rot="16200000">
            <a:off x="200937" y="4194008"/>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600" dirty="0">
                <a:solidFill>
                  <a:schemeClr val="tx1">
                    <a:lumMod val="75000"/>
                    <a:lumOff val="25000"/>
                  </a:schemeClr>
                </a:solidFill>
                <a:latin typeface="+mn-ea"/>
              </a:rPr>
              <a:t>命令流の数</a:t>
            </a:r>
          </a:p>
        </p:txBody>
      </p:sp>
      <p:sp>
        <p:nvSpPr>
          <p:cNvPr id="128" name="正方形/長方形 127">
            <a:extLst>
              <a:ext uri="{FF2B5EF4-FFF2-40B4-BE49-F238E27FC236}">
                <a16:creationId xmlns:a16="http://schemas.microsoft.com/office/drawing/2014/main" id="{0D80FFEB-0EC2-9FD3-AEAD-3D5391C9A6EF}"/>
              </a:ext>
            </a:extLst>
          </p:cNvPr>
          <p:cNvSpPr/>
          <p:nvPr/>
        </p:nvSpPr>
        <p:spPr bwMode="auto">
          <a:xfrm rot="16200000">
            <a:off x="650942" y="2573990"/>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600" dirty="0">
                <a:solidFill>
                  <a:schemeClr val="tx1">
                    <a:lumMod val="75000"/>
                    <a:lumOff val="25000"/>
                  </a:schemeClr>
                </a:solidFill>
                <a:latin typeface="+mn-ea"/>
              </a:rPr>
              <a:t>１つ</a:t>
            </a:r>
          </a:p>
        </p:txBody>
      </p:sp>
      <p:sp>
        <p:nvSpPr>
          <p:cNvPr id="129" name="正方形/長方形 128">
            <a:extLst>
              <a:ext uri="{FF2B5EF4-FFF2-40B4-BE49-F238E27FC236}">
                <a16:creationId xmlns:a16="http://schemas.microsoft.com/office/drawing/2014/main" id="{04F028F8-212F-3BD2-E805-C49565998D92}"/>
              </a:ext>
            </a:extLst>
          </p:cNvPr>
          <p:cNvSpPr/>
          <p:nvPr/>
        </p:nvSpPr>
        <p:spPr bwMode="auto">
          <a:xfrm rot="16200000">
            <a:off x="740941" y="5184019"/>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600" dirty="0">
                <a:solidFill>
                  <a:schemeClr val="tx1">
                    <a:lumMod val="75000"/>
                    <a:lumOff val="25000"/>
                  </a:schemeClr>
                </a:solidFill>
                <a:latin typeface="+mn-ea"/>
              </a:rPr>
              <a:t>複数</a:t>
            </a:r>
          </a:p>
        </p:txBody>
      </p:sp>
      <p:cxnSp>
        <p:nvCxnSpPr>
          <p:cNvPr id="131" name="直線コネクタ 130">
            <a:extLst>
              <a:ext uri="{FF2B5EF4-FFF2-40B4-BE49-F238E27FC236}">
                <a16:creationId xmlns:a16="http://schemas.microsoft.com/office/drawing/2014/main" id="{7F3DB055-BF04-0155-B158-7D2D288A1E12}"/>
              </a:ext>
            </a:extLst>
          </p:cNvPr>
          <p:cNvCxnSpPr/>
          <p:nvPr/>
        </p:nvCxnSpPr>
        <p:spPr bwMode="auto">
          <a:xfrm>
            <a:off x="605939" y="1628980"/>
            <a:ext cx="7920088" cy="0"/>
          </a:xfrm>
          <a:prstGeom prst="line">
            <a:avLst/>
          </a:prstGeom>
          <a:noFill/>
          <a:ln w="9525" cap="flat" cmpd="sng" algn="ctr">
            <a:solidFill>
              <a:schemeClr val="bg1">
                <a:lumMod val="50000"/>
              </a:schemeClr>
            </a:solidFill>
            <a:prstDash val="solid"/>
            <a:round/>
            <a:headEnd type="none" w="med" len="med"/>
            <a:tailEnd type="none" w="med" len="med"/>
          </a:ln>
          <a:effectLst/>
        </p:spPr>
      </p:cxnSp>
      <p:cxnSp>
        <p:nvCxnSpPr>
          <p:cNvPr id="132" name="直線コネクタ 131">
            <a:extLst>
              <a:ext uri="{FF2B5EF4-FFF2-40B4-BE49-F238E27FC236}">
                <a16:creationId xmlns:a16="http://schemas.microsoft.com/office/drawing/2014/main" id="{77AEB953-A53E-31F1-3DB7-27EBEF2E46D6}"/>
              </a:ext>
            </a:extLst>
          </p:cNvPr>
          <p:cNvCxnSpPr>
            <a:cxnSpLocks/>
          </p:cNvCxnSpPr>
          <p:nvPr/>
        </p:nvCxnSpPr>
        <p:spPr bwMode="auto">
          <a:xfrm flipV="1">
            <a:off x="1145945" y="1268976"/>
            <a:ext cx="0" cy="5040056"/>
          </a:xfrm>
          <a:prstGeom prst="line">
            <a:avLst/>
          </a:prstGeom>
          <a:noFill/>
          <a:ln w="9525" cap="flat" cmpd="sng" algn="ctr">
            <a:solidFill>
              <a:schemeClr val="bg1">
                <a:lumMod val="50000"/>
              </a:schemeClr>
            </a:solidFill>
            <a:prstDash val="solid"/>
            <a:round/>
            <a:headEnd type="none" w="med" len="med"/>
            <a:tailEnd type="none" w="med" len="med"/>
          </a:ln>
          <a:effectLst/>
        </p:spPr>
      </p:cxnSp>
      <p:cxnSp>
        <p:nvCxnSpPr>
          <p:cNvPr id="135" name="直線コネクタ 134">
            <a:extLst>
              <a:ext uri="{FF2B5EF4-FFF2-40B4-BE49-F238E27FC236}">
                <a16:creationId xmlns:a16="http://schemas.microsoft.com/office/drawing/2014/main" id="{2A301EE6-C023-E361-EACD-FE8BFA1AD473}"/>
              </a:ext>
            </a:extLst>
          </p:cNvPr>
          <p:cNvCxnSpPr>
            <a:cxnSpLocks/>
          </p:cNvCxnSpPr>
          <p:nvPr/>
        </p:nvCxnSpPr>
        <p:spPr bwMode="auto">
          <a:xfrm flipV="1">
            <a:off x="4745985" y="1358977"/>
            <a:ext cx="0" cy="5040056"/>
          </a:xfrm>
          <a:prstGeom prst="line">
            <a:avLst/>
          </a:prstGeom>
          <a:noFill/>
          <a:ln w="9525" cap="flat" cmpd="sng" algn="ctr">
            <a:solidFill>
              <a:schemeClr val="bg1">
                <a:lumMod val="50000"/>
              </a:schemeClr>
            </a:solidFill>
            <a:prstDash val="solid"/>
            <a:round/>
            <a:headEnd type="none" w="med" len="med"/>
            <a:tailEnd type="none" w="med" len="med"/>
          </a:ln>
          <a:effectLst/>
        </p:spPr>
      </p:cxnSp>
      <p:cxnSp>
        <p:nvCxnSpPr>
          <p:cNvPr id="136" name="直線コネクタ 135">
            <a:extLst>
              <a:ext uri="{FF2B5EF4-FFF2-40B4-BE49-F238E27FC236}">
                <a16:creationId xmlns:a16="http://schemas.microsoft.com/office/drawing/2014/main" id="{1986B10A-D68A-1B8B-1783-D488D9152E70}"/>
              </a:ext>
            </a:extLst>
          </p:cNvPr>
          <p:cNvCxnSpPr/>
          <p:nvPr/>
        </p:nvCxnSpPr>
        <p:spPr bwMode="auto">
          <a:xfrm>
            <a:off x="605939" y="4059007"/>
            <a:ext cx="7920088" cy="0"/>
          </a:xfrm>
          <a:prstGeom prst="line">
            <a:avLst/>
          </a:prstGeom>
          <a:noFill/>
          <a:ln w="9525" cap="flat" cmpd="sng" algn="ctr">
            <a:solidFill>
              <a:schemeClr val="bg1">
                <a:lumMod val="50000"/>
              </a:schemeClr>
            </a:solidFill>
            <a:prstDash val="solid"/>
            <a:round/>
            <a:headEnd type="none" w="med" len="med"/>
            <a:tailEnd type="none" w="med" len="med"/>
          </a:ln>
          <a:effectLst/>
        </p:spPr>
      </p:cxnSp>
      <p:sp>
        <p:nvSpPr>
          <p:cNvPr id="137" name="正方形/長方形 136">
            <a:extLst>
              <a:ext uri="{FF2B5EF4-FFF2-40B4-BE49-F238E27FC236}">
                <a16:creationId xmlns:a16="http://schemas.microsoft.com/office/drawing/2014/main" id="{6331EEEF-0383-DA30-49F0-F63C77C8016F}"/>
              </a:ext>
            </a:extLst>
          </p:cNvPr>
          <p:cNvSpPr/>
          <p:nvPr/>
        </p:nvSpPr>
        <p:spPr bwMode="auto">
          <a:xfrm>
            <a:off x="6276003" y="1718981"/>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b="1" dirty="0">
                <a:solidFill>
                  <a:schemeClr val="accent5"/>
                </a:solidFill>
                <a:latin typeface="+mn-ea"/>
              </a:rPr>
              <a:t>SIMD</a:t>
            </a:r>
            <a:endParaRPr lang="ja-JP" altLang="en-US" sz="1600" b="1" dirty="0">
              <a:solidFill>
                <a:schemeClr val="accent5"/>
              </a:solidFill>
              <a:latin typeface="+mn-ea"/>
            </a:endParaRPr>
          </a:p>
        </p:txBody>
      </p:sp>
      <p:sp>
        <p:nvSpPr>
          <p:cNvPr id="138" name="正方形/長方形 137">
            <a:extLst>
              <a:ext uri="{FF2B5EF4-FFF2-40B4-BE49-F238E27FC236}">
                <a16:creationId xmlns:a16="http://schemas.microsoft.com/office/drawing/2014/main" id="{35E300DE-269C-DF7B-B1FC-2963D0538628}"/>
              </a:ext>
            </a:extLst>
          </p:cNvPr>
          <p:cNvSpPr/>
          <p:nvPr/>
        </p:nvSpPr>
        <p:spPr bwMode="auto">
          <a:xfrm>
            <a:off x="6276003" y="4239009"/>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tx1">
                    <a:lumMod val="75000"/>
                    <a:lumOff val="25000"/>
                  </a:schemeClr>
                </a:solidFill>
                <a:latin typeface="+mn-ea"/>
              </a:rPr>
              <a:t>MIMD</a:t>
            </a:r>
            <a:endParaRPr lang="ja-JP" altLang="en-US" sz="1600" dirty="0">
              <a:solidFill>
                <a:schemeClr val="tx1">
                  <a:lumMod val="75000"/>
                  <a:lumOff val="25000"/>
                </a:schemeClr>
              </a:solidFill>
              <a:latin typeface="+mn-ea"/>
            </a:endParaRPr>
          </a:p>
        </p:txBody>
      </p:sp>
      <p:sp>
        <p:nvSpPr>
          <p:cNvPr id="3" name="テキスト プレースホルダー 2">
            <a:extLst>
              <a:ext uri="{FF2B5EF4-FFF2-40B4-BE49-F238E27FC236}">
                <a16:creationId xmlns:a16="http://schemas.microsoft.com/office/drawing/2014/main" id="{B34014D9-84D8-C52A-1D1D-FB736047D829}"/>
              </a:ext>
            </a:extLst>
          </p:cNvPr>
          <p:cNvSpPr>
            <a:spLocks noGrp="1"/>
          </p:cNvSpPr>
          <p:nvPr>
            <p:ph type="body" sz="quarter" idx="10"/>
          </p:nvPr>
        </p:nvSpPr>
        <p:spPr>
          <a:xfrm>
            <a:off x="8346026" y="1178974"/>
            <a:ext cx="3690040" cy="5310059"/>
          </a:xfrm>
        </p:spPr>
        <p:txBody>
          <a:bodyPr/>
          <a:lstStyle/>
          <a:p>
            <a:r>
              <a:rPr kumimoji="1" lang="ja-JP" altLang="en-US" sz="1800" dirty="0"/>
              <a:t>カレー屋さんとの対応</a:t>
            </a:r>
            <a:endParaRPr kumimoji="1" lang="en-US" altLang="ja-JP" sz="1800" dirty="0"/>
          </a:p>
          <a:p>
            <a:pPr lvl="1"/>
            <a:r>
              <a:rPr kumimoji="1" lang="en-US" altLang="ja-JP" sz="1800" dirty="0"/>
              <a:t>PC:</a:t>
            </a:r>
            <a:r>
              <a:rPr lang="ja-JP" altLang="en-US" sz="1800" dirty="0"/>
              <a:t> レシピ上の今やってるところ（しおり）</a:t>
            </a:r>
            <a:endParaRPr lang="en-US" altLang="ja-JP" sz="1800" dirty="0"/>
          </a:p>
          <a:p>
            <a:pPr lvl="1"/>
            <a:r>
              <a:rPr kumimoji="1" lang="ja-JP" altLang="en-US" sz="1800" dirty="0"/>
              <a:t>命令メモリ：レシピ</a:t>
            </a:r>
            <a:endParaRPr kumimoji="1" lang="en-US" altLang="ja-JP" sz="1800" dirty="0"/>
          </a:p>
          <a:p>
            <a:pPr lvl="1"/>
            <a:r>
              <a:rPr kumimoji="1" lang="ja-JP" altLang="en-US" sz="1800" dirty="0"/>
              <a:t>演算器：　　シェフ</a:t>
            </a:r>
            <a:endParaRPr kumimoji="1" lang="en-US" altLang="ja-JP" sz="1800" dirty="0"/>
          </a:p>
        </p:txBody>
      </p:sp>
    </p:spTree>
    <p:extLst>
      <p:ext uri="{BB962C8B-B14F-4D97-AF65-F5344CB8AC3E}">
        <p14:creationId xmlns:p14="http://schemas.microsoft.com/office/powerpoint/2010/main" val="32881768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D616928-E4AC-D43C-5712-51ADCE7DA59C}"/>
              </a:ext>
            </a:extLst>
          </p:cNvPr>
          <p:cNvSpPr>
            <a:spLocks noGrp="1"/>
          </p:cNvSpPr>
          <p:nvPr>
            <p:ph type="title"/>
          </p:nvPr>
        </p:nvSpPr>
        <p:spPr/>
        <p:txBody>
          <a:bodyPr/>
          <a:lstStyle/>
          <a:p>
            <a:r>
              <a:rPr lang="en-US" altLang="ja-JP" sz="2400" dirty="0"/>
              <a:t>SISD</a:t>
            </a:r>
            <a:r>
              <a:rPr lang="ja-JP" altLang="en-US" sz="2400" dirty="0"/>
              <a:t>（</a:t>
            </a:r>
            <a:r>
              <a:rPr lang="en-US" altLang="ja-JP" sz="2400" dirty="0"/>
              <a:t>Single Instruction stream/Single Data stream</a:t>
            </a:r>
            <a:r>
              <a:rPr lang="ja-JP" altLang="en-US" sz="2400" dirty="0"/>
              <a:t>）</a:t>
            </a:r>
          </a:p>
        </p:txBody>
      </p:sp>
      <p:sp>
        <p:nvSpPr>
          <p:cNvPr id="3" name="テキスト プレースホルダー 2">
            <a:extLst>
              <a:ext uri="{FF2B5EF4-FFF2-40B4-BE49-F238E27FC236}">
                <a16:creationId xmlns:a16="http://schemas.microsoft.com/office/drawing/2014/main" id="{8FD7964B-5D08-C0D0-086D-C6B016DE5D09}"/>
              </a:ext>
            </a:extLst>
          </p:cNvPr>
          <p:cNvSpPr>
            <a:spLocks noGrp="1"/>
          </p:cNvSpPr>
          <p:nvPr>
            <p:ph type="body" sz="quarter" idx="10"/>
          </p:nvPr>
        </p:nvSpPr>
        <p:spPr>
          <a:xfrm>
            <a:off x="1415948" y="3429000"/>
            <a:ext cx="9360104" cy="2789724"/>
          </a:xfrm>
        </p:spPr>
        <p:txBody>
          <a:bodyPr/>
          <a:lstStyle/>
          <a:p>
            <a:r>
              <a:rPr kumimoji="1" lang="ja-JP" altLang="en-US" dirty="0"/>
              <a:t>１つの命令流が１つのデータ流を処理する方式</a:t>
            </a:r>
            <a:endParaRPr kumimoji="1" lang="en-US" altLang="ja-JP" dirty="0"/>
          </a:p>
          <a:p>
            <a:pPr lvl="1"/>
            <a:r>
              <a:rPr kumimoji="1" lang="ja-JP" altLang="en-US" dirty="0"/>
              <a:t>動作：</a:t>
            </a:r>
            <a:endParaRPr kumimoji="1" lang="en-US" altLang="ja-JP" dirty="0"/>
          </a:p>
          <a:p>
            <a:pPr lvl="2"/>
            <a:r>
              <a:rPr kumimoji="1" lang="ja-JP" altLang="en-US" dirty="0"/>
              <a:t>同時に１つのプログラム（命令の流れ）を実行</a:t>
            </a:r>
            <a:endParaRPr kumimoji="1" lang="en-US" altLang="ja-JP" dirty="0"/>
          </a:p>
          <a:p>
            <a:pPr lvl="2"/>
            <a:r>
              <a:rPr kumimoji="1" lang="ja-JP" altLang="en-US" dirty="0"/>
              <a:t>それぞれの命令は１つのデータを演算</a:t>
            </a:r>
            <a:endParaRPr kumimoji="1" lang="en-US" altLang="ja-JP" dirty="0"/>
          </a:p>
          <a:p>
            <a:pPr lvl="1"/>
            <a:r>
              <a:rPr kumimoji="1" lang="ja-JP" altLang="en-US" dirty="0"/>
              <a:t>典型的にはシングルコア </a:t>
            </a:r>
            <a:r>
              <a:rPr kumimoji="1" lang="en-US" altLang="ja-JP" dirty="0"/>
              <a:t>CPU </a:t>
            </a:r>
            <a:r>
              <a:rPr kumimoji="1" lang="ja-JP" altLang="en-US" dirty="0"/>
              <a:t>がこれに該当</a:t>
            </a:r>
            <a:endParaRPr kumimoji="1" lang="en-US" altLang="ja-JP" dirty="0"/>
          </a:p>
        </p:txBody>
      </p:sp>
      <p:sp>
        <p:nvSpPr>
          <p:cNvPr id="4" name="正方形/長方形 3">
            <a:extLst>
              <a:ext uri="{FF2B5EF4-FFF2-40B4-BE49-F238E27FC236}">
                <a16:creationId xmlns:a16="http://schemas.microsoft.com/office/drawing/2014/main" id="{96450B57-95A7-C467-5A84-504393746CEF}"/>
              </a:ext>
            </a:extLst>
          </p:cNvPr>
          <p:cNvSpPr/>
          <p:nvPr/>
        </p:nvSpPr>
        <p:spPr bwMode="auto">
          <a:xfrm>
            <a:off x="5735996" y="1628981"/>
            <a:ext cx="720008" cy="36000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命令メモリ</a:t>
            </a:r>
          </a:p>
        </p:txBody>
      </p:sp>
      <p:cxnSp>
        <p:nvCxnSpPr>
          <p:cNvPr id="5" name="直線矢印コネクタ 4">
            <a:extLst>
              <a:ext uri="{FF2B5EF4-FFF2-40B4-BE49-F238E27FC236}">
                <a16:creationId xmlns:a16="http://schemas.microsoft.com/office/drawing/2014/main" id="{9E05AC79-A6A8-40C5-58A8-E6C08BAEE0A1}"/>
              </a:ext>
            </a:extLst>
          </p:cNvPr>
          <p:cNvCxnSpPr>
            <a:cxnSpLocks/>
          </p:cNvCxnSpPr>
          <p:nvPr/>
        </p:nvCxnSpPr>
        <p:spPr bwMode="auto">
          <a:xfrm>
            <a:off x="6096000" y="1431110"/>
            <a:ext cx="0" cy="197870"/>
          </a:xfrm>
          <a:prstGeom prst="straightConnector1">
            <a:avLst/>
          </a:pr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cxnSp>
      <p:sp>
        <p:nvSpPr>
          <p:cNvPr id="6" name="正方形/長方形 5">
            <a:extLst>
              <a:ext uri="{FF2B5EF4-FFF2-40B4-BE49-F238E27FC236}">
                <a16:creationId xmlns:a16="http://schemas.microsoft.com/office/drawing/2014/main" id="{1744B6C1-1FFD-3851-A29D-E8AEA23047B7}"/>
              </a:ext>
            </a:extLst>
          </p:cNvPr>
          <p:cNvSpPr/>
          <p:nvPr/>
        </p:nvSpPr>
        <p:spPr bwMode="auto">
          <a:xfrm>
            <a:off x="5915998" y="1088974"/>
            <a:ext cx="360004" cy="36000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600" dirty="0">
                <a:solidFill>
                  <a:schemeClr val="tx1">
                    <a:lumMod val="75000"/>
                    <a:lumOff val="25000"/>
                  </a:schemeClr>
                </a:solidFill>
                <a:latin typeface="+mn-ea"/>
              </a:rPr>
              <a:t>PC</a:t>
            </a:r>
            <a:endParaRPr lang="ja-JP" altLang="en-US" sz="1600" dirty="0">
              <a:solidFill>
                <a:schemeClr val="tx1">
                  <a:lumMod val="75000"/>
                  <a:lumOff val="25000"/>
                </a:schemeClr>
              </a:solidFill>
              <a:latin typeface="+mn-ea"/>
            </a:endParaRPr>
          </a:p>
        </p:txBody>
      </p:sp>
      <p:sp>
        <p:nvSpPr>
          <p:cNvPr id="7" name="フリーフォーム 10">
            <a:extLst>
              <a:ext uri="{FF2B5EF4-FFF2-40B4-BE49-F238E27FC236}">
                <a16:creationId xmlns:a16="http://schemas.microsoft.com/office/drawing/2014/main" id="{C71BEDD6-0BF8-749C-6850-B482856556F5}"/>
              </a:ext>
            </a:extLst>
          </p:cNvPr>
          <p:cNvSpPr>
            <a:spLocks noChangeArrowheads="1"/>
          </p:cNvSpPr>
          <p:nvPr/>
        </p:nvSpPr>
        <p:spPr bwMode="auto">
          <a:xfrm flipH="1">
            <a:off x="5735996" y="2348988"/>
            <a:ext cx="720008"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type="triangle" w="sm" len="med"/>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演算器</a:t>
            </a:r>
          </a:p>
        </p:txBody>
      </p:sp>
      <p:cxnSp>
        <p:nvCxnSpPr>
          <p:cNvPr id="8" name="直線矢印コネクタ 7">
            <a:extLst>
              <a:ext uri="{FF2B5EF4-FFF2-40B4-BE49-F238E27FC236}">
                <a16:creationId xmlns:a16="http://schemas.microsoft.com/office/drawing/2014/main" id="{F99C49E6-E942-3E0C-540C-1A2B6EE09417}"/>
              </a:ext>
            </a:extLst>
          </p:cNvPr>
          <p:cNvCxnSpPr>
            <a:cxnSpLocks/>
          </p:cNvCxnSpPr>
          <p:nvPr/>
        </p:nvCxnSpPr>
        <p:spPr bwMode="auto">
          <a:xfrm>
            <a:off x="6096000" y="1988985"/>
            <a:ext cx="0" cy="360003"/>
          </a:xfrm>
          <a:prstGeom prst="straightConnector1">
            <a:avLst/>
          </a:pr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cxnSp>
    </p:spTree>
    <p:extLst>
      <p:ext uri="{BB962C8B-B14F-4D97-AF65-F5344CB8AC3E}">
        <p14:creationId xmlns:p14="http://schemas.microsoft.com/office/powerpoint/2010/main" val="7398103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D616928-E4AC-D43C-5712-51ADCE7DA59C}"/>
              </a:ext>
            </a:extLst>
          </p:cNvPr>
          <p:cNvSpPr>
            <a:spLocks noGrp="1"/>
          </p:cNvSpPr>
          <p:nvPr>
            <p:ph type="title"/>
          </p:nvPr>
        </p:nvSpPr>
        <p:spPr/>
        <p:txBody>
          <a:bodyPr/>
          <a:lstStyle/>
          <a:p>
            <a:r>
              <a:rPr lang="en-US" altLang="ja-JP" sz="2400" dirty="0"/>
              <a:t>SIMD</a:t>
            </a:r>
            <a:r>
              <a:rPr lang="ja-JP" altLang="en-US" sz="2400" dirty="0"/>
              <a:t>（</a:t>
            </a:r>
            <a:r>
              <a:rPr lang="en-US" altLang="ja-JP" sz="2400" dirty="0"/>
              <a:t>Single Instruction stream/Multiple Data stream</a:t>
            </a:r>
            <a:r>
              <a:rPr lang="ja-JP" altLang="en-US" sz="2400" dirty="0"/>
              <a:t>）</a:t>
            </a:r>
          </a:p>
        </p:txBody>
      </p:sp>
      <p:sp>
        <p:nvSpPr>
          <p:cNvPr id="3" name="テキスト プレースホルダー 2">
            <a:extLst>
              <a:ext uri="{FF2B5EF4-FFF2-40B4-BE49-F238E27FC236}">
                <a16:creationId xmlns:a16="http://schemas.microsoft.com/office/drawing/2014/main" id="{8FD7964B-5D08-C0D0-086D-C6B016DE5D09}"/>
              </a:ext>
            </a:extLst>
          </p:cNvPr>
          <p:cNvSpPr>
            <a:spLocks noGrp="1"/>
          </p:cNvSpPr>
          <p:nvPr>
            <p:ph type="body" sz="quarter" idx="10"/>
          </p:nvPr>
        </p:nvSpPr>
        <p:spPr>
          <a:xfrm>
            <a:off x="2135956" y="3068996"/>
            <a:ext cx="8280092" cy="3329730"/>
          </a:xfrm>
        </p:spPr>
        <p:txBody>
          <a:bodyPr/>
          <a:lstStyle/>
          <a:p>
            <a:r>
              <a:rPr kumimoji="1" lang="ja-JP" altLang="en-US" dirty="0"/>
              <a:t>１つの命令の流れが複数のデータの流れを処理する方式</a:t>
            </a:r>
            <a:endParaRPr kumimoji="1" lang="en-US" altLang="ja-JP" dirty="0"/>
          </a:p>
          <a:p>
            <a:pPr lvl="1"/>
            <a:r>
              <a:rPr kumimoji="1" lang="en-US" altLang="ja-JP" dirty="0"/>
              <a:t>SIMD </a:t>
            </a:r>
            <a:r>
              <a:rPr kumimoji="1" lang="ja-JP" altLang="en-US" dirty="0"/>
              <a:t>は同時に１つのプログラム（命令の流れ）を実行</a:t>
            </a:r>
            <a:endParaRPr kumimoji="1" lang="en-US" altLang="ja-JP" dirty="0"/>
          </a:p>
          <a:p>
            <a:pPr lvl="1"/>
            <a:r>
              <a:rPr kumimoji="1" lang="ja-JP" altLang="en-US" dirty="0"/>
              <a:t>それぞれの命令は複数のデータに対して同じ演算を行う</a:t>
            </a:r>
            <a:endParaRPr kumimoji="1" lang="en-US" altLang="ja-JP" dirty="0"/>
          </a:p>
          <a:p>
            <a:r>
              <a:rPr kumimoji="1" lang="ja-JP" altLang="en-US" dirty="0"/>
              <a:t>例：４つの演算を同時に行う </a:t>
            </a:r>
            <a:r>
              <a:rPr kumimoji="1" lang="en-US" altLang="ja-JP" dirty="0"/>
              <a:t>SIMD </a:t>
            </a:r>
            <a:r>
              <a:rPr kumimoji="1" lang="ja-JP" altLang="en-US" dirty="0"/>
              <a:t>方式</a:t>
            </a:r>
            <a:endParaRPr kumimoji="1" lang="en-US" altLang="ja-JP" dirty="0"/>
          </a:p>
          <a:p>
            <a:pPr lvl="1"/>
            <a:r>
              <a:rPr kumimoji="1" lang="ja-JP" altLang="en-US" dirty="0"/>
              <a:t>解釈された命令は４つの演算器に送信</a:t>
            </a:r>
            <a:endParaRPr kumimoji="1" lang="en-US" altLang="ja-JP" dirty="0"/>
          </a:p>
          <a:p>
            <a:pPr lvl="1"/>
            <a:r>
              <a:rPr kumimoji="1" lang="ja-JP" altLang="en-US" dirty="0"/>
              <a:t>それぞれの演算器は異なる４つのデータに対して同じ演算を行う</a:t>
            </a:r>
            <a:endParaRPr kumimoji="1" lang="en-US" altLang="ja-JP" dirty="0"/>
          </a:p>
          <a:p>
            <a:pPr lvl="1"/>
            <a:r>
              <a:rPr kumimoji="1" lang="ja-JP" altLang="en-US" dirty="0"/>
              <a:t>たとえば加算命令であれば，１つの加算命令が４つの加算を行う</a:t>
            </a:r>
            <a:endParaRPr kumimoji="1" lang="en-US" altLang="ja-JP" dirty="0"/>
          </a:p>
        </p:txBody>
      </p:sp>
      <p:sp>
        <p:nvSpPr>
          <p:cNvPr id="11" name="正方形/長方形 10">
            <a:extLst>
              <a:ext uri="{FF2B5EF4-FFF2-40B4-BE49-F238E27FC236}">
                <a16:creationId xmlns:a16="http://schemas.microsoft.com/office/drawing/2014/main" id="{EAD82A13-F2E9-DFDF-3E39-C1E768267EB2}"/>
              </a:ext>
            </a:extLst>
          </p:cNvPr>
          <p:cNvSpPr/>
          <p:nvPr/>
        </p:nvSpPr>
        <p:spPr bwMode="auto">
          <a:xfrm>
            <a:off x="5735996" y="1628981"/>
            <a:ext cx="720008" cy="36000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命令メモリ</a:t>
            </a:r>
          </a:p>
        </p:txBody>
      </p:sp>
      <p:cxnSp>
        <p:nvCxnSpPr>
          <p:cNvPr id="12" name="直線矢印コネクタ 11">
            <a:extLst>
              <a:ext uri="{FF2B5EF4-FFF2-40B4-BE49-F238E27FC236}">
                <a16:creationId xmlns:a16="http://schemas.microsoft.com/office/drawing/2014/main" id="{5C46395C-23B3-C511-D220-21B7CB1B0ADC}"/>
              </a:ext>
            </a:extLst>
          </p:cNvPr>
          <p:cNvCxnSpPr>
            <a:cxnSpLocks/>
          </p:cNvCxnSpPr>
          <p:nvPr/>
        </p:nvCxnSpPr>
        <p:spPr bwMode="auto">
          <a:xfrm>
            <a:off x="6096000" y="1431110"/>
            <a:ext cx="0" cy="197870"/>
          </a:xfrm>
          <a:prstGeom prst="straightConnector1">
            <a:avLst/>
          </a:pr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cxnSp>
      <p:sp>
        <p:nvSpPr>
          <p:cNvPr id="13" name="正方形/長方形 12">
            <a:extLst>
              <a:ext uri="{FF2B5EF4-FFF2-40B4-BE49-F238E27FC236}">
                <a16:creationId xmlns:a16="http://schemas.microsoft.com/office/drawing/2014/main" id="{45E643A2-4B4C-D5B8-3F41-4BACDC367184}"/>
              </a:ext>
            </a:extLst>
          </p:cNvPr>
          <p:cNvSpPr/>
          <p:nvPr/>
        </p:nvSpPr>
        <p:spPr bwMode="auto">
          <a:xfrm>
            <a:off x="5915998" y="1088974"/>
            <a:ext cx="360004" cy="36000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600" dirty="0">
                <a:solidFill>
                  <a:schemeClr val="tx1">
                    <a:lumMod val="75000"/>
                    <a:lumOff val="25000"/>
                  </a:schemeClr>
                </a:solidFill>
                <a:latin typeface="+mn-ea"/>
              </a:rPr>
              <a:t>PC</a:t>
            </a:r>
            <a:endParaRPr lang="ja-JP" altLang="en-US" sz="1600" dirty="0">
              <a:solidFill>
                <a:schemeClr val="tx1">
                  <a:lumMod val="75000"/>
                  <a:lumOff val="25000"/>
                </a:schemeClr>
              </a:solidFill>
              <a:latin typeface="+mn-ea"/>
            </a:endParaRPr>
          </a:p>
        </p:txBody>
      </p:sp>
      <p:sp>
        <p:nvSpPr>
          <p:cNvPr id="14" name="フリーフォーム 10">
            <a:extLst>
              <a:ext uri="{FF2B5EF4-FFF2-40B4-BE49-F238E27FC236}">
                <a16:creationId xmlns:a16="http://schemas.microsoft.com/office/drawing/2014/main" id="{755DC200-5A4C-0459-1013-55838A9CC5B2}"/>
              </a:ext>
            </a:extLst>
          </p:cNvPr>
          <p:cNvSpPr>
            <a:spLocks noChangeArrowheads="1"/>
          </p:cNvSpPr>
          <p:nvPr/>
        </p:nvSpPr>
        <p:spPr bwMode="auto">
          <a:xfrm flipH="1">
            <a:off x="4475982" y="2348988"/>
            <a:ext cx="720008"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type="triangle" w="sm" len="med"/>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演算器</a:t>
            </a:r>
          </a:p>
        </p:txBody>
      </p:sp>
      <p:cxnSp>
        <p:nvCxnSpPr>
          <p:cNvPr id="15" name="直線矢印コネクタ 14">
            <a:extLst>
              <a:ext uri="{FF2B5EF4-FFF2-40B4-BE49-F238E27FC236}">
                <a16:creationId xmlns:a16="http://schemas.microsoft.com/office/drawing/2014/main" id="{4D7A68DF-0E3F-1BCC-FF1F-A979CF4F95E3}"/>
              </a:ext>
            </a:extLst>
          </p:cNvPr>
          <p:cNvCxnSpPr>
            <a:cxnSpLocks/>
          </p:cNvCxnSpPr>
          <p:nvPr/>
        </p:nvCxnSpPr>
        <p:spPr bwMode="auto">
          <a:xfrm>
            <a:off x="6096000" y="1988984"/>
            <a:ext cx="0" cy="197870"/>
          </a:xfrm>
          <a:prstGeom prst="straightConnector1">
            <a:avLst/>
          </a:pr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cxnSp>
      <p:sp>
        <p:nvSpPr>
          <p:cNvPr id="16" name="Freeform 10">
            <a:extLst>
              <a:ext uri="{FF2B5EF4-FFF2-40B4-BE49-F238E27FC236}">
                <a16:creationId xmlns:a16="http://schemas.microsoft.com/office/drawing/2014/main" id="{006D7B4A-6AA6-6003-4020-63C2897463AC}"/>
              </a:ext>
            </a:extLst>
          </p:cNvPr>
          <p:cNvSpPr>
            <a:spLocks/>
          </p:cNvSpPr>
          <p:nvPr/>
        </p:nvSpPr>
        <p:spPr bwMode="auto">
          <a:xfrm rot="5400000">
            <a:off x="5285991" y="1718982"/>
            <a:ext cx="180001" cy="1080012"/>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sp>
        <p:nvSpPr>
          <p:cNvPr id="17" name="フリーフォーム 10">
            <a:extLst>
              <a:ext uri="{FF2B5EF4-FFF2-40B4-BE49-F238E27FC236}">
                <a16:creationId xmlns:a16="http://schemas.microsoft.com/office/drawing/2014/main" id="{4A6A2F69-2D60-BC96-1E63-45629E83A88B}"/>
              </a:ext>
            </a:extLst>
          </p:cNvPr>
          <p:cNvSpPr>
            <a:spLocks noChangeArrowheads="1"/>
          </p:cNvSpPr>
          <p:nvPr/>
        </p:nvSpPr>
        <p:spPr bwMode="auto">
          <a:xfrm flipH="1">
            <a:off x="5285991" y="2348988"/>
            <a:ext cx="720008"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type="triangle" w="sm" len="med"/>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演算器</a:t>
            </a:r>
          </a:p>
        </p:txBody>
      </p:sp>
      <p:sp>
        <p:nvSpPr>
          <p:cNvPr id="18" name="フリーフォーム 10">
            <a:extLst>
              <a:ext uri="{FF2B5EF4-FFF2-40B4-BE49-F238E27FC236}">
                <a16:creationId xmlns:a16="http://schemas.microsoft.com/office/drawing/2014/main" id="{56337C34-19B1-A28C-9E8E-A2CD907EE5CB}"/>
              </a:ext>
            </a:extLst>
          </p:cNvPr>
          <p:cNvSpPr>
            <a:spLocks noChangeArrowheads="1"/>
          </p:cNvSpPr>
          <p:nvPr/>
        </p:nvSpPr>
        <p:spPr bwMode="auto">
          <a:xfrm flipH="1">
            <a:off x="6096000" y="2348988"/>
            <a:ext cx="720008"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type="triangle" w="sm" len="med"/>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演算器</a:t>
            </a:r>
          </a:p>
        </p:txBody>
      </p:sp>
      <p:sp>
        <p:nvSpPr>
          <p:cNvPr id="19" name="フリーフォーム 10">
            <a:extLst>
              <a:ext uri="{FF2B5EF4-FFF2-40B4-BE49-F238E27FC236}">
                <a16:creationId xmlns:a16="http://schemas.microsoft.com/office/drawing/2014/main" id="{4B80016D-5C10-30E8-0CAA-747DADDC5B9F}"/>
              </a:ext>
            </a:extLst>
          </p:cNvPr>
          <p:cNvSpPr>
            <a:spLocks noChangeArrowheads="1"/>
          </p:cNvSpPr>
          <p:nvPr/>
        </p:nvSpPr>
        <p:spPr bwMode="auto">
          <a:xfrm flipH="1">
            <a:off x="6906009" y="2348988"/>
            <a:ext cx="720008"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type="triangle" w="sm" len="med"/>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演算器</a:t>
            </a:r>
          </a:p>
        </p:txBody>
      </p:sp>
      <p:sp>
        <p:nvSpPr>
          <p:cNvPr id="20" name="Freeform 10">
            <a:extLst>
              <a:ext uri="{FF2B5EF4-FFF2-40B4-BE49-F238E27FC236}">
                <a16:creationId xmlns:a16="http://schemas.microsoft.com/office/drawing/2014/main" id="{26F33265-DE1C-3F00-4F14-2752E0D7D555}"/>
              </a:ext>
            </a:extLst>
          </p:cNvPr>
          <p:cNvSpPr>
            <a:spLocks/>
          </p:cNvSpPr>
          <p:nvPr/>
        </p:nvSpPr>
        <p:spPr bwMode="auto">
          <a:xfrm rot="5400000">
            <a:off x="5690997" y="2123987"/>
            <a:ext cx="180000" cy="27000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sp>
        <p:nvSpPr>
          <p:cNvPr id="21" name="Freeform 10">
            <a:extLst>
              <a:ext uri="{FF2B5EF4-FFF2-40B4-BE49-F238E27FC236}">
                <a16:creationId xmlns:a16="http://schemas.microsoft.com/office/drawing/2014/main" id="{F73DF0FE-0D02-95F2-3671-16C55F2A6542}"/>
              </a:ext>
            </a:extLst>
          </p:cNvPr>
          <p:cNvSpPr>
            <a:spLocks/>
          </p:cNvSpPr>
          <p:nvPr/>
        </p:nvSpPr>
        <p:spPr bwMode="auto">
          <a:xfrm rot="5400000" flipV="1">
            <a:off x="6141001" y="1943985"/>
            <a:ext cx="180000" cy="630007"/>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sp>
        <p:nvSpPr>
          <p:cNvPr id="22" name="Freeform 10">
            <a:extLst>
              <a:ext uri="{FF2B5EF4-FFF2-40B4-BE49-F238E27FC236}">
                <a16:creationId xmlns:a16="http://schemas.microsoft.com/office/drawing/2014/main" id="{081E256E-DA4D-C88E-6A24-A0AD829B3150}"/>
              </a:ext>
            </a:extLst>
          </p:cNvPr>
          <p:cNvSpPr>
            <a:spLocks/>
          </p:cNvSpPr>
          <p:nvPr/>
        </p:nvSpPr>
        <p:spPr bwMode="auto">
          <a:xfrm rot="5400000" flipV="1">
            <a:off x="6726009" y="1808984"/>
            <a:ext cx="180001" cy="900011"/>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spTree>
    <p:extLst>
      <p:ext uri="{BB962C8B-B14F-4D97-AF65-F5344CB8AC3E}">
        <p14:creationId xmlns:p14="http://schemas.microsoft.com/office/powerpoint/2010/main" val="369461580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D616928-E4AC-D43C-5712-51ADCE7DA59C}"/>
              </a:ext>
            </a:extLst>
          </p:cNvPr>
          <p:cNvSpPr>
            <a:spLocks noGrp="1"/>
          </p:cNvSpPr>
          <p:nvPr>
            <p:ph type="title"/>
          </p:nvPr>
        </p:nvSpPr>
        <p:spPr/>
        <p:txBody>
          <a:bodyPr/>
          <a:lstStyle/>
          <a:p>
            <a:r>
              <a:rPr lang="en-US" altLang="ja-JP" sz="2400" dirty="0"/>
              <a:t>SIMD</a:t>
            </a:r>
            <a:r>
              <a:rPr lang="ja-JP" altLang="en-US" sz="2400" dirty="0"/>
              <a:t>（</a:t>
            </a:r>
            <a:r>
              <a:rPr lang="en-US" altLang="ja-JP" sz="2400" dirty="0"/>
              <a:t>Single Instruction stream/Multiple Data stream</a:t>
            </a:r>
            <a:r>
              <a:rPr lang="ja-JP" altLang="en-US" sz="2400" dirty="0"/>
              <a:t>）</a:t>
            </a:r>
          </a:p>
        </p:txBody>
      </p:sp>
      <p:sp>
        <p:nvSpPr>
          <p:cNvPr id="3" name="テキスト プレースホルダー 2">
            <a:extLst>
              <a:ext uri="{FF2B5EF4-FFF2-40B4-BE49-F238E27FC236}">
                <a16:creationId xmlns:a16="http://schemas.microsoft.com/office/drawing/2014/main" id="{8FD7964B-5D08-C0D0-086D-C6B016DE5D09}"/>
              </a:ext>
            </a:extLst>
          </p:cNvPr>
          <p:cNvSpPr>
            <a:spLocks noGrp="1"/>
          </p:cNvSpPr>
          <p:nvPr>
            <p:ph type="body" sz="quarter" idx="10"/>
          </p:nvPr>
        </p:nvSpPr>
        <p:spPr>
          <a:xfrm>
            <a:off x="2135956" y="3068996"/>
            <a:ext cx="8280092" cy="3329730"/>
          </a:xfrm>
        </p:spPr>
        <p:txBody>
          <a:bodyPr/>
          <a:lstStyle/>
          <a:p>
            <a:r>
              <a:rPr kumimoji="1" lang="ja-JP" altLang="en-US" dirty="0">
                <a:solidFill>
                  <a:schemeClr val="accent5"/>
                </a:solidFill>
              </a:rPr>
              <a:t>現在の主だった </a:t>
            </a:r>
            <a:r>
              <a:rPr kumimoji="1" lang="en-US" altLang="ja-JP" dirty="0">
                <a:solidFill>
                  <a:schemeClr val="accent5"/>
                </a:solidFill>
              </a:rPr>
              <a:t>GPU </a:t>
            </a:r>
            <a:r>
              <a:rPr kumimoji="1" lang="ja-JP" altLang="en-US" dirty="0">
                <a:solidFill>
                  <a:schemeClr val="accent5"/>
                </a:solidFill>
              </a:rPr>
              <a:t>はこの </a:t>
            </a:r>
            <a:r>
              <a:rPr kumimoji="1" lang="en-US" altLang="ja-JP" dirty="0">
                <a:solidFill>
                  <a:schemeClr val="accent5"/>
                </a:solidFill>
              </a:rPr>
              <a:t>SIMD </a:t>
            </a:r>
            <a:r>
              <a:rPr kumimoji="1" lang="ja-JP" altLang="en-US" dirty="0">
                <a:solidFill>
                  <a:schemeClr val="accent5"/>
                </a:solidFill>
              </a:rPr>
              <a:t>方式をベースにしている</a:t>
            </a:r>
            <a:endParaRPr kumimoji="1" lang="en-US" altLang="ja-JP" dirty="0">
              <a:solidFill>
                <a:schemeClr val="accent5"/>
              </a:solidFill>
            </a:endParaRPr>
          </a:p>
          <a:p>
            <a:pPr lvl="1"/>
            <a:r>
              <a:rPr kumimoji="1" lang="ja-JP" altLang="en-US" dirty="0"/>
              <a:t>一部，</a:t>
            </a:r>
            <a:r>
              <a:rPr kumimoji="1" lang="en-US" altLang="ja-JP" dirty="0"/>
              <a:t>CPU </a:t>
            </a:r>
            <a:r>
              <a:rPr kumimoji="1" lang="ja-JP" altLang="en-US" dirty="0"/>
              <a:t>にもこの考えを取り入れた命令がある</a:t>
            </a:r>
            <a:r>
              <a:rPr kumimoji="1" lang="en-US" altLang="ja-JP" dirty="0"/>
              <a:t>	</a:t>
            </a:r>
          </a:p>
          <a:p>
            <a:r>
              <a:rPr kumimoji="1" lang="en-US" altLang="ja-JP" dirty="0"/>
              <a:t>GPU </a:t>
            </a:r>
            <a:r>
              <a:rPr kumimoji="1" lang="ja-JP" altLang="en-US" dirty="0"/>
              <a:t>は同じ処理を多数走らせることに特化</a:t>
            </a:r>
            <a:endParaRPr kumimoji="1" lang="en-US" altLang="ja-JP" dirty="0"/>
          </a:p>
          <a:p>
            <a:pPr lvl="1"/>
            <a:r>
              <a:rPr lang="en-US" altLang="ja-JP" dirty="0"/>
              <a:t>PC </a:t>
            </a:r>
            <a:r>
              <a:rPr lang="ja-JP" altLang="en-US" dirty="0"/>
              <a:t>や命令メモリは共有して，各演算器に配ればよい</a:t>
            </a:r>
            <a:endParaRPr kumimoji="1" lang="en-US" altLang="ja-JP" dirty="0"/>
          </a:p>
          <a:p>
            <a:pPr lvl="1"/>
            <a:endParaRPr kumimoji="1" lang="en-US" altLang="ja-JP" dirty="0"/>
          </a:p>
        </p:txBody>
      </p:sp>
      <p:sp>
        <p:nvSpPr>
          <p:cNvPr id="11" name="正方形/長方形 10">
            <a:extLst>
              <a:ext uri="{FF2B5EF4-FFF2-40B4-BE49-F238E27FC236}">
                <a16:creationId xmlns:a16="http://schemas.microsoft.com/office/drawing/2014/main" id="{EAD82A13-F2E9-DFDF-3E39-C1E768267EB2}"/>
              </a:ext>
            </a:extLst>
          </p:cNvPr>
          <p:cNvSpPr/>
          <p:nvPr/>
        </p:nvSpPr>
        <p:spPr bwMode="auto">
          <a:xfrm>
            <a:off x="5735996" y="1628981"/>
            <a:ext cx="720008" cy="36000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命令メモリ</a:t>
            </a:r>
          </a:p>
        </p:txBody>
      </p:sp>
      <p:cxnSp>
        <p:nvCxnSpPr>
          <p:cNvPr id="12" name="直線矢印コネクタ 11">
            <a:extLst>
              <a:ext uri="{FF2B5EF4-FFF2-40B4-BE49-F238E27FC236}">
                <a16:creationId xmlns:a16="http://schemas.microsoft.com/office/drawing/2014/main" id="{5C46395C-23B3-C511-D220-21B7CB1B0ADC}"/>
              </a:ext>
            </a:extLst>
          </p:cNvPr>
          <p:cNvCxnSpPr>
            <a:cxnSpLocks/>
          </p:cNvCxnSpPr>
          <p:nvPr/>
        </p:nvCxnSpPr>
        <p:spPr bwMode="auto">
          <a:xfrm>
            <a:off x="6096000" y="1431110"/>
            <a:ext cx="0" cy="197870"/>
          </a:xfrm>
          <a:prstGeom prst="straightConnector1">
            <a:avLst/>
          </a:pr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cxnSp>
      <p:sp>
        <p:nvSpPr>
          <p:cNvPr id="13" name="正方形/長方形 12">
            <a:extLst>
              <a:ext uri="{FF2B5EF4-FFF2-40B4-BE49-F238E27FC236}">
                <a16:creationId xmlns:a16="http://schemas.microsoft.com/office/drawing/2014/main" id="{45E643A2-4B4C-D5B8-3F41-4BACDC367184}"/>
              </a:ext>
            </a:extLst>
          </p:cNvPr>
          <p:cNvSpPr/>
          <p:nvPr/>
        </p:nvSpPr>
        <p:spPr bwMode="auto">
          <a:xfrm>
            <a:off x="5915998" y="1088974"/>
            <a:ext cx="360004" cy="36000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600" dirty="0">
                <a:solidFill>
                  <a:schemeClr val="tx1">
                    <a:lumMod val="75000"/>
                    <a:lumOff val="25000"/>
                  </a:schemeClr>
                </a:solidFill>
                <a:latin typeface="+mn-ea"/>
              </a:rPr>
              <a:t>PC</a:t>
            </a:r>
            <a:endParaRPr lang="ja-JP" altLang="en-US" sz="1600" dirty="0">
              <a:solidFill>
                <a:schemeClr val="tx1">
                  <a:lumMod val="75000"/>
                  <a:lumOff val="25000"/>
                </a:schemeClr>
              </a:solidFill>
              <a:latin typeface="+mn-ea"/>
            </a:endParaRPr>
          </a:p>
        </p:txBody>
      </p:sp>
      <p:sp>
        <p:nvSpPr>
          <p:cNvPr id="14" name="フリーフォーム 10">
            <a:extLst>
              <a:ext uri="{FF2B5EF4-FFF2-40B4-BE49-F238E27FC236}">
                <a16:creationId xmlns:a16="http://schemas.microsoft.com/office/drawing/2014/main" id="{755DC200-5A4C-0459-1013-55838A9CC5B2}"/>
              </a:ext>
            </a:extLst>
          </p:cNvPr>
          <p:cNvSpPr>
            <a:spLocks noChangeArrowheads="1"/>
          </p:cNvSpPr>
          <p:nvPr/>
        </p:nvSpPr>
        <p:spPr bwMode="auto">
          <a:xfrm flipH="1">
            <a:off x="4475982" y="2348988"/>
            <a:ext cx="720008"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type="triangle" w="sm" len="med"/>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演算器</a:t>
            </a:r>
          </a:p>
        </p:txBody>
      </p:sp>
      <p:cxnSp>
        <p:nvCxnSpPr>
          <p:cNvPr id="15" name="直線矢印コネクタ 14">
            <a:extLst>
              <a:ext uri="{FF2B5EF4-FFF2-40B4-BE49-F238E27FC236}">
                <a16:creationId xmlns:a16="http://schemas.microsoft.com/office/drawing/2014/main" id="{4D7A68DF-0E3F-1BCC-FF1F-A979CF4F95E3}"/>
              </a:ext>
            </a:extLst>
          </p:cNvPr>
          <p:cNvCxnSpPr>
            <a:cxnSpLocks/>
          </p:cNvCxnSpPr>
          <p:nvPr/>
        </p:nvCxnSpPr>
        <p:spPr bwMode="auto">
          <a:xfrm>
            <a:off x="6096000" y="1988984"/>
            <a:ext cx="0" cy="197870"/>
          </a:xfrm>
          <a:prstGeom prst="straightConnector1">
            <a:avLst/>
          </a:pr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cxnSp>
      <p:sp>
        <p:nvSpPr>
          <p:cNvPr id="16" name="Freeform 10">
            <a:extLst>
              <a:ext uri="{FF2B5EF4-FFF2-40B4-BE49-F238E27FC236}">
                <a16:creationId xmlns:a16="http://schemas.microsoft.com/office/drawing/2014/main" id="{006D7B4A-6AA6-6003-4020-63C2897463AC}"/>
              </a:ext>
            </a:extLst>
          </p:cNvPr>
          <p:cNvSpPr>
            <a:spLocks/>
          </p:cNvSpPr>
          <p:nvPr/>
        </p:nvSpPr>
        <p:spPr bwMode="auto">
          <a:xfrm rot="5400000">
            <a:off x="5285991" y="1718982"/>
            <a:ext cx="180001" cy="1080012"/>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sp>
        <p:nvSpPr>
          <p:cNvPr id="17" name="フリーフォーム 10">
            <a:extLst>
              <a:ext uri="{FF2B5EF4-FFF2-40B4-BE49-F238E27FC236}">
                <a16:creationId xmlns:a16="http://schemas.microsoft.com/office/drawing/2014/main" id="{4A6A2F69-2D60-BC96-1E63-45629E83A88B}"/>
              </a:ext>
            </a:extLst>
          </p:cNvPr>
          <p:cNvSpPr>
            <a:spLocks noChangeArrowheads="1"/>
          </p:cNvSpPr>
          <p:nvPr/>
        </p:nvSpPr>
        <p:spPr bwMode="auto">
          <a:xfrm flipH="1">
            <a:off x="5285991" y="2348988"/>
            <a:ext cx="720008"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type="triangle" w="sm" len="med"/>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演算器</a:t>
            </a:r>
          </a:p>
        </p:txBody>
      </p:sp>
      <p:sp>
        <p:nvSpPr>
          <p:cNvPr id="18" name="フリーフォーム 10">
            <a:extLst>
              <a:ext uri="{FF2B5EF4-FFF2-40B4-BE49-F238E27FC236}">
                <a16:creationId xmlns:a16="http://schemas.microsoft.com/office/drawing/2014/main" id="{56337C34-19B1-A28C-9E8E-A2CD907EE5CB}"/>
              </a:ext>
            </a:extLst>
          </p:cNvPr>
          <p:cNvSpPr>
            <a:spLocks noChangeArrowheads="1"/>
          </p:cNvSpPr>
          <p:nvPr/>
        </p:nvSpPr>
        <p:spPr bwMode="auto">
          <a:xfrm flipH="1">
            <a:off x="6096000" y="2348988"/>
            <a:ext cx="720008"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type="triangle" w="sm" len="med"/>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演算器</a:t>
            </a:r>
          </a:p>
        </p:txBody>
      </p:sp>
      <p:sp>
        <p:nvSpPr>
          <p:cNvPr id="19" name="フリーフォーム 10">
            <a:extLst>
              <a:ext uri="{FF2B5EF4-FFF2-40B4-BE49-F238E27FC236}">
                <a16:creationId xmlns:a16="http://schemas.microsoft.com/office/drawing/2014/main" id="{4B80016D-5C10-30E8-0CAA-747DADDC5B9F}"/>
              </a:ext>
            </a:extLst>
          </p:cNvPr>
          <p:cNvSpPr>
            <a:spLocks noChangeArrowheads="1"/>
          </p:cNvSpPr>
          <p:nvPr/>
        </p:nvSpPr>
        <p:spPr bwMode="auto">
          <a:xfrm flipH="1">
            <a:off x="6906009" y="2348988"/>
            <a:ext cx="720008"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type="triangle" w="sm" len="med"/>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演算器</a:t>
            </a:r>
          </a:p>
        </p:txBody>
      </p:sp>
      <p:sp>
        <p:nvSpPr>
          <p:cNvPr id="20" name="Freeform 10">
            <a:extLst>
              <a:ext uri="{FF2B5EF4-FFF2-40B4-BE49-F238E27FC236}">
                <a16:creationId xmlns:a16="http://schemas.microsoft.com/office/drawing/2014/main" id="{26F33265-DE1C-3F00-4F14-2752E0D7D555}"/>
              </a:ext>
            </a:extLst>
          </p:cNvPr>
          <p:cNvSpPr>
            <a:spLocks/>
          </p:cNvSpPr>
          <p:nvPr/>
        </p:nvSpPr>
        <p:spPr bwMode="auto">
          <a:xfrm rot="5400000">
            <a:off x="5690997" y="2123987"/>
            <a:ext cx="180000" cy="27000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sp>
        <p:nvSpPr>
          <p:cNvPr id="21" name="Freeform 10">
            <a:extLst>
              <a:ext uri="{FF2B5EF4-FFF2-40B4-BE49-F238E27FC236}">
                <a16:creationId xmlns:a16="http://schemas.microsoft.com/office/drawing/2014/main" id="{F73DF0FE-0D02-95F2-3671-16C55F2A6542}"/>
              </a:ext>
            </a:extLst>
          </p:cNvPr>
          <p:cNvSpPr>
            <a:spLocks/>
          </p:cNvSpPr>
          <p:nvPr/>
        </p:nvSpPr>
        <p:spPr bwMode="auto">
          <a:xfrm rot="5400000" flipV="1">
            <a:off x="6141001" y="1943985"/>
            <a:ext cx="180000" cy="630007"/>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sp>
        <p:nvSpPr>
          <p:cNvPr id="22" name="Freeform 10">
            <a:extLst>
              <a:ext uri="{FF2B5EF4-FFF2-40B4-BE49-F238E27FC236}">
                <a16:creationId xmlns:a16="http://schemas.microsoft.com/office/drawing/2014/main" id="{081E256E-DA4D-C88E-6A24-A0AD829B3150}"/>
              </a:ext>
            </a:extLst>
          </p:cNvPr>
          <p:cNvSpPr>
            <a:spLocks/>
          </p:cNvSpPr>
          <p:nvPr/>
        </p:nvSpPr>
        <p:spPr bwMode="auto">
          <a:xfrm rot="5400000" flipV="1">
            <a:off x="6726009" y="1808984"/>
            <a:ext cx="180001" cy="900011"/>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spTree>
    <p:extLst>
      <p:ext uri="{BB962C8B-B14F-4D97-AF65-F5344CB8AC3E}">
        <p14:creationId xmlns:p14="http://schemas.microsoft.com/office/powerpoint/2010/main" val="365590006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D616928-E4AC-D43C-5712-51ADCE7DA59C}"/>
              </a:ext>
            </a:extLst>
          </p:cNvPr>
          <p:cNvSpPr>
            <a:spLocks noGrp="1"/>
          </p:cNvSpPr>
          <p:nvPr>
            <p:ph type="title"/>
          </p:nvPr>
        </p:nvSpPr>
        <p:spPr/>
        <p:txBody>
          <a:bodyPr/>
          <a:lstStyle/>
          <a:p>
            <a:r>
              <a:rPr lang="en-US" altLang="ja-JP" sz="2400" dirty="0"/>
              <a:t>MISD</a:t>
            </a:r>
            <a:r>
              <a:rPr lang="ja-JP" altLang="en-US" sz="2400" dirty="0"/>
              <a:t>（</a:t>
            </a:r>
            <a:r>
              <a:rPr lang="en-US" altLang="ja-JP" sz="2400" dirty="0"/>
              <a:t>Multiple Instruction stream/Single Data stream</a:t>
            </a:r>
            <a:r>
              <a:rPr lang="ja-JP" altLang="en-US" sz="2400" dirty="0"/>
              <a:t>）</a:t>
            </a:r>
          </a:p>
        </p:txBody>
      </p:sp>
      <p:sp>
        <p:nvSpPr>
          <p:cNvPr id="3" name="テキスト プレースホルダー 2">
            <a:extLst>
              <a:ext uri="{FF2B5EF4-FFF2-40B4-BE49-F238E27FC236}">
                <a16:creationId xmlns:a16="http://schemas.microsoft.com/office/drawing/2014/main" id="{8FD7964B-5D08-C0D0-086D-C6B016DE5D09}"/>
              </a:ext>
            </a:extLst>
          </p:cNvPr>
          <p:cNvSpPr>
            <a:spLocks noGrp="1"/>
          </p:cNvSpPr>
          <p:nvPr>
            <p:ph type="body" sz="quarter" idx="10"/>
          </p:nvPr>
        </p:nvSpPr>
        <p:spPr>
          <a:xfrm>
            <a:off x="2135955" y="3068996"/>
            <a:ext cx="8370093" cy="3329730"/>
          </a:xfrm>
        </p:spPr>
        <p:txBody>
          <a:bodyPr/>
          <a:lstStyle/>
          <a:p>
            <a:r>
              <a:rPr kumimoji="1" lang="ja-JP" altLang="en-US" dirty="0"/>
              <a:t>複数の命令の流れが単一のデータの流れを処理する方式</a:t>
            </a:r>
            <a:endParaRPr kumimoji="1" lang="en-US" altLang="ja-JP" dirty="0"/>
          </a:p>
          <a:p>
            <a:pPr lvl="1"/>
            <a:r>
              <a:rPr kumimoji="1" lang="ja-JP" altLang="en-US" dirty="0"/>
              <a:t>分類の都合上存在していると言ってもよい</a:t>
            </a:r>
            <a:endParaRPr kumimoji="1" lang="en-US" altLang="ja-JP" dirty="0"/>
          </a:p>
          <a:p>
            <a:pPr lvl="1"/>
            <a:r>
              <a:rPr kumimoji="1" lang="ja-JP" altLang="en-US" dirty="0"/>
              <a:t>この方式の実用的なコンピュータは現在一般的ではない</a:t>
            </a:r>
            <a:endParaRPr kumimoji="1" lang="en-US" altLang="ja-JP" dirty="0"/>
          </a:p>
          <a:p>
            <a:r>
              <a:rPr kumimoji="1" lang="ja-JP" altLang="en-US" dirty="0"/>
              <a:t>「みんなで違うレシピを読んで，１人のシェフに同時に指示を</a:t>
            </a:r>
            <a:br>
              <a:rPr kumimoji="1" lang="en-US" altLang="ja-JP" dirty="0"/>
            </a:br>
            <a:r>
              <a:rPr kumimoji="1" lang="ja-JP" altLang="en-US" dirty="0"/>
              <a:t>与える」みたいなことに相当し，意味がわからない</a:t>
            </a:r>
            <a:endParaRPr kumimoji="1" lang="en-US" altLang="ja-JP" dirty="0"/>
          </a:p>
        </p:txBody>
      </p:sp>
      <p:sp>
        <p:nvSpPr>
          <p:cNvPr id="23" name="正方形/長方形 22">
            <a:extLst>
              <a:ext uri="{FF2B5EF4-FFF2-40B4-BE49-F238E27FC236}">
                <a16:creationId xmlns:a16="http://schemas.microsoft.com/office/drawing/2014/main" id="{F6792834-6C35-8967-E163-0271AC46DEB0}"/>
              </a:ext>
            </a:extLst>
          </p:cNvPr>
          <p:cNvSpPr/>
          <p:nvPr/>
        </p:nvSpPr>
        <p:spPr bwMode="auto">
          <a:xfrm>
            <a:off x="5375992" y="1628981"/>
            <a:ext cx="720008" cy="36000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命令メモリ</a:t>
            </a:r>
          </a:p>
        </p:txBody>
      </p:sp>
      <p:cxnSp>
        <p:nvCxnSpPr>
          <p:cNvPr id="24" name="直線矢印コネクタ 23">
            <a:extLst>
              <a:ext uri="{FF2B5EF4-FFF2-40B4-BE49-F238E27FC236}">
                <a16:creationId xmlns:a16="http://schemas.microsoft.com/office/drawing/2014/main" id="{B3EBA8FB-192C-42F2-82BD-AC5CD6411AB8}"/>
              </a:ext>
            </a:extLst>
          </p:cNvPr>
          <p:cNvCxnSpPr>
            <a:cxnSpLocks/>
          </p:cNvCxnSpPr>
          <p:nvPr/>
        </p:nvCxnSpPr>
        <p:spPr bwMode="auto">
          <a:xfrm>
            <a:off x="5735996" y="1431110"/>
            <a:ext cx="0" cy="197870"/>
          </a:xfrm>
          <a:prstGeom prst="straightConnector1">
            <a:avLst/>
          </a:pr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cxnSp>
      <p:sp>
        <p:nvSpPr>
          <p:cNvPr id="25" name="正方形/長方形 24">
            <a:extLst>
              <a:ext uri="{FF2B5EF4-FFF2-40B4-BE49-F238E27FC236}">
                <a16:creationId xmlns:a16="http://schemas.microsoft.com/office/drawing/2014/main" id="{BECD8B00-C58C-58E6-1D3F-E50D08F14011}"/>
              </a:ext>
            </a:extLst>
          </p:cNvPr>
          <p:cNvSpPr/>
          <p:nvPr/>
        </p:nvSpPr>
        <p:spPr bwMode="auto">
          <a:xfrm>
            <a:off x="5555994" y="1088974"/>
            <a:ext cx="360004" cy="36000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600" dirty="0">
                <a:solidFill>
                  <a:schemeClr val="tx1">
                    <a:lumMod val="75000"/>
                    <a:lumOff val="25000"/>
                  </a:schemeClr>
                </a:solidFill>
                <a:latin typeface="+mn-ea"/>
              </a:rPr>
              <a:t>PC</a:t>
            </a:r>
            <a:endParaRPr lang="ja-JP" altLang="en-US" sz="1600" dirty="0">
              <a:solidFill>
                <a:schemeClr val="tx1">
                  <a:lumMod val="75000"/>
                  <a:lumOff val="25000"/>
                </a:schemeClr>
              </a:solidFill>
              <a:latin typeface="+mn-ea"/>
            </a:endParaRPr>
          </a:p>
        </p:txBody>
      </p:sp>
      <p:sp>
        <p:nvSpPr>
          <p:cNvPr id="27" name="正方形/長方形 26">
            <a:extLst>
              <a:ext uri="{FF2B5EF4-FFF2-40B4-BE49-F238E27FC236}">
                <a16:creationId xmlns:a16="http://schemas.microsoft.com/office/drawing/2014/main" id="{D0BC186E-CB82-CB85-CC78-2019398563AE}"/>
              </a:ext>
            </a:extLst>
          </p:cNvPr>
          <p:cNvSpPr/>
          <p:nvPr/>
        </p:nvSpPr>
        <p:spPr bwMode="auto">
          <a:xfrm>
            <a:off x="4565983" y="1628980"/>
            <a:ext cx="720008" cy="36000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命令メモリ</a:t>
            </a:r>
          </a:p>
        </p:txBody>
      </p:sp>
      <p:cxnSp>
        <p:nvCxnSpPr>
          <p:cNvPr id="28" name="直線矢印コネクタ 27">
            <a:extLst>
              <a:ext uri="{FF2B5EF4-FFF2-40B4-BE49-F238E27FC236}">
                <a16:creationId xmlns:a16="http://schemas.microsoft.com/office/drawing/2014/main" id="{2BBD5DF4-27A7-5EB6-544F-6A0541F4F1AD}"/>
              </a:ext>
            </a:extLst>
          </p:cNvPr>
          <p:cNvCxnSpPr>
            <a:cxnSpLocks/>
          </p:cNvCxnSpPr>
          <p:nvPr/>
        </p:nvCxnSpPr>
        <p:spPr bwMode="auto">
          <a:xfrm>
            <a:off x="4925987" y="1431109"/>
            <a:ext cx="0" cy="197870"/>
          </a:xfrm>
          <a:prstGeom prst="straightConnector1">
            <a:avLst/>
          </a:pr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cxnSp>
      <p:sp>
        <p:nvSpPr>
          <p:cNvPr id="29" name="正方形/長方形 28">
            <a:extLst>
              <a:ext uri="{FF2B5EF4-FFF2-40B4-BE49-F238E27FC236}">
                <a16:creationId xmlns:a16="http://schemas.microsoft.com/office/drawing/2014/main" id="{577CE48E-0008-61BF-77C8-F2B7BF705A6F}"/>
              </a:ext>
            </a:extLst>
          </p:cNvPr>
          <p:cNvSpPr/>
          <p:nvPr/>
        </p:nvSpPr>
        <p:spPr bwMode="auto">
          <a:xfrm>
            <a:off x="4745985" y="1088973"/>
            <a:ext cx="360004" cy="36000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600" dirty="0">
                <a:solidFill>
                  <a:schemeClr val="tx1">
                    <a:lumMod val="75000"/>
                    <a:lumOff val="25000"/>
                  </a:schemeClr>
                </a:solidFill>
                <a:latin typeface="+mn-ea"/>
              </a:rPr>
              <a:t>PC</a:t>
            </a:r>
            <a:endParaRPr lang="ja-JP" altLang="en-US" sz="1600" dirty="0">
              <a:solidFill>
                <a:schemeClr val="tx1">
                  <a:lumMod val="75000"/>
                  <a:lumOff val="25000"/>
                </a:schemeClr>
              </a:solidFill>
              <a:latin typeface="+mn-ea"/>
            </a:endParaRPr>
          </a:p>
        </p:txBody>
      </p:sp>
      <p:sp>
        <p:nvSpPr>
          <p:cNvPr id="30" name="正方形/長方形 29">
            <a:extLst>
              <a:ext uri="{FF2B5EF4-FFF2-40B4-BE49-F238E27FC236}">
                <a16:creationId xmlns:a16="http://schemas.microsoft.com/office/drawing/2014/main" id="{438E4CEA-FE5E-08A3-21CE-DAB4DB7D4E0A}"/>
              </a:ext>
            </a:extLst>
          </p:cNvPr>
          <p:cNvSpPr/>
          <p:nvPr/>
        </p:nvSpPr>
        <p:spPr bwMode="auto">
          <a:xfrm>
            <a:off x="6996010" y="1628981"/>
            <a:ext cx="720008" cy="36000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命令メモリ</a:t>
            </a:r>
          </a:p>
        </p:txBody>
      </p:sp>
      <p:cxnSp>
        <p:nvCxnSpPr>
          <p:cNvPr id="31" name="直線矢印コネクタ 30">
            <a:extLst>
              <a:ext uri="{FF2B5EF4-FFF2-40B4-BE49-F238E27FC236}">
                <a16:creationId xmlns:a16="http://schemas.microsoft.com/office/drawing/2014/main" id="{4E701DC9-6FF8-F4D0-C89C-34E1EC4838DE}"/>
              </a:ext>
            </a:extLst>
          </p:cNvPr>
          <p:cNvCxnSpPr>
            <a:cxnSpLocks/>
          </p:cNvCxnSpPr>
          <p:nvPr/>
        </p:nvCxnSpPr>
        <p:spPr bwMode="auto">
          <a:xfrm>
            <a:off x="7356014" y="1431110"/>
            <a:ext cx="0" cy="197870"/>
          </a:xfrm>
          <a:prstGeom prst="straightConnector1">
            <a:avLst/>
          </a:pr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cxnSp>
      <p:sp>
        <p:nvSpPr>
          <p:cNvPr id="32" name="正方形/長方形 31">
            <a:extLst>
              <a:ext uri="{FF2B5EF4-FFF2-40B4-BE49-F238E27FC236}">
                <a16:creationId xmlns:a16="http://schemas.microsoft.com/office/drawing/2014/main" id="{87A1D8D8-74A0-5E52-4DEF-57271B25AE9C}"/>
              </a:ext>
            </a:extLst>
          </p:cNvPr>
          <p:cNvSpPr/>
          <p:nvPr/>
        </p:nvSpPr>
        <p:spPr bwMode="auto">
          <a:xfrm>
            <a:off x="7176012" y="1088974"/>
            <a:ext cx="360004" cy="36000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600" dirty="0">
                <a:solidFill>
                  <a:schemeClr val="tx1">
                    <a:lumMod val="75000"/>
                    <a:lumOff val="25000"/>
                  </a:schemeClr>
                </a:solidFill>
                <a:latin typeface="+mn-ea"/>
              </a:rPr>
              <a:t>PC</a:t>
            </a:r>
            <a:endParaRPr lang="ja-JP" altLang="en-US" sz="1600" dirty="0">
              <a:solidFill>
                <a:schemeClr val="tx1">
                  <a:lumMod val="75000"/>
                  <a:lumOff val="25000"/>
                </a:schemeClr>
              </a:solidFill>
              <a:latin typeface="+mn-ea"/>
            </a:endParaRPr>
          </a:p>
        </p:txBody>
      </p:sp>
      <p:sp>
        <p:nvSpPr>
          <p:cNvPr id="33" name="フリーフォーム 10">
            <a:extLst>
              <a:ext uri="{FF2B5EF4-FFF2-40B4-BE49-F238E27FC236}">
                <a16:creationId xmlns:a16="http://schemas.microsoft.com/office/drawing/2014/main" id="{894832BC-B7B0-B2D9-F5F5-F7A68FFA77DF}"/>
              </a:ext>
            </a:extLst>
          </p:cNvPr>
          <p:cNvSpPr>
            <a:spLocks noChangeArrowheads="1"/>
          </p:cNvSpPr>
          <p:nvPr/>
        </p:nvSpPr>
        <p:spPr bwMode="auto">
          <a:xfrm flipH="1">
            <a:off x="5729644" y="2348990"/>
            <a:ext cx="720008"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type="triangle" w="sm" len="med"/>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演算器</a:t>
            </a:r>
          </a:p>
        </p:txBody>
      </p:sp>
      <p:cxnSp>
        <p:nvCxnSpPr>
          <p:cNvPr id="34" name="直線矢印コネクタ 33">
            <a:extLst>
              <a:ext uri="{FF2B5EF4-FFF2-40B4-BE49-F238E27FC236}">
                <a16:creationId xmlns:a16="http://schemas.microsoft.com/office/drawing/2014/main" id="{8035C271-B3F9-F743-E713-7CAEF6D402D8}"/>
              </a:ext>
            </a:extLst>
          </p:cNvPr>
          <p:cNvCxnSpPr>
            <a:cxnSpLocks/>
          </p:cNvCxnSpPr>
          <p:nvPr/>
        </p:nvCxnSpPr>
        <p:spPr bwMode="auto">
          <a:xfrm>
            <a:off x="6089648" y="2078988"/>
            <a:ext cx="0" cy="270003"/>
          </a:xfrm>
          <a:prstGeom prst="straightConnector1">
            <a:avLst/>
          </a:pr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cxnSp>
      <p:sp>
        <p:nvSpPr>
          <p:cNvPr id="35" name="正方形/長方形 34">
            <a:extLst>
              <a:ext uri="{FF2B5EF4-FFF2-40B4-BE49-F238E27FC236}">
                <a16:creationId xmlns:a16="http://schemas.microsoft.com/office/drawing/2014/main" id="{F3ACA8D4-4C8C-334F-9ECC-3A8CCB9726FE}"/>
              </a:ext>
            </a:extLst>
          </p:cNvPr>
          <p:cNvSpPr/>
          <p:nvPr/>
        </p:nvSpPr>
        <p:spPr bwMode="auto">
          <a:xfrm>
            <a:off x="6186001" y="1628980"/>
            <a:ext cx="720008" cy="36000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命令メモリ</a:t>
            </a:r>
          </a:p>
        </p:txBody>
      </p:sp>
      <p:cxnSp>
        <p:nvCxnSpPr>
          <p:cNvPr id="36" name="直線矢印コネクタ 35">
            <a:extLst>
              <a:ext uri="{FF2B5EF4-FFF2-40B4-BE49-F238E27FC236}">
                <a16:creationId xmlns:a16="http://schemas.microsoft.com/office/drawing/2014/main" id="{33E98AC6-4CC3-E463-10D1-15A8FFEE1ABD}"/>
              </a:ext>
            </a:extLst>
          </p:cNvPr>
          <p:cNvCxnSpPr>
            <a:cxnSpLocks/>
          </p:cNvCxnSpPr>
          <p:nvPr/>
        </p:nvCxnSpPr>
        <p:spPr bwMode="auto">
          <a:xfrm>
            <a:off x="6546005" y="1431109"/>
            <a:ext cx="0" cy="197870"/>
          </a:xfrm>
          <a:prstGeom prst="straightConnector1">
            <a:avLst/>
          </a:pr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cxnSp>
      <p:sp>
        <p:nvSpPr>
          <p:cNvPr id="37" name="正方形/長方形 36">
            <a:extLst>
              <a:ext uri="{FF2B5EF4-FFF2-40B4-BE49-F238E27FC236}">
                <a16:creationId xmlns:a16="http://schemas.microsoft.com/office/drawing/2014/main" id="{D10BFF17-EA71-4C33-25C8-81B4203CAF5D}"/>
              </a:ext>
            </a:extLst>
          </p:cNvPr>
          <p:cNvSpPr/>
          <p:nvPr/>
        </p:nvSpPr>
        <p:spPr bwMode="auto">
          <a:xfrm>
            <a:off x="6366003" y="1088973"/>
            <a:ext cx="360004" cy="36000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600" dirty="0">
                <a:solidFill>
                  <a:schemeClr val="tx1">
                    <a:lumMod val="75000"/>
                    <a:lumOff val="25000"/>
                  </a:schemeClr>
                </a:solidFill>
                <a:latin typeface="+mn-ea"/>
              </a:rPr>
              <a:t>PC</a:t>
            </a:r>
            <a:endParaRPr lang="ja-JP" altLang="en-US" sz="1600" dirty="0">
              <a:solidFill>
                <a:schemeClr val="tx1">
                  <a:lumMod val="75000"/>
                  <a:lumOff val="25000"/>
                </a:schemeClr>
              </a:solidFill>
              <a:latin typeface="+mn-ea"/>
            </a:endParaRPr>
          </a:p>
        </p:txBody>
      </p:sp>
      <p:sp>
        <p:nvSpPr>
          <p:cNvPr id="38" name="Freeform 10">
            <a:extLst>
              <a:ext uri="{FF2B5EF4-FFF2-40B4-BE49-F238E27FC236}">
                <a16:creationId xmlns:a16="http://schemas.microsoft.com/office/drawing/2014/main" id="{82B0CC55-CBFE-292B-73F3-A7AA923D95BF}"/>
              </a:ext>
            </a:extLst>
          </p:cNvPr>
          <p:cNvSpPr>
            <a:spLocks/>
          </p:cNvSpPr>
          <p:nvPr/>
        </p:nvSpPr>
        <p:spPr bwMode="auto">
          <a:xfrm>
            <a:off x="4919635" y="1988987"/>
            <a:ext cx="1260014" cy="90001"/>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solidFill>
              <a:schemeClr val="tx1">
                <a:lumMod val="75000"/>
                <a:lumOff val="25000"/>
              </a:schemeClr>
            </a:solidFill>
            <a:headEnd type="none" w="med" len="med"/>
            <a:tailEnd type="none"/>
          </a:ln>
          <a:effectLst/>
        </p:spPr>
        <p:style>
          <a:lnRef idx="3">
            <a:schemeClr val="accent5"/>
          </a:lnRef>
          <a:fillRef idx="0">
            <a:schemeClr val="accent5"/>
          </a:fillRef>
          <a:effectRef idx="2">
            <a:schemeClr val="accent5"/>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sp>
        <p:nvSpPr>
          <p:cNvPr id="39" name="Freeform 10">
            <a:extLst>
              <a:ext uri="{FF2B5EF4-FFF2-40B4-BE49-F238E27FC236}">
                <a16:creationId xmlns:a16="http://schemas.microsoft.com/office/drawing/2014/main" id="{E02BFE76-AA34-DC07-152D-6DAECA212E48}"/>
              </a:ext>
            </a:extLst>
          </p:cNvPr>
          <p:cNvSpPr>
            <a:spLocks/>
          </p:cNvSpPr>
          <p:nvPr/>
        </p:nvSpPr>
        <p:spPr bwMode="auto">
          <a:xfrm>
            <a:off x="5729644" y="1988987"/>
            <a:ext cx="450006" cy="90001"/>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solidFill>
              <a:schemeClr val="tx1">
                <a:lumMod val="75000"/>
                <a:lumOff val="25000"/>
              </a:schemeClr>
            </a:solidFill>
            <a:headEnd type="none" w="med" len="med"/>
            <a:tailEnd type="none"/>
          </a:ln>
          <a:effectLst/>
        </p:spPr>
        <p:style>
          <a:lnRef idx="3">
            <a:schemeClr val="accent5"/>
          </a:lnRef>
          <a:fillRef idx="0">
            <a:schemeClr val="accent5"/>
          </a:fillRef>
          <a:effectRef idx="2">
            <a:schemeClr val="accent5"/>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sp>
        <p:nvSpPr>
          <p:cNvPr id="40" name="Freeform 10">
            <a:extLst>
              <a:ext uri="{FF2B5EF4-FFF2-40B4-BE49-F238E27FC236}">
                <a16:creationId xmlns:a16="http://schemas.microsoft.com/office/drawing/2014/main" id="{404C84C0-AA5D-E3A3-B13E-52684FA10D47}"/>
              </a:ext>
            </a:extLst>
          </p:cNvPr>
          <p:cNvSpPr>
            <a:spLocks/>
          </p:cNvSpPr>
          <p:nvPr/>
        </p:nvSpPr>
        <p:spPr bwMode="auto">
          <a:xfrm flipH="1">
            <a:off x="6179649" y="1988987"/>
            <a:ext cx="360003" cy="90001"/>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solidFill>
              <a:schemeClr val="tx1">
                <a:lumMod val="75000"/>
                <a:lumOff val="25000"/>
              </a:schemeClr>
            </a:solidFill>
            <a:headEnd type="none" w="med" len="med"/>
            <a:tailEnd type="none"/>
          </a:ln>
          <a:effectLst/>
        </p:spPr>
        <p:style>
          <a:lnRef idx="3">
            <a:schemeClr val="accent5"/>
          </a:lnRef>
          <a:fillRef idx="0">
            <a:schemeClr val="accent5"/>
          </a:fillRef>
          <a:effectRef idx="2">
            <a:schemeClr val="accent5"/>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sp>
        <p:nvSpPr>
          <p:cNvPr id="41" name="Freeform 10">
            <a:extLst>
              <a:ext uri="{FF2B5EF4-FFF2-40B4-BE49-F238E27FC236}">
                <a16:creationId xmlns:a16="http://schemas.microsoft.com/office/drawing/2014/main" id="{A31DFD70-121B-E6EC-370E-25A90991E2DA}"/>
              </a:ext>
            </a:extLst>
          </p:cNvPr>
          <p:cNvSpPr>
            <a:spLocks/>
          </p:cNvSpPr>
          <p:nvPr/>
        </p:nvSpPr>
        <p:spPr bwMode="auto">
          <a:xfrm flipH="1">
            <a:off x="6449651" y="1988987"/>
            <a:ext cx="900010" cy="90001"/>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solidFill>
              <a:schemeClr val="tx1">
                <a:lumMod val="75000"/>
                <a:lumOff val="25000"/>
              </a:schemeClr>
            </a:solidFill>
            <a:headEnd type="none" w="med" len="med"/>
            <a:tailEnd type="none"/>
          </a:ln>
          <a:effectLst/>
        </p:spPr>
        <p:style>
          <a:lnRef idx="3">
            <a:schemeClr val="accent5"/>
          </a:lnRef>
          <a:fillRef idx="0">
            <a:schemeClr val="accent5"/>
          </a:fillRef>
          <a:effectRef idx="2">
            <a:schemeClr val="accent5"/>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spTree>
    <p:extLst>
      <p:ext uri="{BB962C8B-B14F-4D97-AF65-F5344CB8AC3E}">
        <p14:creationId xmlns:p14="http://schemas.microsoft.com/office/powerpoint/2010/main" val="146423080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D616928-E4AC-D43C-5712-51ADCE7DA59C}"/>
              </a:ext>
            </a:extLst>
          </p:cNvPr>
          <p:cNvSpPr>
            <a:spLocks noGrp="1"/>
          </p:cNvSpPr>
          <p:nvPr>
            <p:ph type="title"/>
          </p:nvPr>
        </p:nvSpPr>
        <p:spPr/>
        <p:txBody>
          <a:bodyPr/>
          <a:lstStyle/>
          <a:p>
            <a:r>
              <a:rPr lang="en-US" altLang="ja-JP" sz="2400" dirty="0"/>
              <a:t>MIMD</a:t>
            </a:r>
            <a:r>
              <a:rPr lang="ja-JP" altLang="en-US" sz="2400" dirty="0"/>
              <a:t>（</a:t>
            </a:r>
            <a:r>
              <a:rPr lang="en-US" altLang="ja-JP" sz="2400" dirty="0"/>
              <a:t>Multiple Instruction stream/Multiple Data stream</a:t>
            </a:r>
            <a:r>
              <a:rPr lang="ja-JP" altLang="en-US" sz="2400" dirty="0"/>
              <a:t>）</a:t>
            </a:r>
          </a:p>
        </p:txBody>
      </p:sp>
      <p:sp>
        <p:nvSpPr>
          <p:cNvPr id="3" name="テキスト プレースホルダー 2">
            <a:extLst>
              <a:ext uri="{FF2B5EF4-FFF2-40B4-BE49-F238E27FC236}">
                <a16:creationId xmlns:a16="http://schemas.microsoft.com/office/drawing/2014/main" id="{8FD7964B-5D08-C0D0-086D-C6B016DE5D09}"/>
              </a:ext>
            </a:extLst>
          </p:cNvPr>
          <p:cNvSpPr>
            <a:spLocks noGrp="1"/>
          </p:cNvSpPr>
          <p:nvPr>
            <p:ph type="body" sz="quarter" idx="10"/>
          </p:nvPr>
        </p:nvSpPr>
        <p:spPr>
          <a:xfrm>
            <a:off x="2135956" y="3068996"/>
            <a:ext cx="8280092" cy="3329730"/>
          </a:xfrm>
        </p:spPr>
        <p:txBody>
          <a:bodyPr/>
          <a:lstStyle/>
          <a:p>
            <a:r>
              <a:rPr kumimoji="1" lang="ja-JP" altLang="en-US" dirty="0"/>
              <a:t>複数の命令の流れが複数のデータの流れを処理する方式</a:t>
            </a:r>
            <a:endParaRPr kumimoji="1" lang="en-US" altLang="ja-JP" dirty="0"/>
          </a:p>
          <a:p>
            <a:pPr lvl="1"/>
            <a:r>
              <a:rPr kumimoji="1" lang="ja-JP" altLang="en-US" dirty="0"/>
              <a:t>典型的にはマルチコア化された </a:t>
            </a:r>
            <a:r>
              <a:rPr kumimoji="1" lang="en-US" altLang="ja-JP" dirty="0"/>
              <a:t>CPU </a:t>
            </a:r>
            <a:r>
              <a:rPr kumimoji="1" lang="ja-JP" altLang="en-US" dirty="0"/>
              <a:t>がこれに該当</a:t>
            </a:r>
            <a:endParaRPr kumimoji="1" lang="en-US" altLang="ja-JP" dirty="0"/>
          </a:p>
        </p:txBody>
      </p:sp>
      <p:sp>
        <p:nvSpPr>
          <p:cNvPr id="22" name="正方形/長方形 21">
            <a:extLst>
              <a:ext uri="{FF2B5EF4-FFF2-40B4-BE49-F238E27FC236}">
                <a16:creationId xmlns:a16="http://schemas.microsoft.com/office/drawing/2014/main" id="{F77B6204-6E73-06AC-8CCE-5363477E094F}"/>
              </a:ext>
            </a:extLst>
          </p:cNvPr>
          <p:cNvSpPr/>
          <p:nvPr/>
        </p:nvSpPr>
        <p:spPr bwMode="auto">
          <a:xfrm>
            <a:off x="5015988" y="1628981"/>
            <a:ext cx="720008" cy="36000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命令メモリ</a:t>
            </a:r>
          </a:p>
        </p:txBody>
      </p:sp>
      <p:cxnSp>
        <p:nvCxnSpPr>
          <p:cNvPr id="26" name="直線矢印コネクタ 25">
            <a:extLst>
              <a:ext uri="{FF2B5EF4-FFF2-40B4-BE49-F238E27FC236}">
                <a16:creationId xmlns:a16="http://schemas.microsoft.com/office/drawing/2014/main" id="{644CDAE1-E1C0-0DD9-11BD-C672AD18DCE6}"/>
              </a:ext>
            </a:extLst>
          </p:cNvPr>
          <p:cNvCxnSpPr>
            <a:cxnSpLocks/>
          </p:cNvCxnSpPr>
          <p:nvPr/>
        </p:nvCxnSpPr>
        <p:spPr bwMode="auto">
          <a:xfrm>
            <a:off x="5375992" y="1431110"/>
            <a:ext cx="0" cy="197870"/>
          </a:xfrm>
          <a:prstGeom prst="straightConnector1">
            <a:avLst/>
          </a:pr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cxnSp>
      <p:sp>
        <p:nvSpPr>
          <p:cNvPr id="42" name="正方形/長方形 41">
            <a:extLst>
              <a:ext uri="{FF2B5EF4-FFF2-40B4-BE49-F238E27FC236}">
                <a16:creationId xmlns:a16="http://schemas.microsoft.com/office/drawing/2014/main" id="{747154B8-54DD-D7EB-1A03-0FDF630C5879}"/>
              </a:ext>
            </a:extLst>
          </p:cNvPr>
          <p:cNvSpPr/>
          <p:nvPr/>
        </p:nvSpPr>
        <p:spPr bwMode="auto">
          <a:xfrm>
            <a:off x="5195990" y="1088974"/>
            <a:ext cx="360004" cy="36000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600" dirty="0">
                <a:solidFill>
                  <a:schemeClr val="tx1">
                    <a:lumMod val="75000"/>
                    <a:lumOff val="25000"/>
                  </a:schemeClr>
                </a:solidFill>
                <a:latin typeface="+mn-ea"/>
              </a:rPr>
              <a:t>PC</a:t>
            </a:r>
            <a:endParaRPr lang="ja-JP" altLang="en-US" sz="1600" dirty="0">
              <a:solidFill>
                <a:schemeClr val="tx1">
                  <a:lumMod val="75000"/>
                  <a:lumOff val="25000"/>
                </a:schemeClr>
              </a:solidFill>
              <a:latin typeface="+mn-ea"/>
            </a:endParaRPr>
          </a:p>
        </p:txBody>
      </p:sp>
      <p:sp>
        <p:nvSpPr>
          <p:cNvPr id="43" name="フリーフォーム 10">
            <a:extLst>
              <a:ext uri="{FF2B5EF4-FFF2-40B4-BE49-F238E27FC236}">
                <a16:creationId xmlns:a16="http://schemas.microsoft.com/office/drawing/2014/main" id="{B2B75C57-15EA-475C-1AF3-A7C9A7FAFAE7}"/>
              </a:ext>
            </a:extLst>
          </p:cNvPr>
          <p:cNvSpPr>
            <a:spLocks noChangeArrowheads="1"/>
          </p:cNvSpPr>
          <p:nvPr/>
        </p:nvSpPr>
        <p:spPr bwMode="auto">
          <a:xfrm flipH="1">
            <a:off x="5015988" y="2348988"/>
            <a:ext cx="720008"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type="triangle" w="sm" len="med"/>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演算器</a:t>
            </a:r>
          </a:p>
        </p:txBody>
      </p:sp>
      <p:cxnSp>
        <p:nvCxnSpPr>
          <p:cNvPr id="44" name="直線矢印コネクタ 43">
            <a:extLst>
              <a:ext uri="{FF2B5EF4-FFF2-40B4-BE49-F238E27FC236}">
                <a16:creationId xmlns:a16="http://schemas.microsoft.com/office/drawing/2014/main" id="{AE837242-98CF-4FA2-5074-518D72E95043}"/>
              </a:ext>
            </a:extLst>
          </p:cNvPr>
          <p:cNvCxnSpPr>
            <a:cxnSpLocks/>
          </p:cNvCxnSpPr>
          <p:nvPr/>
        </p:nvCxnSpPr>
        <p:spPr bwMode="auto">
          <a:xfrm>
            <a:off x="5375992" y="1988984"/>
            <a:ext cx="0" cy="360004"/>
          </a:xfrm>
          <a:prstGeom prst="straightConnector1">
            <a:avLst/>
          </a:pr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cxnSp>
      <p:sp>
        <p:nvSpPr>
          <p:cNvPr id="45" name="正方形/長方形 44">
            <a:extLst>
              <a:ext uri="{FF2B5EF4-FFF2-40B4-BE49-F238E27FC236}">
                <a16:creationId xmlns:a16="http://schemas.microsoft.com/office/drawing/2014/main" id="{37C50A8F-B543-E543-B194-A28BD7C80234}"/>
              </a:ext>
            </a:extLst>
          </p:cNvPr>
          <p:cNvSpPr/>
          <p:nvPr/>
        </p:nvSpPr>
        <p:spPr bwMode="auto">
          <a:xfrm>
            <a:off x="4205979" y="1628980"/>
            <a:ext cx="720008" cy="36000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命令メモリ</a:t>
            </a:r>
          </a:p>
        </p:txBody>
      </p:sp>
      <p:cxnSp>
        <p:nvCxnSpPr>
          <p:cNvPr id="46" name="直線矢印コネクタ 45">
            <a:extLst>
              <a:ext uri="{FF2B5EF4-FFF2-40B4-BE49-F238E27FC236}">
                <a16:creationId xmlns:a16="http://schemas.microsoft.com/office/drawing/2014/main" id="{F0694B87-B18F-1C6F-5A3C-A92BC9EE4320}"/>
              </a:ext>
            </a:extLst>
          </p:cNvPr>
          <p:cNvCxnSpPr>
            <a:cxnSpLocks/>
          </p:cNvCxnSpPr>
          <p:nvPr/>
        </p:nvCxnSpPr>
        <p:spPr bwMode="auto">
          <a:xfrm>
            <a:off x="4565983" y="1431109"/>
            <a:ext cx="0" cy="197870"/>
          </a:xfrm>
          <a:prstGeom prst="straightConnector1">
            <a:avLst/>
          </a:pr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cxnSp>
      <p:sp>
        <p:nvSpPr>
          <p:cNvPr id="47" name="正方形/長方形 46">
            <a:extLst>
              <a:ext uri="{FF2B5EF4-FFF2-40B4-BE49-F238E27FC236}">
                <a16:creationId xmlns:a16="http://schemas.microsoft.com/office/drawing/2014/main" id="{DA8EC126-8498-007C-2949-CB32D087BEB9}"/>
              </a:ext>
            </a:extLst>
          </p:cNvPr>
          <p:cNvSpPr/>
          <p:nvPr/>
        </p:nvSpPr>
        <p:spPr bwMode="auto">
          <a:xfrm>
            <a:off x="4385981" y="1088973"/>
            <a:ext cx="360004" cy="36000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600" dirty="0">
                <a:solidFill>
                  <a:schemeClr val="tx1">
                    <a:lumMod val="75000"/>
                    <a:lumOff val="25000"/>
                  </a:schemeClr>
                </a:solidFill>
                <a:latin typeface="+mn-ea"/>
              </a:rPr>
              <a:t>PC</a:t>
            </a:r>
            <a:endParaRPr lang="ja-JP" altLang="en-US" sz="1600" dirty="0">
              <a:solidFill>
                <a:schemeClr val="tx1">
                  <a:lumMod val="75000"/>
                  <a:lumOff val="25000"/>
                </a:schemeClr>
              </a:solidFill>
              <a:latin typeface="+mn-ea"/>
            </a:endParaRPr>
          </a:p>
        </p:txBody>
      </p:sp>
      <p:sp>
        <p:nvSpPr>
          <p:cNvPr id="48" name="フリーフォーム 10">
            <a:extLst>
              <a:ext uri="{FF2B5EF4-FFF2-40B4-BE49-F238E27FC236}">
                <a16:creationId xmlns:a16="http://schemas.microsoft.com/office/drawing/2014/main" id="{8FE30F83-201A-9E5A-8D30-A11ABFB99284}"/>
              </a:ext>
            </a:extLst>
          </p:cNvPr>
          <p:cNvSpPr>
            <a:spLocks noChangeArrowheads="1"/>
          </p:cNvSpPr>
          <p:nvPr/>
        </p:nvSpPr>
        <p:spPr bwMode="auto">
          <a:xfrm flipH="1">
            <a:off x="4205979" y="2348987"/>
            <a:ext cx="720008"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type="triangle" w="sm" len="med"/>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演算器</a:t>
            </a:r>
          </a:p>
        </p:txBody>
      </p:sp>
      <p:cxnSp>
        <p:nvCxnSpPr>
          <p:cNvPr id="49" name="直線矢印コネクタ 48">
            <a:extLst>
              <a:ext uri="{FF2B5EF4-FFF2-40B4-BE49-F238E27FC236}">
                <a16:creationId xmlns:a16="http://schemas.microsoft.com/office/drawing/2014/main" id="{BC29DF41-6856-3637-3F99-ECD7BD04DECE}"/>
              </a:ext>
            </a:extLst>
          </p:cNvPr>
          <p:cNvCxnSpPr>
            <a:cxnSpLocks/>
          </p:cNvCxnSpPr>
          <p:nvPr/>
        </p:nvCxnSpPr>
        <p:spPr bwMode="auto">
          <a:xfrm>
            <a:off x="4565983" y="1988983"/>
            <a:ext cx="0" cy="360004"/>
          </a:xfrm>
          <a:prstGeom prst="straightConnector1">
            <a:avLst/>
          </a:pr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cxnSp>
      <p:sp>
        <p:nvSpPr>
          <p:cNvPr id="50" name="正方形/長方形 49">
            <a:extLst>
              <a:ext uri="{FF2B5EF4-FFF2-40B4-BE49-F238E27FC236}">
                <a16:creationId xmlns:a16="http://schemas.microsoft.com/office/drawing/2014/main" id="{2EA8BA08-F030-4AC0-112C-7C123F7F721E}"/>
              </a:ext>
            </a:extLst>
          </p:cNvPr>
          <p:cNvSpPr/>
          <p:nvPr/>
        </p:nvSpPr>
        <p:spPr bwMode="auto">
          <a:xfrm>
            <a:off x="6636006" y="1628981"/>
            <a:ext cx="720008" cy="36000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命令メモリ</a:t>
            </a:r>
          </a:p>
        </p:txBody>
      </p:sp>
      <p:cxnSp>
        <p:nvCxnSpPr>
          <p:cNvPr id="51" name="直線矢印コネクタ 50">
            <a:extLst>
              <a:ext uri="{FF2B5EF4-FFF2-40B4-BE49-F238E27FC236}">
                <a16:creationId xmlns:a16="http://schemas.microsoft.com/office/drawing/2014/main" id="{C407411A-DD2F-09B4-6CE1-2E7D55AC300D}"/>
              </a:ext>
            </a:extLst>
          </p:cNvPr>
          <p:cNvCxnSpPr>
            <a:cxnSpLocks/>
          </p:cNvCxnSpPr>
          <p:nvPr/>
        </p:nvCxnSpPr>
        <p:spPr bwMode="auto">
          <a:xfrm>
            <a:off x="6996010" y="1431110"/>
            <a:ext cx="0" cy="197870"/>
          </a:xfrm>
          <a:prstGeom prst="straightConnector1">
            <a:avLst/>
          </a:pr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cxnSp>
      <p:sp>
        <p:nvSpPr>
          <p:cNvPr id="52" name="正方形/長方形 51">
            <a:extLst>
              <a:ext uri="{FF2B5EF4-FFF2-40B4-BE49-F238E27FC236}">
                <a16:creationId xmlns:a16="http://schemas.microsoft.com/office/drawing/2014/main" id="{8F11ACE4-2BE4-CB20-2529-2F6D50CD9D3A}"/>
              </a:ext>
            </a:extLst>
          </p:cNvPr>
          <p:cNvSpPr/>
          <p:nvPr/>
        </p:nvSpPr>
        <p:spPr bwMode="auto">
          <a:xfrm>
            <a:off x="6816008" y="1088974"/>
            <a:ext cx="360004" cy="36000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600" dirty="0">
                <a:solidFill>
                  <a:schemeClr val="tx1">
                    <a:lumMod val="75000"/>
                    <a:lumOff val="25000"/>
                  </a:schemeClr>
                </a:solidFill>
                <a:latin typeface="+mn-ea"/>
              </a:rPr>
              <a:t>PC</a:t>
            </a:r>
            <a:endParaRPr lang="ja-JP" altLang="en-US" sz="1600" dirty="0">
              <a:solidFill>
                <a:schemeClr val="tx1">
                  <a:lumMod val="75000"/>
                  <a:lumOff val="25000"/>
                </a:schemeClr>
              </a:solidFill>
              <a:latin typeface="+mn-ea"/>
            </a:endParaRPr>
          </a:p>
        </p:txBody>
      </p:sp>
      <p:sp>
        <p:nvSpPr>
          <p:cNvPr id="53" name="フリーフォーム 10">
            <a:extLst>
              <a:ext uri="{FF2B5EF4-FFF2-40B4-BE49-F238E27FC236}">
                <a16:creationId xmlns:a16="http://schemas.microsoft.com/office/drawing/2014/main" id="{BDE91A7B-309D-D058-22C3-89A91B7B2524}"/>
              </a:ext>
            </a:extLst>
          </p:cNvPr>
          <p:cNvSpPr>
            <a:spLocks noChangeArrowheads="1"/>
          </p:cNvSpPr>
          <p:nvPr/>
        </p:nvSpPr>
        <p:spPr bwMode="auto">
          <a:xfrm flipH="1">
            <a:off x="6636006" y="2348988"/>
            <a:ext cx="720008"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type="triangle" w="sm" len="med"/>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演算器</a:t>
            </a:r>
          </a:p>
        </p:txBody>
      </p:sp>
      <p:cxnSp>
        <p:nvCxnSpPr>
          <p:cNvPr id="54" name="直線矢印コネクタ 53">
            <a:extLst>
              <a:ext uri="{FF2B5EF4-FFF2-40B4-BE49-F238E27FC236}">
                <a16:creationId xmlns:a16="http://schemas.microsoft.com/office/drawing/2014/main" id="{6A6A7A0C-80ED-24B9-5E72-D2837273FA1D}"/>
              </a:ext>
            </a:extLst>
          </p:cNvPr>
          <p:cNvCxnSpPr>
            <a:cxnSpLocks/>
          </p:cNvCxnSpPr>
          <p:nvPr/>
        </p:nvCxnSpPr>
        <p:spPr bwMode="auto">
          <a:xfrm>
            <a:off x="6996010" y="1988984"/>
            <a:ext cx="0" cy="360004"/>
          </a:xfrm>
          <a:prstGeom prst="straightConnector1">
            <a:avLst/>
          </a:pr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cxnSp>
      <p:sp>
        <p:nvSpPr>
          <p:cNvPr id="55" name="正方形/長方形 54">
            <a:extLst>
              <a:ext uri="{FF2B5EF4-FFF2-40B4-BE49-F238E27FC236}">
                <a16:creationId xmlns:a16="http://schemas.microsoft.com/office/drawing/2014/main" id="{745CA04E-1AC3-C6F3-D23F-061102E3C657}"/>
              </a:ext>
            </a:extLst>
          </p:cNvPr>
          <p:cNvSpPr/>
          <p:nvPr/>
        </p:nvSpPr>
        <p:spPr bwMode="auto">
          <a:xfrm>
            <a:off x="5825997" y="1628980"/>
            <a:ext cx="720008" cy="36000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命令メモリ</a:t>
            </a:r>
          </a:p>
        </p:txBody>
      </p:sp>
      <p:cxnSp>
        <p:nvCxnSpPr>
          <p:cNvPr id="56" name="直線矢印コネクタ 55">
            <a:extLst>
              <a:ext uri="{FF2B5EF4-FFF2-40B4-BE49-F238E27FC236}">
                <a16:creationId xmlns:a16="http://schemas.microsoft.com/office/drawing/2014/main" id="{23066673-0BB4-7B6F-9A9F-66C82EECDBA5}"/>
              </a:ext>
            </a:extLst>
          </p:cNvPr>
          <p:cNvCxnSpPr>
            <a:cxnSpLocks/>
          </p:cNvCxnSpPr>
          <p:nvPr/>
        </p:nvCxnSpPr>
        <p:spPr bwMode="auto">
          <a:xfrm>
            <a:off x="6186001" y="1431109"/>
            <a:ext cx="0" cy="197870"/>
          </a:xfrm>
          <a:prstGeom prst="straightConnector1">
            <a:avLst/>
          </a:pr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cxnSp>
      <p:sp>
        <p:nvSpPr>
          <p:cNvPr id="57" name="正方形/長方形 56">
            <a:extLst>
              <a:ext uri="{FF2B5EF4-FFF2-40B4-BE49-F238E27FC236}">
                <a16:creationId xmlns:a16="http://schemas.microsoft.com/office/drawing/2014/main" id="{34550578-FE90-E3EC-BF90-FD2CA2789B00}"/>
              </a:ext>
            </a:extLst>
          </p:cNvPr>
          <p:cNvSpPr/>
          <p:nvPr/>
        </p:nvSpPr>
        <p:spPr bwMode="auto">
          <a:xfrm>
            <a:off x="6005999" y="1088973"/>
            <a:ext cx="360004" cy="36000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600" dirty="0">
                <a:solidFill>
                  <a:schemeClr val="tx1">
                    <a:lumMod val="75000"/>
                    <a:lumOff val="25000"/>
                  </a:schemeClr>
                </a:solidFill>
                <a:latin typeface="+mn-ea"/>
              </a:rPr>
              <a:t>PC</a:t>
            </a:r>
            <a:endParaRPr lang="ja-JP" altLang="en-US" sz="1600" dirty="0">
              <a:solidFill>
                <a:schemeClr val="tx1">
                  <a:lumMod val="75000"/>
                  <a:lumOff val="25000"/>
                </a:schemeClr>
              </a:solidFill>
              <a:latin typeface="+mn-ea"/>
            </a:endParaRPr>
          </a:p>
        </p:txBody>
      </p:sp>
      <p:sp>
        <p:nvSpPr>
          <p:cNvPr id="58" name="フリーフォーム 10">
            <a:extLst>
              <a:ext uri="{FF2B5EF4-FFF2-40B4-BE49-F238E27FC236}">
                <a16:creationId xmlns:a16="http://schemas.microsoft.com/office/drawing/2014/main" id="{040B77BA-AAD4-6DA4-E76F-D285AF2EEB62}"/>
              </a:ext>
            </a:extLst>
          </p:cNvPr>
          <p:cNvSpPr>
            <a:spLocks noChangeArrowheads="1"/>
          </p:cNvSpPr>
          <p:nvPr/>
        </p:nvSpPr>
        <p:spPr bwMode="auto">
          <a:xfrm flipH="1">
            <a:off x="5825997" y="2348987"/>
            <a:ext cx="720008"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type="triangle" w="sm" len="med"/>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演算器</a:t>
            </a:r>
          </a:p>
        </p:txBody>
      </p:sp>
      <p:cxnSp>
        <p:nvCxnSpPr>
          <p:cNvPr id="59" name="直線矢印コネクタ 58">
            <a:extLst>
              <a:ext uri="{FF2B5EF4-FFF2-40B4-BE49-F238E27FC236}">
                <a16:creationId xmlns:a16="http://schemas.microsoft.com/office/drawing/2014/main" id="{9CADB85A-2EF1-4D15-6F55-155ED20968B6}"/>
              </a:ext>
            </a:extLst>
          </p:cNvPr>
          <p:cNvCxnSpPr>
            <a:cxnSpLocks/>
          </p:cNvCxnSpPr>
          <p:nvPr/>
        </p:nvCxnSpPr>
        <p:spPr bwMode="auto">
          <a:xfrm>
            <a:off x="6186001" y="1988983"/>
            <a:ext cx="0" cy="360004"/>
          </a:xfrm>
          <a:prstGeom prst="straightConnector1">
            <a:avLst/>
          </a:pr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cxnSp>
    </p:spTree>
    <p:extLst>
      <p:ext uri="{BB962C8B-B14F-4D97-AF65-F5344CB8AC3E}">
        <p14:creationId xmlns:p14="http://schemas.microsoft.com/office/powerpoint/2010/main" val="332712392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D6BFB8C-2E41-AD2B-F3B9-AFED03B6523F}"/>
              </a:ext>
            </a:extLst>
          </p:cNvPr>
          <p:cNvSpPr>
            <a:spLocks noGrp="1"/>
          </p:cNvSpPr>
          <p:nvPr>
            <p:ph type="title"/>
          </p:nvPr>
        </p:nvSpPr>
        <p:spPr/>
        <p:txBody>
          <a:bodyPr/>
          <a:lstStyle/>
          <a:p>
            <a:r>
              <a:rPr kumimoji="1" lang="ja-JP" altLang="en-US" dirty="0"/>
              <a:t>フリンの分類と実際</a:t>
            </a:r>
          </a:p>
        </p:txBody>
      </p:sp>
      <p:sp>
        <p:nvSpPr>
          <p:cNvPr id="3" name="テキスト プレースホルダー 2">
            <a:extLst>
              <a:ext uri="{FF2B5EF4-FFF2-40B4-BE49-F238E27FC236}">
                <a16:creationId xmlns:a16="http://schemas.microsoft.com/office/drawing/2014/main" id="{D24C114C-4187-32BE-E497-9D9752F758BB}"/>
              </a:ext>
            </a:extLst>
          </p:cNvPr>
          <p:cNvSpPr>
            <a:spLocks noGrp="1"/>
          </p:cNvSpPr>
          <p:nvPr>
            <p:ph type="body" sz="quarter" idx="10"/>
          </p:nvPr>
        </p:nvSpPr>
        <p:spPr/>
        <p:txBody>
          <a:bodyPr/>
          <a:lstStyle/>
          <a:p>
            <a:r>
              <a:rPr kumimoji="1" lang="ja-JP" altLang="en-US" dirty="0"/>
              <a:t>現代のコンピュータをこのフリンの分類にそのまま厳密に当てはめようとするとやや無理がある</a:t>
            </a:r>
            <a:endParaRPr kumimoji="1" lang="en-US" altLang="ja-JP" dirty="0"/>
          </a:p>
          <a:p>
            <a:pPr lvl="1"/>
            <a:r>
              <a:rPr kumimoji="1" lang="ja-JP" altLang="en-US" dirty="0"/>
              <a:t>通常は複数の要素を同時に併せ持つことが多い</a:t>
            </a:r>
            <a:endParaRPr kumimoji="1" lang="en-US" altLang="ja-JP" dirty="0"/>
          </a:p>
          <a:p>
            <a:r>
              <a:rPr kumimoji="1" lang="ja-JP" altLang="en-US" dirty="0"/>
              <a:t>たとえば･･･</a:t>
            </a:r>
            <a:endParaRPr kumimoji="1" lang="en-US" altLang="ja-JP" dirty="0"/>
          </a:p>
          <a:p>
            <a:pPr lvl="1"/>
            <a:r>
              <a:rPr kumimoji="1" lang="en-US" altLang="ja-JP" dirty="0"/>
              <a:t>GPU </a:t>
            </a:r>
            <a:r>
              <a:rPr kumimoji="1" lang="ja-JP" altLang="en-US" dirty="0"/>
              <a:t>は </a:t>
            </a:r>
            <a:r>
              <a:rPr kumimoji="1" lang="en-US" altLang="ja-JP" dirty="0"/>
              <a:t>SIMD </a:t>
            </a:r>
            <a:r>
              <a:rPr kumimoji="1" lang="ja-JP" altLang="en-US" dirty="0"/>
              <a:t>方式のコアを複数備えていることが一般的</a:t>
            </a:r>
            <a:endParaRPr kumimoji="1" lang="en-US" altLang="ja-JP" dirty="0"/>
          </a:p>
          <a:p>
            <a:pPr lvl="2"/>
            <a:r>
              <a:rPr kumimoji="1" lang="en-US" altLang="ja-JP" dirty="0"/>
              <a:t>SIMD </a:t>
            </a:r>
            <a:r>
              <a:rPr kumimoji="1" lang="ja-JP" altLang="en-US" dirty="0"/>
              <a:t>と </a:t>
            </a:r>
            <a:r>
              <a:rPr kumimoji="1" lang="en-US" altLang="ja-JP" dirty="0"/>
              <a:t>MIMD </a:t>
            </a:r>
            <a:r>
              <a:rPr kumimoji="1" lang="ja-JP" altLang="en-US" dirty="0"/>
              <a:t>の要素を併せ持つ</a:t>
            </a:r>
            <a:endParaRPr kumimoji="1" lang="en-US" altLang="ja-JP" dirty="0"/>
          </a:p>
          <a:p>
            <a:pPr lvl="1"/>
            <a:r>
              <a:rPr kumimoji="1" lang="en-US" altLang="ja-JP" dirty="0"/>
              <a:t>CPU </a:t>
            </a:r>
            <a:r>
              <a:rPr kumimoji="1" lang="ja-JP" altLang="en-US" dirty="0"/>
              <a:t>では一部の命令でのみ複数のデータを同時に処理する</a:t>
            </a:r>
            <a:endParaRPr kumimoji="1" lang="en-US" altLang="ja-JP" dirty="0"/>
          </a:p>
          <a:p>
            <a:pPr lvl="2"/>
            <a:r>
              <a:rPr kumimoji="1" lang="en-US" altLang="ja-JP" dirty="0"/>
              <a:t>SISD </a:t>
            </a:r>
            <a:r>
              <a:rPr kumimoji="1" lang="ja-JP" altLang="en-US" dirty="0"/>
              <a:t>と </a:t>
            </a:r>
            <a:r>
              <a:rPr kumimoji="1" lang="en-US" altLang="ja-JP" dirty="0"/>
              <a:t>SIMD </a:t>
            </a:r>
            <a:r>
              <a:rPr kumimoji="1" lang="ja-JP" altLang="en-US" dirty="0"/>
              <a:t>の要素を併せ持つ</a:t>
            </a:r>
            <a:endParaRPr kumimoji="1" lang="en-US" altLang="ja-JP" dirty="0"/>
          </a:p>
          <a:p>
            <a:pPr lvl="2"/>
            <a:r>
              <a:rPr kumimoji="1" lang="ja-JP" altLang="en-US" dirty="0"/>
              <a:t>マルチコア化されると </a:t>
            </a:r>
            <a:r>
              <a:rPr kumimoji="1" lang="en-US" altLang="ja-JP" dirty="0"/>
              <a:t>MIMD </a:t>
            </a:r>
            <a:r>
              <a:rPr kumimoji="1" lang="ja-JP" altLang="en-US" dirty="0"/>
              <a:t>の要素もある</a:t>
            </a:r>
            <a:endParaRPr kumimoji="1" lang="en-US" altLang="ja-JP" dirty="0"/>
          </a:p>
          <a:p>
            <a:r>
              <a:rPr kumimoji="1" lang="ja-JP" altLang="en-US" dirty="0"/>
              <a:t>フリンの分類は，あくまでコンピュータをある特定の軸から見た際の分類であると考える</a:t>
            </a:r>
          </a:p>
        </p:txBody>
      </p:sp>
    </p:spTree>
    <p:extLst>
      <p:ext uri="{BB962C8B-B14F-4D97-AF65-F5344CB8AC3E}">
        <p14:creationId xmlns:p14="http://schemas.microsoft.com/office/powerpoint/2010/main" val="292264194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23E305F-E683-21A7-444E-CC570318A147}"/>
              </a:ext>
            </a:extLst>
          </p:cNvPr>
          <p:cNvSpPr>
            <a:spLocks noGrp="1"/>
          </p:cNvSpPr>
          <p:nvPr>
            <p:ph type="title"/>
          </p:nvPr>
        </p:nvSpPr>
        <p:spPr/>
        <p:txBody>
          <a:bodyPr/>
          <a:lstStyle/>
          <a:p>
            <a:r>
              <a:rPr kumimoji="1" lang="ja-JP" altLang="en-US" dirty="0"/>
              <a:t>余談：</a:t>
            </a:r>
            <a:r>
              <a:rPr kumimoji="1" lang="en-US" altLang="ja-JP" dirty="0"/>
              <a:t>SIMD </a:t>
            </a:r>
            <a:r>
              <a:rPr kumimoji="1" lang="ja-JP" altLang="en-US" dirty="0"/>
              <a:t>の発音</a:t>
            </a:r>
          </a:p>
        </p:txBody>
      </p:sp>
      <p:sp>
        <p:nvSpPr>
          <p:cNvPr id="3" name="テキスト プレースホルダー 2">
            <a:extLst>
              <a:ext uri="{FF2B5EF4-FFF2-40B4-BE49-F238E27FC236}">
                <a16:creationId xmlns:a16="http://schemas.microsoft.com/office/drawing/2014/main" id="{E4D94290-2C9F-94DD-0D8C-3689D7B5526B}"/>
              </a:ext>
            </a:extLst>
          </p:cNvPr>
          <p:cNvSpPr>
            <a:spLocks noGrp="1"/>
          </p:cNvSpPr>
          <p:nvPr>
            <p:ph type="body" sz="quarter" idx="10"/>
          </p:nvPr>
        </p:nvSpPr>
        <p:spPr>
          <a:xfrm>
            <a:off x="1865953" y="908973"/>
            <a:ext cx="8280092" cy="1530017"/>
          </a:xfrm>
        </p:spPr>
        <p:txBody>
          <a:bodyPr/>
          <a:lstStyle/>
          <a:p>
            <a:r>
              <a:rPr kumimoji="1" lang="ja-JP" altLang="en-US" dirty="0"/>
              <a:t>業界では「シムディー</a:t>
            </a:r>
            <a:r>
              <a:rPr kumimoji="1" lang="en-US" altLang="ja-JP" dirty="0"/>
              <a:t>/sim-dee</a:t>
            </a:r>
            <a:r>
              <a:rPr kumimoji="1" lang="ja-JP" altLang="en-US" dirty="0"/>
              <a:t>」と発音する</a:t>
            </a:r>
            <a:endParaRPr kumimoji="1" lang="en-US" altLang="ja-JP" dirty="0"/>
          </a:p>
          <a:p>
            <a:pPr lvl="1"/>
            <a:r>
              <a:rPr kumimoji="1" lang="ja-JP" altLang="en-US" dirty="0"/>
              <a:t>シムド と読んじゃだめ</a:t>
            </a:r>
          </a:p>
        </p:txBody>
      </p:sp>
      <p:pic>
        <p:nvPicPr>
          <p:cNvPr id="5" name="図 4">
            <a:extLst>
              <a:ext uri="{FF2B5EF4-FFF2-40B4-BE49-F238E27FC236}">
                <a16:creationId xmlns:a16="http://schemas.microsoft.com/office/drawing/2014/main" id="{C51EEBE6-2B96-8DCF-505D-A49F2CF658C5}"/>
              </a:ext>
            </a:extLst>
          </p:cNvPr>
          <p:cNvPicPr>
            <a:picLocks noChangeAspect="1"/>
          </p:cNvPicPr>
          <p:nvPr/>
        </p:nvPicPr>
        <p:blipFill>
          <a:blip r:embed="rId2"/>
          <a:stretch>
            <a:fillRect/>
          </a:stretch>
        </p:blipFill>
        <p:spPr>
          <a:xfrm>
            <a:off x="3845976" y="2438990"/>
            <a:ext cx="6102017" cy="2400863"/>
          </a:xfrm>
          <a:prstGeom prst="rect">
            <a:avLst/>
          </a:prstGeom>
        </p:spPr>
      </p:pic>
      <p:pic>
        <p:nvPicPr>
          <p:cNvPr id="7" name="図 6">
            <a:extLst>
              <a:ext uri="{FF2B5EF4-FFF2-40B4-BE49-F238E27FC236}">
                <a16:creationId xmlns:a16="http://schemas.microsoft.com/office/drawing/2014/main" id="{EDD48A1A-2680-CA86-E92E-DC5D24A08E79}"/>
              </a:ext>
            </a:extLst>
          </p:cNvPr>
          <p:cNvPicPr>
            <a:picLocks noChangeAspect="1"/>
          </p:cNvPicPr>
          <p:nvPr/>
        </p:nvPicPr>
        <p:blipFill>
          <a:blip r:embed="rId3"/>
          <a:stretch>
            <a:fillRect/>
          </a:stretch>
        </p:blipFill>
        <p:spPr>
          <a:xfrm>
            <a:off x="1865953" y="3789004"/>
            <a:ext cx="3755994" cy="2700030"/>
          </a:xfrm>
          <a:prstGeom prst="rect">
            <a:avLst/>
          </a:prstGeom>
        </p:spPr>
      </p:pic>
      <p:sp>
        <p:nvSpPr>
          <p:cNvPr id="9" name="テキスト ボックス 8">
            <a:extLst>
              <a:ext uri="{FF2B5EF4-FFF2-40B4-BE49-F238E27FC236}">
                <a16:creationId xmlns:a16="http://schemas.microsoft.com/office/drawing/2014/main" id="{09D2F3B8-5703-8E8D-5AA8-E36D565D1DED}"/>
              </a:ext>
            </a:extLst>
          </p:cNvPr>
          <p:cNvSpPr txBox="1"/>
          <p:nvPr/>
        </p:nvSpPr>
        <p:spPr>
          <a:xfrm>
            <a:off x="6067037" y="5499023"/>
            <a:ext cx="4572000" cy="1223412"/>
          </a:xfrm>
          <a:prstGeom prst="rect">
            <a:avLst/>
          </a:prstGeom>
          <a:noFill/>
        </p:spPr>
        <p:txBody>
          <a:bodyPr wrap="square">
            <a:spAutoFit/>
          </a:bodyPr>
          <a:lstStyle/>
          <a:p>
            <a:r>
              <a:rPr lang="ja-JP" altLang="en-US" sz="1050" dirty="0">
                <a:solidFill>
                  <a:schemeClr val="tx1">
                    <a:lumMod val="75000"/>
                    <a:lumOff val="25000"/>
                  </a:schemeClr>
                </a:solidFill>
              </a:rPr>
              <a:t>それぞれ以下より</a:t>
            </a:r>
            <a:endParaRPr lang="en-US" altLang="ja-JP" sz="1050" dirty="0">
              <a:solidFill>
                <a:schemeClr val="tx1">
                  <a:lumMod val="75000"/>
                  <a:lumOff val="25000"/>
                </a:schemeClr>
              </a:solidFill>
            </a:endParaRPr>
          </a:p>
          <a:p>
            <a:r>
              <a:rPr lang="en-US" altLang="ja-JP" sz="1050" dirty="0">
                <a:solidFill>
                  <a:schemeClr val="tx1">
                    <a:lumMod val="75000"/>
                    <a:lumOff val="25000"/>
                  </a:schemeClr>
                </a:solidFill>
              </a:rPr>
              <a:t>Mozilla </a:t>
            </a:r>
            <a:r>
              <a:rPr lang="ja-JP" altLang="en-US" sz="1050" dirty="0">
                <a:solidFill>
                  <a:schemeClr val="tx1">
                    <a:lumMod val="75000"/>
                    <a:lumOff val="25000"/>
                  </a:schemeClr>
                </a:solidFill>
              </a:rPr>
              <a:t>の開発者ページ</a:t>
            </a:r>
            <a:endParaRPr lang="en-US" altLang="ja-JP" sz="1050" dirty="0">
              <a:solidFill>
                <a:schemeClr val="tx1">
                  <a:lumMod val="75000"/>
                  <a:lumOff val="25000"/>
                </a:schemeClr>
              </a:solidFill>
            </a:endParaRPr>
          </a:p>
          <a:p>
            <a:r>
              <a:rPr lang="en-US" altLang="ja-JP" sz="1050" dirty="0">
                <a:solidFill>
                  <a:schemeClr val="accent5"/>
                </a:solidFill>
                <a:hlinkClick r:id="rId4">
                  <a:extLst>
                    <a:ext uri="{A12FA001-AC4F-418D-AE19-62706E023703}">
                      <ahyp:hlinkClr xmlns:ahyp="http://schemas.microsoft.com/office/drawing/2018/hyperlinkcolor" val="tx"/>
                    </a:ext>
                  </a:extLst>
                </a:hlinkClick>
              </a:rPr>
              <a:t>https://developer.mozilla.org/en-US/docs/Glossary/SIMD</a:t>
            </a:r>
            <a:br>
              <a:rPr lang="en-US" altLang="ja-JP" sz="1050" dirty="0">
                <a:solidFill>
                  <a:schemeClr val="tx1">
                    <a:lumMod val="75000"/>
                    <a:lumOff val="25000"/>
                  </a:schemeClr>
                </a:solidFill>
              </a:rPr>
            </a:br>
            <a:r>
              <a:rPr lang="en-US" altLang="ja-JP" sz="1050" dirty="0">
                <a:solidFill>
                  <a:schemeClr val="tx1">
                    <a:lumMod val="75000"/>
                    <a:lumOff val="25000"/>
                  </a:schemeClr>
                </a:solidFill>
              </a:rPr>
              <a:t>UCSB </a:t>
            </a:r>
            <a:r>
              <a:rPr lang="ja-JP" altLang="en-US" sz="1050" dirty="0">
                <a:solidFill>
                  <a:schemeClr val="tx1">
                    <a:lumMod val="75000"/>
                    <a:lumOff val="25000"/>
                  </a:schemeClr>
                </a:solidFill>
              </a:rPr>
              <a:t>の講義資料</a:t>
            </a:r>
            <a:endParaRPr lang="en-US" altLang="ja-JP" sz="1050" dirty="0">
              <a:solidFill>
                <a:schemeClr val="tx1">
                  <a:lumMod val="75000"/>
                  <a:lumOff val="25000"/>
                </a:schemeClr>
              </a:solidFill>
            </a:endParaRPr>
          </a:p>
          <a:p>
            <a:r>
              <a:rPr lang="ja-JP" altLang="en-US" sz="1050" dirty="0">
                <a:solidFill>
                  <a:schemeClr val="accent5"/>
                </a:solidFill>
                <a:hlinkClick r:id="rId5">
                  <a:extLst>
                    <a:ext uri="{A12FA001-AC4F-418D-AE19-62706E023703}">
                      <ahyp:hlinkClr xmlns:ahyp="http://schemas.microsoft.com/office/drawing/2018/hyperlinkcolor" val="tx"/>
                    </a:ext>
                  </a:extLst>
                </a:hlinkClick>
              </a:rPr>
              <a:t>https://sites.cs.ucsb.edu/~tyang/class/240a17/slides/SIMD.pdf</a:t>
            </a:r>
            <a:endParaRPr lang="en-US" altLang="ja-JP" sz="1050" dirty="0">
              <a:solidFill>
                <a:schemeClr val="accent5"/>
              </a:solidFill>
            </a:endParaRPr>
          </a:p>
          <a:p>
            <a:r>
              <a:rPr lang="ja-JP" altLang="en-US" sz="1050" dirty="0">
                <a:solidFill>
                  <a:schemeClr val="tx1">
                    <a:lumMod val="75000"/>
                    <a:lumOff val="25000"/>
                  </a:schemeClr>
                </a:solidFill>
              </a:rPr>
              <a:t>イラスト</a:t>
            </a:r>
            <a:endParaRPr lang="en-US" altLang="ja-JP" sz="1050" dirty="0">
              <a:solidFill>
                <a:schemeClr val="tx1">
                  <a:lumMod val="75000"/>
                  <a:lumOff val="25000"/>
                </a:schemeClr>
              </a:solidFill>
            </a:endParaRPr>
          </a:p>
          <a:p>
            <a:r>
              <a:rPr lang="ja-JP" altLang="en-US" sz="1050" dirty="0">
                <a:solidFill>
                  <a:schemeClr val="tx1">
                    <a:lumMod val="75000"/>
                    <a:lumOff val="25000"/>
                  </a:schemeClr>
                </a:solidFill>
              </a:rPr>
              <a:t>村上太一</a:t>
            </a:r>
            <a:r>
              <a:rPr lang="en-US" altLang="ja-JP" sz="1050" dirty="0">
                <a:solidFill>
                  <a:schemeClr val="tx1">
                    <a:lumMod val="75000"/>
                    <a:lumOff val="25000"/>
                  </a:schemeClr>
                </a:solidFill>
              </a:rPr>
              <a:t>@TIER IV</a:t>
            </a:r>
            <a:endParaRPr lang="ja-JP" altLang="en-US" sz="1050" dirty="0">
              <a:solidFill>
                <a:schemeClr val="tx1">
                  <a:lumMod val="75000"/>
                  <a:lumOff val="25000"/>
                </a:schemeClr>
              </a:solidFill>
            </a:endParaRPr>
          </a:p>
        </p:txBody>
      </p:sp>
      <p:sp>
        <p:nvSpPr>
          <p:cNvPr id="10" name="楕円 9">
            <a:extLst>
              <a:ext uri="{FF2B5EF4-FFF2-40B4-BE49-F238E27FC236}">
                <a16:creationId xmlns:a16="http://schemas.microsoft.com/office/drawing/2014/main" id="{D84BE87D-6B4C-CCBD-500D-1FF3D7058CEC}"/>
              </a:ext>
            </a:extLst>
          </p:cNvPr>
          <p:cNvSpPr/>
          <p:nvPr/>
        </p:nvSpPr>
        <p:spPr bwMode="auto">
          <a:xfrm>
            <a:off x="5735997" y="3789004"/>
            <a:ext cx="1620018" cy="270003"/>
          </a:xfrm>
          <a:prstGeom prst="ellipse">
            <a:avLst/>
          </a:prstGeom>
          <a:noFill/>
          <a:ln w="19050">
            <a:solidFill>
              <a:schemeClr val="accent5"/>
            </a:solidFill>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1" name="楕円 10">
            <a:extLst>
              <a:ext uri="{FF2B5EF4-FFF2-40B4-BE49-F238E27FC236}">
                <a16:creationId xmlns:a16="http://schemas.microsoft.com/office/drawing/2014/main" id="{70E9E783-625E-EAC9-FB65-195A72D664DA}"/>
              </a:ext>
            </a:extLst>
          </p:cNvPr>
          <p:cNvSpPr/>
          <p:nvPr/>
        </p:nvSpPr>
        <p:spPr bwMode="auto">
          <a:xfrm>
            <a:off x="2675962" y="3969006"/>
            <a:ext cx="2160024" cy="360004"/>
          </a:xfrm>
          <a:prstGeom prst="ellipse">
            <a:avLst/>
          </a:prstGeom>
          <a:noFill/>
          <a:ln w="19050">
            <a:solidFill>
              <a:schemeClr val="accent5"/>
            </a:solidFill>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pic>
        <p:nvPicPr>
          <p:cNvPr id="1026" name="Picture 2">
            <a:extLst>
              <a:ext uri="{FF2B5EF4-FFF2-40B4-BE49-F238E27FC236}">
                <a16:creationId xmlns:a16="http://schemas.microsoft.com/office/drawing/2014/main" id="{DA3D5A9B-6D8E-917E-56C3-81B5A7867CDA}"/>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626017" y="908973"/>
            <a:ext cx="2990776" cy="27989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1162308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DF28C6C-4B6B-0592-DFC2-4C563ECDF732}"/>
              </a:ext>
            </a:extLst>
          </p:cNvPr>
          <p:cNvSpPr>
            <a:spLocks noGrp="1"/>
          </p:cNvSpPr>
          <p:nvPr>
            <p:ph type="title"/>
          </p:nvPr>
        </p:nvSpPr>
        <p:spPr/>
        <p:txBody>
          <a:bodyPr/>
          <a:lstStyle/>
          <a:p>
            <a:r>
              <a:rPr kumimoji="1" lang="ja-JP" altLang="en-US" dirty="0"/>
              <a:t>もくじ</a:t>
            </a:r>
          </a:p>
        </p:txBody>
      </p:sp>
      <p:sp>
        <p:nvSpPr>
          <p:cNvPr id="3" name="テキスト プレースホルダー 2">
            <a:extLst>
              <a:ext uri="{FF2B5EF4-FFF2-40B4-BE49-F238E27FC236}">
                <a16:creationId xmlns:a16="http://schemas.microsoft.com/office/drawing/2014/main" id="{CBA111A3-835E-F467-EC49-839674912985}"/>
              </a:ext>
            </a:extLst>
          </p:cNvPr>
          <p:cNvSpPr>
            <a:spLocks noGrp="1"/>
          </p:cNvSpPr>
          <p:nvPr>
            <p:ph type="body" sz="quarter" idx="10"/>
          </p:nvPr>
        </p:nvSpPr>
        <p:spPr/>
        <p:txBody>
          <a:bodyPr/>
          <a:lstStyle/>
          <a:p>
            <a:pPr marL="457200" indent="-457200">
              <a:buFont typeface="+mj-lt"/>
              <a:buAutoNum type="arabicPeriod"/>
            </a:pPr>
            <a:r>
              <a:rPr kumimoji="1" lang="ja-JP" altLang="en-US" dirty="0"/>
              <a:t>フリンの分類と </a:t>
            </a:r>
            <a:r>
              <a:rPr kumimoji="1" lang="en-US" altLang="ja-JP" dirty="0"/>
              <a:t>SIMD</a:t>
            </a:r>
          </a:p>
          <a:p>
            <a:pPr marL="457200" indent="-457200">
              <a:buFont typeface="+mj-lt"/>
              <a:buAutoNum type="arabicPeriod"/>
            </a:pPr>
            <a:r>
              <a:rPr kumimoji="1" lang="en-US" altLang="ja-JP" dirty="0">
                <a:solidFill>
                  <a:schemeClr val="accent5"/>
                </a:solidFill>
              </a:rPr>
              <a:t>GPU </a:t>
            </a:r>
            <a:r>
              <a:rPr kumimoji="1" lang="ja-JP" altLang="en-US" dirty="0">
                <a:solidFill>
                  <a:schemeClr val="accent5"/>
                </a:solidFill>
              </a:rPr>
              <a:t>における回路量当たりの性能向上</a:t>
            </a:r>
            <a:endParaRPr kumimoji="1" lang="en-US" altLang="ja-JP" dirty="0">
              <a:solidFill>
                <a:schemeClr val="accent5"/>
              </a:solidFill>
            </a:endParaRPr>
          </a:p>
          <a:p>
            <a:pPr marL="817200" lvl="1" indent="-457200">
              <a:buFont typeface="+mj-lt"/>
              <a:buAutoNum type="arabicPeriod"/>
            </a:pPr>
            <a:r>
              <a:rPr kumimoji="1" lang="ja-JP" altLang="en-US" dirty="0"/>
              <a:t>演算器と制御部</a:t>
            </a:r>
            <a:endParaRPr kumimoji="1" lang="en-US" altLang="ja-JP" dirty="0"/>
          </a:p>
          <a:p>
            <a:pPr marL="817200" lvl="1" indent="-457200">
              <a:buFont typeface="+mj-lt"/>
              <a:buAutoNum type="arabicPeriod"/>
            </a:pPr>
            <a:r>
              <a:rPr kumimoji="1" lang="en-US" altLang="ja-JP" dirty="0"/>
              <a:t>SIMD </a:t>
            </a:r>
            <a:r>
              <a:rPr kumimoji="1" lang="ja-JP" altLang="en-US" dirty="0"/>
              <a:t>による制御部の共有</a:t>
            </a:r>
            <a:endParaRPr kumimoji="1" lang="en-US" altLang="ja-JP" dirty="0"/>
          </a:p>
          <a:p>
            <a:pPr marL="817200" lvl="1" indent="-457200">
              <a:buFont typeface="+mj-lt"/>
              <a:buAutoNum type="arabicPeriod"/>
            </a:pPr>
            <a:r>
              <a:rPr kumimoji="1" lang="ja-JP" altLang="en-US" dirty="0"/>
              <a:t>制御部自体の小型化</a:t>
            </a:r>
            <a:endParaRPr lang="en-US" altLang="ja-JP" dirty="0">
              <a:solidFill>
                <a:schemeClr val="accent5"/>
              </a:solidFill>
            </a:endParaRPr>
          </a:p>
          <a:p>
            <a:pPr marL="457200" indent="-457200">
              <a:buFont typeface="+mj-lt"/>
              <a:buAutoNum type="arabicPeriod"/>
            </a:pPr>
            <a:r>
              <a:rPr kumimoji="1" lang="en-US" altLang="ja-JP" dirty="0"/>
              <a:t>SIMD </a:t>
            </a:r>
            <a:r>
              <a:rPr kumimoji="1" lang="ja-JP" altLang="en-US" dirty="0"/>
              <a:t>プロセッサのプログラミング・モデル</a:t>
            </a:r>
          </a:p>
        </p:txBody>
      </p:sp>
    </p:spTree>
    <p:extLst>
      <p:ext uri="{BB962C8B-B14F-4D97-AF65-F5344CB8AC3E}">
        <p14:creationId xmlns:p14="http://schemas.microsoft.com/office/powerpoint/2010/main" val="113602149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D616928-E4AC-D43C-5712-51ADCE7DA59C}"/>
              </a:ext>
            </a:extLst>
          </p:cNvPr>
          <p:cNvSpPr>
            <a:spLocks noGrp="1"/>
          </p:cNvSpPr>
          <p:nvPr>
            <p:ph type="title"/>
          </p:nvPr>
        </p:nvSpPr>
        <p:spPr/>
        <p:txBody>
          <a:bodyPr/>
          <a:lstStyle/>
          <a:p>
            <a:r>
              <a:rPr kumimoji="1" lang="ja-JP" altLang="en-US" dirty="0"/>
              <a:t>回路量当たりの性能の背景：演算器と制御部</a:t>
            </a:r>
          </a:p>
        </p:txBody>
      </p:sp>
      <p:sp>
        <p:nvSpPr>
          <p:cNvPr id="3" name="テキスト プレースホルダー 2">
            <a:extLst>
              <a:ext uri="{FF2B5EF4-FFF2-40B4-BE49-F238E27FC236}">
                <a16:creationId xmlns:a16="http://schemas.microsoft.com/office/drawing/2014/main" id="{8FD7964B-5D08-C0D0-086D-C6B016DE5D09}"/>
              </a:ext>
            </a:extLst>
          </p:cNvPr>
          <p:cNvSpPr>
            <a:spLocks noGrp="1"/>
          </p:cNvSpPr>
          <p:nvPr>
            <p:ph type="body" sz="quarter" idx="10"/>
          </p:nvPr>
        </p:nvSpPr>
        <p:spPr>
          <a:xfrm>
            <a:off x="1145945" y="1088973"/>
            <a:ext cx="9990111" cy="5130057"/>
          </a:xfrm>
        </p:spPr>
        <p:txBody>
          <a:bodyPr/>
          <a:lstStyle/>
          <a:p>
            <a:r>
              <a:rPr lang="en-US" altLang="ja-JP" sz="1800" dirty="0"/>
              <a:t>CPU </a:t>
            </a:r>
            <a:r>
              <a:rPr lang="ja-JP" altLang="en-US" sz="1800" dirty="0"/>
              <a:t>や </a:t>
            </a:r>
            <a:r>
              <a:rPr lang="en-US" altLang="ja-JP" sz="1800" dirty="0"/>
              <a:t>GPU </a:t>
            </a:r>
            <a:r>
              <a:rPr lang="ja-JP" altLang="en-US" sz="1800" dirty="0"/>
              <a:t>などを構成する回路を以下に分けて考える</a:t>
            </a:r>
            <a:endParaRPr lang="en-US" altLang="ja-JP" sz="1800" dirty="0"/>
          </a:p>
          <a:p>
            <a:pPr lvl="1"/>
            <a:r>
              <a:rPr lang="ja-JP" altLang="en-US" sz="1800" dirty="0"/>
              <a:t>制御部（青）</a:t>
            </a:r>
            <a:endParaRPr lang="en-US" altLang="ja-JP" sz="1800" dirty="0"/>
          </a:p>
          <a:p>
            <a:pPr lvl="2"/>
            <a:r>
              <a:rPr lang="ja-JP" altLang="en-US" sz="1800" dirty="0"/>
              <a:t>命令を解釈しそれに基づいて演算器を制御する回路</a:t>
            </a:r>
            <a:endParaRPr lang="en-US" altLang="ja-JP" sz="1800" dirty="0"/>
          </a:p>
          <a:p>
            <a:pPr lvl="2"/>
            <a:r>
              <a:rPr lang="ja-JP" altLang="en-US" sz="1800" dirty="0"/>
              <a:t>右の図だと </a:t>
            </a:r>
            <a:r>
              <a:rPr lang="en-US" altLang="ja-JP" sz="1800" dirty="0"/>
              <a:t>PC </a:t>
            </a:r>
            <a:r>
              <a:rPr lang="ja-JP" altLang="en-US" sz="1800" dirty="0"/>
              <a:t>や命令メモリ</a:t>
            </a:r>
            <a:endParaRPr lang="en-US" altLang="ja-JP" sz="1800" dirty="0"/>
          </a:p>
          <a:p>
            <a:pPr lvl="1"/>
            <a:r>
              <a:rPr lang="ja-JP" altLang="en-US" sz="1800" dirty="0"/>
              <a:t>演算器（赤）</a:t>
            </a:r>
            <a:endParaRPr lang="en-US" altLang="ja-JP" sz="1800" dirty="0"/>
          </a:p>
          <a:p>
            <a:pPr lvl="2"/>
            <a:r>
              <a:rPr lang="ja-JP" altLang="en-US" sz="1800" dirty="0"/>
              <a:t>加算や乗算などの演算そのものを行うための回路</a:t>
            </a:r>
            <a:endParaRPr lang="en-US" altLang="ja-JP" sz="1800" dirty="0"/>
          </a:p>
          <a:p>
            <a:r>
              <a:rPr lang="ja-JP" altLang="en-US" sz="1800" dirty="0"/>
              <a:t>これに基づいて回路量あたりの性能を議論</a:t>
            </a:r>
            <a:endParaRPr lang="en-US" altLang="ja-JP" sz="1800" dirty="0"/>
          </a:p>
          <a:p>
            <a:r>
              <a:rPr lang="ja-JP" altLang="en-US" sz="1800" b="1" dirty="0">
                <a:solidFill>
                  <a:schemeClr val="accent5"/>
                </a:solidFill>
              </a:rPr>
              <a:t>ポイント：演算器部分自体は </a:t>
            </a:r>
            <a:r>
              <a:rPr lang="en-US" altLang="ja-JP" sz="1800" b="1" dirty="0">
                <a:solidFill>
                  <a:schemeClr val="accent5"/>
                </a:solidFill>
              </a:rPr>
              <a:t>CPU </a:t>
            </a:r>
            <a:r>
              <a:rPr lang="ja-JP" altLang="en-US" sz="1800" b="1" dirty="0">
                <a:solidFill>
                  <a:schemeClr val="accent5"/>
                </a:solidFill>
              </a:rPr>
              <a:t>でも </a:t>
            </a:r>
            <a:r>
              <a:rPr lang="en-US" altLang="ja-JP" sz="1800" b="1" dirty="0">
                <a:solidFill>
                  <a:schemeClr val="accent5"/>
                </a:solidFill>
              </a:rPr>
              <a:t>GPU </a:t>
            </a:r>
            <a:r>
              <a:rPr lang="ja-JP" altLang="en-US" sz="1800" b="1" dirty="0">
                <a:solidFill>
                  <a:schemeClr val="accent5"/>
                </a:solidFill>
              </a:rPr>
              <a:t>でも基本的に変わらない</a:t>
            </a:r>
            <a:endParaRPr lang="en-US" altLang="ja-JP" sz="1800" b="1" dirty="0">
              <a:solidFill>
                <a:schemeClr val="accent5"/>
              </a:solidFill>
            </a:endParaRPr>
          </a:p>
          <a:p>
            <a:pPr lvl="1"/>
            <a:r>
              <a:rPr lang="en-US" altLang="ja-JP" sz="1800" dirty="0"/>
              <a:t>GPU </a:t>
            </a:r>
            <a:r>
              <a:rPr lang="ja-JP" altLang="en-US" sz="1800" dirty="0"/>
              <a:t>が効率が良い演算器を持っているなら，それは </a:t>
            </a:r>
            <a:r>
              <a:rPr lang="en-US" altLang="ja-JP" sz="1800" dirty="0"/>
              <a:t>CPU </a:t>
            </a:r>
            <a:r>
              <a:rPr lang="ja-JP" altLang="en-US" sz="1800" dirty="0"/>
              <a:t>にも持っていけるはず</a:t>
            </a:r>
            <a:endParaRPr lang="en-US" altLang="ja-JP" sz="1800" dirty="0"/>
          </a:p>
          <a:p>
            <a:pPr lvl="2"/>
            <a:r>
              <a:rPr lang="en-US" altLang="ja-JP" sz="1800" dirty="0"/>
              <a:t>AI </a:t>
            </a:r>
            <a:r>
              <a:rPr lang="ja-JP" altLang="en-US" sz="1800" dirty="0"/>
              <a:t>に特化した演算器は </a:t>
            </a:r>
            <a:r>
              <a:rPr lang="en-US" altLang="ja-JP" sz="1800" dirty="0"/>
              <a:t>CPU </a:t>
            </a:r>
            <a:r>
              <a:rPr lang="ja-JP" altLang="en-US" sz="1800" dirty="0"/>
              <a:t>にも取り入れられている</a:t>
            </a:r>
            <a:endParaRPr lang="en-US" altLang="ja-JP" sz="1800" dirty="0"/>
          </a:p>
          <a:p>
            <a:pPr lvl="1"/>
            <a:r>
              <a:rPr lang="ja-JP" altLang="en-US" sz="1800" dirty="0"/>
              <a:t>それ以外をどう減らすかが要点</a:t>
            </a:r>
            <a:endParaRPr lang="en-US" altLang="ja-JP" sz="1800" dirty="0"/>
          </a:p>
        </p:txBody>
      </p:sp>
      <p:sp>
        <p:nvSpPr>
          <p:cNvPr id="4" name="正方形/長方形 3">
            <a:extLst>
              <a:ext uri="{FF2B5EF4-FFF2-40B4-BE49-F238E27FC236}">
                <a16:creationId xmlns:a16="http://schemas.microsoft.com/office/drawing/2014/main" id="{AF3DB26E-B812-D162-28EF-7E0B7C6E0ADC}"/>
              </a:ext>
            </a:extLst>
          </p:cNvPr>
          <p:cNvSpPr/>
          <p:nvPr/>
        </p:nvSpPr>
        <p:spPr bwMode="auto">
          <a:xfrm>
            <a:off x="9696040" y="2528991"/>
            <a:ext cx="720008" cy="36000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命令メモリ</a:t>
            </a:r>
          </a:p>
        </p:txBody>
      </p:sp>
      <p:cxnSp>
        <p:nvCxnSpPr>
          <p:cNvPr id="5" name="直線矢印コネクタ 4">
            <a:extLst>
              <a:ext uri="{FF2B5EF4-FFF2-40B4-BE49-F238E27FC236}">
                <a16:creationId xmlns:a16="http://schemas.microsoft.com/office/drawing/2014/main" id="{E2649626-710D-0404-C85C-C2AC13A790E3}"/>
              </a:ext>
            </a:extLst>
          </p:cNvPr>
          <p:cNvCxnSpPr>
            <a:cxnSpLocks/>
          </p:cNvCxnSpPr>
          <p:nvPr/>
        </p:nvCxnSpPr>
        <p:spPr bwMode="auto">
          <a:xfrm>
            <a:off x="10056044" y="2331120"/>
            <a:ext cx="0" cy="197870"/>
          </a:xfrm>
          <a:prstGeom prst="straightConnector1">
            <a:avLst/>
          </a:pr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cxnSp>
      <p:sp>
        <p:nvSpPr>
          <p:cNvPr id="6" name="正方形/長方形 5">
            <a:extLst>
              <a:ext uri="{FF2B5EF4-FFF2-40B4-BE49-F238E27FC236}">
                <a16:creationId xmlns:a16="http://schemas.microsoft.com/office/drawing/2014/main" id="{BCB63C97-3F8B-A391-D033-50FEA2F4DF09}"/>
              </a:ext>
            </a:extLst>
          </p:cNvPr>
          <p:cNvSpPr/>
          <p:nvPr/>
        </p:nvSpPr>
        <p:spPr bwMode="auto">
          <a:xfrm>
            <a:off x="9876042" y="1988984"/>
            <a:ext cx="360004" cy="36000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600" dirty="0">
                <a:solidFill>
                  <a:schemeClr val="tx1">
                    <a:lumMod val="75000"/>
                    <a:lumOff val="25000"/>
                  </a:schemeClr>
                </a:solidFill>
                <a:latin typeface="+mn-ea"/>
              </a:rPr>
              <a:t>PC</a:t>
            </a:r>
            <a:endParaRPr lang="ja-JP" altLang="en-US" sz="1600" dirty="0">
              <a:solidFill>
                <a:schemeClr val="tx1">
                  <a:lumMod val="75000"/>
                  <a:lumOff val="25000"/>
                </a:schemeClr>
              </a:solidFill>
              <a:latin typeface="+mn-ea"/>
            </a:endParaRPr>
          </a:p>
        </p:txBody>
      </p:sp>
      <p:sp>
        <p:nvSpPr>
          <p:cNvPr id="7" name="フリーフォーム 10">
            <a:extLst>
              <a:ext uri="{FF2B5EF4-FFF2-40B4-BE49-F238E27FC236}">
                <a16:creationId xmlns:a16="http://schemas.microsoft.com/office/drawing/2014/main" id="{185405A2-C00A-F9D2-D250-A8580D23200F}"/>
              </a:ext>
            </a:extLst>
          </p:cNvPr>
          <p:cNvSpPr>
            <a:spLocks noChangeArrowheads="1"/>
          </p:cNvSpPr>
          <p:nvPr/>
        </p:nvSpPr>
        <p:spPr bwMode="auto">
          <a:xfrm flipH="1">
            <a:off x="9696040" y="3068996"/>
            <a:ext cx="720008"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type="triangle" w="sm" len="med"/>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演算器</a:t>
            </a:r>
          </a:p>
        </p:txBody>
      </p:sp>
      <p:cxnSp>
        <p:nvCxnSpPr>
          <p:cNvPr id="16" name="直線矢印コネクタ 15">
            <a:extLst>
              <a:ext uri="{FF2B5EF4-FFF2-40B4-BE49-F238E27FC236}">
                <a16:creationId xmlns:a16="http://schemas.microsoft.com/office/drawing/2014/main" id="{2F06C7A3-7AC1-7814-5A39-B97C496EAE61}"/>
              </a:ext>
            </a:extLst>
          </p:cNvPr>
          <p:cNvCxnSpPr>
            <a:cxnSpLocks/>
          </p:cNvCxnSpPr>
          <p:nvPr/>
        </p:nvCxnSpPr>
        <p:spPr bwMode="auto">
          <a:xfrm>
            <a:off x="10056044" y="2888994"/>
            <a:ext cx="0" cy="197870"/>
          </a:xfrm>
          <a:prstGeom prst="straightConnector1">
            <a:avLst/>
          </a:pr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cxnSp>
    </p:spTree>
    <p:extLst>
      <p:ext uri="{BB962C8B-B14F-4D97-AF65-F5344CB8AC3E}">
        <p14:creationId xmlns:p14="http://schemas.microsoft.com/office/powerpoint/2010/main" val="321455919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0CF3E3-D3F1-0F4E-E9B2-F3E27C16A519}"/>
            </a:ext>
          </a:extLst>
        </p:cNvPr>
        <p:cNvGrpSpPr/>
        <p:nvPr/>
      </p:nvGrpSpPr>
      <p:grpSpPr>
        <a:xfrm>
          <a:off x="0" y="0"/>
          <a:ext cx="0" cy="0"/>
          <a:chOff x="0" y="0"/>
          <a:chExt cx="0" cy="0"/>
        </a:xfrm>
      </p:grpSpPr>
      <p:grpSp>
        <p:nvGrpSpPr>
          <p:cNvPr id="34" name="グループ化 33">
            <a:extLst>
              <a:ext uri="{FF2B5EF4-FFF2-40B4-BE49-F238E27FC236}">
                <a16:creationId xmlns:a16="http://schemas.microsoft.com/office/drawing/2014/main" id="{D5A980C5-CD9F-EF2C-DBD1-3AE08B0AF73A}"/>
              </a:ext>
            </a:extLst>
          </p:cNvPr>
          <p:cNvGrpSpPr/>
          <p:nvPr/>
        </p:nvGrpSpPr>
        <p:grpSpPr>
          <a:xfrm>
            <a:off x="4745985" y="2798993"/>
            <a:ext cx="1562400" cy="576064"/>
            <a:chOff x="971600" y="5445224"/>
            <a:chExt cx="7200800" cy="576064"/>
          </a:xfrm>
        </p:grpSpPr>
        <p:sp>
          <p:nvSpPr>
            <p:cNvPr id="35" name="平行四辺形 34">
              <a:extLst>
                <a:ext uri="{FF2B5EF4-FFF2-40B4-BE49-F238E27FC236}">
                  <a16:creationId xmlns:a16="http://schemas.microsoft.com/office/drawing/2014/main" id="{CB739117-CFF5-D7BF-0D62-1A7878181E96}"/>
                </a:ext>
              </a:extLst>
            </p:cNvPr>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37" name="平行四辺形 36">
              <a:extLst>
                <a:ext uri="{FF2B5EF4-FFF2-40B4-BE49-F238E27FC236}">
                  <a16:creationId xmlns:a16="http://schemas.microsoft.com/office/drawing/2014/main" id="{9F13A914-3481-6BB3-D8C7-BE4899B3BC4A}"/>
                </a:ext>
              </a:extLst>
            </p:cNvPr>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38" name="グループ化 37">
            <a:extLst>
              <a:ext uri="{FF2B5EF4-FFF2-40B4-BE49-F238E27FC236}">
                <a16:creationId xmlns:a16="http://schemas.microsoft.com/office/drawing/2014/main" id="{BE156974-7A2B-E3C8-55DD-7F4E7AE5C254}"/>
              </a:ext>
            </a:extLst>
          </p:cNvPr>
          <p:cNvGrpSpPr/>
          <p:nvPr/>
        </p:nvGrpSpPr>
        <p:grpSpPr>
          <a:xfrm>
            <a:off x="6186145" y="2798993"/>
            <a:ext cx="1562400" cy="576064"/>
            <a:chOff x="971600" y="5445224"/>
            <a:chExt cx="7200800" cy="576064"/>
          </a:xfrm>
        </p:grpSpPr>
        <p:sp>
          <p:nvSpPr>
            <p:cNvPr id="50" name="平行四辺形 49">
              <a:extLst>
                <a:ext uri="{FF2B5EF4-FFF2-40B4-BE49-F238E27FC236}">
                  <a16:creationId xmlns:a16="http://schemas.microsoft.com/office/drawing/2014/main" id="{5B4A4B9B-6045-97AB-6818-FA10E3886DCF}"/>
                </a:ext>
              </a:extLst>
            </p:cNvPr>
            <p:cNvSpPr/>
            <p:nvPr/>
          </p:nvSpPr>
          <p:spPr bwMode="auto">
            <a:xfrm>
              <a:off x="971600" y="5517232"/>
              <a:ext cx="7200800" cy="504056"/>
            </a:xfrm>
            <a:prstGeom prst="parallelogram">
              <a:avLst/>
            </a:prstGeom>
            <a:ln>
              <a:headEnd/>
              <a:tailEnd type="triangle" w="sm" len="med"/>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51" name="平行四辺形 50">
              <a:extLst>
                <a:ext uri="{FF2B5EF4-FFF2-40B4-BE49-F238E27FC236}">
                  <a16:creationId xmlns:a16="http://schemas.microsoft.com/office/drawing/2014/main" id="{18FC77E9-4B4D-CF3D-EB05-4A92D38AA54E}"/>
                </a:ext>
              </a:extLst>
            </p:cNvPr>
            <p:cNvSpPr/>
            <p:nvPr/>
          </p:nvSpPr>
          <p:spPr bwMode="auto">
            <a:xfrm>
              <a:off x="971600" y="5445224"/>
              <a:ext cx="7200800" cy="504056"/>
            </a:xfrm>
            <a:prstGeom prst="parallelogram">
              <a:avLst/>
            </a:prstGeom>
            <a:ln>
              <a:headEnd/>
              <a:tailEnd type="triangle" w="sm" len="med"/>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sp>
        <p:nvSpPr>
          <p:cNvPr id="3" name="正方形/長方形 2">
            <a:extLst>
              <a:ext uri="{FF2B5EF4-FFF2-40B4-BE49-F238E27FC236}">
                <a16:creationId xmlns:a16="http://schemas.microsoft.com/office/drawing/2014/main" id="{DC261918-949D-7750-0ED4-919ECB480312}"/>
              </a:ext>
            </a:extLst>
          </p:cNvPr>
          <p:cNvSpPr/>
          <p:nvPr/>
        </p:nvSpPr>
        <p:spPr>
          <a:xfrm>
            <a:off x="4707825" y="1934450"/>
            <a:ext cx="865983" cy="738664"/>
          </a:xfrm>
          <a:prstGeom prst="rect">
            <a:avLst/>
          </a:prstGeom>
        </p:spPr>
        <p:txBody>
          <a:bodyPr wrap="squar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49" name="正方形/長方形 48">
            <a:extLst>
              <a:ext uri="{FF2B5EF4-FFF2-40B4-BE49-F238E27FC236}">
                <a16:creationId xmlns:a16="http://schemas.microsoft.com/office/drawing/2014/main" id="{D9D28DE8-5B1B-D93F-DF26-4DFFCBF66E27}"/>
              </a:ext>
            </a:extLst>
          </p:cNvPr>
          <p:cNvSpPr/>
          <p:nvPr/>
        </p:nvSpPr>
        <p:spPr>
          <a:xfrm>
            <a:off x="6581848" y="2006977"/>
            <a:ext cx="865983" cy="738664"/>
          </a:xfrm>
          <a:prstGeom prst="rect">
            <a:avLst/>
          </a:prstGeom>
        </p:spPr>
        <p:txBody>
          <a:bodyPr wrap="square">
            <a:spAutoFit/>
          </a:bodyPr>
          <a:lstStyle/>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ﾟーﾟ</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2" name="タイトル 1">
            <a:extLst>
              <a:ext uri="{FF2B5EF4-FFF2-40B4-BE49-F238E27FC236}">
                <a16:creationId xmlns:a16="http://schemas.microsoft.com/office/drawing/2014/main" id="{9E15B3C4-B9AC-FD05-273E-9646EDD686A8}"/>
              </a:ext>
            </a:extLst>
          </p:cNvPr>
          <p:cNvSpPr>
            <a:spLocks noGrp="1"/>
          </p:cNvSpPr>
          <p:nvPr>
            <p:ph type="title"/>
          </p:nvPr>
        </p:nvSpPr>
        <p:spPr>
          <a:xfrm>
            <a:off x="965943" y="0"/>
            <a:ext cx="10776052" cy="908972"/>
          </a:xfrm>
        </p:spPr>
        <p:txBody>
          <a:bodyPr/>
          <a:lstStyle/>
          <a:p>
            <a:r>
              <a:rPr lang="ja-JP" altLang="en-US" dirty="0"/>
              <a:t>またカレー屋さんで考えていく</a:t>
            </a:r>
            <a:endParaRPr kumimoji="1" lang="ja-JP" altLang="en-US" dirty="0"/>
          </a:p>
        </p:txBody>
      </p:sp>
      <p:cxnSp>
        <p:nvCxnSpPr>
          <p:cNvPr id="67" name="直線矢印コネクタ 66">
            <a:extLst>
              <a:ext uri="{FF2B5EF4-FFF2-40B4-BE49-F238E27FC236}">
                <a16:creationId xmlns:a16="http://schemas.microsoft.com/office/drawing/2014/main" id="{AEEB8E8C-18BD-5D03-107B-DB37A6FD0BF5}"/>
              </a:ext>
            </a:extLst>
          </p:cNvPr>
          <p:cNvCxnSpPr>
            <a:cxnSpLocks/>
          </p:cNvCxnSpPr>
          <p:nvPr/>
        </p:nvCxnSpPr>
        <p:spPr bwMode="auto">
          <a:xfrm>
            <a:off x="4745985" y="3609002"/>
            <a:ext cx="2970033" cy="0"/>
          </a:xfrm>
          <a:prstGeom prst="straightConnector1">
            <a:avLst/>
          </a:prstGeom>
          <a:ln cap="rnd">
            <a:solidFill>
              <a:schemeClr val="tx1">
                <a:lumMod val="65000"/>
                <a:lumOff val="35000"/>
              </a:schemeClr>
            </a:solidFill>
            <a:headEnd type="none" w="med" len="med"/>
            <a:tailEnd type="arrow"/>
          </a:ln>
        </p:spPr>
        <p:style>
          <a:lnRef idx="2">
            <a:schemeClr val="dk1"/>
          </a:lnRef>
          <a:fillRef idx="0">
            <a:schemeClr val="dk1"/>
          </a:fillRef>
          <a:effectRef idx="1">
            <a:schemeClr val="dk1"/>
          </a:effectRef>
          <a:fontRef idx="minor">
            <a:schemeClr val="tx1"/>
          </a:fontRef>
        </p:style>
      </p:cxnSp>
      <p:sp>
        <p:nvSpPr>
          <p:cNvPr id="97" name="正方形/長方形 96">
            <a:extLst>
              <a:ext uri="{FF2B5EF4-FFF2-40B4-BE49-F238E27FC236}">
                <a16:creationId xmlns:a16="http://schemas.microsoft.com/office/drawing/2014/main" id="{E4562BC2-79AA-7554-32C9-B06D97EC0D92}"/>
              </a:ext>
            </a:extLst>
          </p:cNvPr>
          <p:cNvSpPr/>
          <p:nvPr/>
        </p:nvSpPr>
        <p:spPr bwMode="auto">
          <a:xfrm>
            <a:off x="3575972" y="1268976"/>
            <a:ext cx="630007" cy="540006"/>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pPr algn="ctr"/>
            <a:r>
              <a:rPr lang="ja-JP" altLang="en-US" sz="1600" dirty="0">
                <a:solidFill>
                  <a:schemeClr val="tx1">
                    <a:lumMod val="75000"/>
                    <a:lumOff val="25000"/>
                  </a:schemeClr>
                </a:solidFill>
              </a:rPr>
              <a:t>レシピ</a:t>
            </a:r>
          </a:p>
        </p:txBody>
      </p:sp>
      <p:sp>
        <p:nvSpPr>
          <p:cNvPr id="31" name="AutoShape 5">
            <a:extLst>
              <a:ext uri="{FF2B5EF4-FFF2-40B4-BE49-F238E27FC236}">
                <a16:creationId xmlns:a16="http://schemas.microsoft.com/office/drawing/2014/main" id="{8D6395F4-092D-0657-042C-BA63EBC0D518}"/>
              </a:ext>
            </a:extLst>
          </p:cNvPr>
          <p:cNvSpPr>
            <a:spLocks noChangeArrowheads="1"/>
          </p:cNvSpPr>
          <p:nvPr/>
        </p:nvSpPr>
        <p:spPr bwMode="auto">
          <a:xfrm rot="-5400000">
            <a:off x="6527994" y="1286987"/>
            <a:ext cx="864096" cy="648072"/>
          </a:xfrm>
          <a:custGeom>
            <a:avLst/>
            <a:gdLst>
              <a:gd name="T0" fmla="*/ 787598 w 21600"/>
              <a:gd name="T1" fmla="*/ 180181 h 21600"/>
              <a:gd name="T2" fmla="*/ 450056 w 21600"/>
              <a:gd name="T3" fmla="*/ 360362 h 21600"/>
              <a:gd name="T4" fmla="*/ 112514 w 21600"/>
              <a:gd name="T5" fmla="*/ 180181 h 21600"/>
              <a:gd name="T6" fmla="*/ 450056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ln>
            <a:headEnd/>
            <a:tailEnd/>
          </a:ln>
        </p:spPr>
        <p:style>
          <a:lnRef idx="1">
            <a:schemeClr val="accent2"/>
          </a:lnRef>
          <a:fillRef idx="2">
            <a:schemeClr val="accent2"/>
          </a:fillRef>
          <a:effectRef idx="1">
            <a:schemeClr val="accent2"/>
          </a:effectRef>
          <a:fontRef idx="minor">
            <a:schemeClr val="dk1"/>
          </a:fontRef>
        </p:style>
        <p:txBody>
          <a:bodyPr vert="eaVert" wrap="none" anchor="ctr"/>
          <a:lstStyle>
            <a:defPPr>
              <a:defRPr lang="ja-JP"/>
            </a:defPPr>
            <a:lvl1pPr marL="0" algn="l" defTabSz="914400" rtl="0" eaLnBrk="1" latinLnBrk="0" hangingPunct="1">
              <a:defRPr kumimoji="1" sz="1800" kern="1200">
                <a:solidFill>
                  <a:schemeClr val="dk1"/>
                </a:solidFill>
                <a:latin typeface="+mn-lt"/>
                <a:ea typeface="+mn-ea"/>
                <a:cs typeface="+mn-cs"/>
              </a:defRPr>
            </a:lvl1pPr>
            <a:lvl2pPr marL="457200" algn="l" defTabSz="914400" rtl="0" eaLnBrk="1" latinLnBrk="0" hangingPunct="1">
              <a:defRPr kumimoji="1" sz="1800" kern="1200">
                <a:solidFill>
                  <a:schemeClr val="dk1"/>
                </a:solidFill>
                <a:latin typeface="+mn-lt"/>
                <a:ea typeface="+mn-ea"/>
                <a:cs typeface="+mn-cs"/>
              </a:defRPr>
            </a:lvl2pPr>
            <a:lvl3pPr marL="914400" algn="l" defTabSz="914400" rtl="0" eaLnBrk="1" latinLnBrk="0" hangingPunct="1">
              <a:defRPr kumimoji="1" sz="1800" kern="1200">
                <a:solidFill>
                  <a:schemeClr val="dk1"/>
                </a:solidFill>
                <a:latin typeface="+mn-lt"/>
                <a:ea typeface="+mn-ea"/>
                <a:cs typeface="+mn-cs"/>
              </a:defRPr>
            </a:lvl3pPr>
            <a:lvl4pPr marL="1371600" algn="l" defTabSz="914400" rtl="0" eaLnBrk="1" latinLnBrk="0" hangingPunct="1">
              <a:defRPr kumimoji="1" sz="1800" kern="1200">
                <a:solidFill>
                  <a:schemeClr val="dk1"/>
                </a:solidFill>
                <a:latin typeface="+mn-lt"/>
                <a:ea typeface="+mn-ea"/>
                <a:cs typeface="+mn-cs"/>
              </a:defRPr>
            </a:lvl4pPr>
            <a:lvl5pPr marL="1828800" algn="l" defTabSz="914400" rtl="0" eaLnBrk="1" latinLnBrk="0" hangingPunct="1">
              <a:defRPr kumimoji="1" sz="1800" kern="1200">
                <a:solidFill>
                  <a:schemeClr val="dk1"/>
                </a:solidFill>
                <a:latin typeface="+mn-lt"/>
                <a:ea typeface="+mn-ea"/>
                <a:cs typeface="+mn-cs"/>
              </a:defRPr>
            </a:lvl5pPr>
            <a:lvl6pPr marL="2286000" algn="l" defTabSz="914400" rtl="0" eaLnBrk="1" latinLnBrk="0" hangingPunct="1">
              <a:defRPr kumimoji="1" sz="1800" kern="1200">
                <a:solidFill>
                  <a:schemeClr val="dk1"/>
                </a:solidFill>
                <a:latin typeface="+mn-lt"/>
                <a:ea typeface="+mn-ea"/>
                <a:cs typeface="+mn-cs"/>
              </a:defRPr>
            </a:lvl6pPr>
            <a:lvl7pPr marL="2743200" algn="l" defTabSz="914400" rtl="0" eaLnBrk="1" latinLnBrk="0" hangingPunct="1">
              <a:defRPr kumimoji="1" sz="1800" kern="1200">
                <a:solidFill>
                  <a:schemeClr val="dk1"/>
                </a:solidFill>
                <a:latin typeface="+mn-lt"/>
                <a:ea typeface="+mn-ea"/>
                <a:cs typeface="+mn-cs"/>
              </a:defRPr>
            </a:lvl7pPr>
            <a:lvl8pPr marL="3200400" algn="l" defTabSz="914400" rtl="0" eaLnBrk="1" latinLnBrk="0" hangingPunct="1">
              <a:defRPr kumimoji="1" sz="1800" kern="1200">
                <a:solidFill>
                  <a:schemeClr val="dk1"/>
                </a:solidFill>
                <a:latin typeface="+mn-lt"/>
                <a:ea typeface="+mn-ea"/>
                <a:cs typeface="+mn-cs"/>
              </a:defRPr>
            </a:lvl8pPr>
            <a:lvl9pPr marL="3657600" algn="l" defTabSz="914400" rtl="0" eaLnBrk="1" latinLnBrk="0" hangingPunct="1">
              <a:defRPr kumimoji="1" sz="1800" kern="1200">
                <a:solidFill>
                  <a:schemeClr val="dk1"/>
                </a:solidFill>
                <a:latin typeface="+mn-lt"/>
                <a:ea typeface="+mn-ea"/>
                <a:cs typeface="+mn-cs"/>
              </a:defRPr>
            </a:lvl9pPr>
          </a:lstStyle>
          <a:p>
            <a:pPr algn="ctr"/>
            <a:r>
              <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コンロ</a:t>
            </a:r>
            <a:endParaRPr lang="en-US" altLang="ja-JP"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まな板</a:t>
            </a:r>
          </a:p>
        </p:txBody>
      </p:sp>
      <p:sp>
        <p:nvSpPr>
          <p:cNvPr id="96" name="正方形/長方形 95">
            <a:extLst>
              <a:ext uri="{FF2B5EF4-FFF2-40B4-BE49-F238E27FC236}">
                <a16:creationId xmlns:a16="http://schemas.microsoft.com/office/drawing/2014/main" id="{F56A66CD-5D5D-2A6D-D683-A69CFC59456A}"/>
              </a:ext>
            </a:extLst>
          </p:cNvPr>
          <p:cNvSpPr/>
          <p:nvPr/>
        </p:nvSpPr>
        <p:spPr bwMode="auto">
          <a:xfrm>
            <a:off x="3305969" y="1718981"/>
            <a:ext cx="1260014" cy="1710019"/>
          </a:xfrm>
          <a:prstGeom prst="rect">
            <a:avLst/>
          </a:prstGeom>
          <a:ln>
            <a:headEnd/>
            <a:tailEnd type="none" w="sm" len="med"/>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nSpc>
                <a:spcPct val="150000"/>
              </a:lnSpc>
            </a:pPr>
            <a:r>
              <a:rPr lang="en-US" altLang="ja-JP" sz="1400" dirty="0">
                <a:solidFill>
                  <a:schemeClr val="tx1"/>
                </a:solidFill>
                <a:latin typeface="Arial Narrow" panose="020B0606020202030204" pitchFamily="34" charset="0"/>
              </a:rPr>
              <a:t>1. </a:t>
            </a:r>
            <a:r>
              <a:rPr lang="ja-JP" altLang="en-US" sz="1400" dirty="0">
                <a:solidFill>
                  <a:schemeClr val="tx1"/>
                </a:solidFill>
                <a:latin typeface="Arial Narrow" panose="020B0606020202030204" pitchFamily="34" charset="0"/>
              </a:rPr>
              <a:t>人参を切る</a:t>
            </a:r>
            <a:endParaRPr lang="en-US" altLang="ja-JP" sz="1400" dirty="0">
              <a:solidFill>
                <a:schemeClr val="tx1"/>
              </a:solidFill>
              <a:latin typeface="Arial Narrow" panose="020B0606020202030204" pitchFamily="34" charset="0"/>
            </a:endParaRPr>
          </a:p>
          <a:p>
            <a:pPr>
              <a:lnSpc>
                <a:spcPct val="150000"/>
              </a:lnSpc>
            </a:pPr>
            <a:r>
              <a:rPr lang="en-US" altLang="ja-JP" sz="1400" dirty="0">
                <a:solidFill>
                  <a:schemeClr val="tx1"/>
                </a:solidFill>
                <a:latin typeface="Arial Narrow" panose="020B0606020202030204" pitchFamily="34" charset="0"/>
              </a:rPr>
              <a:t>2. </a:t>
            </a:r>
            <a:r>
              <a:rPr lang="ja-JP" altLang="en-US" sz="1400" dirty="0">
                <a:solidFill>
                  <a:schemeClr val="tx1"/>
                </a:solidFill>
                <a:latin typeface="Arial Narrow" panose="020B0606020202030204" pitchFamily="34" charset="0"/>
              </a:rPr>
              <a:t>玉葱を切る</a:t>
            </a:r>
            <a:endParaRPr lang="en-US" altLang="ja-JP" sz="1400" dirty="0">
              <a:solidFill>
                <a:schemeClr val="tx1"/>
              </a:solidFill>
              <a:latin typeface="Arial Narrow" panose="020B0606020202030204" pitchFamily="34" charset="0"/>
            </a:endParaRPr>
          </a:p>
          <a:p>
            <a:pPr>
              <a:lnSpc>
                <a:spcPct val="150000"/>
              </a:lnSpc>
            </a:pPr>
            <a:r>
              <a:rPr lang="en-US" altLang="ja-JP" sz="1400" dirty="0">
                <a:solidFill>
                  <a:schemeClr val="tx1"/>
                </a:solidFill>
                <a:latin typeface="Arial Narrow" panose="020B0606020202030204" pitchFamily="34" charset="0"/>
              </a:rPr>
              <a:t>3. </a:t>
            </a:r>
            <a:r>
              <a:rPr lang="ja-JP" altLang="en-US" sz="1400" dirty="0">
                <a:solidFill>
                  <a:schemeClr val="tx1"/>
                </a:solidFill>
                <a:latin typeface="Arial Narrow" panose="020B0606020202030204" pitchFamily="34" charset="0"/>
              </a:rPr>
              <a:t>肉を切る</a:t>
            </a:r>
            <a:endParaRPr lang="en-US" altLang="ja-JP" sz="1400" dirty="0">
              <a:solidFill>
                <a:schemeClr val="tx1"/>
              </a:solidFill>
              <a:latin typeface="Arial Narrow" panose="020B0606020202030204" pitchFamily="34" charset="0"/>
            </a:endParaRPr>
          </a:p>
          <a:p>
            <a:pPr>
              <a:lnSpc>
                <a:spcPct val="150000"/>
              </a:lnSpc>
            </a:pPr>
            <a:r>
              <a:rPr lang="en-US" altLang="ja-JP" sz="1400" dirty="0">
                <a:solidFill>
                  <a:schemeClr val="tx1"/>
                </a:solidFill>
                <a:latin typeface="Arial Narrow" panose="020B0606020202030204" pitchFamily="34" charset="0"/>
              </a:rPr>
              <a:t>4. </a:t>
            </a:r>
            <a:r>
              <a:rPr lang="ja-JP" altLang="en-US" sz="1400" dirty="0">
                <a:solidFill>
                  <a:schemeClr val="tx1"/>
                </a:solidFill>
                <a:latin typeface="Arial Narrow" panose="020B0606020202030204" pitchFamily="34" charset="0"/>
              </a:rPr>
              <a:t>芋を切る</a:t>
            </a:r>
            <a:endParaRPr lang="en-US" altLang="ja-JP" sz="1400" dirty="0">
              <a:solidFill>
                <a:schemeClr val="tx1"/>
              </a:solidFill>
              <a:latin typeface="Arial Narrow" panose="020B0606020202030204" pitchFamily="34" charset="0"/>
            </a:endParaRPr>
          </a:p>
          <a:p>
            <a:pPr>
              <a:lnSpc>
                <a:spcPct val="150000"/>
              </a:lnSpc>
            </a:pPr>
            <a:r>
              <a:rPr lang="en-US" altLang="ja-JP" sz="1400" dirty="0">
                <a:solidFill>
                  <a:schemeClr val="tx1"/>
                </a:solidFill>
                <a:latin typeface="Arial Narrow" panose="020B0606020202030204" pitchFamily="34" charset="0"/>
              </a:rPr>
              <a:t>5. </a:t>
            </a:r>
            <a:r>
              <a:rPr lang="ja-JP" altLang="en-US" sz="1400" dirty="0">
                <a:solidFill>
                  <a:schemeClr val="tx1"/>
                </a:solidFill>
                <a:latin typeface="Arial Narrow" panose="020B0606020202030204" pitchFamily="34" charset="0"/>
              </a:rPr>
              <a:t>炒める</a:t>
            </a:r>
          </a:p>
        </p:txBody>
      </p:sp>
      <p:sp>
        <p:nvSpPr>
          <p:cNvPr id="5" name="角丸四角形 45">
            <a:extLst>
              <a:ext uri="{FF2B5EF4-FFF2-40B4-BE49-F238E27FC236}">
                <a16:creationId xmlns:a16="http://schemas.microsoft.com/office/drawing/2014/main" id="{35E1B39E-2FFE-9ACE-8E0F-7FDDB77E50CA}"/>
              </a:ext>
            </a:extLst>
          </p:cNvPr>
          <p:cNvSpPr/>
          <p:nvPr/>
        </p:nvSpPr>
        <p:spPr bwMode="auto">
          <a:xfrm>
            <a:off x="6552022" y="2618991"/>
            <a:ext cx="720008" cy="360004"/>
          </a:xfrm>
          <a:prstGeom prst="roundRect">
            <a:avLst/>
          </a:prstGeom>
          <a:ln>
            <a:headEnd/>
            <a:tailEnd type="triangle" w="sm" len="med"/>
          </a:ln>
        </p:spPr>
        <p:style>
          <a:lnRef idx="3">
            <a:schemeClr val="lt1"/>
          </a:lnRef>
          <a:fillRef idx="1">
            <a:schemeClr val="accent4"/>
          </a:fillRef>
          <a:effectRef idx="1">
            <a:schemeClr val="accent4"/>
          </a:effectRef>
          <a:fontRef idx="minor">
            <a:schemeClr val="lt1"/>
          </a:fontRef>
        </p:style>
        <p:txBody>
          <a:bodyPr wrap="none" rtlCol="0" anchor="ctr"/>
          <a:lstStyle/>
          <a:p>
            <a:pPr algn="ctr"/>
            <a:r>
              <a:rPr kumimoji="1" lang="ja-JP" altLang="en-US" sz="1100" dirty="0">
                <a:solidFill>
                  <a:schemeClr val="bg1"/>
                </a:solidFill>
                <a:latin typeface="Arial Narrow" panose="020B0606020202030204" pitchFamily="34" charset="0"/>
              </a:rPr>
              <a:t>人参切る</a:t>
            </a:r>
          </a:p>
        </p:txBody>
      </p:sp>
      <p:sp>
        <p:nvSpPr>
          <p:cNvPr id="6" name="角丸四角形 46">
            <a:extLst>
              <a:ext uri="{FF2B5EF4-FFF2-40B4-BE49-F238E27FC236}">
                <a16:creationId xmlns:a16="http://schemas.microsoft.com/office/drawing/2014/main" id="{51BF3743-A5E1-BCE2-C220-FF8ABB54101C}"/>
              </a:ext>
            </a:extLst>
          </p:cNvPr>
          <p:cNvSpPr/>
          <p:nvPr/>
        </p:nvSpPr>
        <p:spPr bwMode="auto">
          <a:xfrm>
            <a:off x="5112006" y="2618991"/>
            <a:ext cx="720008" cy="360004"/>
          </a:xfrm>
          <a:prstGeom prst="roundRect">
            <a:avLst/>
          </a:prstGeom>
          <a:ln>
            <a:headEnd/>
            <a:tailEnd type="triangle" w="sm" len="med"/>
          </a:ln>
        </p:spPr>
        <p:style>
          <a:lnRef idx="3">
            <a:schemeClr val="lt1"/>
          </a:lnRef>
          <a:fillRef idx="1">
            <a:schemeClr val="accent4"/>
          </a:fillRef>
          <a:effectRef idx="1">
            <a:schemeClr val="accent4"/>
          </a:effectRef>
          <a:fontRef idx="minor">
            <a:schemeClr val="lt1"/>
          </a:fontRef>
        </p:style>
        <p:txBody>
          <a:bodyPr wrap="none" rtlCol="0" anchor="ctr"/>
          <a:lstStyle/>
          <a:p>
            <a:pPr algn="ctr"/>
            <a:r>
              <a:rPr lang="ja-JP" altLang="en-US" sz="1100" dirty="0">
                <a:solidFill>
                  <a:schemeClr val="bg1"/>
                </a:solidFill>
                <a:latin typeface="Arial Narrow" panose="020B0606020202030204" pitchFamily="34" charset="0"/>
              </a:rPr>
              <a:t>玉葱切る</a:t>
            </a:r>
            <a:endParaRPr kumimoji="1" lang="ja-JP" altLang="en-US" sz="1100" dirty="0">
              <a:solidFill>
                <a:schemeClr val="bg1"/>
              </a:solidFill>
              <a:latin typeface="Arial Narrow" panose="020B0606020202030204" pitchFamily="34" charset="0"/>
            </a:endParaRPr>
          </a:p>
        </p:txBody>
      </p:sp>
      <p:sp>
        <p:nvSpPr>
          <p:cNvPr id="10" name="角丸四角形吹き出し 44">
            <a:extLst>
              <a:ext uri="{FF2B5EF4-FFF2-40B4-BE49-F238E27FC236}">
                <a16:creationId xmlns:a16="http://schemas.microsoft.com/office/drawing/2014/main" id="{E6ABAAB6-4D79-03F2-BF9D-2C67B16C2038}"/>
              </a:ext>
            </a:extLst>
          </p:cNvPr>
          <p:cNvSpPr/>
          <p:nvPr/>
        </p:nvSpPr>
        <p:spPr bwMode="auto">
          <a:xfrm>
            <a:off x="5195990" y="1808983"/>
            <a:ext cx="1440016" cy="342645"/>
          </a:xfrm>
          <a:prstGeom prst="wedgeRoundRectCallout">
            <a:avLst>
              <a:gd name="adj1" fmla="val -41466"/>
              <a:gd name="adj2" fmla="val 84351"/>
              <a:gd name="adj3" fmla="val 16667"/>
            </a:avLst>
          </a:prstGeom>
          <a:ln>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400" dirty="0">
                <a:solidFill>
                  <a:schemeClr val="tx1">
                    <a:lumMod val="65000"/>
                    <a:lumOff val="35000"/>
                  </a:schemeClr>
                </a:solidFill>
                <a:latin typeface="Arial Narrow" panose="020B0606020202030204" pitchFamily="34" charset="0"/>
              </a:rPr>
              <a:t>レシピを読むで</a:t>
            </a:r>
          </a:p>
        </p:txBody>
      </p:sp>
      <p:sp>
        <p:nvSpPr>
          <p:cNvPr id="11" name="角丸四角形吹き出し 44">
            <a:extLst>
              <a:ext uri="{FF2B5EF4-FFF2-40B4-BE49-F238E27FC236}">
                <a16:creationId xmlns:a16="http://schemas.microsoft.com/office/drawing/2014/main" id="{882A3EBF-630A-7C29-16B1-C5835332E4E9}"/>
              </a:ext>
            </a:extLst>
          </p:cNvPr>
          <p:cNvSpPr/>
          <p:nvPr/>
        </p:nvSpPr>
        <p:spPr bwMode="auto">
          <a:xfrm>
            <a:off x="7176012" y="1808982"/>
            <a:ext cx="1170013" cy="342645"/>
          </a:xfrm>
          <a:prstGeom prst="wedgeRoundRectCallout">
            <a:avLst>
              <a:gd name="adj1" fmla="val -41466"/>
              <a:gd name="adj2" fmla="val 84351"/>
              <a:gd name="adj3" fmla="val 16667"/>
            </a:avLst>
          </a:prstGeom>
          <a:ln>
            <a:headEnd/>
            <a:tailEnd type="triangle" w="sm" len="med"/>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400" dirty="0">
                <a:solidFill>
                  <a:schemeClr val="tx1">
                    <a:lumMod val="65000"/>
                    <a:lumOff val="35000"/>
                  </a:schemeClr>
                </a:solidFill>
                <a:latin typeface="Arial Narrow" panose="020B0606020202030204" pitchFamily="34" charset="0"/>
              </a:rPr>
              <a:t>シェフです！</a:t>
            </a:r>
          </a:p>
        </p:txBody>
      </p:sp>
      <p:sp>
        <p:nvSpPr>
          <p:cNvPr id="4" name="テキスト プレースホルダー 4">
            <a:extLst>
              <a:ext uri="{FF2B5EF4-FFF2-40B4-BE49-F238E27FC236}">
                <a16:creationId xmlns:a16="http://schemas.microsoft.com/office/drawing/2014/main" id="{2B3D2624-CCE4-44F5-6571-C84ABCF40885}"/>
              </a:ext>
            </a:extLst>
          </p:cNvPr>
          <p:cNvSpPr>
            <a:spLocks noGrp="1"/>
          </p:cNvSpPr>
          <p:nvPr>
            <p:ph type="body" sz="quarter" idx="10"/>
          </p:nvPr>
        </p:nvSpPr>
        <p:spPr>
          <a:xfrm>
            <a:off x="1145945" y="4599013"/>
            <a:ext cx="9630107" cy="1170013"/>
          </a:xfrm>
        </p:spPr>
        <p:txBody>
          <a:bodyPr/>
          <a:lstStyle/>
          <a:p>
            <a:r>
              <a:rPr lang="ja-JP" altLang="en-US" dirty="0"/>
              <a:t>制御部（青）：</a:t>
            </a:r>
            <a:r>
              <a:rPr lang="en-US" altLang="ja-JP" dirty="0"/>
              <a:t>PC </a:t>
            </a:r>
            <a:r>
              <a:rPr lang="ja-JP" altLang="en-US" dirty="0"/>
              <a:t>と命令メモリ</a:t>
            </a:r>
            <a:endParaRPr lang="en-US" altLang="ja-JP" dirty="0"/>
          </a:p>
          <a:p>
            <a:pPr lvl="1"/>
            <a:r>
              <a:rPr lang="ja-JP" altLang="en-US" dirty="0"/>
              <a:t>レシピと読む係の人</a:t>
            </a:r>
            <a:endParaRPr lang="en-US" altLang="ja-JP" dirty="0"/>
          </a:p>
          <a:p>
            <a:r>
              <a:rPr lang="ja-JP" altLang="en-US" dirty="0"/>
              <a:t>演算器（赤）：そこより後ろで実際に乗算や加算をしている部分</a:t>
            </a:r>
            <a:endParaRPr lang="en-US" altLang="ja-JP" dirty="0"/>
          </a:p>
          <a:p>
            <a:pPr lvl="1"/>
            <a:r>
              <a:rPr lang="ja-JP" altLang="en-US" dirty="0"/>
              <a:t>シェフの人</a:t>
            </a:r>
            <a:endParaRPr lang="en-US" altLang="ja-JP" dirty="0"/>
          </a:p>
          <a:p>
            <a:pPr lvl="1"/>
            <a:r>
              <a:rPr lang="ja-JP" altLang="en-US" dirty="0"/>
              <a:t>キッチン台や関連するスタッフは一旦ここでは忘れる</a:t>
            </a:r>
            <a:br>
              <a:rPr lang="en-US" altLang="ja-JP" dirty="0"/>
            </a:br>
            <a:r>
              <a:rPr lang="ja-JP" altLang="en-US" dirty="0"/>
              <a:t>（まだクビになったわけではないが，後で合理化のためにリストラする予定</a:t>
            </a:r>
            <a:endParaRPr lang="en-US" altLang="ja-JP" dirty="0"/>
          </a:p>
        </p:txBody>
      </p:sp>
    </p:spTree>
    <p:extLst>
      <p:ext uri="{BB962C8B-B14F-4D97-AF65-F5344CB8AC3E}">
        <p14:creationId xmlns:p14="http://schemas.microsoft.com/office/powerpoint/2010/main" val="242549334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903CD4A-C244-535A-FB8B-0A5B78E32697}"/>
              </a:ext>
            </a:extLst>
          </p:cNvPr>
          <p:cNvSpPr>
            <a:spLocks noGrp="1"/>
          </p:cNvSpPr>
          <p:nvPr>
            <p:ph type="title"/>
          </p:nvPr>
        </p:nvSpPr>
        <p:spPr/>
        <p:txBody>
          <a:bodyPr/>
          <a:lstStyle/>
          <a:p>
            <a:r>
              <a:rPr kumimoji="1" lang="en-US" altLang="ja-JP" dirty="0"/>
              <a:t>GPU </a:t>
            </a:r>
            <a:r>
              <a:rPr kumimoji="1" lang="ja-JP" altLang="en-US" dirty="0"/>
              <a:t>における回路量あたりの性能向上</a:t>
            </a:r>
          </a:p>
        </p:txBody>
      </p:sp>
      <p:sp>
        <p:nvSpPr>
          <p:cNvPr id="3" name="テキスト プレースホルダー 2">
            <a:extLst>
              <a:ext uri="{FF2B5EF4-FFF2-40B4-BE49-F238E27FC236}">
                <a16:creationId xmlns:a16="http://schemas.microsoft.com/office/drawing/2014/main" id="{9C3C3C8A-B226-6A26-A4C0-FF1CCF96FFB8}"/>
              </a:ext>
            </a:extLst>
          </p:cNvPr>
          <p:cNvSpPr>
            <a:spLocks noGrp="1"/>
          </p:cNvSpPr>
          <p:nvPr>
            <p:ph type="body" sz="quarter" idx="10"/>
          </p:nvPr>
        </p:nvSpPr>
        <p:spPr/>
        <p:txBody>
          <a:bodyPr/>
          <a:lstStyle/>
          <a:p>
            <a:pPr marL="457200" indent="-457200">
              <a:buFont typeface="+mj-lt"/>
              <a:buAutoNum type="arabicPeriod"/>
            </a:pPr>
            <a:r>
              <a:rPr kumimoji="1" lang="ja-JP" altLang="en-US" dirty="0"/>
              <a:t>制御部の共有</a:t>
            </a:r>
            <a:endParaRPr kumimoji="1" lang="en-US" altLang="ja-JP" dirty="0"/>
          </a:p>
          <a:p>
            <a:pPr marL="457200" indent="-457200">
              <a:buFont typeface="+mj-lt"/>
              <a:buAutoNum type="arabicPeriod"/>
            </a:pPr>
            <a:r>
              <a:rPr kumimoji="1" lang="ja-JP" altLang="en-US" dirty="0"/>
              <a:t>制御部の小型化</a:t>
            </a:r>
          </a:p>
        </p:txBody>
      </p:sp>
    </p:spTree>
    <p:extLst>
      <p:ext uri="{BB962C8B-B14F-4D97-AF65-F5344CB8AC3E}">
        <p14:creationId xmlns:p14="http://schemas.microsoft.com/office/powerpoint/2010/main" val="179685337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8CBDD73-1375-DC92-64EE-3C8C59F7BE2A}"/>
              </a:ext>
            </a:extLst>
          </p:cNvPr>
          <p:cNvSpPr>
            <a:spLocks noGrp="1"/>
          </p:cNvSpPr>
          <p:nvPr>
            <p:ph type="title"/>
          </p:nvPr>
        </p:nvSpPr>
        <p:spPr/>
        <p:txBody>
          <a:bodyPr/>
          <a:lstStyle/>
          <a:p>
            <a:r>
              <a:rPr lang="en-US" altLang="ja-JP" sz="2400" dirty="0"/>
              <a:t>SIMD </a:t>
            </a:r>
            <a:r>
              <a:rPr lang="ja-JP" altLang="en-US" sz="2400" dirty="0"/>
              <a:t>では複数の演算器間で制御部を共有できる</a:t>
            </a:r>
            <a:endParaRPr lang="en-US" altLang="ja-JP" sz="2400" dirty="0"/>
          </a:p>
        </p:txBody>
      </p:sp>
      <p:sp>
        <p:nvSpPr>
          <p:cNvPr id="3" name="テキスト プレースホルダー 2">
            <a:extLst>
              <a:ext uri="{FF2B5EF4-FFF2-40B4-BE49-F238E27FC236}">
                <a16:creationId xmlns:a16="http://schemas.microsoft.com/office/drawing/2014/main" id="{C6767C83-B854-0082-5D73-A8F748F09C01}"/>
              </a:ext>
            </a:extLst>
          </p:cNvPr>
          <p:cNvSpPr>
            <a:spLocks noGrp="1"/>
          </p:cNvSpPr>
          <p:nvPr>
            <p:ph type="body" sz="quarter" idx="10"/>
          </p:nvPr>
        </p:nvSpPr>
        <p:spPr>
          <a:xfrm>
            <a:off x="2045955" y="3519001"/>
            <a:ext cx="8280092" cy="3240036"/>
          </a:xfrm>
        </p:spPr>
        <p:txBody>
          <a:bodyPr/>
          <a:lstStyle/>
          <a:p>
            <a:r>
              <a:rPr lang="ja-JP" altLang="en-US" sz="1800" dirty="0"/>
              <a:t>たとえば，上の図の </a:t>
            </a:r>
            <a:r>
              <a:rPr lang="en-US" altLang="ja-JP" sz="1800" dirty="0"/>
              <a:t>MIMD </a:t>
            </a:r>
            <a:r>
              <a:rPr lang="ja-JP" altLang="en-US" sz="1800" dirty="0"/>
              <a:t>と </a:t>
            </a:r>
            <a:r>
              <a:rPr lang="en-US" altLang="ja-JP" sz="1800" dirty="0"/>
              <a:t>SIMD </a:t>
            </a:r>
            <a:r>
              <a:rPr lang="ja-JP" altLang="en-US" sz="1800" dirty="0"/>
              <a:t>の場合</a:t>
            </a:r>
            <a:endParaRPr lang="en-US" altLang="ja-JP" sz="1800" dirty="0"/>
          </a:p>
          <a:p>
            <a:pPr lvl="1"/>
            <a:r>
              <a:rPr lang="en-US" altLang="ja-JP" sz="1800" dirty="0"/>
              <a:t>4</a:t>
            </a:r>
            <a:r>
              <a:rPr lang="ja-JP" altLang="en-US" sz="1800" dirty="0"/>
              <a:t>つの演算器を持ち最大で同時に</a:t>
            </a:r>
            <a:r>
              <a:rPr lang="en-US" altLang="ja-JP" sz="1800" dirty="0"/>
              <a:t>4</a:t>
            </a:r>
            <a:r>
              <a:rPr lang="ja-JP" altLang="en-US" sz="1800" dirty="0"/>
              <a:t>並列で演算ができる</a:t>
            </a:r>
            <a:endParaRPr lang="en-US" altLang="ja-JP" sz="1800" dirty="0"/>
          </a:p>
          <a:p>
            <a:pPr lvl="2"/>
            <a:r>
              <a:rPr lang="en-US" altLang="ja-JP" sz="1800" dirty="0"/>
              <a:t>= </a:t>
            </a:r>
            <a:r>
              <a:rPr lang="ja-JP" altLang="en-US" sz="1800" dirty="0"/>
              <a:t>同じ最大性能を持つ</a:t>
            </a:r>
            <a:endParaRPr lang="en-US" altLang="ja-JP" sz="1800" dirty="0"/>
          </a:p>
          <a:p>
            <a:pPr lvl="1"/>
            <a:r>
              <a:rPr lang="en-US" altLang="ja-JP" sz="1800" dirty="0"/>
              <a:t>SIMD </a:t>
            </a:r>
            <a:r>
              <a:rPr lang="ja-JP" altLang="en-US" sz="1800" dirty="0"/>
              <a:t>では１つの制御部が演算器間で共有されている</a:t>
            </a:r>
            <a:endParaRPr lang="en-US" altLang="ja-JP" sz="1800" dirty="0"/>
          </a:p>
          <a:p>
            <a:pPr lvl="2"/>
            <a:r>
              <a:rPr lang="ja-JP" altLang="en-US" sz="1800" dirty="0"/>
              <a:t>実際の </a:t>
            </a:r>
            <a:r>
              <a:rPr lang="en-US" altLang="ja-JP" sz="1800" dirty="0"/>
              <a:t>GPU </a:t>
            </a:r>
            <a:r>
              <a:rPr lang="ja-JP" altLang="en-US" sz="1800" dirty="0"/>
              <a:t>では </a:t>
            </a:r>
            <a:r>
              <a:rPr lang="en-US" altLang="ja-JP" sz="1800" dirty="0"/>
              <a:t>16 </a:t>
            </a:r>
            <a:r>
              <a:rPr lang="ja-JP" altLang="en-US" sz="1800" dirty="0"/>
              <a:t>個程度の演算器が共有されていることが多い</a:t>
            </a:r>
            <a:endParaRPr lang="en-US" altLang="ja-JP" sz="1800" dirty="0"/>
          </a:p>
        </p:txBody>
      </p:sp>
      <p:sp>
        <p:nvSpPr>
          <p:cNvPr id="68" name="正方形/長方形 67">
            <a:extLst>
              <a:ext uri="{FF2B5EF4-FFF2-40B4-BE49-F238E27FC236}">
                <a16:creationId xmlns:a16="http://schemas.microsoft.com/office/drawing/2014/main" id="{6413588E-48FF-9C57-4090-1365C1C36D9F}"/>
              </a:ext>
            </a:extLst>
          </p:cNvPr>
          <p:cNvSpPr/>
          <p:nvPr/>
        </p:nvSpPr>
        <p:spPr bwMode="auto">
          <a:xfrm>
            <a:off x="3395970" y="2168986"/>
            <a:ext cx="720008" cy="36000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命令メモリ</a:t>
            </a:r>
          </a:p>
        </p:txBody>
      </p:sp>
      <p:cxnSp>
        <p:nvCxnSpPr>
          <p:cNvPr id="69" name="直線矢印コネクタ 68">
            <a:extLst>
              <a:ext uri="{FF2B5EF4-FFF2-40B4-BE49-F238E27FC236}">
                <a16:creationId xmlns:a16="http://schemas.microsoft.com/office/drawing/2014/main" id="{F90CA47D-5653-E2C6-C544-023DAA8A64B3}"/>
              </a:ext>
            </a:extLst>
          </p:cNvPr>
          <p:cNvCxnSpPr>
            <a:cxnSpLocks/>
          </p:cNvCxnSpPr>
          <p:nvPr/>
        </p:nvCxnSpPr>
        <p:spPr bwMode="auto">
          <a:xfrm>
            <a:off x="3755974" y="1971115"/>
            <a:ext cx="0" cy="197870"/>
          </a:xfrm>
          <a:prstGeom prst="straightConnector1">
            <a:avLst/>
          </a:pr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cxnSp>
      <p:sp>
        <p:nvSpPr>
          <p:cNvPr id="70" name="正方形/長方形 69">
            <a:extLst>
              <a:ext uri="{FF2B5EF4-FFF2-40B4-BE49-F238E27FC236}">
                <a16:creationId xmlns:a16="http://schemas.microsoft.com/office/drawing/2014/main" id="{1ED687B1-763D-311C-EA65-C754C36F1535}"/>
              </a:ext>
            </a:extLst>
          </p:cNvPr>
          <p:cNvSpPr/>
          <p:nvPr/>
        </p:nvSpPr>
        <p:spPr bwMode="auto">
          <a:xfrm>
            <a:off x="3575972" y="1628979"/>
            <a:ext cx="360004" cy="36000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600" dirty="0">
                <a:solidFill>
                  <a:schemeClr val="tx1">
                    <a:lumMod val="75000"/>
                    <a:lumOff val="25000"/>
                  </a:schemeClr>
                </a:solidFill>
                <a:latin typeface="+mn-ea"/>
              </a:rPr>
              <a:t>PC</a:t>
            </a:r>
            <a:endParaRPr lang="ja-JP" altLang="en-US" sz="1600" dirty="0">
              <a:solidFill>
                <a:schemeClr val="tx1">
                  <a:lumMod val="75000"/>
                  <a:lumOff val="25000"/>
                </a:schemeClr>
              </a:solidFill>
              <a:latin typeface="+mn-ea"/>
            </a:endParaRPr>
          </a:p>
        </p:txBody>
      </p:sp>
      <p:sp>
        <p:nvSpPr>
          <p:cNvPr id="71" name="フリーフォーム 10">
            <a:extLst>
              <a:ext uri="{FF2B5EF4-FFF2-40B4-BE49-F238E27FC236}">
                <a16:creationId xmlns:a16="http://schemas.microsoft.com/office/drawing/2014/main" id="{D2D4D808-58C6-DD09-BDDB-470476DC64C4}"/>
              </a:ext>
            </a:extLst>
          </p:cNvPr>
          <p:cNvSpPr>
            <a:spLocks noChangeArrowheads="1"/>
          </p:cNvSpPr>
          <p:nvPr/>
        </p:nvSpPr>
        <p:spPr bwMode="auto">
          <a:xfrm flipH="1">
            <a:off x="3395970" y="2888993"/>
            <a:ext cx="720008"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type="triangle" w="sm" len="med"/>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演算器</a:t>
            </a:r>
          </a:p>
        </p:txBody>
      </p:sp>
      <p:cxnSp>
        <p:nvCxnSpPr>
          <p:cNvPr id="72" name="直線矢印コネクタ 71">
            <a:extLst>
              <a:ext uri="{FF2B5EF4-FFF2-40B4-BE49-F238E27FC236}">
                <a16:creationId xmlns:a16="http://schemas.microsoft.com/office/drawing/2014/main" id="{7AB77A23-F560-7176-9A7C-5102B0D7EFBB}"/>
              </a:ext>
            </a:extLst>
          </p:cNvPr>
          <p:cNvCxnSpPr>
            <a:cxnSpLocks/>
          </p:cNvCxnSpPr>
          <p:nvPr/>
        </p:nvCxnSpPr>
        <p:spPr bwMode="auto">
          <a:xfrm>
            <a:off x="3755974" y="2528989"/>
            <a:ext cx="0" cy="360004"/>
          </a:xfrm>
          <a:prstGeom prst="straightConnector1">
            <a:avLst/>
          </a:pr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cxnSp>
      <p:sp>
        <p:nvSpPr>
          <p:cNvPr id="73" name="正方形/長方形 72">
            <a:extLst>
              <a:ext uri="{FF2B5EF4-FFF2-40B4-BE49-F238E27FC236}">
                <a16:creationId xmlns:a16="http://schemas.microsoft.com/office/drawing/2014/main" id="{7F3DC10A-3A71-2DF1-077E-D67FE4673901}"/>
              </a:ext>
            </a:extLst>
          </p:cNvPr>
          <p:cNvSpPr/>
          <p:nvPr/>
        </p:nvSpPr>
        <p:spPr bwMode="auto">
          <a:xfrm>
            <a:off x="2585961" y="2168985"/>
            <a:ext cx="720008" cy="36000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命令メモリ</a:t>
            </a:r>
          </a:p>
        </p:txBody>
      </p:sp>
      <p:cxnSp>
        <p:nvCxnSpPr>
          <p:cNvPr id="74" name="直線矢印コネクタ 73">
            <a:extLst>
              <a:ext uri="{FF2B5EF4-FFF2-40B4-BE49-F238E27FC236}">
                <a16:creationId xmlns:a16="http://schemas.microsoft.com/office/drawing/2014/main" id="{064953B3-E90B-D477-5019-9A65E1B1915F}"/>
              </a:ext>
            </a:extLst>
          </p:cNvPr>
          <p:cNvCxnSpPr>
            <a:cxnSpLocks/>
          </p:cNvCxnSpPr>
          <p:nvPr/>
        </p:nvCxnSpPr>
        <p:spPr bwMode="auto">
          <a:xfrm>
            <a:off x="2945965" y="1971114"/>
            <a:ext cx="0" cy="197870"/>
          </a:xfrm>
          <a:prstGeom prst="straightConnector1">
            <a:avLst/>
          </a:pr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cxnSp>
      <p:sp>
        <p:nvSpPr>
          <p:cNvPr id="75" name="正方形/長方形 74">
            <a:extLst>
              <a:ext uri="{FF2B5EF4-FFF2-40B4-BE49-F238E27FC236}">
                <a16:creationId xmlns:a16="http://schemas.microsoft.com/office/drawing/2014/main" id="{13E14E97-48CF-AA2A-13EC-1FEE0EAA5F7C}"/>
              </a:ext>
            </a:extLst>
          </p:cNvPr>
          <p:cNvSpPr/>
          <p:nvPr/>
        </p:nvSpPr>
        <p:spPr bwMode="auto">
          <a:xfrm>
            <a:off x="2765963" y="1628978"/>
            <a:ext cx="360004" cy="36000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600" dirty="0">
                <a:solidFill>
                  <a:schemeClr val="tx1">
                    <a:lumMod val="75000"/>
                    <a:lumOff val="25000"/>
                  </a:schemeClr>
                </a:solidFill>
                <a:latin typeface="+mn-ea"/>
              </a:rPr>
              <a:t>PC</a:t>
            </a:r>
            <a:endParaRPr lang="ja-JP" altLang="en-US" sz="1600" dirty="0">
              <a:solidFill>
                <a:schemeClr val="tx1">
                  <a:lumMod val="75000"/>
                  <a:lumOff val="25000"/>
                </a:schemeClr>
              </a:solidFill>
              <a:latin typeface="+mn-ea"/>
            </a:endParaRPr>
          </a:p>
        </p:txBody>
      </p:sp>
      <p:sp>
        <p:nvSpPr>
          <p:cNvPr id="76" name="フリーフォーム 10">
            <a:extLst>
              <a:ext uri="{FF2B5EF4-FFF2-40B4-BE49-F238E27FC236}">
                <a16:creationId xmlns:a16="http://schemas.microsoft.com/office/drawing/2014/main" id="{0629548A-BC7A-8402-594A-C5C904EBAF3E}"/>
              </a:ext>
            </a:extLst>
          </p:cNvPr>
          <p:cNvSpPr>
            <a:spLocks noChangeArrowheads="1"/>
          </p:cNvSpPr>
          <p:nvPr/>
        </p:nvSpPr>
        <p:spPr bwMode="auto">
          <a:xfrm flipH="1">
            <a:off x="2585961" y="2888992"/>
            <a:ext cx="720008"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type="triangle" w="sm" len="med"/>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演算器</a:t>
            </a:r>
          </a:p>
        </p:txBody>
      </p:sp>
      <p:cxnSp>
        <p:nvCxnSpPr>
          <p:cNvPr id="77" name="直線矢印コネクタ 76">
            <a:extLst>
              <a:ext uri="{FF2B5EF4-FFF2-40B4-BE49-F238E27FC236}">
                <a16:creationId xmlns:a16="http://schemas.microsoft.com/office/drawing/2014/main" id="{98E22468-1936-6DE5-7073-BB145475B66F}"/>
              </a:ext>
            </a:extLst>
          </p:cNvPr>
          <p:cNvCxnSpPr>
            <a:cxnSpLocks/>
          </p:cNvCxnSpPr>
          <p:nvPr/>
        </p:nvCxnSpPr>
        <p:spPr bwMode="auto">
          <a:xfrm>
            <a:off x="2945965" y="2528988"/>
            <a:ext cx="0" cy="360004"/>
          </a:xfrm>
          <a:prstGeom prst="straightConnector1">
            <a:avLst/>
          </a:pr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cxnSp>
      <p:sp>
        <p:nvSpPr>
          <p:cNvPr id="78" name="正方形/長方形 77">
            <a:extLst>
              <a:ext uri="{FF2B5EF4-FFF2-40B4-BE49-F238E27FC236}">
                <a16:creationId xmlns:a16="http://schemas.microsoft.com/office/drawing/2014/main" id="{5BFA69AC-E42B-CAE5-B44C-5B494C895972}"/>
              </a:ext>
            </a:extLst>
          </p:cNvPr>
          <p:cNvSpPr/>
          <p:nvPr/>
        </p:nvSpPr>
        <p:spPr bwMode="auto">
          <a:xfrm>
            <a:off x="5015988" y="2168986"/>
            <a:ext cx="720008" cy="36000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命令メモリ</a:t>
            </a:r>
          </a:p>
        </p:txBody>
      </p:sp>
      <p:cxnSp>
        <p:nvCxnSpPr>
          <p:cNvPr id="79" name="直線矢印コネクタ 78">
            <a:extLst>
              <a:ext uri="{FF2B5EF4-FFF2-40B4-BE49-F238E27FC236}">
                <a16:creationId xmlns:a16="http://schemas.microsoft.com/office/drawing/2014/main" id="{0CA417E9-87DF-B23A-012E-8BECFEA925EA}"/>
              </a:ext>
            </a:extLst>
          </p:cNvPr>
          <p:cNvCxnSpPr>
            <a:cxnSpLocks/>
          </p:cNvCxnSpPr>
          <p:nvPr/>
        </p:nvCxnSpPr>
        <p:spPr bwMode="auto">
          <a:xfrm>
            <a:off x="5375992" y="1971115"/>
            <a:ext cx="0" cy="197870"/>
          </a:xfrm>
          <a:prstGeom prst="straightConnector1">
            <a:avLst/>
          </a:pr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cxnSp>
      <p:sp>
        <p:nvSpPr>
          <p:cNvPr id="80" name="正方形/長方形 79">
            <a:extLst>
              <a:ext uri="{FF2B5EF4-FFF2-40B4-BE49-F238E27FC236}">
                <a16:creationId xmlns:a16="http://schemas.microsoft.com/office/drawing/2014/main" id="{3F170350-351E-F046-8C08-14C9B0A70AD1}"/>
              </a:ext>
            </a:extLst>
          </p:cNvPr>
          <p:cNvSpPr/>
          <p:nvPr/>
        </p:nvSpPr>
        <p:spPr bwMode="auto">
          <a:xfrm>
            <a:off x="5195990" y="1628979"/>
            <a:ext cx="360004" cy="36000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600" dirty="0">
                <a:solidFill>
                  <a:schemeClr val="tx1">
                    <a:lumMod val="75000"/>
                    <a:lumOff val="25000"/>
                  </a:schemeClr>
                </a:solidFill>
                <a:latin typeface="+mn-ea"/>
              </a:rPr>
              <a:t>PC</a:t>
            </a:r>
            <a:endParaRPr lang="ja-JP" altLang="en-US" sz="1600" dirty="0">
              <a:solidFill>
                <a:schemeClr val="tx1">
                  <a:lumMod val="75000"/>
                  <a:lumOff val="25000"/>
                </a:schemeClr>
              </a:solidFill>
              <a:latin typeface="+mn-ea"/>
            </a:endParaRPr>
          </a:p>
        </p:txBody>
      </p:sp>
      <p:sp>
        <p:nvSpPr>
          <p:cNvPr id="81" name="フリーフォーム 10">
            <a:extLst>
              <a:ext uri="{FF2B5EF4-FFF2-40B4-BE49-F238E27FC236}">
                <a16:creationId xmlns:a16="http://schemas.microsoft.com/office/drawing/2014/main" id="{766A6007-12FB-93FE-8E2E-70EC572B6059}"/>
              </a:ext>
            </a:extLst>
          </p:cNvPr>
          <p:cNvSpPr>
            <a:spLocks noChangeArrowheads="1"/>
          </p:cNvSpPr>
          <p:nvPr/>
        </p:nvSpPr>
        <p:spPr bwMode="auto">
          <a:xfrm flipH="1">
            <a:off x="5015988" y="2888993"/>
            <a:ext cx="720008"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type="triangle" w="sm" len="med"/>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演算器</a:t>
            </a:r>
          </a:p>
        </p:txBody>
      </p:sp>
      <p:cxnSp>
        <p:nvCxnSpPr>
          <p:cNvPr id="82" name="直線矢印コネクタ 81">
            <a:extLst>
              <a:ext uri="{FF2B5EF4-FFF2-40B4-BE49-F238E27FC236}">
                <a16:creationId xmlns:a16="http://schemas.microsoft.com/office/drawing/2014/main" id="{6D3F3651-23CA-568C-6C7F-BA8F2DF5B724}"/>
              </a:ext>
            </a:extLst>
          </p:cNvPr>
          <p:cNvCxnSpPr>
            <a:cxnSpLocks/>
          </p:cNvCxnSpPr>
          <p:nvPr/>
        </p:nvCxnSpPr>
        <p:spPr bwMode="auto">
          <a:xfrm>
            <a:off x="5375992" y="2528989"/>
            <a:ext cx="0" cy="360004"/>
          </a:xfrm>
          <a:prstGeom prst="straightConnector1">
            <a:avLst/>
          </a:pr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cxnSp>
      <p:sp>
        <p:nvSpPr>
          <p:cNvPr id="83" name="正方形/長方形 82">
            <a:extLst>
              <a:ext uri="{FF2B5EF4-FFF2-40B4-BE49-F238E27FC236}">
                <a16:creationId xmlns:a16="http://schemas.microsoft.com/office/drawing/2014/main" id="{268A48F3-1CC6-DCB2-8750-0764374A5716}"/>
              </a:ext>
            </a:extLst>
          </p:cNvPr>
          <p:cNvSpPr/>
          <p:nvPr/>
        </p:nvSpPr>
        <p:spPr bwMode="auto">
          <a:xfrm>
            <a:off x="4205979" y="2168985"/>
            <a:ext cx="720008" cy="36000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命令メモリ</a:t>
            </a:r>
          </a:p>
        </p:txBody>
      </p:sp>
      <p:cxnSp>
        <p:nvCxnSpPr>
          <p:cNvPr id="84" name="直線矢印コネクタ 83">
            <a:extLst>
              <a:ext uri="{FF2B5EF4-FFF2-40B4-BE49-F238E27FC236}">
                <a16:creationId xmlns:a16="http://schemas.microsoft.com/office/drawing/2014/main" id="{75AD8369-045C-ADB4-9D6F-D52E12499CEE}"/>
              </a:ext>
            </a:extLst>
          </p:cNvPr>
          <p:cNvCxnSpPr>
            <a:cxnSpLocks/>
          </p:cNvCxnSpPr>
          <p:nvPr/>
        </p:nvCxnSpPr>
        <p:spPr bwMode="auto">
          <a:xfrm>
            <a:off x="4565983" y="1971114"/>
            <a:ext cx="0" cy="197870"/>
          </a:xfrm>
          <a:prstGeom prst="straightConnector1">
            <a:avLst/>
          </a:pr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cxnSp>
      <p:sp>
        <p:nvSpPr>
          <p:cNvPr id="85" name="正方形/長方形 84">
            <a:extLst>
              <a:ext uri="{FF2B5EF4-FFF2-40B4-BE49-F238E27FC236}">
                <a16:creationId xmlns:a16="http://schemas.microsoft.com/office/drawing/2014/main" id="{34B2A48D-3961-53EE-77B6-29363ADA7F6D}"/>
              </a:ext>
            </a:extLst>
          </p:cNvPr>
          <p:cNvSpPr/>
          <p:nvPr/>
        </p:nvSpPr>
        <p:spPr bwMode="auto">
          <a:xfrm>
            <a:off x="4385981" y="1628978"/>
            <a:ext cx="360004" cy="36000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600" dirty="0">
                <a:solidFill>
                  <a:schemeClr val="tx1">
                    <a:lumMod val="75000"/>
                    <a:lumOff val="25000"/>
                  </a:schemeClr>
                </a:solidFill>
                <a:latin typeface="+mn-ea"/>
              </a:rPr>
              <a:t>PC</a:t>
            </a:r>
            <a:endParaRPr lang="ja-JP" altLang="en-US" sz="1600" dirty="0">
              <a:solidFill>
                <a:schemeClr val="tx1">
                  <a:lumMod val="75000"/>
                  <a:lumOff val="25000"/>
                </a:schemeClr>
              </a:solidFill>
              <a:latin typeface="+mn-ea"/>
            </a:endParaRPr>
          </a:p>
        </p:txBody>
      </p:sp>
      <p:sp>
        <p:nvSpPr>
          <p:cNvPr id="86" name="フリーフォーム 10">
            <a:extLst>
              <a:ext uri="{FF2B5EF4-FFF2-40B4-BE49-F238E27FC236}">
                <a16:creationId xmlns:a16="http://schemas.microsoft.com/office/drawing/2014/main" id="{DE4B1032-CA39-7E53-C9D8-EA6F7A7D3FFF}"/>
              </a:ext>
            </a:extLst>
          </p:cNvPr>
          <p:cNvSpPr>
            <a:spLocks noChangeArrowheads="1"/>
          </p:cNvSpPr>
          <p:nvPr/>
        </p:nvSpPr>
        <p:spPr bwMode="auto">
          <a:xfrm flipH="1">
            <a:off x="4205979" y="2888992"/>
            <a:ext cx="720008"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type="triangle" w="sm" len="med"/>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演算器</a:t>
            </a:r>
          </a:p>
        </p:txBody>
      </p:sp>
      <p:cxnSp>
        <p:nvCxnSpPr>
          <p:cNvPr id="87" name="直線矢印コネクタ 86">
            <a:extLst>
              <a:ext uri="{FF2B5EF4-FFF2-40B4-BE49-F238E27FC236}">
                <a16:creationId xmlns:a16="http://schemas.microsoft.com/office/drawing/2014/main" id="{83CC0E0B-AFB2-41F4-42DF-387EBDAF49BF}"/>
              </a:ext>
            </a:extLst>
          </p:cNvPr>
          <p:cNvCxnSpPr>
            <a:cxnSpLocks/>
          </p:cNvCxnSpPr>
          <p:nvPr/>
        </p:nvCxnSpPr>
        <p:spPr bwMode="auto">
          <a:xfrm>
            <a:off x="4565983" y="2528988"/>
            <a:ext cx="0" cy="360004"/>
          </a:xfrm>
          <a:prstGeom prst="straightConnector1">
            <a:avLst/>
          </a:pr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cxnSp>
      <p:sp>
        <p:nvSpPr>
          <p:cNvPr id="88" name="正方形/長方形 87">
            <a:extLst>
              <a:ext uri="{FF2B5EF4-FFF2-40B4-BE49-F238E27FC236}">
                <a16:creationId xmlns:a16="http://schemas.microsoft.com/office/drawing/2014/main" id="{C98A5A5B-0FF0-C2E7-0485-176A065EC1F5}"/>
              </a:ext>
            </a:extLst>
          </p:cNvPr>
          <p:cNvSpPr/>
          <p:nvPr/>
        </p:nvSpPr>
        <p:spPr bwMode="auto">
          <a:xfrm>
            <a:off x="7896020" y="2168987"/>
            <a:ext cx="720008" cy="36000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命令メモリ</a:t>
            </a:r>
          </a:p>
        </p:txBody>
      </p:sp>
      <p:cxnSp>
        <p:nvCxnSpPr>
          <p:cNvPr id="89" name="直線矢印コネクタ 88">
            <a:extLst>
              <a:ext uri="{FF2B5EF4-FFF2-40B4-BE49-F238E27FC236}">
                <a16:creationId xmlns:a16="http://schemas.microsoft.com/office/drawing/2014/main" id="{69CDE5FD-01EA-FDDD-7A2E-05269F24A069}"/>
              </a:ext>
            </a:extLst>
          </p:cNvPr>
          <p:cNvCxnSpPr>
            <a:cxnSpLocks/>
          </p:cNvCxnSpPr>
          <p:nvPr/>
        </p:nvCxnSpPr>
        <p:spPr bwMode="auto">
          <a:xfrm>
            <a:off x="8256024" y="1971116"/>
            <a:ext cx="0" cy="197870"/>
          </a:xfrm>
          <a:prstGeom prst="straightConnector1">
            <a:avLst/>
          </a:pr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cxnSp>
      <p:sp>
        <p:nvSpPr>
          <p:cNvPr id="90" name="正方形/長方形 89">
            <a:extLst>
              <a:ext uri="{FF2B5EF4-FFF2-40B4-BE49-F238E27FC236}">
                <a16:creationId xmlns:a16="http://schemas.microsoft.com/office/drawing/2014/main" id="{90E348BA-F675-BEED-3143-84545506DDC6}"/>
              </a:ext>
            </a:extLst>
          </p:cNvPr>
          <p:cNvSpPr/>
          <p:nvPr/>
        </p:nvSpPr>
        <p:spPr bwMode="auto">
          <a:xfrm>
            <a:off x="8076022" y="1628980"/>
            <a:ext cx="360004" cy="36000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600" dirty="0">
                <a:solidFill>
                  <a:schemeClr val="tx1">
                    <a:lumMod val="75000"/>
                    <a:lumOff val="25000"/>
                  </a:schemeClr>
                </a:solidFill>
                <a:latin typeface="+mn-ea"/>
              </a:rPr>
              <a:t>PC</a:t>
            </a:r>
            <a:endParaRPr lang="ja-JP" altLang="en-US" sz="1600" dirty="0">
              <a:solidFill>
                <a:schemeClr val="tx1">
                  <a:lumMod val="75000"/>
                  <a:lumOff val="25000"/>
                </a:schemeClr>
              </a:solidFill>
              <a:latin typeface="+mn-ea"/>
            </a:endParaRPr>
          </a:p>
        </p:txBody>
      </p:sp>
      <p:sp>
        <p:nvSpPr>
          <p:cNvPr id="91" name="フリーフォーム 10">
            <a:extLst>
              <a:ext uri="{FF2B5EF4-FFF2-40B4-BE49-F238E27FC236}">
                <a16:creationId xmlns:a16="http://schemas.microsoft.com/office/drawing/2014/main" id="{0F3DA154-5E49-69AE-1DF9-F84E75776CF5}"/>
              </a:ext>
            </a:extLst>
          </p:cNvPr>
          <p:cNvSpPr>
            <a:spLocks noChangeArrowheads="1"/>
          </p:cNvSpPr>
          <p:nvPr/>
        </p:nvSpPr>
        <p:spPr bwMode="auto">
          <a:xfrm flipH="1">
            <a:off x="6636006" y="2888994"/>
            <a:ext cx="720008"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type="triangle" w="sm" len="med"/>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演算器</a:t>
            </a:r>
          </a:p>
        </p:txBody>
      </p:sp>
      <p:cxnSp>
        <p:nvCxnSpPr>
          <p:cNvPr id="92" name="直線矢印コネクタ 91">
            <a:extLst>
              <a:ext uri="{FF2B5EF4-FFF2-40B4-BE49-F238E27FC236}">
                <a16:creationId xmlns:a16="http://schemas.microsoft.com/office/drawing/2014/main" id="{C8749DFA-B2E8-8339-9735-4595666F1EC7}"/>
              </a:ext>
            </a:extLst>
          </p:cNvPr>
          <p:cNvCxnSpPr>
            <a:cxnSpLocks/>
          </p:cNvCxnSpPr>
          <p:nvPr/>
        </p:nvCxnSpPr>
        <p:spPr bwMode="auto">
          <a:xfrm>
            <a:off x="8256024" y="2528990"/>
            <a:ext cx="0" cy="197870"/>
          </a:xfrm>
          <a:prstGeom prst="straightConnector1">
            <a:avLst/>
          </a:pr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cxnSp>
      <p:sp>
        <p:nvSpPr>
          <p:cNvPr id="93" name="Freeform 10">
            <a:extLst>
              <a:ext uri="{FF2B5EF4-FFF2-40B4-BE49-F238E27FC236}">
                <a16:creationId xmlns:a16="http://schemas.microsoft.com/office/drawing/2014/main" id="{E8A454FC-2576-675B-DC70-B1663306218E}"/>
              </a:ext>
            </a:extLst>
          </p:cNvPr>
          <p:cNvSpPr>
            <a:spLocks/>
          </p:cNvSpPr>
          <p:nvPr/>
        </p:nvSpPr>
        <p:spPr bwMode="auto">
          <a:xfrm rot="5400000">
            <a:off x="7446015" y="2258988"/>
            <a:ext cx="180001" cy="1080012"/>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sp>
        <p:nvSpPr>
          <p:cNvPr id="94" name="フリーフォーム 10">
            <a:extLst>
              <a:ext uri="{FF2B5EF4-FFF2-40B4-BE49-F238E27FC236}">
                <a16:creationId xmlns:a16="http://schemas.microsoft.com/office/drawing/2014/main" id="{09582597-9DDC-38D9-1FB6-86C0CCE2A108}"/>
              </a:ext>
            </a:extLst>
          </p:cNvPr>
          <p:cNvSpPr>
            <a:spLocks noChangeArrowheads="1"/>
          </p:cNvSpPr>
          <p:nvPr/>
        </p:nvSpPr>
        <p:spPr bwMode="auto">
          <a:xfrm flipH="1">
            <a:off x="7446015" y="2888994"/>
            <a:ext cx="720008"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type="triangle" w="sm" len="med"/>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演算器</a:t>
            </a:r>
          </a:p>
        </p:txBody>
      </p:sp>
      <p:sp>
        <p:nvSpPr>
          <p:cNvPr id="95" name="フリーフォーム 10">
            <a:extLst>
              <a:ext uri="{FF2B5EF4-FFF2-40B4-BE49-F238E27FC236}">
                <a16:creationId xmlns:a16="http://schemas.microsoft.com/office/drawing/2014/main" id="{3B12D0FE-8839-F013-31D5-7C9DAF8FE053}"/>
              </a:ext>
            </a:extLst>
          </p:cNvPr>
          <p:cNvSpPr>
            <a:spLocks noChangeArrowheads="1"/>
          </p:cNvSpPr>
          <p:nvPr/>
        </p:nvSpPr>
        <p:spPr bwMode="auto">
          <a:xfrm flipH="1">
            <a:off x="8256024" y="2888994"/>
            <a:ext cx="720008"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type="triangle" w="sm" len="med"/>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演算器</a:t>
            </a:r>
          </a:p>
        </p:txBody>
      </p:sp>
      <p:sp>
        <p:nvSpPr>
          <p:cNvPr id="96" name="フリーフォーム 10">
            <a:extLst>
              <a:ext uri="{FF2B5EF4-FFF2-40B4-BE49-F238E27FC236}">
                <a16:creationId xmlns:a16="http://schemas.microsoft.com/office/drawing/2014/main" id="{C5E13E1F-7A82-D63B-D3BF-1ED4DF98F95E}"/>
              </a:ext>
            </a:extLst>
          </p:cNvPr>
          <p:cNvSpPr>
            <a:spLocks noChangeArrowheads="1"/>
          </p:cNvSpPr>
          <p:nvPr/>
        </p:nvSpPr>
        <p:spPr bwMode="auto">
          <a:xfrm flipH="1">
            <a:off x="9066033" y="2888994"/>
            <a:ext cx="720008"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type="triangle" w="sm" len="med"/>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演算器</a:t>
            </a:r>
          </a:p>
        </p:txBody>
      </p:sp>
      <p:sp>
        <p:nvSpPr>
          <p:cNvPr id="97" name="Freeform 10">
            <a:extLst>
              <a:ext uri="{FF2B5EF4-FFF2-40B4-BE49-F238E27FC236}">
                <a16:creationId xmlns:a16="http://schemas.microsoft.com/office/drawing/2014/main" id="{5236172C-CA47-40A2-4C28-6C3558913091}"/>
              </a:ext>
            </a:extLst>
          </p:cNvPr>
          <p:cNvSpPr>
            <a:spLocks/>
          </p:cNvSpPr>
          <p:nvPr/>
        </p:nvSpPr>
        <p:spPr bwMode="auto">
          <a:xfrm rot="5400000">
            <a:off x="7851021" y="2663993"/>
            <a:ext cx="180000" cy="27000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sp>
        <p:nvSpPr>
          <p:cNvPr id="98" name="Freeform 10">
            <a:extLst>
              <a:ext uri="{FF2B5EF4-FFF2-40B4-BE49-F238E27FC236}">
                <a16:creationId xmlns:a16="http://schemas.microsoft.com/office/drawing/2014/main" id="{888EC1B5-F661-2423-5E6D-3C9DBCC7ECDD}"/>
              </a:ext>
            </a:extLst>
          </p:cNvPr>
          <p:cNvSpPr>
            <a:spLocks/>
          </p:cNvSpPr>
          <p:nvPr/>
        </p:nvSpPr>
        <p:spPr bwMode="auto">
          <a:xfrm rot="5400000" flipV="1">
            <a:off x="8301025" y="2483991"/>
            <a:ext cx="180000" cy="630007"/>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sp>
        <p:nvSpPr>
          <p:cNvPr id="99" name="Freeform 10">
            <a:extLst>
              <a:ext uri="{FF2B5EF4-FFF2-40B4-BE49-F238E27FC236}">
                <a16:creationId xmlns:a16="http://schemas.microsoft.com/office/drawing/2014/main" id="{3D246CB8-8317-E624-145A-2F1488E4B207}"/>
              </a:ext>
            </a:extLst>
          </p:cNvPr>
          <p:cNvSpPr>
            <a:spLocks/>
          </p:cNvSpPr>
          <p:nvPr/>
        </p:nvSpPr>
        <p:spPr bwMode="auto">
          <a:xfrm rot="5400000" flipV="1">
            <a:off x="8886033" y="2348990"/>
            <a:ext cx="180001" cy="900011"/>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sp>
        <p:nvSpPr>
          <p:cNvPr id="102" name="正方形/長方形 101">
            <a:extLst>
              <a:ext uri="{FF2B5EF4-FFF2-40B4-BE49-F238E27FC236}">
                <a16:creationId xmlns:a16="http://schemas.microsoft.com/office/drawing/2014/main" id="{74338DC1-E527-BC99-A630-9F7FF117E82E}"/>
              </a:ext>
            </a:extLst>
          </p:cNvPr>
          <p:cNvSpPr/>
          <p:nvPr/>
        </p:nvSpPr>
        <p:spPr bwMode="auto">
          <a:xfrm>
            <a:off x="7896021" y="1178976"/>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tx1">
                    <a:lumMod val="75000"/>
                    <a:lumOff val="25000"/>
                  </a:schemeClr>
                </a:solidFill>
                <a:latin typeface="+mn-ea"/>
              </a:rPr>
              <a:t>SIMD</a:t>
            </a:r>
            <a:endParaRPr lang="ja-JP" altLang="en-US" sz="1600" dirty="0">
              <a:solidFill>
                <a:schemeClr val="tx1">
                  <a:lumMod val="75000"/>
                  <a:lumOff val="25000"/>
                </a:schemeClr>
              </a:solidFill>
              <a:latin typeface="+mn-ea"/>
            </a:endParaRPr>
          </a:p>
        </p:txBody>
      </p:sp>
      <p:sp>
        <p:nvSpPr>
          <p:cNvPr id="103" name="正方形/長方形 102">
            <a:extLst>
              <a:ext uri="{FF2B5EF4-FFF2-40B4-BE49-F238E27FC236}">
                <a16:creationId xmlns:a16="http://schemas.microsoft.com/office/drawing/2014/main" id="{84A6F79A-0525-1248-1191-E9217C1DA9FF}"/>
              </a:ext>
            </a:extLst>
          </p:cNvPr>
          <p:cNvSpPr/>
          <p:nvPr/>
        </p:nvSpPr>
        <p:spPr bwMode="auto">
          <a:xfrm>
            <a:off x="3755975" y="1178976"/>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tx1">
                    <a:lumMod val="75000"/>
                    <a:lumOff val="25000"/>
                  </a:schemeClr>
                </a:solidFill>
                <a:latin typeface="+mn-ea"/>
              </a:rPr>
              <a:t>MIMD</a:t>
            </a:r>
            <a:endParaRPr lang="ja-JP" altLang="en-US" sz="1600" dirty="0">
              <a:solidFill>
                <a:schemeClr val="tx1">
                  <a:lumMod val="75000"/>
                  <a:lumOff val="25000"/>
                </a:schemeClr>
              </a:solidFill>
              <a:latin typeface="+mn-ea"/>
            </a:endParaRPr>
          </a:p>
        </p:txBody>
      </p:sp>
    </p:spTree>
    <p:extLst>
      <p:ext uri="{BB962C8B-B14F-4D97-AF65-F5344CB8AC3E}">
        <p14:creationId xmlns:p14="http://schemas.microsoft.com/office/powerpoint/2010/main" val="36836451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8CBDD73-1375-DC92-64EE-3C8C59F7BE2A}"/>
              </a:ext>
            </a:extLst>
          </p:cNvPr>
          <p:cNvSpPr>
            <a:spLocks noGrp="1"/>
          </p:cNvSpPr>
          <p:nvPr>
            <p:ph type="title"/>
          </p:nvPr>
        </p:nvSpPr>
        <p:spPr/>
        <p:txBody>
          <a:bodyPr/>
          <a:lstStyle/>
          <a:p>
            <a:r>
              <a:rPr lang="en-US" altLang="ja-JP" sz="2400" dirty="0"/>
              <a:t>SIMD</a:t>
            </a:r>
            <a:r>
              <a:rPr lang="ja-JP" altLang="en-US" sz="2400" dirty="0"/>
              <a:t> は同じ回路量で高い性能を実現できる</a:t>
            </a:r>
            <a:endParaRPr lang="en-US" altLang="ja-JP" sz="2400" dirty="0"/>
          </a:p>
        </p:txBody>
      </p:sp>
      <p:sp>
        <p:nvSpPr>
          <p:cNvPr id="3" name="テキスト プレースホルダー 2">
            <a:extLst>
              <a:ext uri="{FF2B5EF4-FFF2-40B4-BE49-F238E27FC236}">
                <a16:creationId xmlns:a16="http://schemas.microsoft.com/office/drawing/2014/main" id="{C6767C83-B854-0082-5D73-A8F748F09C01}"/>
              </a:ext>
            </a:extLst>
          </p:cNvPr>
          <p:cNvSpPr>
            <a:spLocks noGrp="1"/>
          </p:cNvSpPr>
          <p:nvPr>
            <p:ph type="body" sz="quarter" idx="10"/>
          </p:nvPr>
        </p:nvSpPr>
        <p:spPr>
          <a:xfrm>
            <a:off x="2045955" y="1448978"/>
            <a:ext cx="8910099" cy="2160023"/>
          </a:xfrm>
        </p:spPr>
        <p:txBody>
          <a:bodyPr/>
          <a:lstStyle/>
          <a:p>
            <a:r>
              <a:rPr lang="en-US" altLang="ja-JP" sz="1800" dirty="0"/>
              <a:t>SIMD </a:t>
            </a:r>
            <a:r>
              <a:rPr lang="ja-JP" altLang="en-US" sz="1800" dirty="0"/>
              <a:t>は </a:t>
            </a:r>
            <a:r>
              <a:rPr lang="en-US" altLang="ja-JP" sz="1800" dirty="0"/>
              <a:t>MIMD </a:t>
            </a:r>
            <a:r>
              <a:rPr lang="ja-JP" altLang="en-US" sz="1800" dirty="0"/>
              <a:t>と比べて全体をより小さく作ることができる</a:t>
            </a:r>
            <a:endParaRPr lang="en-US" altLang="ja-JP" sz="1800" dirty="0"/>
          </a:p>
          <a:p>
            <a:pPr lvl="1"/>
            <a:r>
              <a:rPr lang="ja-JP" altLang="en-US" sz="1800" dirty="0"/>
              <a:t>同じ総面積であれば，</a:t>
            </a:r>
            <a:r>
              <a:rPr lang="en-US" altLang="ja-JP" sz="1800" dirty="0"/>
              <a:t>SIMD </a:t>
            </a:r>
            <a:r>
              <a:rPr lang="ja-JP" altLang="en-US" sz="1800" dirty="0"/>
              <a:t>の方がより多くの演算器を搭載できる</a:t>
            </a:r>
            <a:endParaRPr lang="en-US" altLang="ja-JP" sz="1800" dirty="0"/>
          </a:p>
          <a:p>
            <a:pPr lvl="2"/>
            <a:r>
              <a:rPr lang="ja-JP" altLang="en-US" sz="1800" dirty="0"/>
              <a:t>下の図だと演算器は </a:t>
            </a:r>
            <a:r>
              <a:rPr lang="en-US" altLang="ja-JP" sz="1800" dirty="0">
                <a:solidFill>
                  <a:schemeClr val="accent2"/>
                </a:solidFill>
              </a:rPr>
              <a:t>MIMD</a:t>
            </a:r>
            <a:r>
              <a:rPr lang="ja-JP" altLang="en-US" sz="1800" dirty="0">
                <a:solidFill>
                  <a:schemeClr val="accent2"/>
                </a:solidFill>
              </a:rPr>
              <a:t>４個</a:t>
            </a:r>
            <a:r>
              <a:rPr lang="ja-JP" altLang="en-US" sz="1800" dirty="0"/>
              <a:t> </a:t>
            </a:r>
            <a:r>
              <a:rPr lang="en-US" altLang="ja-JP" sz="1800" dirty="0"/>
              <a:t>vs. </a:t>
            </a:r>
            <a:r>
              <a:rPr lang="en-US" altLang="ja-JP" sz="1800" dirty="0">
                <a:solidFill>
                  <a:schemeClr val="accent2"/>
                </a:solidFill>
              </a:rPr>
              <a:t>SIMD </a:t>
            </a:r>
            <a:r>
              <a:rPr lang="ja-JP" altLang="en-US" sz="1800" dirty="0">
                <a:solidFill>
                  <a:schemeClr val="accent2"/>
                </a:solidFill>
              </a:rPr>
              <a:t>８個</a:t>
            </a:r>
            <a:endParaRPr lang="en-US" altLang="ja-JP" sz="1800" dirty="0">
              <a:solidFill>
                <a:schemeClr val="accent2"/>
              </a:solidFill>
            </a:endParaRPr>
          </a:p>
          <a:p>
            <a:pPr lvl="2"/>
            <a:r>
              <a:rPr lang="ja-JP" altLang="en-US" sz="1800" dirty="0"/>
              <a:t>つまり，同じ回路資源量あたりで，高い性能を出せる</a:t>
            </a:r>
            <a:endParaRPr lang="en-US" altLang="ja-JP" sz="1800" dirty="0"/>
          </a:p>
          <a:p>
            <a:pPr lvl="1"/>
            <a:r>
              <a:rPr lang="ja-JP" altLang="en-US" sz="1800" dirty="0">
                <a:solidFill>
                  <a:schemeClr val="accent5"/>
                </a:solidFill>
              </a:rPr>
              <a:t>払える人件費が一定の場合，シェフ４人あたりレシピ読み係を１人にして，シェフの人数を増やす事に相当</a:t>
            </a:r>
            <a:endParaRPr lang="en-US" altLang="ja-JP" sz="1800" dirty="0">
              <a:solidFill>
                <a:schemeClr val="accent5"/>
              </a:solidFill>
            </a:endParaRPr>
          </a:p>
          <a:p>
            <a:r>
              <a:rPr lang="ja-JP" altLang="en-US" sz="1800" dirty="0"/>
              <a:t>これが，どの </a:t>
            </a:r>
            <a:r>
              <a:rPr lang="en-US" altLang="ja-JP" sz="1800" dirty="0"/>
              <a:t>GPU </a:t>
            </a:r>
            <a:r>
              <a:rPr lang="ja-JP" altLang="en-US" sz="1800" dirty="0"/>
              <a:t>も基本的には </a:t>
            </a:r>
            <a:r>
              <a:rPr lang="en-US" altLang="ja-JP" sz="1800" dirty="0"/>
              <a:t>SIMD </a:t>
            </a:r>
            <a:r>
              <a:rPr lang="ja-JP" altLang="en-US" sz="1800" dirty="0"/>
              <a:t>を採用している理由</a:t>
            </a:r>
          </a:p>
        </p:txBody>
      </p:sp>
      <p:sp>
        <p:nvSpPr>
          <p:cNvPr id="4" name="正方形/長方形 3">
            <a:extLst>
              <a:ext uri="{FF2B5EF4-FFF2-40B4-BE49-F238E27FC236}">
                <a16:creationId xmlns:a16="http://schemas.microsoft.com/office/drawing/2014/main" id="{E9306100-8A55-545A-100D-12255F13B750}"/>
              </a:ext>
            </a:extLst>
          </p:cNvPr>
          <p:cNvSpPr/>
          <p:nvPr/>
        </p:nvSpPr>
        <p:spPr bwMode="auto">
          <a:xfrm rot="16200000">
            <a:off x="8076022" y="4689014"/>
            <a:ext cx="720008" cy="360004"/>
          </a:xfrm>
          <a:prstGeom prst="rect">
            <a:avLst/>
          </a:prstGeom>
          <a:ln>
            <a:headEnd/>
            <a:tailEnd type="triangle" w="sm" len="med"/>
          </a:ln>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演算器</a:t>
            </a:r>
          </a:p>
        </p:txBody>
      </p:sp>
      <p:sp>
        <p:nvSpPr>
          <p:cNvPr id="5" name="正方形/長方形 4">
            <a:extLst>
              <a:ext uri="{FF2B5EF4-FFF2-40B4-BE49-F238E27FC236}">
                <a16:creationId xmlns:a16="http://schemas.microsoft.com/office/drawing/2014/main" id="{C5A3C1BE-813F-AFA2-D4AB-1C42EDABAD1D}"/>
              </a:ext>
            </a:extLst>
          </p:cNvPr>
          <p:cNvSpPr/>
          <p:nvPr/>
        </p:nvSpPr>
        <p:spPr bwMode="auto">
          <a:xfrm rot="16200000">
            <a:off x="7536016" y="4509012"/>
            <a:ext cx="720008" cy="720008"/>
          </a:xfrm>
          <a:prstGeom prst="rect">
            <a:avLst/>
          </a:prstGeom>
          <a:ln>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制御部</a:t>
            </a:r>
          </a:p>
        </p:txBody>
      </p:sp>
      <p:sp>
        <p:nvSpPr>
          <p:cNvPr id="6" name="正方形/長方形 5">
            <a:extLst>
              <a:ext uri="{FF2B5EF4-FFF2-40B4-BE49-F238E27FC236}">
                <a16:creationId xmlns:a16="http://schemas.microsoft.com/office/drawing/2014/main" id="{587CA5CD-3348-DB1B-1E96-B37371892EC8}"/>
              </a:ext>
            </a:extLst>
          </p:cNvPr>
          <p:cNvSpPr/>
          <p:nvPr/>
        </p:nvSpPr>
        <p:spPr bwMode="auto">
          <a:xfrm rot="16200000">
            <a:off x="6996010" y="5949028"/>
            <a:ext cx="720008" cy="360004"/>
          </a:xfrm>
          <a:prstGeom prst="rect">
            <a:avLst/>
          </a:prstGeom>
          <a:ln>
            <a:headEnd/>
            <a:tailEnd type="triangle" w="sm" len="med"/>
          </a:ln>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演算器</a:t>
            </a:r>
          </a:p>
        </p:txBody>
      </p:sp>
      <p:sp>
        <p:nvSpPr>
          <p:cNvPr id="7" name="正方形/長方形 6">
            <a:extLst>
              <a:ext uri="{FF2B5EF4-FFF2-40B4-BE49-F238E27FC236}">
                <a16:creationId xmlns:a16="http://schemas.microsoft.com/office/drawing/2014/main" id="{4C2BABE5-43DE-507E-7DC3-DF4367199169}"/>
              </a:ext>
            </a:extLst>
          </p:cNvPr>
          <p:cNvSpPr/>
          <p:nvPr/>
        </p:nvSpPr>
        <p:spPr bwMode="auto">
          <a:xfrm rot="16200000">
            <a:off x="7356014" y="5949028"/>
            <a:ext cx="720008" cy="360004"/>
          </a:xfrm>
          <a:prstGeom prst="rect">
            <a:avLst/>
          </a:prstGeom>
          <a:ln>
            <a:headEnd/>
            <a:tailEnd type="triangle" w="sm" len="med"/>
          </a:ln>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演算器</a:t>
            </a:r>
          </a:p>
        </p:txBody>
      </p:sp>
      <p:sp>
        <p:nvSpPr>
          <p:cNvPr id="8" name="正方形/長方形 7">
            <a:extLst>
              <a:ext uri="{FF2B5EF4-FFF2-40B4-BE49-F238E27FC236}">
                <a16:creationId xmlns:a16="http://schemas.microsoft.com/office/drawing/2014/main" id="{E4D59B1A-C82C-C08D-D16A-C7CC5C3FE3F6}"/>
              </a:ext>
            </a:extLst>
          </p:cNvPr>
          <p:cNvSpPr/>
          <p:nvPr/>
        </p:nvSpPr>
        <p:spPr bwMode="auto">
          <a:xfrm rot="16200000">
            <a:off x="7716018" y="5949028"/>
            <a:ext cx="720008" cy="360004"/>
          </a:xfrm>
          <a:prstGeom prst="rect">
            <a:avLst/>
          </a:prstGeom>
          <a:ln>
            <a:headEnd/>
            <a:tailEnd type="triangle" w="sm" len="med"/>
          </a:ln>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演算器</a:t>
            </a:r>
          </a:p>
        </p:txBody>
      </p:sp>
      <p:sp>
        <p:nvSpPr>
          <p:cNvPr id="9" name="正方形/長方形 8">
            <a:extLst>
              <a:ext uri="{FF2B5EF4-FFF2-40B4-BE49-F238E27FC236}">
                <a16:creationId xmlns:a16="http://schemas.microsoft.com/office/drawing/2014/main" id="{92C09AC7-13D5-26FA-05B9-EE8BCB2C3904}"/>
              </a:ext>
            </a:extLst>
          </p:cNvPr>
          <p:cNvSpPr/>
          <p:nvPr/>
        </p:nvSpPr>
        <p:spPr bwMode="auto">
          <a:xfrm rot="16200000">
            <a:off x="8076022" y="5949028"/>
            <a:ext cx="720008" cy="360004"/>
          </a:xfrm>
          <a:prstGeom prst="rect">
            <a:avLst/>
          </a:prstGeom>
          <a:ln>
            <a:headEnd/>
            <a:tailEnd type="triangle" w="sm" len="med"/>
          </a:ln>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演算器</a:t>
            </a:r>
          </a:p>
        </p:txBody>
      </p:sp>
      <p:sp>
        <p:nvSpPr>
          <p:cNvPr id="10" name="正方形/長方形 9">
            <a:extLst>
              <a:ext uri="{FF2B5EF4-FFF2-40B4-BE49-F238E27FC236}">
                <a16:creationId xmlns:a16="http://schemas.microsoft.com/office/drawing/2014/main" id="{175A73A1-7E52-6C66-181A-79D734F36687}"/>
              </a:ext>
            </a:extLst>
          </p:cNvPr>
          <p:cNvSpPr/>
          <p:nvPr/>
        </p:nvSpPr>
        <p:spPr bwMode="auto">
          <a:xfrm rot="16200000">
            <a:off x="6996010" y="4689014"/>
            <a:ext cx="720008" cy="360004"/>
          </a:xfrm>
          <a:prstGeom prst="rect">
            <a:avLst/>
          </a:prstGeom>
          <a:ln>
            <a:headEnd/>
            <a:tailEnd type="triangle" w="sm" len="med"/>
          </a:ln>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演算器</a:t>
            </a:r>
          </a:p>
        </p:txBody>
      </p:sp>
      <p:sp>
        <p:nvSpPr>
          <p:cNvPr id="11" name="正方形/長方形 10">
            <a:extLst>
              <a:ext uri="{FF2B5EF4-FFF2-40B4-BE49-F238E27FC236}">
                <a16:creationId xmlns:a16="http://schemas.microsoft.com/office/drawing/2014/main" id="{9DC878F8-2516-1D1E-3820-FE2B34CEC01E}"/>
              </a:ext>
            </a:extLst>
          </p:cNvPr>
          <p:cNvSpPr/>
          <p:nvPr/>
        </p:nvSpPr>
        <p:spPr bwMode="auto">
          <a:xfrm rot="16200000">
            <a:off x="6456004" y="4509012"/>
            <a:ext cx="720008" cy="720008"/>
          </a:xfrm>
          <a:prstGeom prst="rect">
            <a:avLst/>
          </a:prstGeom>
          <a:ln>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制御部</a:t>
            </a:r>
          </a:p>
        </p:txBody>
      </p:sp>
      <p:sp>
        <p:nvSpPr>
          <p:cNvPr id="12" name="正方形/長方形 11">
            <a:extLst>
              <a:ext uri="{FF2B5EF4-FFF2-40B4-BE49-F238E27FC236}">
                <a16:creationId xmlns:a16="http://schemas.microsoft.com/office/drawing/2014/main" id="{B433D56D-4DFD-72DB-01B6-D225BF2B1B8D}"/>
              </a:ext>
            </a:extLst>
          </p:cNvPr>
          <p:cNvSpPr/>
          <p:nvPr/>
        </p:nvSpPr>
        <p:spPr bwMode="auto">
          <a:xfrm rot="16200000">
            <a:off x="5915998" y="4689014"/>
            <a:ext cx="720008" cy="360004"/>
          </a:xfrm>
          <a:prstGeom prst="rect">
            <a:avLst/>
          </a:prstGeom>
          <a:ln>
            <a:headEnd/>
            <a:tailEnd type="triangle" w="sm" len="med"/>
          </a:ln>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演算器</a:t>
            </a:r>
          </a:p>
        </p:txBody>
      </p:sp>
      <p:sp>
        <p:nvSpPr>
          <p:cNvPr id="13" name="正方形/長方形 12">
            <a:extLst>
              <a:ext uri="{FF2B5EF4-FFF2-40B4-BE49-F238E27FC236}">
                <a16:creationId xmlns:a16="http://schemas.microsoft.com/office/drawing/2014/main" id="{7BE9FF56-FFC9-7BBA-FBAE-CB5C9C5E1144}"/>
              </a:ext>
            </a:extLst>
          </p:cNvPr>
          <p:cNvSpPr/>
          <p:nvPr/>
        </p:nvSpPr>
        <p:spPr bwMode="auto">
          <a:xfrm rot="16200000">
            <a:off x="5375992" y="4509012"/>
            <a:ext cx="720008" cy="720008"/>
          </a:xfrm>
          <a:prstGeom prst="rect">
            <a:avLst/>
          </a:prstGeom>
          <a:ln>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制御部</a:t>
            </a:r>
          </a:p>
        </p:txBody>
      </p:sp>
      <p:sp>
        <p:nvSpPr>
          <p:cNvPr id="14" name="正方形/長方形 13">
            <a:extLst>
              <a:ext uri="{FF2B5EF4-FFF2-40B4-BE49-F238E27FC236}">
                <a16:creationId xmlns:a16="http://schemas.microsoft.com/office/drawing/2014/main" id="{37A47EB3-40F9-371A-F8ED-5503D1C4FFF1}"/>
              </a:ext>
            </a:extLst>
          </p:cNvPr>
          <p:cNvSpPr/>
          <p:nvPr/>
        </p:nvSpPr>
        <p:spPr bwMode="auto">
          <a:xfrm rot="16200000">
            <a:off x="4835986" y="4689014"/>
            <a:ext cx="720008" cy="360004"/>
          </a:xfrm>
          <a:prstGeom prst="rect">
            <a:avLst/>
          </a:prstGeom>
          <a:ln>
            <a:headEnd/>
            <a:tailEnd type="triangle" w="sm" len="med"/>
          </a:ln>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演算器</a:t>
            </a:r>
          </a:p>
        </p:txBody>
      </p:sp>
      <p:sp>
        <p:nvSpPr>
          <p:cNvPr id="15" name="正方形/長方形 14">
            <a:extLst>
              <a:ext uri="{FF2B5EF4-FFF2-40B4-BE49-F238E27FC236}">
                <a16:creationId xmlns:a16="http://schemas.microsoft.com/office/drawing/2014/main" id="{46E7F903-8D11-C786-24D9-C6E93FB796D5}"/>
              </a:ext>
            </a:extLst>
          </p:cNvPr>
          <p:cNvSpPr/>
          <p:nvPr/>
        </p:nvSpPr>
        <p:spPr bwMode="auto">
          <a:xfrm rot="16200000">
            <a:off x="4295980" y="4509012"/>
            <a:ext cx="720008" cy="720008"/>
          </a:xfrm>
          <a:prstGeom prst="rect">
            <a:avLst/>
          </a:prstGeom>
          <a:ln>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制御部</a:t>
            </a:r>
          </a:p>
        </p:txBody>
      </p:sp>
      <p:sp>
        <p:nvSpPr>
          <p:cNvPr id="16" name="正方形/長方形 15">
            <a:extLst>
              <a:ext uri="{FF2B5EF4-FFF2-40B4-BE49-F238E27FC236}">
                <a16:creationId xmlns:a16="http://schemas.microsoft.com/office/drawing/2014/main" id="{F49E0549-721D-66E0-D4C8-88BBA5B1B378}"/>
              </a:ext>
            </a:extLst>
          </p:cNvPr>
          <p:cNvSpPr/>
          <p:nvPr/>
        </p:nvSpPr>
        <p:spPr bwMode="auto">
          <a:xfrm rot="16200000">
            <a:off x="6456004" y="5769026"/>
            <a:ext cx="720008" cy="720008"/>
          </a:xfrm>
          <a:prstGeom prst="rect">
            <a:avLst/>
          </a:prstGeom>
          <a:ln>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制御部</a:t>
            </a:r>
          </a:p>
        </p:txBody>
      </p:sp>
      <p:sp>
        <p:nvSpPr>
          <p:cNvPr id="17" name="正方形/長方形 16">
            <a:extLst>
              <a:ext uri="{FF2B5EF4-FFF2-40B4-BE49-F238E27FC236}">
                <a16:creationId xmlns:a16="http://schemas.microsoft.com/office/drawing/2014/main" id="{83E1C581-4724-9F22-3EB6-7EE7C89ADDB3}"/>
              </a:ext>
            </a:extLst>
          </p:cNvPr>
          <p:cNvSpPr/>
          <p:nvPr/>
        </p:nvSpPr>
        <p:spPr bwMode="auto">
          <a:xfrm rot="16200000">
            <a:off x="5195990" y="5949028"/>
            <a:ext cx="720008" cy="360004"/>
          </a:xfrm>
          <a:prstGeom prst="rect">
            <a:avLst/>
          </a:prstGeom>
          <a:ln>
            <a:headEnd/>
            <a:tailEnd type="triangle" w="sm" len="med"/>
          </a:ln>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演算器</a:t>
            </a:r>
          </a:p>
        </p:txBody>
      </p:sp>
      <p:sp>
        <p:nvSpPr>
          <p:cNvPr id="18" name="正方形/長方形 17">
            <a:extLst>
              <a:ext uri="{FF2B5EF4-FFF2-40B4-BE49-F238E27FC236}">
                <a16:creationId xmlns:a16="http://schemas.microsoft.com/office/drawing/2014/main" id="{C7B4F6B9-C6CB-28D7-A872-E674B0E28EE9}"/>
              </a:ext>
            </a:extLst>
          </p:cNvPr>
          <p:cNvSpPr/>
          <p:nvPr/>
        </p:nvSpPr>
        <p:spPr bwMode="auto">
          <a:xfrm rot="16200000">
            <a:off x="5555994" y="5949028"/>
            <a:ext cx="720008" cy="360004"/>
          </a:xfrm>
          <a:prstGeom prst="rect">
            <a:avLst/>
          </a:prstGeom>
          <a:ln>
            <a:headEnd/>
            <a:tailEnd type="triangle" w="sm" len="med"/>
          </a:ln>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演算器</a:t>
            </a:r>
          </a:p>
        </p:txBody>
      </p:sp>
      <p:sp>
        <p:nvSpPr>
          <p:cNvPr id="19" name="正方形/長方形 18">
            <a:extLst>
              <a:ext uri="{FF2B5EF4-FFF2-40B4-BE49-F238E27FC236}">
                <a16:creationId xmlns:a16="http://schemas.microsoft.com/office/drawing/2014/main" id="{A2644DFB-20A4-B483-5A0B-7FB2A582F234}"/>
              </a:ext>
            </a:extLst>
          </p:cNvPr>
          <p:cNvSpPr/>
          <p:nvPr/>
        </p:nvSpPr>
        <p:spPr bwMode="auto">
          <a:xfrm rot="16200000">
            <a:off x="5915998" y="5949028"/>
            <a:ext cx="720008" cy="360004"/>
          </a:xfrm>
          <a:prstGeom prst="rect">
            <a:avLst/>
          </a:prstGeom>
          <a:ln>
            <a:headEnd/>
            <a:tailEnd type="triangle" w="sm" len="med"/>
          </a:ln>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演算器</a:t>
            </a:r>
          </a:p>
        </p:txBody>
      </p:sp>
      <p:sp>
        <p:nvSpPr>
          <p:cNvPr id="20" name="正方形/長方形 19">
            <a:extLst>
              <a:ext uri="{FF2B5EF4-FFF2-40B4-BE49-F238E27FC236}">
                <a16:creationId xmlns:a16="http://schemas.microsoft.com/office/drawing/2014/main" id="{06F71ECC-1D3B-160D-538F-E6D8F48F34EE}"/>
              </a:ext>
            </a:extLst>
          </p:cNvPr>
          <p:cNvSpPr/>
          <p:nvPr/>
        </p:nvSpPr>
        <p:spPr bwMode="auto">
          <a:xfrm rot="16200000">
            <a:off x="4295980" y="5769026"/>
            <a:ext cx="720008" cy="720008"/>
          </a:xfrm>
          <a:prstGeom prst="rect">
            <a:avLst/>
          </a:prstGeom>
          <a:ln>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制御部</a:t>
            </a:r>
          </a:p>
        </p:txBody>
      </p:sp>
      <p:sp>
        <p:nvSpPr>
          <p:cNvPr id="21" name="正方形/長方形 20">
            <a:extLst>
              <a:ext uri="{FF2B5EF4-FFF2-40B4-BE49-F238E27FC236}">
                <a16:creationId xmlns:a16="http://schemas.microsoft.com/office/drawing/2014/main" id="{251436E4-D194-0E5D-1817-38B48C3FB746}"/>
              </a:ext>
            </a:extLst>
          </p:cNvPr>
          <p:cNvSpPr/>
          <p:nvPr/>
        </p:nvSpPr>
        <p:spPr bwMode="auto">
          <a:xfrm rot="16200000">
            <a:off x="4835986" y="5949028"/>
            <a:ext cx="720008" cy="360004"/>
          </a:xfrm>
          <a:prstGeom prst="rect">
            <a:avLst/>
          </a:prstGeom>
          <a:ln>
            <a:headEnd/>
            <a:tailEnd type="triangle" w="sm" len="med"/>
          </a:ln>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演算器</a:t>
            </a:r>
          </a:p>
        </p:txBody>
      </p:sp>
      <p:sp>
        <p:nvSpPr>
          <p:cNvPr id="22" name="正方形/長方形 21">
            <a:extLst>
              <a:ext uri="{FF2B5EF4-FFF2-40B4-BE49-F238E27FC236}">
                <a16:creationId xmlns:a16="http://schemas.microsoft.com/office/drawing/2014/main" id="{57B3D904-3B8E-3A16-08E6-B911E27E2764}"/>
              </a:ext>
            </a:extLst>
          </p:cNvPr>
          <p:cNvSpPr/>
          <p:nvPr/>
        </p:nvSpPr>
        <p:spPr bwMode="auto">
          <a:xfrm rot="16200000">
            <a:off x="4475982" y="4329010"/>
            <a:ext cx="720008" cy="1080012"/>
          </a:xfrm>
          <a:prstGeom prst="rect">
            <a:avLst/>
          </a:prstGeom>
          <a:noFill/>
          <a:ln w="31750">
            <a:headEnd/>
            <a:tailEnd type="triangle" w="sm" len="med"/>
          </a:ln>
          <a:effectLst/>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sz="1100" dirty="0">
              <a:solidFill>
                <a:schemeClr val="tx1">
                  <a:lumMod val="75000"/>
                  <a:lumOff val="25000"/>
                </a:schemeClr>
              </a:solidFill>
              <a:latin typeface="+mn-ea"/>
            </a:endParaRPr>
          </a:p>
        </p:txBody>
      </p:sp>
      <p:sp>
        <p:nvSpPr>
          <p:cNvPr id="23" name="正方形/長方形 22">
            <a:extLst>
              <a:ext uri="{FF2B5EF4-FFF2-40B4-BE49-F238E27FC236}">
                <a16:creationId xmlns:a16="http://schemas.microsoft.com/office/drawing/2014/main" id="{C75825C3-4CFD-9C67-0C19-01E6654296A1}"/>
              </a:ext>
            </a:extLst>
          </p:cNvPr>
          <p:cNvSpPr/>
          <p:nvPr/>
        </p:nvSpPr>
        <p:spPr bwMode="auto">
          <a:xfrm rot="16200000">
            <a:off x="5555994" y="4329010"/>
            <a:ext cx="720008" cy="1080012"/>
          </a:xfrm>
          <a:prstGeom prst="rect">
            <a:avLst/>
          </a:prstGeom>
          <a:noFill/>
          <a:ln w="31750">
            <a:headEnd/>
            <a:tailEnd type="triangle" w="sm" len="med"/>
          </a:ln>
          <a:effectLst/>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sz="1100" dirty="0">
              <a:solidFill>
                <a:schemeClr val="tx1">
                  <a:lumMod val="75000"/>
                  <a:lumOff val="25000"/>
                </a:schemeClr>
              </a:solidFill>
              <a:latin typeface="+mn-ea"/>
            </a:endParaRPr>
          </a:p>
        </p:txBody>
      </p:sp>
      <p:sp>
        <p:nvSpPr>
          <p:cNvPr id="24" name="正方形/長方形 23">
            <a:extLst>
              <a:ext uri="{FF2B5EF4-FFF2-40B4-BE49-F238E27FC236}">
                <a16:creationId xmlns:a16="http://schemas.microsoft.com/office/drawing/2014/main" id="{4C0D3610-F16C-D30A-C20F-C82AC876107E}"/>
              </a:ext>
            </a:extLst>
          </p:cNvPr>
          <p:cNvSpPr/>
          <p:nvPr/>
        </p:nvSpPr>
        <p:spPr bwMode="auto">
          <a:xfrm rot="16200000">
            <a:off x="6636006" y="4329010"/>
            <a:ext cx="720008" cy="1080012"/>
          </a:xfrm>
          <a:prstGeom prst="rect">
            <a:avLst/>
          </a:prstGeom>
          <a:noFill/>
          <a:ln w="31750">
            <a:headEnd/>
            <a:tailEnd type="triangle" w="sm" len="med"/>
          </a:ln>
          <a:effectLst/>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sz="1100" dirty="0">
              <a:solidFill>
                <a:schemeClr val="tx1">
                  <a:lumMod val="75000"/>
                  <a:lumOff val="25000"/>
                </a:schemeClr>
              </a:solidFill>
              <a:latin typeface="+mn-ea"/>
            </a:endParaRPr>
          </a:p>
        </p:txBody>
      </p:sp>
      <p:sp>
        <p:nvSpPr>
          <p:cNvPr id="25" name="正方形/長方形 24">
            <a:extLst>
              <a:ext uri="{FF2B5EF4-FFF2-40B4-BE49-F238E27FC236}">
                <a16:creationId xmlns:a16="http://schemas.microsoft.com/office/drawing/2014/main" id="{557A2B9E-04E3-38B6-284E-8E77C66EF154}"/>
              </a:ext>
            </a:extLst>
          </p:cNvPr>
          <p:cNvSpPr/>
          <p:nvPr/>
        </p:nvSpPr>
        <p:spPr bwMode="auto">
          <a:xfrm rot="16200000">
            <a:off x="7716018" y="4329010"/>
            <a:ext cx="720008" cy="1080012"/>
          </a:xfrm>
          <a:prstGeom prst="rect">
            <a:avLst/>
          </a:prstGeom>
          <a:noFill/>
          <a:ln w="31750">
            <a:headEnd/>
            <a:tailEnd type="triangle" w="sm" len="med"/>
          </a:ln>
          <a:effectLst/>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sz="1100" dirty="0">
              <a:solidFill>
                <a:schemeClr val="tx1">
                  <a:lumMod val="75000"/>
                  <a:lumOff val="25000"/>
                </a:schemeClr>
              </a:solidFill>
              <a:latin typeface="+mn-ea"/>
            </a:endParaRPr>
          </a:p>
        </p:txBody>
      </p:sp>
      <p:sp>
        <p:nvSpPr>
          <p:cNvPr id="26" name="正方形/長方形 25">
            <a:extLst>
              <a:ext uri="{FF2B5EF4-FFF2-40B4-BE49-F238E27FC236}">
                <a16:creationId xmlns:a16="http://schemas.microsoft.com/office/drawing/2014/main" id="{CECD4163-7765-879D-2A00-6B5D43B59341}"/>
              </a:ext>
            </a:extLst>
          </p:cNvPr>
          <p:cNvSpPr/>
          <p:nvPr/>
        </p:nvSpPr>
        <p:spPr bwMode="auto">
          <a:xfrm rot="16200000">
            <a:off x="5015988" y="5049018"/>
            <a:ext cx="720008" cy="2160024"/>
          </a:xfrm>
          <a:prstGeom prst="rect">
            <a:avLst/>
          </a:prstGeom>
          <a:noFill/>
          <a:ln w="31750">
            <a:headEnd/>
            <a:tailEnd type="triangle" w="sm" len="med"/>
          </a:ln>
          <a:effectLst/>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sz="1100" dirty="0">
              <a:solidFill>
                <a:schemeClr val="tx1">
                  <a:lumMod val="75000"/>
                  <a:lumOff val="25000"/>
                </a:schemeClr>
              </a:solidFill>
              <a:latin typeface="+mn-ea"/>
            </a:endParaRPr>
          </a:p>
        </p:txBody>
      </p:sp>
      <p:sp>
        <p:nvSpPr>
          <p:cNvPr id="27" name="正方形/長方形 26">
            <a:extLst>
              <a:ext uri="{FF2B5EF4-FFF2-40B4-BE49-F238E27FC236}">
                <a16:creationId xmlns:a16="http://schemas.microsoft.com/office/drawing/2014/main" id="{C738EB53-4182-8BC2-AEC3-82A31B3683AC}"/>
              </a:ext>
            </a:extLst>
          </p:cNvPr>
          <p:cNvSpPr/>
          <p:nvPr/>
        </p:nvSpPr>
        <p:spPr bwMode="auto">
          <a:xfrm rot="16200000">
            <a:off x="7176012" y="5049018"/>
            <a:ext cx="720008" cy="2160024"/>
          </a:xfrm>
          <a:prstGeom prst="rect">
            <a:avLst/>
          </a:prstGeom>
          <a:noFill/>
          <a:ln w="31750">
            <a:headEnd/>
            <a:tailEnd type="triangle" w="sm" len="med"/>
          </a:ln>
          <a:effectLst/>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sz="1100" dirty="0">
              <a:solidFill>
                <a:schemeClr val="tx1">
                  <a:lumMod val="75000"/>
                  <a:lumOff val="25000"/>
                </a:schemeClr>
              </a:solidFill>
              <a:latin typeface="+mn-ea"/>
            </a:endParaRPr>
          </a:p>
        </p:txBody>
      </p:sp>
      <p:sp>
        <p:nvSpPr>
          <p:cNvPr id="28" name="正方形/長方形 27">
            <a:extLst>
              <a:ext uri="{FF2B5EF4-FFF2-40B4-BE49-F238E27FC236}">
                <a16:creationId xmlns:a16="http://schemas.microsoft.com/office/drawing/2014/main" id="{A6C0ABCD-D4D7-1CB9-3461-2B4C1AF993C2}"/>
              </a:ext>
            </a:extLst>
          </p:cNvPr>
          <p:cNvSpPr/>
          <p:nvPr/>
        </p:nvSpPr>
        <p:spPr bwMode="auto">
          <a:xfrm>
            <a:off x="3485972" y="5949028"/>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tx1">
                    <a:lumMod val="75000"/>
                    <a:lumOff val="25000"/>
                  </a:schemeClr>
                </a:solidFill>
                <a:latin typeface="+mn-ea"/>
              </a:rPr>
              <a:t>SIMD</a:t>
            </a:r>
            <a:endParaRPr lang="ja-JP" altLang="en-US" sz="1600" dirty="0">
              <a:solidFill>
                <a:schemeClr val="tx1">
                  <a:lumMod val="75000"/>
                  <a:lumOff val="25000"/>
                </a:schemeClr>
              </a:solidFill>
              <a:latin typeface="+mn-ea"/>
            </a:endParaRPr>
          </a:p>
        </p:txBody>
      </p:sp>
      <p:sp>
        <p:nvSpPr>
          <p:cNvPr id="29" name="正方形/長方形 28">
            <a:extLst>
              <a:ext uri="{FF2B5EF4-FFF2-40B4-BE49-F238E27FC236}">
                <a16:creationId xmlns:a16="http://schemas.microsoft.com/office/drawing/2014/main" id="{919ED0CF-D533-D7F6-F1F0-27E1CFAB6470}"/>
              </a:ext>
            </a:extLst>
          </p:cNvPr>
          <p:cNvSpPr/>
          <p:nvPr/>
        </p:nvSpPr>
        <p:spPr bwMode="auto">
          <a:xfrm>
            <a:off x="3485972" y="4689014"/>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tx1">
                    <a:lumMod val="75000"/>
                    <a:lumOff val="25000"/>
                  </a:schemeClr>
                </a:solidFill>
                <a:latin typeface="+mn-ea"/>
              </a:rPr>
              <a:t>MIMD</a:t>
            </a:r>
            <a:endParaRPr lang="ja-JP" altLang="en-US" sz="1600" dirty="0">
              <a:solidFill>
                <a:schemeClr val="tx1">
                  <a:lumMod val="75000"/>
                  <a:lumOff val="25000"/>
                </a:schemeClr>
              </a:solidFill>
              <a:latin typeface="+mn-ea"/>
            </a:endParaRPr>
          </a:p>
        </p:txBody>
      </p:sp>
      <p:cxnSp>
        <p:nvCxnSpPr>
          <p:cNvPr id="30" name="直線矢印コネクタ 29">
            <a:extLst>
              <a:ext uri="{FF2B5EF4-FFF2-40B4-BE49-F238E27FC236}">
                <a16:creationId xmlns:a16="http://schemas.microsoft.com/office/drawing/2014/main" id="{5C56407D-08A0-8AB1-27C4-360FA4AC3F0E}"/>
              </a:ext>
            </a:extLst>
          </p:cNvPr>
          <p:cNvCxnSpPr>
            <a:cxnSpLocks/>
          </p:cNvCxnSpPr>
          <p:nvPr/>
        </p:nvCxnSpPr>
        <p:spPr bwMode="auto">
          <a:xfrm rot="5400000" flipV="1">
            <a:off x="6636006" y="2078983"/>
            <a:ext cx="0" cy="4680052"/>
          </a:xfrm>
          <a:prstGeom prst="straightConnector1">
            <a:avLst/>
          </a:prstGeom>
          <a:noFill/>
          <a:ln w="9525" cap="flat" cmpd="sng" algn="ctr">
            <a:solidFill>
              <a:schemeClr val="tx1"/>
            </a:solidFill>
            <a:prstDash val="solid"/>
            <a:round/>
            <a:headEnd type="none" w="med" len="med"/>
            <a:tailEnd type="triangle"/>
          </a:ln>
          <a:effectLst/>
        </p:spPr>
      </p:cxnSp>
      <p:sp>
        <p:nvSpPr>
          <p:cNvPr id="31" name="正方形/長方形 30">
            <a:extLst>
              <a:ext uri="{FF2B5EF4-FFF2-40B4-BE49-F238E27FC236}">
                <a16:creationId xmlns:a16="http://schemas.microsoft.com/office/drawing/2014/main" id="{DC668556-DDB8-2E15-EA5C-F12A2C7BA932}"/>
              </a:ext>
            </a:extLst>
          </p:cNvPr>
          <p:cNvSpPr/>
          <p:nvPr/>
        </p:nvSpPr>
        <p:spPr bwMode="auto">
          <a:xfrm>
            <a:off x="5375993" y="4149008"/>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600" dirty="0">
                <a:solidFill>
                  <a:schemeClr val="tx1">
                    <a:lumMod val="75000"/>
                    <a:lumOff val="25000"/>
                  </a:schemeClr>
                </a:solidFill>
                <a:latin typeface="+mn-ea"/>
              </a:rPr>
              <a:t>回路量（チップ面積）</a:t>
            </a:r>
          </a:p>
        </p:txBody>
      </p:sp>
      <p:sp>
        <p:nvSpPr>
          <p:cNvPr id="32" name="右中かっこ 31">
            <a:extLst>
              <a:ext uri="{FF2B5EF4-FFF2-40B4-BE49-F238E27FC236}">
                <a16:creationId xmlns:a16="http://schemas.microsoft.com/office/drawing/2014/main" id="{9284DCD8-4224-979E-3D2A-BA121BE9E474}"/>
              </a:ext>
            </a:extLst>
          </p:cNvPr>
          <p:cNvSpPr/>
          <p:nvPr/>
        </p:nvSpPr>
        <p:spPr bwMode="auto">
          <a:xfrm rot="5400000">
            <a:off x="4790986" y="4824017"/>
            <a:ext cx="90003" cy="1080013"/>
          </a:xfrm>
          <a:prstGeom prst="rightBrace">
            <a:avLst/>
          </a:prstGeom>
          <a:noFill/>
          <a:ln w="9525" cap="flat" cmpd="sng" algn="ctr">
            <a:solidFill>
              <a:schemeClr val="tx1"/>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fontAlgn="base">
              <a:spcBef>
                <a:spcPct val="0"/>
              </a:spcBef>
              <a:spcAft>
                <a:spcPct val="0"/>
              </a:spcAft>
            </a:pPr>
            <a:endParaRPr lang="ja-JP" altLang="en-US" sz="1200">
              <a:latin typeface="Verdana" pitchFamily="34" charset="0"/>
              <a:ea typeface="HG丸ｺﾞｼｯｸM-PRO" pitchFamily="50" charset="-128"/>
            </a:endParaRPr>
          </a:p>
        </p:txBody>
      </p:sp>
      <p:sp>
        <p:nvSpPr>
          <p:cNvPr id="33" name="正方形/長方形 32">
            <a:extLst>
              <a:ext uri="{FF2B5EF4-FFF2-40B4-BE49-F238E27FC236}">
                <a16:creationId xmlns:a16="http://schemas.microsoft.com/office/drawing/2014/main" id="{89F02B6D-7F0E-D823-16C1-19905F01D7B6}"/>
              </a:ext>
            </a:extLst>
          </p:cNvPr>
          <p:cNvSpPr/>
          <p:nvPr/>
        </p:nvSpPr>
        <p:spPr bwMode="auto">
          <a:xfrm>
            <a:off x="4565984" y="5319021"/>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100" dirty="0">
                <a:solidFill>
                  <a:schemeClr val="tx1">
                    <a:lumMod val="75000"/>
                    <a:lumOff val="25000"/>
                  </a:schemeClr>
                </a:solidFill>
                <a:latin typeface="+mn-ea"/>
              </a:rPr>
              <a:t>コア</a:t>
            </a:r>
          </a:p>
        </p:txBody>
      </p:sp>
      <p:sp>
        <p:nvSpPr>
          <p:cNvPr id="34" name="右中かっこ 33">
            <a:extLst>
              <a:ext uri="{FF2B5EF4-FFF2-40B4-BE49-F238E27FC236}">
                <a16:creationId xmlns:a16="http://schemas.microsoft.com/office/drawing/2014/main" id="{B1AE4966-8BAB-45A8-35EC-1D91C0D97486}"/>
              </a:ext>
            </a:extLst>
          </p:cNvPr>
          <p:cNvSpPr/>
          <p:nvPr/>
        </p:nvSpPr>
        <p:spPr bwMode="auto">
          <a:xfrm rot="5400000">
            <a:off x="5330990" y="5544025"/>
            <a:ext cx="90003" cy="2160024"/>
          </a:xfrm>
          <a:prstGeom prst="rightBrace">
            <a:avLst/>
          </a:prstGeom>
          <a:noFill/>
          <a:ln w="9525" cap="flat" cmpd="sng" algn="ctr">
            <a:solidFill>
              <a:schemeClr val="tx1"/>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fontAlgn="base">
              <a:spcBef>
                <a:spcPct val="0"/>
              </a:spcBef>
              <a:spcAft>
                <a:spcPct val="0"/>
              </a:spcAft>
            </a:pPr>
            <a:endParaRPr lang="ja-JP" altLang="en-US" sz="1200">
              <a:latin typeface="Verdana" pitchFamily="34" charset="0"/>
              <a:ea typeface="HG丸ｺﾞｼｯｸM-PRO" pitchFamily="50" charset="-128"/>
            </a:endParaRPr>
          </a:p>
        </p:txBody>
      </p:sp>
      <p:sp>
        <p:nvSpPr>
          <p:cNvPr id="35" name="正方形/長方形 34">
            <a:extLst>
              <a:ext uri="{FF2B5EF4-FFF2-40B4-BE49-F238E27FC236}">
                <a16:creationId xmlns:a16="http://schemas.microsoft.com/office/drawing/2014/main" id="{B00F11FD-6833-020A-103C-B1B2266A41DF}"/>
              </a:ext>
            </a:extLst>
          </p:cNvPr>
          <p:cNvSpPr/>
          <p:nvPr/>
        </p:nvSpPr>
        <p:spPr bwMode="auto">
          <a:xfrm>
            <a:off x="5105990" y="6579035"/>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100" dirty="0">
                <a:solidFill>
                  <a:schemeClr val="tx1">
                    <a:lumMod val="75000"/>
                    <a:lumOff val="25000"/>
                  </a:schemeClr>
                </a:solidFill>
                <a:latin typeface="+mn-ea"/>
              </a:rPr>
              <a:t>コア</a:t>
            </a:r>
          </a:p>
        </p:txBody>
      </p:sp>
    </p:spTree>
    <p:extLst>
      <p:ext uri="{BB962C8B-B14F-4D97-AF65-F5344CB8AC3E}">
        <p14:creationId xmlns:p14="http://schemas.microsoft.com/office/powerpoint/2010/main" val="39604493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903CD4A-C244-535A-FB8B-0A5B78E32697}"/>
              </a:ext>
            </a:extLst>
          </p:cNvPr>
          <p:cNvSpPr>
            <a:spLocks noGrp="1"/>
          </p:cNvSpPr>
          <p:nvPr>
            <p:ph type="title"/>
          </p:nvPr>
        </p:nvSpPr>
        <p:spPr/>
        <p:txBody>
          <a:bodyPr/>
          <a:lstStyle/>
          <a:p>
            <a:r>
              <a:rPr kumimoji="1" lang="en-US" altLang="ja-JP" dirty="0"/>
              <a:t>GPU </a:t>
            </a:r>
            <a:r>
              <a:rPr kumimoji="1" lang="ja-JP" altLang="en-US" dirty="0"/>
              <a:t>における回路量あたりの性能向上</a:t>
            </a:r>
          </a:p>
        </p:txBody>
      </p:sp>
      <p:sp>
        <p:nvSpPr>
          <p:cNvPr id="3" name="テキスト プレースホルダー 2">
            <a:extLst>
              <a:ext uri="{FF2B5EF4-FFF2-40B4-BE49-F238E27FC236}">
                <a16:creationId xmlns:a16="http://schemas.microsoft.com/office/drawing/2014/main" id="{9C3C3C8A-B226-6A26-A4C0-FF1CCF96FFB8}"/>
              </a:ext>
            </a:extLst>
          </p:cNvPr>
          <p:cNvSpPr>
            <a:spLocks noGrp="1"/>
          </p:cNvSpPr>
          <p:nvPr>
            <p:ph type="body" sz="quarter" idx="10"/>
          </p:nvPr>
        </p:nvSpPr>
        <p:spPr/>
        <p:txBody>
          <a:bodyPr/>
          <a:lstStyle/>
          <a:p>
            <a:pPr marL="457200" indent="-457200">
              <a:buFont typeface="+mj-lt"/>
              <a:buAutoNum type="arabicPeriod"/>
            </a:pPr>
            <a:r>
              <a:rPr kumimoji="1" lang="ja-JP" altLang="en-US" dirty="0"/>
              <a:t>制御部の共有</a:t>
            </a:r>
            <a:endParaRPr kumimoji="1" lang="en-US" altLang="ja-JP" dirty="0"/>
          </a:p>
          <a:p>
            <a:pPr marL="457200" indent="-457200">
              <a:buFont typeface="+mj-lt"/>
              <a:buAutoNum type="arabicPeriod"/>
            </a:pPr>
            <a:r>
              <a:rPr kumimoji="1" lang="ja-JP" altLang="en-US" dirty="0">
                <a:solidFill>
                  <a:schemeClr val="accent5"/>
                </a:solidFill>
              </a:rPr>
              <a:t>制御部自体の小型化</a:t>
            </a:r>
            <a:endParaRPr kumimoji="1" lang="en-US" altLang="ja-JP" dirty="0">
              <a:solidFill>
                <a:schemeClr val="accent5"/>
              </a:solidFill>
            </a:endParaRPr>
          </a:p>
          <a:p>
            <a:pPr lvl="1"/>
            <a:r>
              <a:rPr kumimoji="1" lang="ja-JP" altLang="en-US" dirty="0"/>
              <a:t>（この話は </a:t>
            </a:r>
            <a:r>
              <a:rPr kumimoji="1" lang="en-US" altLang="ja-JP" dirty="0"/>
              <a:t>SIMD </a:t>
            </a:r>
            <a:r>
              <a:rPr kumimoji="1" lang="ja-JP" altLang="en-US" dirty="0"/>
              <a:t>の話とは直交しているが，関わるのでここで</a:t>
            </a:r>
          </a:p>
        </p:txBody>
      </p:sp>
    </p:spTree>
    <p:extLst>
      <p:ext uri="{BB962C8B-B14F-4D97-AF65-F5344CB8AC3E}">
        <p14:creationId xmlns:p14="http://schemas.microsoft.com/office/powerpoint/2010/main" val="372053836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GPU </a:t>
            </a:r>
            <a:r>
              <a:rPr lang="ja-JP" altLang="en-US" dirty="0"/>
              <a:t>では制御部自体を簡素化</a:t>
            </a:r>
            <a:endParaRPr kumimoji="1" lang="ja-JP" altLang="en-US" dirty="0"/>
          </a:p>
        </p:txBody>
      </p:sp>
      <p:sp>
        <p:nvSpPr>
          <p:cNvPr id="3" name="テキスト プレースホルダー 2"/>
          <p:cNvSpPr>
            <a:spLocks noGrp="1"/>
          </p:cNvSpPr>
          <p:nvPr>
            <p:ph type="body" sz="quarter" idx="10"/>
          </p:nvPr>
        </p:nvSpPr>
        <p:spPr/>
        <p:txBody>
          <a:bodyPr/>
          <a:lstStyle/>
          <a:p>
            <a:r>
              <a:rPr kumimoji="1" lang="en-US" altLang="ja-JP" dirty="0"/>
              <a:t>CPU</a:t>
            </a:r>
          </a:p>
          <a:p>
            <a:pPr lvl="1"/>
            <a:r>
              <a:rPr kumimoji="1" lang="ja-JP" altLang="en-US" dirty="0"/>
              <a:t>単一のスレッドの実行時間を短くすることに特化</a:t>
            </a:r>
            <a:endParaRPr kumimoji="1" lang="en-US" altLang="ja-JP" dirty="0"/>
          </a:p>
          <a:p>
            <a:pPr lvl="1"/>
            <a:r>
              <a:rPr kumimoji="1" lang="ja-JP" altLang="en-US" dirty="0"/>
              <a:t>各種投機実行や，動的命令スケジューリングに回路資源を投入</a:t>
            </a:r>
            <a:endParaRPr kumimoji="1" lang="en-US" altLang="ja-JP" dirty="0"/>
          </a:p>
          <a:p>
            <a:pPr lvl="1"/>
            <a:endParaRPr kumimoji="1" lang="en-US" altLang="ja-JP" dirty="0"/>
          </a:p>
          <a:p>
            <a:pPr lvl="1"/>
            <a:endParaRPr kumimoji="1" lang="en-US" altLang="ja-JP" dirty="0"/>
          </a:p>
          <a:p>
            <a:pPr lvl="1"/>
            <a:endParaRPr lang="en-US" altLang="ja-JP" dirty="0"/>
          </a:p>
          <a:p>
            <a:r>
              <a:rPr kumimoji="1" lang="en-US" altLang="ja-JP" dirty="0"/>
              <a:t>GPU</a:t>
            </a:r>
          </a:p>
          <a:p>
            <a:pPr lvl="1"/>
            <a:r>
              <a:rPr kumimoji="1" lang="ja-JP" altLang="en-US" dirty="0"/>
              <a:t>大量のスレッドの実行スループットを上げることに特化</a:t>
            </a:r>
            <a:endParaRPr kumimoji="1" lang="en-US" altLang="ja-JP" dirty="0"/>
          </a:p>
          <a:p>
            <a:pPr lvl="1"/>
            <a:r>
              <a:rPr kumimoji="1" lang="ja-JP" altLang="en-US" dirty="0"/>
              <a:t>演算器以外の部分をそぎ落とし，なるべく大量の演算器を積む</a:t>
            </a:r>
            <a:endParaRPr kumimoji="1" lang="en-US" altLang="ja-JP" dirty="0"/>
          </a:p>
          <a:p>
            <a:pPr lvl="1"/>
            <a:endParaRPr kumimoji="1" lang="en-US" altLang="ja-JP" dirty="0"/>
          </a:p>
          <a:p>
            <a:pPr lvl="1"/>
            <a:endParaRPr lang="en-US" altLang="ja-JP" dirty="0"/>
          </a:p>
          <a:p>
            <a:pPr lvl="1"/>
            <a:endParaRPr kumimoji="1" lang="ja-JP" altLang="en-US" dirty="0"/>
          </a:p>
        </p:txBody>
      </p:sp>
      <p:sp>
        <p:nvSpPr>
          <p:cNvPr id="4" name="正方形/長方形 3"/>
          <p:cNvSpPr/>
          <p:nvPr/>
        </p:nvSpPr>
        <p:spPr bwMode="auto">
          <a:xfrm>
            <a:off x="2855964" y="2618991"/>
            <a:ext cx="720008" cy="540006"/>
          </a:xfrm>
          <a:prstGeom prst="rect">
            <a:avLst/>
          </a:prstGeom>
          <a:ln>
            <a:headEnd/>
            <a:tailEnd type="triangle" w="sm" len="med"/>
          </a:ln>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600" dirty="0">
                <a:solidFill>
                  <a:schemeClr val="tx1">
                    <a:lumMod val="75000"/>
                    <a:lumOff val="25000"/>
                  </a:schemeClr>
                </a:solidFill>
                <a:latin typeface="+mn-ea"/>
              </a:rPr>
              <a:t>加算器</a:t>
            </a:r>
            <a:endParaRPr lang="en-US" altLang="ja-JP" sz="1600" dirty="0">
              <a:solidFill>
                <a:schemeClr val="tx1">
                  <a:lumMod val="75000"/>
                  <a:lumOff val="25000"/>
                </a:schemeClr>
              </a:solidFill>
              <a:latin typeface="+mn-ea"/>
            </a:endParaRPr>
          </a:p>
          <a:p>
            <a:pPr algn="ctr"/>
            <a:r>
              <a:rPr lang="ja-JP" altLang="en-US" sz="1600" dirty="0">
                <a:solidFill>
                  <a:schemeClr val="tx1">
                    <a:lumMod val="75000"/>
                    <a:lumOff val="25000"/>
                  </a:schemeClr>
                </a:solidFill>
                <a:latin typeface="+mn-ea"/>
              </a:rPr>
              <a:t>乗算器</a:t>
            </a:r>
          </a:p>
        </p:txBody>
      </p:sp>
      <p:sp>
        <p:nvSpPr>
          <p:cNvPr id="5" name="正方形/長方形 4"/>
          <p:cNvSpPr/>
          <p:nvPr/>
        </p:nvSpPr>
        <p:spPr bwMode="auto">
          <a:xfrm>
            <a:off x="3575972" y="2618991"/>
            <a:ext cx="720008" cy="540006"/>
          </a:xfrm>
          <a:prstGeom prst="rect">
            <a:avLst/>
          </a:prstGeom>
          <a:ln>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600" dirty="0">
                <a:solidFill>
                  <a:schemeClr val="tx1">
                    <a:lumMod val="75000"/>
                    <a:lumOff val="25000"/>
                  </a:schemeClr>
                </a:solidFill>
                <a:latin typeface="+mn-ea"/>
              </a:rPr>
              <a:t>ROB</a:t>
            </a:r>
            <a:endParaRPr lang="ja-JP" altLang="en-US" sz="1600" dirty="0">
              <a:solidFill>
                <a:schemeClr val="tx1">
                  <a:lumMod val="75000"/>
                  <a:lumOff val="25000"/>
                </a:schemeClr>
              </a:solidFill>
              <a:latin typeface="+mn-ea"/>
            </a:endParaRPr>
          </a:p>
        </p:txBody>
      </p:sp>
      <p:sp>
        <p:nvSpPr>
          <p:cNvPr id="6" name="正方形/長方形 5"/>
          <p:cNvSpPr/>
          <p:nvPr/>
        </p:nvSpPr>
        <p:spPr bwMode="auto">
          <a:xfrm>
            <a:off x="4295980" y="2618991"/>
            <a:ext cx="720008" cy="540006"/>
          </a:xfrm>
          <a:prstGeom prst="rect">
            <a:avLst/>
          </a:prstGeom>
          <a:ln>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600" dirty="0">
                <a:solidFill>
                  <a:schemeClr val="tx1">
                    <a:lumMod val="75000"/>
                    <a:lumOff val="25000"/>
                  </a:schemeClr>
                </a:solidFill>
                <a:latin typeface="+mn-ea"/>
              </a:rPr>
              <a:t>RMT</a:t>
            </a:r>
            <a:endParaRPr lang="ja-JP" altLang="en-US" sz="1600" dirty="0">
              <a:solidFill>
                <a:schemeClr val="tx1">
                  <a:lumMod val="75000"/>
                  <a:lumOff val="25000"/>
                </a:schemeClr>
              </a:solidFill>
              <a:latin typeface="+mn-ea"/>
            </a:endParaRPr>
          </a:p>
        </p:txBody>
      </p:sp>
      <p:sp>
        <p:nvSpPr>
          <p:cNvPr id="7" name="正方形/長方形 6"/>
          <p:cNvSpPr/>
          <p:nvPr/>
        </p:nvSpPr>
        <p:spPr bwMode="auto">
          <a:xfrm>
            <a:off x="5015988" y="2618991"/>
            <a:ext cx="720008" cy="540006"/>
          </a:xfrm>
          <a:prstGeom prst="rect">
            <a:avLst/>
          </a:prstGeom>
          <a:ln>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600" dirty="0">
                <a:solidFill>
                  <a:schemeClr val="tx1">
                    <a:lumMod val="75000"/>
                    <a:lumOff val="25000"/>
                  </a:schemeClr>
                </a:solidFill>
                <a:latin typeface="+mn-ea"/>
              </a:rPr>
              <a:t>発行</a:t>
            </a:r>
            <a:endParaRPr lang="en-US" altLang="ja-JP" sz="1600" dirty="0">
              <a:solidFill>
                <a:schemeClr val="tx1">
                  <a:lumMod val="75000"/>
                  <a:lumOff val="25000"/>
                </a:schemeClr>
              </a:solidFill>
              <a:latin typeface="+mn-ea"/>
            </a:endParaRPr>
          </a:p>
          <a:p>
            <a:pPr algn="ctr"/>
            <a:r>
              <a:rPr lang="ja-JP" altLang="en-US" sz="1600" dirty="0">
                <a:solidFill>
                  <a:schemeClr val="tx1">
                    <a:lumMod val="75000"/>
                    <a:lumOff val="25000"/>
                  </a:schemeClr>
                </a:solidFill>
                <a:latin typeface="+mn-ea"/>
              </a:rPr>
              <a:t>キュー</a:t>
            </a:r>
          </a:p>
        </p:txBody>
      </p:sp>
      <p:sp>
        <p:nvSpPr>
          <p:cNvPr id="8" name="正方形/長方形 7"/>
          <p:cNvSpPr/>
          <p:nvPr/>
        </p:nvSpPr>
        <p:spPr bwMode="auto">
          <a:xfrm>
            <a:off x="5735996" y="2618991"/>
            <a:ext cx="720008" cy="540006"/>
          </a:xfrm>
          <a:prstGeom prst="rect">
            <a:avLst/>
          </a:prstGeom>
          <a:ln>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600" dirty="0">
                <a:solidFill>
                  <a:schemeClr val="tx1">
                    <a:lumMod val="75000"/>
                    <a:lumOff val="25000"/>
                  </a:schemeClr>
                </a:solidFill>
                <a:latin typeface="+mn-ea"/>
              </a:rPr>
              <a:t>LSQ</a:t>
            </a:r>
            <a:endParaRPr lang="ja-JP" altLang="en-US" sz="1600" dirty="0">
              <a:solidFill>
                <a:schemeClr val="tx1">
                  <a:lumMod val="75000"/>
                  <a:lumOff val="25000"/>
                </a:schemeClr>
              </a:solidFill>
              <a:latin typeface="+mn-ea"/>
            </a:endParaRPr>
          </a:p>
        </p:txBody>
      </p:sp>
      <p:sp>
        <p:nvSpPr>
          <p:cNvPr id="9" name="正方形/長方形 8"/>
          <p:cNvSpPr/>
          <p:nvPr/>
        </p:nvSpPr>
        <p:spPr bwMode="auto">
          <a:xfrm>
            <a:off x="6456004" y="2618991"/>
            <a:ext cx="720008" cy="540006"/>
          </a:xfrm>
          <a:prstGeom prst="rect">
            <a:avLst/>
          </a:prstGeom>
          <a:ln>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600" dirty="0">
                <a:solidFill>
                  <a:schemeClr val="tx1">
                    <a:lumMod val="75000"/>
                    <a:lumOff val="25000"/>
                  </a:schemeClr>
                </a:solidFill>
                <a:latin typeface="+mn-ea"/>
              </a:rPr>
              <a:t>分岐</a:t>
            </a:r>
            <a:endParaRPr lang="en-US" altLang="ja-JP" sz="1600" dirty="0">
              <a:solidFill>
                <a:schemeClr val="tx1">
                  <a:lumMod val="75000"/>
                  <a:lumOff val="25000"/>
                </a:schemeClr>
              </a:solidFill>
              <a:latin typeface="+mn-ea"/>
            </a:endParaRPr>
          </a:p>
          <a:p>
            <a:pPr algn="ctr"/>
            <a:r>
              <a:rPr lang="ja-JP" altLang="en-US" sz="1600" dirty="0">
                <a:solidFill>
                  <a:schemeClr val="tx1">
                    <a:lumMod val="75000"/>
                    <a:lumOff val="25000"/>
                  </a:schemeClr>
                </a:solidFill>
                <a:latin typeface="+mn-ea"/>
              </a:rPr>
              <a:t>予測</a:t>
            </a:r>
          </a:p>
        </p:txBody>
      </p:sp>
      <p:sp>
        <p:nvSpPr>
          <p:cNvPr id="10" name="正方形/長方形 9"/>
          <p:cNvSpPr/>
          <p:nvPr/>
        </p:nvSpPr>
        <p:spPr bwMode="auto">
          <a:xfrm>
            <a:off x="7176012" y="2618991"/>
            <a:ext cx="720008" cy="540006"/>
          </a:xfrm>
          <a:prstGeom prst="rect">
            <a:avLst/>
          </a:prstGeom>
          <a:ln>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600" dirty="0">
                <a:solidFill>
                  <a:schemeClr val="tx1">
                    <a:lumMod val="75000"/>
                    <a:lumOff val="25000"/>
                  </a:schemeClr>
                </a:solidFill>
                <a:latin typeface="+mn-ea"/>
              </a:rPr>
              <a:t>依存</a:t>
            </a:r>
            <a:endParaRPr lang="en-US" altLang="ja-JP" sz="1600" dirty="0">
              <a:solidFill>
                <a:schemeClr val="tx1">
                  <a:lumMod val="75000"/>
                  <a:lumOff val="25000"/>
                </a:schemeClr>
              </a:solidFill>
              <a:latin typeface="+mn-ea"/>
            </a:endParaRPr>
          </a:p>
          <a:p>
            <a:pPr algn="ctr"/>
            <a:r>
              <a:rPr lang="ja-JP" altLang="en-US" sz="1600" dirty="0">
                <a:solidFill>
                  <a:schemeClr val="tx1">
                    <a:lumMod val="75000"/>
                    <a:lumOff val="25000"/>
                  </a:schemeClr>
                </a:solidFill>
                <a:latin typeface="+mn-ea"/>
              </a:rPr>
              <a:t>予測</a:t>
            </a:r>
          </a:p>
        </p:txBody>
      </p:sp>
      <p:sp>
        <p:nvSpPr>
          <p:cNvPr id="11" name="正方形/長方形 10"/>
          <p:cNvSpPr/>
          <p:nvPr/>
        </p:nvSpPr>
        <p:spPr bwMode="auto">
          <a:xfrm>
            <a:off x="7896020" y="2618991"/>
            <a:ext cx="1440016" cy="540006"/>
          </a:xfrm>
          <a:prstGeom prst="rect">
            <a:avLst/>
          </a:prstGeom>
          <a:ln>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600" dirty="0">
                <a:solidFill>
                  <a:schemeClr val="tx1">
                    <a:lumMod val="75000"/>
                    <a:lumOff val="25000"/>
                  </a:schemeClr>
                </a:solidFill>
                <a:latin typeface="+mn-ea"/>
              </a:rPr>
              <a:t>...</a:t>
            </a:r>
            <a:endParaRPr lang="ja-JP" altLang="en-US" sz="1600" dirty="0">
              <a:solidFill>
                <a:schemeClr val="tx1">
                  <a:lumMod val="75000"/>
                  <a:lumOff val="25000"/>
                </a:schemeClr>
              </a:solidFill>
              <a:latin typeface="+mn-ea"/>
            </a:endParaRPr>
          </a:p>
        </p:txBody>
      </p:sp>
      <p:sp>
        <p:nvSpPr>
          <p:cNvPr id="22" name="正方形/長方形 21"/>
          <p:cNvSpPr/>
          <p:nvPr/>
        </p:nvSpPr>
        <p:spPr bwMode="auto">
          <a:xfrm>
            <a:off x="7896020" y="5319021"/>
            <a:ext cx="1440016" cy="540006"/>
          </a:xfrm>
          <a:prstGeom prst="rect">
            <a:avLst/>
          </a:prstGeom>
          <a:ln>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600" dirty="0">
                <a:solidFill>
                  <a:schemeClr val="tx1">
                    <a:lumMod val="75000"/>
                    <a:lumOff val="25000"/>
                  </a:schemeClr>
                </a:solidFill>
                <a:latin typeface="+mn-ea"/>
              </a:rPr>
              <a:t>...</a:t>
            </a:r>
            <a:endParaRPr lang="ja-JP" altLang="en-US" sz="1600" dirty="0">
              <a:solidFill>
                <a:schemeClr val="tx1">
                  <a:lumMod val="75000"/>
                  <a:lumOff val="25000"/>
                </a:schemeClr>
              </a:solidFill>
              <a:latin typeface="+mn-ea"/>
            </a:endParaRPr>
          </a:p>
        </p:txBody>
      </p:sp>
      <p:sp>
        <p:nvSpPr>
          <p:cNvPr id="18" name="正方形/長方形 17">
            <a:extLst>
              <a:ext uri="{FF2B5EF4-FFF2-40B4-BE49-F238E27FC236}">
                <a16:creationId xmlns:a16="http://schemas.microsoft.com/office/drawing/2014/main" id="{9647B10B-4674-4424-9244-70AEDAAC884F}"/>
              </a:ext>
            </a:extLst>
          </p:cNvPr>
          <p:cNvSpPr/>
          <p:nvPr/>
        </p:nvSpPr>
        <p:spPr bwMode="auto">
          <a:xfrm>
            <a:off x="2855964" y="5319021"/>
            <a:ext cx="720008" cy="540006"/>
          </a:xfrm>
          <a:prstGeom prst="rect">
            <a:avLst/>
          </a:prstGeom>
          <a:ln>
            <a:headEnd/>
            <a:tailEnd type="triangle" w="sm" len="med"/>
          </a:ln>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600" dirty="0">
                <a:solidFill>
                  <a:schemeClr val="tx1">
                    <a:lumMod val="75000"/>
                    <a:lumOff val="25000"/>
                  </a:schemeClr>
                </a:solidFill>
                <a:latin typeface="+mn-ea"/>
              </a:rPr>
              <a:t>加算器</a:t>
            </a:r>
            <a:endParaRPr lang="en-US" altLang="ja-JP" sz="1600" dirty="0">
              <a:solidFill>
                <a:schemeClr val="tx1">
                  <a:lumMod val="75000"/>
                  <a:lumOff val="25000"/>
                </a:schemeClr>
              </a:solidFill>
              <a:latin typeface="+mn-ea"/>
            </a:endParaRPr>
          </a:p>
          <a:p>
            <a:pPr algn="ctr"/>
            <a:r>
              <a:rPr lang="ja-JP" altLang="en-US" sz="1600" dirty="0">
                <a:solidFill>
                  <a:schemeClr val="tx1">
                    <a:lumMod val="75000"/>
                    <a:lumOff val="25000"/>
                  </a:schemeClr>
                </a:solidFill>
                <a:latin typeface="+mn-ea"/>
              </a:rPr>
              <a:t>乗算器</a:t>
            </a:r>
          </a:p>
        </p:txBody>
      </p:sp>
      <p:sp>
        <p:nvSpPr>
          <p:cNvPr id="19" name="正方形/長方形 18">
            <a:extLst>
              <a:ext uri="{FF2B5EF4-FFF2-40B4-BE49-F238E27FC236}">
                <a16:creationId xmlns:a16="http://schemas.microsoft.com/office/drawing/2014/main" id="{A3384164-FEC8-07D0-325E-EE6DCCCC0672}"/>
              </a:ext>
            </a:extLst>
          </p:cNvPr>
          <p:cNvSpPr/>
          <p:nvPr/>
        </p:nvSpPr>
        <p:spPr bwMode="auto">
          <a:xfrm>
            <a:off x="3575972" y="5319021"/>
            <a:ext cx="720008" cy="540006"/>
          </a:xfrm>
          <a:prstGeom prst="rect">
            <a:avLst/>
          </a:prstGeom>
          <a:ln>
            <a:headEnd/>
            <a:tailEnd type="triangle" w="sm" len="med"/>
          </a:ln>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600" dirty="0">
                <a:solidFill>
                  <a:schemeClr val="tx1">
                    <a:lumMod val="75000"/>
                    <a:lumOff val="25000"/>
                  </a:schemeClr>
                </a:solidFill>
                <a:latin typeface="+mn-ea"/>
              </a:rPr>
              <a:t>加算器</a:t>
            </a:r>
            <a:endParaRPr lang="en-US" altLang="ja-JP" sz="1600" dirty="0">
              <a:solidFill>
                <a:schemeClr val="tx1">
                  <a:lumMod val="75000"/>
                  <a:lumOff val="25000"/>
                </a:schemeClr>
              </a:solidFill>
              <a:latin typeface="+mn-ea"/>
            </a:endParaRPr>
          </a:p>
          <a:p>
            <a:pPr algn="ctr"/>
            <a:r>
              <a:rPr lang="ja-JP" altLang="en-US" sz="1600" dirty="0">
                <a:solidFill>
                  <a:schemeClr val="tx1">
                    <a:lumMod val="75000"/>
                    <a:lumOff val="25000"/>
                  </a:schemeClr>
                </a:solidFill>
                <a:latin typeface="+mn-ea"/>
              </a:rPr>
              <a:t>乗算器</a:t>
            </a:r>
          </a:p>
        </p:txBody>
      </p:sp>
      <p:sp>
        <p:nvSpPr>
          <p:cNvPr id="20" name="正方形/長方形 19">
            <a:extLst>
              <a:ext uri="{FF2B5EF4-FFF2-40B4-BE49-F238E27FC236}">
                <a16:creationId xmlns:a16="http://schemas.microsoft.com/office/drawing/2014/main" id="{7BA844BC-F03A-262B-5F33-3F3C096D54F1}"/>
              </a:ext>
            </a:extLst>
          </p:cNvPr>
          <p:cNvSpPr/>
          <p:nvPr/>
        </p:nvSpPr>
        <p:spPr bwMode="auto">
          <a:xfrm>
            <a:off x="4295980" y="5319021"/>
            <a:ext cx="720008" cy="540006"/>
          </a:xfrm>
          <a:prstGeom prst="rect">
            <a:avLst/>
          </a:prstGeom>
          <a:ln>
            <a:headEnd/>
            <a:tailEnd type="triangle" w="sm" len="med"/>
          </a:ln>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600" dirty="0">
                <a:solidFill>
                  <a:schemeClr val="tx1">
                    <a:lumMod val="75000"/>
                    <a:lumOff val="25000"/>
                  </a:schemeClr>
                </a:solidFill>
                <a:latin typeface="+mn-ea"/>
              </a:rPr>
              <a:t>加算器</a:t>
            </a:r>
            <a:endParaRPr lang="en-US" altLang="ja-JP" sz="1600" dirty="0">
              <a:solidFill>
                <a:schemeClr val="tx1">
                  <a:lumMod val="75000"/>
                  <a:lumOff val="25000"/>
                </a:schemeClr>
              </a:solidFill>
              <a:latin typeface="+mn-ea"/>
            </a:endParaRPr>
          </a:p>
          <a:p>
            <a:pPr algn="ctr"/>
            <a:r>
              <a:rPr lang="ja-JP" altLang="en-US" sz="1600" dirty="0">
                <a:solidFill>
                  <a:schemeClr val="tx1">
                    <a:lumMod val="75000"/>
                    <a:lumOff val="25000"/>
                  </a:schemeClr>
                </a:solidFill>
                <a:latin typeface="+mn-ea"/>
              </a:rPr>
              <a:t>乗算器</a:t>
            </a:r>
          </a:p>
        </p:txBody>
      </p:sp>
      <p:sp>
        <p:nvSpPr>
          <p:cNvPr id="21" name="正方形/長方形 20">
            <a:extLst>
              <a:ext uri="{FF2B5EF4-FFF2-40B4-BE49-F238E27FC236}">
                <a16:creationId xmlns:a16="http://schemas.microsoft.com/office/drawing/2014/main" id="{DCA8D981-068E-D7EE-BF23-68C333E4C0D3}"/>
              </a:ext>
            </a:extLst>
          </p:cNvPr>
          <p:cNvSpPr/>
          <p:nvPr/>
        </p:nvSpPr>
        <p:spPr bwMode="auto">
          <a:xfrm>
            <a:off x="5015988" y="5319021"/>
            <a:ext cx="720008" cy="540006"/>
          </a:xfrm>
          <a:prstGeom prst="rect">
            <a:avLst/>
          </a:prstGeom>
          <a:ln>
            <a:headEnd/>
            <a:tailEnd type="triangle" w="sm" len="med"/>
          </a:ln>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600" dirty="0">
                <a:solidFill>
                  <a:schemeClr val="tx1">
                    <a:lumMod val="75000"/>
                    <a:lumOff val="25000"/>
                  </a:schemeClr>
                </a:solidFill>
                <a:latin typeface="+mn-ea"/>
              </a:rPr>
              <a:t>加算器</a:t>
            </a:r>
            <a:endParaRPr lang="en-US" altLang="ja-JP" sz="1600" dirty="0">
              <a:solidFill>
                <a:schemeClr val="tx1">
                  <a:lumMod val="75000"/>
                  <a:lumOff val="25000"/>
                </a:schemeClr>
              </a:solidFill>
              <a:latin typeface="+mn-ea"/>
            </a:endParaRPr>
          </a:p>
          <a:p>
            <a:pPr algn="ctr"/>
            <a:r>
              <a:rPr lang="ja-JP" altLang="en-US" sz="1600" dirty="0">
                <a:solidFill>
                  <a:schemeClr val="tx1">
                    <a:lumMod val="75000"/>
                    <a:lumOff val="25000"/>
                  </a:schemeClr>
                </a:solidFill>
                <a:latin typeface="+mn-ea"/>
              </a:rPr>
              <a:t>乗算器</a:t>
            </a:r>
          </a:p>
        </p:txBody>
      </p:sp>
      <p:sp>
        <p:nvSpPr>
          <p:cNvPr id="25" name="正方形/長方形 24">
            <a:extLst>
              <a:ext uri="{FF2B5EF4-FFF2-40B4-BE49-F238E27FC236}">
                <a16:creationId xmlns:a16="http://schemas.microsoft.com/office/drawing/2014/main" id="{97DA8257-46C7-8EB7-178B-8EC9F60E90DA}"/>
              </a:ext>
            </a:extLst>
          </p:cNvPr>
          <p:cNvSpPr/>
          <p:nvPr/>
        </p:nvSpPr>
        <p:spPr bwMode="auto">
          <a:xfrm>
            <a:off x="5735996" y="5319021"/>
            <a:ext cx="720008" cy="540006"/>
          </a:xfrm>
          <a:prstGeom prst="rect">
            <a:avLst/>
          </a:prstGeom>
          <a:ln>
            <a:headEnd/>
            <a:tailEnd type="triangle" w="sm" len="med"/>
          </a:ln>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600" dirty="0">
                <a:solidFill>
                  <a:schemeClr val="tx1">
                    <a:lumMod val="75000"/>
                    <a:lumOff val="25000"/>
                  </a:schemeClr>
                </a:solidFill>
                <a:latin typeface="+mn-ea"/>
              </a:rPr>
              <a:t>加算器</a:t>
            </a:r>
            <a:endParaRPr lang="en-US" altLang="ja-JP" sz="1600" dirty="0">
              <a:solidFill>
                <a:schemeClr val="tx1">
                  <a:lumMod val="75000"/>
                  <a:lumOff val="25000"/>
                </a:schemeClr>
              </a:solidFill>
              <a:latin typeface="+mn-ea"/>
            </a:endParaRPr>
          </a:p>
          <a:p>
            <a:pPr algn="ctr"/>
            <a:r>
              <a:rPr lang="ja-JP" altLang="en-US" sz="1600" dirty="0">
                <a:solidFill>
                  <a:schemeClr val="tx1">
                    <a:lumMod val="75000"/>
                    <a:lumOff val="25000"/>
                  </a:schemeClr>
                </a:solidFill>
                <a:latin typeface="+mn-ea"/>
              </a:rPr>
              <a:t>乗算器</a:t>
            </a:r>
          </a:p>
        </p:txBody>
      </p:sp>
      <p:sp>
        <p:nvSpPr>
          <p:cNvPr id="26" name="正方形/長方形 25">
            <a:extLst>
              <a:ext uri="{FF2B5EF4-FFF2-40B4-BE49-F238E27FC236}">
                <a16:creationId xmlns:a16="http://schemas.microsoft.com/office/drawing/2014/main" id="{88E97816-9021-9CC4-953B-9E10D69FC28B}"/>
              </a:ext>
            </a:extLst>
          </p:cNvPr>
          <p:cNvSpPr/>
          <p:nvPr/>
        </p:nvSpPr>
        <p:spPr bwMode="auto">
          <a:xfrm>
            <a:off x="6456004" y="5319021"/>
            <a:ext cx="720008" cy="540006"/>
          </a:xfrm>
          <a:prstGeom prst="rect">
            <a:avLst/>
          </a:prstGeom>
          <a:ln>
            <a:headEnd/>
            <a:tailEnd type="triangle" w="sm" len="med"/>
          </a:ln>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600" dirty="0">
                <a:solidFill>
                  <a:schemeClr val="tx1">
                    <a:lumMod val="75000"/>
                    <a:lumOff val="25000"/>
                  </a:schemeClr>
                </a:solidFill>
                <a:latin typeface="+mn-ea"/>
              </a:rPr>
              <a:t>加算器</a:t>
            </a:r>
            <a:endParaRPr lang="en-US" altLang="ja-JP" sz="1600" dirty="0">
              <a:solidFill>
                <a:schemeClr val="tx1">
                  <a:lumMod val="75000"/>
                  <a:lumOff val="25000"/>
                </a:schemeClr>
              </a:solidFill>
              <a:latin typeface="+mn-ea"/>
            </a:endParaRPr>
          </a:p>
          <a:p>
            <a:pPr algn="ctr"/>
            <a:r>
              <a:rPr lang="ja-JP" altLang="en-US" sz="1600" dirty="0">
                <a:solidFill>
                  <a:schemeClr val="tx1">
                    <a:lumMod val="75000"/>
                    <a:lumOff val="25000"/>
                  </a:schemeClr>
                </a:solidFill>
                <a:latin typeface="+mn-ea"/>
              </a:rPr>
              <a:t>乗算器</a:t>
            </a:r>
          </a:p>
        </p:txBody>
      </p:sp>
      <p:sp>
        <p:nvSpPr>
          <p:cNvPr id="27" name="正方形/長方形 26">
            <a:extLst>
              <a:ext uri="{FF2B5EF4-FFF2-40B4-BE49-F238E27FC236}">
                <a16:creationId xmlns:a16="http://schemas.microsoft.com/office/drawing/2014/main" id="{A4B46710-3904-076A-6E04-D4DF8562444E}"/>
              </a:ext>
            </a:extLst>
          </p:cNvPr>
          <p:cNvSpPr/>
          <p:nvPr/>
        </p:nvSpPr>
        <p:spPr bwMode="auto">
          <a:xfrm>
            <a:off x="7176012" y="5319021"/>
            <a:ext cx="720008" cy="540006"/>
          </a:xfrm>
          <a:prstGeom prst="rect">
            <a:avLst/>
          </a:prstGeom>
          <a:ln>
            <a:headEnd/>
            <a:tailEnd type="triangle" w="sm" len="med"/>
          </a:ln>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600" dirty="0">
                <a:solidFill>
                  <a:schemeClr val="tx1">
                    <a:lumMod val="75000"/>
                    <a:lumOff val="25000"/>
                  </a:schemeClr>
                </a:solidFill>
                <a:latin typeface="+mn-ea"/>
              </a:rPr>
              <a:t>加算器</a:t>
            </a:r>
            <a:endParaRPr lang="en-US" altLang="ja-JP" sz="1600" dirty="0">
              <a:solidFill>
                <a:schemeClr val="tx1">
                  <a:lumMod val="75000"/>
                  <a:lumOff val="25000"/>
                </a:schemeClr>
              </a:solidFill>
              <a:latin typeface="+mn-ea"/>
            </a:endParaRPr>
          </a:p>
          <a:p>
            <a:pPr algn="ctr"/>
            <a:r>
              <a:rPr lang="ja-JP" altLang="en-US" sz="1600" dirty="0">
                <a:solidFill>
                  <a:schemeClr val="tx1">
                    <a:lumMod val="75000"/>
                    <a:lumOff val="25000"/>
                  </a:schemeClr>
                </a:solidFill>
                <a:latin typeface="+mn-ea"/>
              </a:rPr>
              <a:t>乗算器</a:t>
            </a:r>
          </a:p>
        </p:txBody>
      </p:sp>
    </p:spTree>
    <p:extLst>
      <p:ext uri="{BB962C8B-B14F-4D97-AF65-F5344CB8AC3E}">
        <p14:creationId xmlns:p14="http://schemas.microsoft.com/office/powerpoint/2010/main" val="218631385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15FF60-C335-B26C-DAD0-37AA12F98AD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D436A8C-ABE6-D9A1-2335-81EF897FC742}"/>
              </a:ext>
            </a:extLst>
          </p:cNvPr>
          <p:cNvSpPr>
            <a:spLocks noGrp="1"/>
          </p:cNvSpPr>
          <p:nvPr>
            <p:ph type="title"/>
          </p:nvPr>
        </p:nvSpPr>
        <p:spPr>
          <a:xfrm>
            <a:off x="875942" y="0"/>
            <a:ext cx="11316058" cy="908972"/>
          </a:xfrm>
        </p:spPr>
        <p:txBody>
          <a:bodyPr/>
          <a:lstStyle/>
          <a:p>
            <a:r>
              <a:rPr kumimoji="1" lang="ja-JP" altLang="en-US" sz="2800" dirty="0"/>
              <a:t>仕事の割り振りは超大変</a:t>
            </a:r>
            <a:endParaRPr kumimoji="1" lang="en-US" sz="2800" dirty="0"/>
          </a:p>
        </p:txBody>
      </p:sp>
      <p:sp>
        <p:nvSpPr>
          <p:cNvPr id="3" name="テキスト プレースホルダー 2">
            <a:extLst>
              <a:ext uri="{FF2B5EF4-FFF2-40B4-BE49-F238E27FC236}">
                <a16:creationId xmlns:a16="http://schemas.microsoft.com/office/drawing/2014/main" id="{A07ED036-4774-4635-E76F-F9864EDED7E9}"/>
              </a:ext>
            </a:extLst>
          </p:cNvPr>
          <p:cNvSpPr>
            <a:spLocks noGrp="1"/>
          </p:cNvSpPr>
          <p:nvPr>
            <p:ph type="body" sz="quarter" idx="10"/>
          </p:nvPr>
        </p:nvSpPr>
        <p:spPr>
          <a:xfrm>
            <a:off x="335936" y="908972"/>
            <a:ext cx="4770052" cy="5490061"/>
          </a:xfrm>
        </p:spPr>
        <p:txBody>
          <a:bodyPr/>
          <a:lstStyle/>
          <a:p>
            <a:r>
              <a:rPr kumimoji="1" lang="ja-JP" altLang="en-US" dirty="0"/>
              <a:t>並列にできる部分を探す回路は，</a:t>
            </a:r>
            <a:br>
              <a:rPr kumimoji="1" lang="en-US" altLang="ja-JP" dirty="0"/>
            </a:br>
            <a:r>
              <a:rPr kumimoji="1" lang="ja-JP" altLang="en-US" dirty="0"/>
              <a:t>演算そのものよりも遥かに複雑</a:t>
            </a:r>
            <a:endParaRPr kumimoji="1" lang="en-US" altLang="ja-JP" dirty="0"/>
          </a:p>
          <a:p>
            <a:r>
              <a:rPr kumimoji="1" lang="ja-JP" altLang="en-US" dirty="0"/>
              <a:t>現代の高性能 </a:t>
            </a:r>
            <a:r>
              <a:rPr kumimoji="1" lang="en-US" altLang="ja-JP" dirty="0"/>
              <a:t>CPU </a:t>
            </a:r>
            <a:r>
              <a:rPr kumimoji="1" lang="ja-JP" altLang="en-US" dirty="0"/>
              <a:t>は，ここに大半の回路を割いている</a:t>
            </a:r>
            <a:endParaRPr kumimoji="1" lang="en-US" dirty="0"/>
          </a:p>
        </p:txBody>
      </p:sp>
      <p:sp>
        <p:nvSpPr>
          <p:cNvPr id="72" name="正方形/長方形 71">
            <a:extLst>
              <a:ext uri="{FF2B5EF4-FFF2-40B4-BE49-F238E27FC236}">
                <a16:creationId xmlns:a16="http://schemas.microsoft.com/office/drawing/2014/main" id="{7CF097A3-71E9-9D77-CD1B-1711C40F761B}"/>
              </a:ext>
            </a:extLst>
          </p:cNvPr>
          <p:cNvSpPr/>
          <p:nvPr/>
        </p:nvSpPr>
        <p:spPr bwMode="auto">
          <a:xfrm>
            <a:off x="5555994" y="2348988"/>
            <a:ext cx="1440000" cy="360004"/>
          </a:xfrm>
          <a:prstGeom prst="rect">
            <a:avLst/>
          </a:prstGeom>
          <a:solidFill>
            <a:schemeClr val="accent3">
              <a:lumMod val="60000"/>
              <a:lumOff val="40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accent3">
                    <a:lumMod val="50000"/>
                  </a:schemeClr>
                </a:solidFill>
              </a:rPr>
              <a:t>1.</a:t>
            </a:r>
            <a:r>
              <a:rPr lang="ja-JP" altLang="en-US" sz="1600" dirty="0">
                <a:solidFill>
                  <a:schemeClr val="accent3">
                    <a:lumMod val="50000"/>
                  </a:schemeClr>
                </a:solidFill>
              </a:rPr>
              <a:t>野菜を切る</a:t>
            </a:r>
          </a:p>
        </p:txBody>
      </p:sp>
      <p:sp>
        <p:nvSpPr>
          <p:cNvPr id="73" name="正方形/長方形 72">
            <a:extLst>
              <a:ext uri="{FF2B5EF4-FFF2-40B4-BE49-F238E27FC236}">
                <a16:creationId xmlns:a16="http://schemas.microsoft.com/office/drawing/2014/main" id="{AA0E3D67-7BDE-4F48-8572-31B0A8C6BC5F}"/>
              </a:ext>
            </a:extLst>
          </p:cNvPr>
          <p:cNvSpPr/>
          <p:nvPr/>
        </p:nvSpPr>
        <p:spPr bwMode="auto">
          <a:xfrm>
            <a:off x="5555994" y="2708992"/>
            <a:ext cx="1440000" cy="360004"/>
          </a:xfrm>
          <a:prstGeom prst="rect">
            <a:avLst/>
          </a:prstGeom>
          <a:solidFill>
            <a:srgbClr val="4F6228"/>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400" dirty="0">
                <a:solidFill>
                  <a:schemeClr val="bg1"/>
                </a:solidFill>
              </a:rPr>
              <a:t>2.</a:t>
            </a:r>
            <a:r>
              <a:rPr lang="ja-JP" altLang="en-US" sz="1400" dirty="0">
                <a:solidFill>
                  <a:schemeClr val="bg1"/>
                </a:solidFill>
              </a:rPr>
              <a:t>野菜を炒める</a:t>
            </a:r>
          </a:p>
        </p:txBody>
      </p:sp>
      <p:sp>
        <p:nvSpPr>
          <p:cNvPr id="74" name="正方形/長方形 73">
            <a:extLst>
              <a:ext uri="{FF2B5EF4-FFF2-40B4-BE49-F238E27FC236}">
                <a16:creationId xmlns:a16="http://schemas.microsoft.com/office/drawing/2014/main" id="{16978687-CF01-9589-FD57-6D1A2C3BD28A}"/>
              </a:ext>
            </a:extLst>
          </p:cNvPr>
          <p:cNvSpPr/>
          <p:nvPr/>
        </p:nvSpPr>
        <p:spPr bwMode="auto">
          <a:xfrm>
            <a:off x="5555994" y="3068996"/>
            <a:ext cx="1440000" cy="360004"/>
          </a:xfrm>
          <a:prstGeom prst="rect">
            <a:avLst/>
          </a:prstGeom>
          <a:solidFill>
            <a:schemeClr val="accent2">
              <a:lumMod val="60000"/>
              <a:lumOff val="40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accent2">
                    <a:lumMod val="50000"/>
                  </a:schemeClr>
                </a:solidFill>
              </a:rPr>
              <a:t>3.</a:t>
            </a:r>
            <a:r>
              <a:rPr lang="ja-JP" altLang="en-US" sz="1600" dirty="0">
                <a:solidFill>
                  <a:schemeClr val="accent2">
                    <a:lumMod val="50000"/>
                  </a:schemeClr>
                </a:solidFill>
              </a:rPr>
              <a:t>肉を切る</a:t>
            </a:r>
          </a:p>
        </p:txBody>
      </p:sp>
      <p:sp>
        <p:nvSpPr>
          <p:cNvPr id="75" name="正方形/長方形 74">
            <a:extLst>
              <a:ext uri="{FF2B5EF4-FFF2-40B4-BE49-F238E27FC236}">
                <a16:creationId xmlns:a16="http://schemas.microsoft.com/office/drawing/2014/main" id="{95F1BB09-705F-3941-A91A-26408C359083}"/>
              </a:ext>
            </a:extLst>
          </p:cNvPr>
          <p:cNvSpPr/>
          <p:nvPr/>
        </p:nvSpPr>
        <p:spPr bwMode="auto">
          <a:xfrm>
            <a:off x="5555994" y="3429000"/>
            <a:ext cx="1440000" cy="360004"/>
          </a:xfrm>
          <a:prstGeom prst="rect">
            <a:avLst/>
          </a:prstGeom>
          <a:solidFill>
            <a:schemeClr val="accent2">
              <a:lumMod val="75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bg1"/>
                </a:solidFill>
              </a:rPr>
              <a:t>4.</a:t>
            </a:r>
            <a:r>
              <a:rPr lang="ja-JP" altLang="en-US" sz="1600" dirty="0">
                <a:solidFill>
                  <a:schemeClr val="bg1"/>
                </a:solidFill>
              </a:rPr>
              <a:t>肉を炒める</a:t>
            </a:r>
          </a:p>
        </p:txBody>
      </p:sp>
      <p:sp>
        <p:nvSpPr>
          <p:cNvPr id="76" name="正方形/長方形 75">
            <a:extLst>
              <a:ext uri="{FF2B5EF4-FFF2-40B4-BE49-F238E27FC236}">
                <a16:creationId xmlns:a16="http://schemas.microsoft.com/office/drawing/2014/main" id="{E7D732B5-75FC-B0D2-E72B-038225458A68}"/>
              </a:ext>
            </a:extLst>
          </p:cNvPr>
          <p:cNvSpPr/>
          <p:nvPr/>
        </p:nvSpPr>
        <p:spPr bwMode="auto">
          <a:xfrm>
            <a:off x="5555994" y="3789004"/>
            <a:ext cx="1440000" cy="360004"/>
          </a:xfrm>
          <a:prstGeom prst="rect">
            <a:avLst/>
          </a:prstGeom>
          <a:solidFill>
            <a:srgbClr val="632523"/>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bg1"/>
                </a:solidFill>
              </a:rPr>
              <a:t>5.</a:t>
            </a:r>
            <a:r>
              <a:rPr lang="ja-JP" altLang="en-US" sz="1600" dirty="0">
                <a:solidFill>
                  <a:schemeClr val="bg1"/>
                </a:solidFill>
              </a:rPr>
              <a:t>煮込む</a:t>
            </a:r>
          </a:p>
        </p:txBody>
      </p:sp>
      <p:sp>
        <p:nvSpPr>
          <p:cNvPr id="77" name="正方形/長方形 76">
            <a:extLst>
              <a:ext uri="{FF2B5EF4-FFF2-40B4-BE49-F238E27FC236}">
                <a16:creationId xmlns:a16="http://schemas.microsoft.com/office/drawing/2014/main" id="{904AB319-1E33-330C-8A70-0F028339D8B1}"/>
              </a:ext>
            </a:extLst>
          </p:cNvPr>
          <p:cNvSpPr/>
          <p:nvPr/>
        </p:nvSpPr>
        <p:spPr bwMode="auto">
          <a:xfrm>
            <a:off x="5555994" y="4149008"/>
            <a:ext cx="1440000" cy="360004"/>
          </a:xfrm>
          <a:prstGeom prst="rect">
            <a:avLst/>
          </a:prstGeom>
          <a:solidFill>
            <a:srgbClr val="663300"/>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400" dirty="0">
                <a:solidFill>
                  <a:schemeClr val="bg1"/>
                </a:solidFill>
              </a:rPr>
              <a:t>6.</a:t>
            </a:r>
            <a:r>
              <a:rPr lang="ja-JP" altLang="en-US" sz="1400" dirty="0">
                <a:solidFill>
                  <a:schemeClr val="bg1"/>
                </a:solidFill>
              </a:rPr>
              <a:t>ルーを入れる</a:t>
            </a:r>
          </a:p>
        </p:txBody>
      </p:sp>
      <p:sp>
        <p:nvSpPr>
          <p:cNvPr id="78" name="正方形/長方形 77">
            <a:extLst>
              <a:ext uri="{FF2B5EF4-FFF2-40B4-BE49-F238E27FC236}">
                <a16:creationId xmlns:a16="http://schemas.microsoft.com/office/drawing/2014/main" id="{F5E8D06F-DC95-D732-13C7-DAC5CDFDC2DF}"/>
              </a:ext>
            </a:extLst>
          </p:cNvPr>
          <p:cNvSpPr/>
          <p:nvPr/>
        </p:nvSpPr>
        <p:spPr bwMode="auto">
          <a:xfrm>
            <a:off x="5555994" y="4509012"/>
            <a:ext cx="1440000" cy="360004"/>
          </a:xfrm>
          <a:prstGeom prst="rect">
            <a:avLst/>
          </a:prstGeom>
          <a:solidFill>
            <a:schemeClr val="accent6">
              <a:lumMod val="60000"/>
              <a:lumOff val="40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accent2">
                    <a:lumMod val="50000"/>
                  </a:schemeClr>
                </a:solidFill>
              </a:rPr>
              <a:t>7.</a:t>
            </a:r>
            <a:r>
              <a:rPr lang="ja-JP" altLang="en-US" sz="1600" dirty="0">
                <a:solidFill>
                  <a:schemeClr val="accent2">
                    <a:lumMod val="50000"/>
                  </a:schemeClr>
                </a:solidFill>
              </a:rPr>
              <a:t>コメを研ぐ</a:t>
            </a:r>
          </a:p>
        </p:txBody>
      </p:sp>
      <p:sp>
        <p:nvSpPr>
          <p:cNvPr id="79" name="正方形/長方形 78">
            <a:extLst>
              <a:ext uri="{FF2B5EF4-FFF2-40B4-BE49-F238E27FC236}">
                <a16:creationId xmlns:a16="http://schemas.microsoft.com/office/drawing/2014/main" id="{B548BAE7-AC70-D5EF-5DC4-E64098EE6D5D}"/>
              </a:ext>
            </a:extLst>
          </p:cNvPr>
          <p:cNvSpPr/>
          <p:nvPr/>
        </p:nvSpPr>
        <p:spPr bwMode="auto">
          <a:xfrm>
            <a:off x="5555994" y="4869016"/>
            <a:ext cx="1440000" cy="360004"/>
          </a:xfrm>
          <a:prstGeom prst="rect">
            <a:avLst/>
          </a:prstGeom>
          <a:solidFill>
            <a:schemeClr val="accent6">
              <a:lumMod val="75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bg1"/>
                </a:solidFill>
              </a:rPr>
              <a:t>8.</a:t>
            </a:r>
            <a:r>
              <a:rPr lang="ja-JP" altLang="en-US" sz="1600" dirty="0">
                <a:solidFill>
                  <a:schemeClr val="bg1"/>
                </a:solidFill>
              </a:rPr>
              <a:t>コメを炊く</a:t>
            </a:r>
          </a:p>
        </p:txBody>
      </p:sp>
      <p:sp>
        <p:nvSpPr>
          <p:cNvPr id="80" name="正方形/長方形 79">
            <a:extLst>
              <a:ext uri="{FF2B5EF4-FFF2-40B4-BE49-F238E27FC236}">
                <a16:creationId xmlns:a16="http://schemas.microsoft.com/office/drawing/2014/main" id="{8BA02673-C26D-C5B9-2256-9358760F82C9}"/>
              </a:ext>
            </a:extLst>
          </p:cNvPr>
          <p:cNvSpPr/>
          <p:nvPr/>
        </p:nvSpPr>
        <p:spPr bwMode="auto">
          <a:xfrm>
            <a:off x="5555994" y="5229020"/>
            <a:ext cx="1440000" cy="360004"/>
          </a:xfrm>
          <a:prstGeom prst="rect">
            <a:avLst/>
          </a:prstGeom>
          <a:solidFill>
            <a:srgbClr val="CC9900"/>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bg1"/>
                </a:solidFill>
              </a:rPr>
              <a:t>9.</a:t>
            </a:r>
            <a:r>
              <a:rPr lang="ja-JP" altLang="en-US" sz="1600" dirty="0">
                <a:solidFill>
                  <a:schemeClr val="bg1"/>
                </a:solidFill>
              </a:rPr>
              <a:t>もりつける</a:t>
            </a:r>
          </a:p>
        </p:txBody>
      </p:sp>
      <p:sp>
        <p:nvSpPr>
          <p:cNvPr id="81" name="テキスト ボックス 80">
            <a:extLst>
              <a:ext uri="{FF2B5EF4-FFF2-40B4-BE49-F238E27FC236}">
                <a16:creationId xmlns:a16="http://schemas.microsoft.com/office/drawing/2014/main" id="{801F97B0-A530-4DFB-98B7-E1B3E03095CD}"/>
              </a:ext>
            </a:extLst>
          </p:cNvPr>
          <p:cNvSpPr txBox="1"/>
          <p:nvPr/>
        </p:nvSpPr>
        <p:spPr>
          <a:xfrm>
            <a:off x="5105989" y="1808982"/>
            <a:ext cx="1620018" cy="369332"/>
          </a:xfrm>
          <a:prstGeom prst="rect">
            <a:avLst/>
          </a:prstGeom>
          <a:noFill/>
        </p:spPr>
        <p:txBody>
          <a:bodyPr wrap="none" rtlCol="0">
            <a:noAutofit/>
          </a:bodyPr>
          <a:lstStyle/>
          <a:p>
            <a:r>
              <a:rPr lang="ja-JP" altLang="en-US" sz="2400" dirty="0">
                <a:solidFill>
                  <a:srgbClr val="5E6363"/>
                </a:solidFill>
              </a:rPr>
              <a:t>カレーのレシピ</a:t>
            </a:r>
          </a:p>
        </p:txBody>
      </p:sp>
      <p:grpSp>
        <p:nvGrpSpPr>
          <p:cNvPr id="82" name="グループ化 81">
            <a:extLst>
              <a:ext uri="{FF2B5EF4-FFF2-40B4-BE49-F238E27FC236}">
                <a16:creationId xmlns:a16="http://schemas.microsoft.com/office/drawing/2014/main" id="{85498A2E-C4AB-133E-E0D9-81B91B0E0699}"/>
              </a:ext>
            </a:extLst>
          </p:cNvPr>
          <p:cNvGrpSpPr/>
          <p:nvPr/>
        </p:nvGrpSpPr>
        <p:grpSpPr>
          <a:xfrm>
            <a:off x="7265997" y="4059007"/>
            <a:ext cx="1562400" cy="576064"/>
            <a:chOff x="971600" y="5445224"/>
            <a:chExt cx="7200800" cy="576064"/>
          </a:xfrm>
        </p:grpSpPr>
        <p:sp>
          <p:nvSpPr>
            <p:cNvPr id="83" name="平行四辺形 82">
              <a:extLst>
                <a:ext uri="{FF2B5EF4-FFF2-40B4-BE49-F238E27FC236}">
                  <a16:creationId xmlns:a16="http://schemas.microsoft.com/office/drawing/2014/main" id="{3D3A75D7-37FB-AFF5-7DE3-1CFCBA7CF1F1}"/>
                </a:ext>
              </a:extLst>
            </p:cNvPr>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84" name="平行四辺形 83">
              <a:extLst>
                <a:ext uri="{FF2B5EF4-FFF2-40B4-BE49-F238E27FC236}">
                  <a16:creationId xmlns:a16="http://schemas.microsoft.com/office/drawing/2014/main" id="{133AE61B-1ADD-4CAD-4E4C-6BBBDC90DEC5}"/>
                </a:ext>
              </a:extLst>
            </p:cNvPr>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85" name="グループ化 84">
            <a:extLst>
              <a:ext uri="{FF2B5EF4-FFF2-40B4-BE49-F238E27FC236}">
                <a16:creationId xmlns:a16="http://schemas.microsoft.com/office/drawing/2014/main" id="{24BC29E0-08E8-3C3D-36EF-B22858DB08BF}"/>
              </a:ext>
            </a:extLst>
          </p:cNvPr>
          <p:cNvGrpSpPr/>
          <p:nvPr/>
        </p:nvGrpSpPr>
        <p:grpSpPr>
          <a:xfrm>
            <a:off x="9516022" y="2348988"/>
            <a:ext cx="1562400" cy="576064"/>
            <a:chOff x="971600" y="5445224"/>
            <a:chExt cx="7200800" cy="576064"/>
          </a:xfrm>
        </p:grpSpPr>
        <p:sp>
          <p:nvSpPr>
            <p:cNvPr id="86" name="平行四辺形 85">
              <a:extLst>
                <a:ext uri="{FF2B5EF4-FFF2-40B4-BE49-F238E27FC236}">
                  <a16:creationId xmlns:a16="http://schemas.microsoft.com/office/drawing/2014/main" id="{FB7B9807-EDBD-1AC2-DA84-AE97FBE6FE9F}"/>
                </a:ext>
              </a:extLst>
            </p:cNvPr>
            <p:cNvSpPr/>
            <p:nvPr/>
          </p:nvSpPr>
          <p:spPr bwMode="auto">
            <a:xfrm>
              <a:off x="971600" y="5517232"/>
              <a:ext cx="7200800" cy="504056"/>
            </a:xfrm>
            <a:prstGeom prst="parallelogram">
              <a:avLst/>
            </a:prstGeom>
            <a:ln>
              <a:headEnd/>
              <a:tailEnd type="triangle" w="sm" len="med"/>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87" name="平行四辺形 86">
              <a:extLst>
                <a:ext uri="{FF2B5EF4-FFF2-40B4-BE49-F238E27FC236}">
                  <a16:creationId xmlns:a16="http://schemas.microsoft.com/office/drawing/2014/main" id="{53CFE3EE-B2CF-D5B7-E71F-9FA0A4271CE7}"/>
                </a:ext>
              </a:extLst>
            </p:cNvPr>
            <p:cNvSpPr/>
            <p:nvPr/>
          </p:nvSpPr>
          <p:spPr bwMode="auto">
            <a:xfrm>
              <a:off x="971600" y="5445224"/>
              <a:ext cx="7200800" cy="504056"/>
            </a:xfrm>
            <a:prstGeom prst="parallelogram">
              <a:avLst/>
            </a:prstGeom>
            <a:ln>
              <a:headEnd/>
              <a:tailEnd type="triangle" w="sm" len="med"/>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88" name="グループ化 87">
            <a:extLst>
              <a:ext uri="{FF2B5EF4-FFF2-40B4-BE49-F238E27FC236}">
                <a16:creationId xmlns:a16="http://schemas.microsoft.com/office/drawing/2014/main" id="{A38D2E84-DEF8-0313-44FB-7BD57E575A57}"/>
              </a:ext>
            </a:extLst>
          </p:cNvPr>
          <p:cNvGrpSpPr/>
          <p:nvPr/>
        </p:nvGrpSpPr>
        <p:grpSpPr>
          <a:xfrm>
            <a:off x="9462150" y="4094957"/>
            <a:ext cx="1562400" cy="576064"/>
            <a:chOff x="971600" y="5445224"/>
            <a:chExt cx="7200800" cy="576064"/>
          </a:xfrm>
        </p:grpSpPr>
        <p:sp>
          <p:nvSpPr>
            <p:cNvPr id="89" name="平行四辺形 88">
              <a:extLst>
                <a:ext uri="{FF2B5EF4-FFF2-40B4-BE49-F238E27FC236}">
                  <a16:creationId xmlns:a16="http://schemas.microsoft.com/office/drawing/2014/main" id="{CF9527EB-6E4B-ED24-D04A-E2C5203CF6F4}"/>
                </a:ext>
              </a:extLst>
            </p:cNvPr>
            <p:cNvSpPr/>
            <p:nvPr/>
          </p:nvSpPr>
          <p:spPr bwMode="auto">
            <a:xfrm>
              <a:off x="971600" y="5517232"/>
              <a:ext cx="7200800" cy="504056"/>
            </a:xfrm>
            <a:prstGeom prst="parallelogram">
              <a:avLst/>
            </a:prstGeom>
            <a:ln>
              <a:headEnd/>
              <a:tailEnd type="triangle" w="sm" len="med"/>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90" name="平行四辺形 89">
              <a:extLst>
                <a:ext uri="{FF2B5EF4-FFF2-40B4-BE49-F238E27FC236}">
                  <a16:creationId xmlns:a16="http://schemas.microsoft.com/office/drawing/2014/main" id="{29A98E74-9E88-D287-CCCF-62758D21CFBD}"/>
                </a:ext>
              </a:extLst>
            </p:cNvPr>
            <p:cNvSpPr/>
            <p:nvPr/>
          </p:nvSpPr>
          <p:spPr bwMode="auto">
            <a:xfrm>
              <a:off x="971600" y="5445224"/>
              <a:ext cx="7200800" cy="504056"/>
            </a:xfrm>
            <a:prstGeom prst="parallelogram">
              <a:avLst/>
            </a:prstGeom>
            <a:ln>
              <a:headEnd/>
              <a:tailEnd type="triangle" w="sm" len="med"/>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91" name="グループ化 90">
            <a:extLst>
              <a:ext uri="{FF2B5EF4-FFF2-40B4-BE49-F238E27FC236}">
                <a16:creationId xmlns:a16="http://schemas.microsoft.com/office/drawing/2014/main" id="{5599B19D-DEEE-E2D6-EFEC-DEEEF55DE3F7}"/>
              </a:ext>
            </a:extLst>
          </p:cNvPr>
          <p:cNvGrpSpPr/>
          <p:nvPr/>
        </p:nvGrpSpPr>
        <p:grpSpPr>
          <a:xfrm>
            <a:off x="9426309" y="5949028"/>
            <a:ext cx="1584176" cy="576064"/>
            <a:chOff x="971600" y="5445224"/>
            <a:chExt cx="7200800" cy="576064"/>
          </a:xfrm>
        </p:grpSpPr>
        <p:sp>
          <p:nvSpPr>
            <p:cNvPr id="92" name="平行四辺形 91">
              <a:extLst>
                <a:ext uri="{FF2B5EF4-FFF2-40B4-BE49-F238E27FC236}">
                  <a16:creationId xmlns:a16="http://schemas.microsoft.com/office/drawing/2014/main" id="{E904CAE4-9215-CBEE-5C39-3CC1CBC48C7A}"/>
                </a:ext>
              </a:extLst>
            </p:cNvPr>
            <p:cNvSpPr/>
            <p:nvPr/>
          </p:nvSpPr>
          <p:spPr bwMode="auto">
            <a:xfrm>
              <a:off x="971600" y="5517232"/>
              <a:ext cx="7200800" cy="504056"/>
            </a:xfrm>
            <a:prstGeom prst="parallelogram">
              <a:avLst/>
            </a:prstGeom>
            <a:ln>
              <a:headEnd/>
              <a:tailEnd type="triangle" w="sm" len="med"/>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93" name="平行四辺形 92">
              <a:extLst>
                <a:ext uri="{FF2B5EF4-FFF2-40B4-BE49-F238E27FC236}">
                  <a16:creationId xmlns:a16="http://schemas.microsoft.com/office/drawing/2014/main" id="{82DA1ACA-56A0-D6D9-FF02-D50F4509AEA9}"/>
                </a:ext>
              </a:extLst>
            </p:cNvPr>
            <p:cNvSpPr/>
            <p:nvPr/>
          </p:nvSpPr>
          <p:spPr bwMode="auto">
            <a:xfrm>
              <a:off x="971600" y="5445224"/>
              <a:ext cx="7200800" cy="504056"/>
            </a:xfrm>
            <a:prstGeom prst="parallelogram">
              <a:avLst/>
            </a:prstGeom>
            <a:ln>
              <a:headEnd/>
              <a:tailEnd type="triangle" w="sm" len="med"/>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sp>
        <p:nvSpPr>
          <p:cNvPr id="94" name="正方形/長方形 93">
            <a:extLst>
              <a:ext uri="{FF2B5EF4-FFF2-40B4-BE49-F238E27FC236}">
                <a16:creationId xmlns:a16="http://schemas.microsoft.com/office/drawing/2014/main" id="{CBD0CF25-FB82-2743-6A1A-5CD9AACFF16B}"/>
              </a:ext>
            </a:extLst>
          </p:cNvPr>
          <p:cNvSpPr/>
          <p:nvPr/>
        </p:nvSpPr>
        <p:spPr>
          <a:xfrm>
            <a:off x="7227837" y="3194464"/>
            <a:ext cx="1028171" cy="738664"/>
          </a:xfrm>
          <a:prstGeom prst="rect">
            <a:avLst/>
          </a:prstGeom>
        </p:spPr>
        <p:txBody>
          <a:bodyPr wrap="squar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 </a:t>
            </a: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95" name="正方形/長方形 94">
            <a:extLst>
              <a:ext uri="{FF2B5EF4-FFF2-40B4-BE49-F238E27FC236}">
                <a16:creationId xmlns:a16="http://schemas.microsoft.com/office/drawing/2014/main" id="{F58CF5C3-E6B3-E26D-0C54-7AE773A64AF9}"/>
              </a:ext>
            </a:extLst>
          </p:cNvPr>
          <p:cNvSpPr/>
          <p:nvPr/>
        </p:nvSpPr>
        <p:spPr>
          <a:xfrm>
            <a:off x="9477862" y="1484445"/>
            <a:ext cx="937991" cy="738664"/>
          </a:xfrm>
          <a:prstGeom prst="rect">
            <a:avLst/>
          </a:prstGeom>
        </p:spPr>
        <p:txBody>
          <a:bodyPr wrap="square">
            <a:spAutoFit/>
          </a:bodyPr>
          <a:lstStyle/>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96" name="正方形/長方形 95">
            <a:extLst>
              <a:ext uri="{FF2B5EF4-FFF2-40B4-BE49-F238E27FC236}">
                <a16:creationId xmlns:a16="http://schemas.microsoft.com/office/drawing/2014/main" id="{1C898DF9-870A-3151-E227-072A0EB1B54A}"/>
              </a:ext>
            </a:extLst>
          </p:cNvPr>
          <p:cNvSpPr/>
          <p:nvPr/>
        </p:nvSpPr>
        <p:spPr>
          <a:xfrm>
            <a:off x="9425877" y="3248998"/>
            <a:ext cx="865983" cy="738664"/>
          </a:xfrm>
          <a:prstGeom prst="rect">
            <a:avLst/>
          </a:prstGeom>
        </p:spPr>
        <p:txBody>
          <a:bodyPr wrap="square">
            <a:spAutoFit/>
          </a:bodyPr>
          <a:lstStyle/>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ﾟーﾟ</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97" name="正方形/長方形 96">
            <a:extLst>
              <a:ext uri="{FF2B5EF4-FFF2-40B4-BE49-F238E27FC236}">
                <a16:creationId xmlns:a16="http://schemas.microsoft.com/office/drawing/2014/main" id="{7D1A1DF1-F1EE-7FEB-BF3D-B819203441D1}"/>
              </a:ext>
            </a:extLst>
          </p:cNvPr>
          <p:cNvSpPr/>
          <p:nvPr/>
        </p:nvSpPr>
        <p:spPr>
          <a:xfrm>
            <a:off x="9390036" y="5103069"/>
            <a:ext cx="937991" cy="738664"/>
          </a:xfrm>
          <a:prstGeom prst="rect">
            <a:avLst/>
          </a:prstGeom>
        </p:spPr>
        <p:txBody>
          <a:bodyPr wrap="square">
            <a:spAutoFit/>
          </a:bodyPr>
          <a:lstStyle/>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l-GR"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l-GR"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l-GR"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ω</a:t>
            </a:r>
            <a:r>
              <a:rPr lang="ja-JP" altLang="el-GR"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98" name="角丸四角形 45">
            <a:extLst>
              <a:ext uri="{FF2B5EF4-FFF2-40B4-BE49-F238E27FC236}">
                <a16:creationId xmlns:a16="http://schemas.microsoft.com/office/drawing/2014/main" id="{B6756685-E550-8228-FF8D-0ABBA809DF3D}"/>
              </a:ext>
            </a:extLst>
          </p:cNvPr>
          <p:cNvSpPr/>
          <p:nvPr/>
        </p:nvSpPr>
        <p:spPr bwMode="auto">
          <a:xfrm>
            <a:off x="9881899" y="2168986"/>
            <a:ext cx="720008" cy="360004"/>
          </a:xfrm>
          <a:prstGeom prst="roundRect">
            <a:avLst/>
          </a:prstGeom>
          <a:solidFill>
            <a:srgbClr val="D99694"/>
          </a:solidFill>
          <a:ln>
            <a:headEnd/>
            <a:tailEnd type="triangle" w="sm" len="med"/>
          </a:ln>
        </p:spPr>
        <p:style>
          <a:lnRef idx="3">
            <a:schemeClr val="lt1"/>
          </a:lnRef>
          <a:fillRef idx="1">
            <a:schemeClr val="accent6"/>
          </a:fillRef>
          <a:effectRef idx="1">
            <a:schemeClr val="accent6"/>
          </a:effectRef>
          <a:fontRef idx="minor">
            <a:schemeClr val="lt1"/>
          </a:fontRef>
        </p:style>
        <p:txBody>
          <a:bodyPr wrap="none" rtlCol="0" anchor="ctr"/>
          <a:lstStyle/>
          <a:p>
            <a:pPr algn="ctr"/>
            <a:r>
              <a:rPr kumimoji="1" lang="ja-JP" altLang="en-US" sz="1400" dirty="0">
                <a:solidFill>
                  <a:schemeClr val="bg1"/>
                </a:solidFill>
                <a:latin typeface="Arial Narrow" panose="020B0606020202030204" pitchFamily="34" charset="0"/>
              </a:rPr>
              <a:t>肉切る</a:t>
            </a:r>
          </a:p>
        </p:txBody>
      </p:sp>
      <p:sp>
        <p:nvSpPr>
          <p:cNvPr id="99" name="角丸四角形 46">
            <a:extLst>
              <a:ext uri="{FF2B5EF4-FFF2-40B4-BE49-F238E27FC236}">
                <a16:creationId xmlns:a16="http://schemas.microsoft.com/office/drawing/2014/main" id="{B2A9E2E6-E38A-D5ED-5D6C-464597A88053}"/>
              </a:ext>
            </a:extLst>
          </p:cNvPr>
          <p:cNvSpPr/>
          <p:nvPr/>
        </p:nvSpPr>
        <p:spPr bwMode="auto">
          <a:xfrm>
            <a:off x="7632018" y="3879005"/>
            <a:ext cx="720008" cy="360004"/>
          </a:xfrm>
          <a:prstGeom prst="roundRect">
            <a:avLst/>
          </a:prstGeom>
          <a:solidFill>
            <a:srgbClr val="632523"/>
          </a:solidFill>
          <a:ln>
            <a:headEnd/>
            <a:tailEnd type="triangle" w="sm" len="med"/>
          </a:ln>
        </p:spPr>
        <p:style>
          <a:lnRef idx="3">
            <a:schemeClr val="lt1"/>
          </a:lnRef>
          <a:fillRef idx="1">
            <a:schemeClr val="accent6"/>
          </a:fillRef>
          <a:effectRef idx="1">
            <a:schemeClr val="accent6"/>
          </a:effectRef>
          <a:fontRef idx="minor">
            <a:schemeClr val="lt1"/>
          </a:fontRef>
        </p:style>
        <p:txBody>
          <a:bodyPr wrap="none" rtlCol="0" anchor="ctr"/>
          <a:lstStyle/>
          <a:p>
            <a:pPr algn="ctr"/>
            <a:r>
              <a:rPr kumimoji="1" lang="ja-JP" altLang="en-US" sz="1400" dirty="0">
                <a:solidFill>
                  <a:schemeClr val="bg1"/>
                </a:solidFill>
                <a:latin typeface="Arial Narrow" panose="020B0606020202030204" pitchFamily="34" charset="0"/>
              </a:rPr>
              <a:t>煮込み</a:t>
            </a:r>
          </a:p>
        </p:txBody>
      </p:sp>
      <p:sp>
        <p:nvSpPr>
          <p:cNvPr id="100" name="角丸四角形吹き出し 42">
            <a:extLst>
              <a:ext uri="{FF2B5EF4-FFF2-40B4-BE49-F238E27FC236}">
                <a16:creationId xmlns:a16="http://schemas.microsoft.com/office/drawing/2014/main" id="{E20710AB-9EE8-54E6-95DD-0F2465530EF4}"/>
              </a:ext>
            </a:extLst>
          </p:cNvPr>
          <p:cNvSpPr/>
          <p:nvPr/>
        </p:nvSpPr>
        <p:spPr bwMode="auto">
          <a:xfrm>
            <a:off x="10055884" y="4869016"/>
            <a:ext cx="1080012" cy="432647"/>
          </a:xfrm>
          <a:prstGeom prst="wedgeRoundRectCallout">
            <a:avLst>
              <a:gd name="adj1" fmla="val -46134"/>
              <a:gd name="adj2" fmla="val 94815"/>
              <a:gd name="adj3" fmla="val 16667"/>
            </a:avLst>
          </a:prstGeom>
          <a:ln>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600" dirty="0">
                <a:solidFill>
                  <a:schemeClr val="tx1">
                    <a:lumMod val="65000"/>
                    <a:lumOff val="35000"/>
                  </a:schemeClr>
                </a:solidFill>
                <a:latin typeface="Arial Narrow" panose="020B0606020202030204" pitchFamily="34" charset="0"/>
              </a:rPr>
              <a:t>煮ます！</a:t>
            </a:r>
          </a:p>
        </p:txBody>
      </p:sp>
      <p:sp>
        <p:nvSpPr>
          <p:cNvPr id="101" name="角丸四角形吹き出し 44">
            <a:extLst>
              <a:ext uri="{FF2B5EF4-FFF2-40B4-BE49-F238E27FC236}">
                <a16:creationId xmlns:a16="http://schemas.microsoft.com/office/drawing/2014/main" id="{4A4F9C67-FFE4-7B5F-4576-4B348D72E41B}"/>
              </a:ext>
            </a:extLst>
          </p:cNvPr>
          <p:cNvSpPr/>
          <p:nvPr/>
        </p:nvSpPr>
        <p:spPr bwMode="auto">
          <a:xfrm>
            <a:off x="10145885" y="1268976"/>
            <a:ext cx="1080012" cy="432647"/>
          </a:xfrm>
          <a:prstGeom prst="wedgeRoundRectCallout">
            <a:avLst>
              <a:gd name="adj1" fmla="val -41466"/>
              <a:gd name="adj2" fmla="val 84351"/>
              <a:gd name="adj3" fmla="val 16667"/>
            </a:avLst>
          </a:prstGeom>
          <a:ln>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600" dirty="0">
                <a:solidFill>
                  <a:schemeClr val="tx1">
                    <a:lumMod val="65000"/>
                    <a:lumOff val="35000"/>
                  </a:schemeClr>
                </a:solidFill>
                <a:latin typeface="Arial Narrow" panose="020B0606020202030204" pitchFamily="34" charset="0"/>
              </a:rPr>
              <a:t>切ります！</a:t>
            </a:r>
          </a:p>
        </p:txBody>
      </p:sp>
      <p:sp>
        <p:nvSpPr>
          <p:cNvPr id="102" name="角丸四角形吹き出し 44">
            <a:extLst>
              <a:ext uri="{FF2B5EF4-FFF2-40B4-BE49-F238E27FC236}">
                <a16:creationId xmlns:a16="http://schemas.microsoft.com/office/drawing/2014/main" id="{8B3F1351-14DB-FF29-D6C5-4062B9F2EEEF}"/>
              </a:ext>
            </a:extLst>
          </p:cNvPr>
          <p:cNvSpPr/>
          <p:nvPr/>
        </p:nvSpPr>
        <p:spPr bwMode="auto">
          <a:xfrm>
            <a:off x="7806002" y="2348988"/>
            <a:ext cx="1890037" cy="882652"/>
          </a:xfrm>
          <a:prstGeom prst="wedgeRoundRectCallout">
            <a:avLst>
              <a:gd name="adj1" fmla="val -41466"/>
              <a:gd name="adj2" fmla="val 84351"/>
              <a:gd name="adj3" fmla="val 16667"/>
            </a:avLst>
          </a:prstGeom>
          <a:ln>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600" dirty="0">
                <a:solidFill>
                  <a:schemeClr val="tx1">
                    <a:lumMod val="65000"/>
                    <a:lumOff val="35000"/>
                  </a:schemeClr>
                </a:solidFill>
                <a:latin typeface="Arial Narrow" panose="020B0606020202030204" pitchFamily="34" charset="0"/>
              </a:rPr>
              <a:t>これ今やっても</a:t>
            </a:r>
            <a:endParaRPr lang="en-US" altLang="ja-JP" sz="1600" dirty="0">
              <a:solidFill>
                <a:schemeClr val="tx1">
                  <a:lumMod val="65000"/>
                  <a:lumOff val="35000"/>
                </a:schemeClr>
              </a:solidFill>
              <a:latin typeface="Arial Narrow" panose="020B0606020202030204" pitchFamily="34" charset="0"/>
            </a:endParaRPr>
          </a:p>
          <a:p>
            <a:r>
              <a:rPr lang="ja-JP" altLang="en-US" sz="1600" dirty="0">
                <a:solidFill>
                  <a:schemeClr val="tx1">
                    <a:lumMod val="65000"/>
                    <a:lumOff val="35000"/>
                  </a:schemeClr>
                </a:solidFill>
                <a:latin typeface="Arial Narrow" panose="020B0606020202030204" pitchFamily="34" charset="0"/>
              </a:rPr>
              <a:t>ええんかな？（ｱｶﾝ</a:t>
            </a:r>
            <a:endParaRPr lang="en-US" altLang="ja-JP" sz="1600" dirty="0">
              <a:solidFill>
                <a:schemeClr val="tx1">
                  <a:lumMod val="65000"/>
                  <a:lumOff val="35000"/>
                </a:schemeClr>
              </a:solidFill>
              <a:latin typeface="Arial Narrow" panose="020B0606020202030204" pitchFamily="34" charset="0"/>
            </a:endParaRPr>
          </a:p>
          <a:p>
            <a:r>
              <a:rPr lang="ja-JP" altLang="en-US" sz="1600" b="1" dirty="0">
                <a:solidFill>
                  <a:schemeClr val="accent5"/>
                </a:solidFill>
                <a:latin typeface="Arial Narrow" panose="020B0606020202030204" pitchFamily="34" charset="0"/>
              </a:rPr>
              <a:t>（ここが大変）</a:t>
            </a:r>
          </a:p>
        </p:txBody>
      </p:sp>
      <p:sp>
        <p:nvSpPr>
          <p:cNvPr id="103" name="角丸四角形吹き出し 44">
            <a:extLst>
              <a:ext uri="{FF2B5EF4-FFF2-40B4-BE49-F238E27FC236}">
                <a16:creationId xmlns:a16="http://schemas.microsoft.com/office/drawing/2014/main" id="{7F81A082-0DCC-788F-32EC-66FABA6D8B1D}"/>
              </a:ext>
            </a:extLst>
          </p:cNvPr>
          <p:cNvSpPr/>
          <p:nvPr/>
        </p:nvSpPr>
        <p:spPr bwMode="auto">
          <a:xfrm>
            <a:off x="10146029" y="3194947"/>
            <a:ext cx="1025852" cy="342645"/>
          </a:xfrm>
          <a:prstGeom prst="wedgeRoundRectCallout">
            <a:avLst>
              <a:gd name="adj1" fmla="val -41466"/>
              <a:gd name="adj2" fmla="val 84351"/>
              <a:gd name="adj3" fmla="val 16667"/>
            </a:avLst>
          </a:prstGeom>
          <a:ln>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600" dirty="0">
                <a:solidFill>
                  <a:schemeClr val="tx1">
                    <a:lumMod val="65000"/>
                    <a:lumOff val="35000"/>
                  </a:schemeClr>
                </a:solidFill>
                <a:latin typeface="Arial Narrow" panose="020B0606020202030204" pitchFamily="34" charset="0"/>
              </a:rPr>
              <a:t>炒めます！</a:t>
            </a:r>
          </a:p>
        </p:txBody>
      </p:sp>
      <p:sp>
        <p:nvSpPr>
          <p:cNvPr id="104" name="角丸四角形 45">
            <a:extLst>
              <a:ext uri="{FF2B5EF4-FFF2-40B4-BE49-F238E27FC236}">
                <a16:creationId xmlns:a16="http://schemas.microsoft.com/office/drawing/2014/main" id="{5F0E77B6-4919-2034-5589-066D4ACF5AE4}"/>
              </a:ext>
            </a:extLst>
          </p:cNvPr>
          <p:cNvSpPr/>
          <p:nvPr/>
        </p:nvSpPr>
        <p:spPr bwMode="auto">
          <a:xfrm>
            <a:off x="9876026" y="3969006"/>
            <a:ext cx="720008" cy="360004"/>
          </a:xfrm>
          <a:prstGeom prst="roundRect">
            <a:avLst/>
          </a:prstGeom>
          <a:solidFill>
            <a:srgbClr val="4F6228"/>
          </a:solidFill>
          <a:ln>
            <a:headEnd/>
            <a:tailEnd type="triangle" w="sm" len="med"/>
          </a:ln>
        </p:spPr>
        <p:style>
          <a:lnRef idx="3">
            <a:schemeClr val="lt1"/>
          </a:lnRef>
          <a:fillRef idx="1">
            <a:schemeClr val="accent6"/>
          </a:fillRef>
          <a:effectRef idx="1">
            <a:schemeClr val="accent6"/>
          </a:effectRef>
          <a:fontRef idx="minor">
            <a:schemeClr val="lt1"/>
          </a:fontRef>
        </p:style>
        <p:txBody>
          <a:bodyPr wrap="none" rtlCol="0" anchor="ctr"/>
          <a:lstStyle/>
          <a:p>
            <a:pPr algn="ctr"/>
            <a:r>
              <a:rPr kumimoji="1" lang="ja-JP" altLang="en-US" sz="1400" dirty="0">
                <a:solidFill>
                  <a:schemeClr val="bg1"/>
                </a:solidFill>
                <a:latin typeface="Arial Narrow" panose="020B0606020202030204" pitchFamily="34" charset="0"/>
              </a:rPr>
              <a:t>野菜炒め</a:t>
            </a:r>
          </a:p>
        </p:txBody>
      </p:sp>
      <p:sp>
        <p:nvSpPr>
          <p:cNvPr id="105" name="矢印: 右 104">
            <a:extLst>
              <a:ext uri="{FF2B5EF4-FFF2-40B4-BE49-F238E27FC236}">
                <a16:creationId xmlns:a16="http://schemas.microsoft.com/office/drawing/2014/main" id="{514DB6F4-13EF-7830-A670-110073157152}"/>
              </a:ext>
            </a:extLst>
          </p:cNvPr>
          <p:cNvSpPr/>
          <p:nvPr/>
        </p:nvSpPr>
        <p:spPr bwMode="auto">
          <a:xfrm>
            <a:off x="8796014" y="3519001"/>
            <a:ext cx="450005" cy="630007"/>
          </a:xfrm>
          <a:prstGeom prst="rightArrow">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spTree>
    <p:extLst>
      <p:ext uri="{BB962C8B-B14F-4D97-AF65-F5344CB8AC3E}">
        <p14:creationId xmlns:p14="http://schemas.microsoft.com/office/powerpoint/2010/main" val="194779991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35B4A3B-1556-82AD-7898-611A620CF8BC}"/>
              </a:ext>
            </a:extLst>
          </p:cNvPr>
          <p:cNvSpPr>
            <a:spLocks noGrp="1"/>
          </p:cNvSpPr>
          <p:nvPr>
            <p:ph type="title"/>
          </p:nvPr>
        </p:nvSpPr>
        <p:spPr/>
        <p:txBody>
          <a:bodyPr/>
          <a:lstStyle/>
          <a:p>
            <a:r>
              <a:rPr lang="en-US" altLang="ja-JP" sz="2400" dirty="0"/>
              <a:t>AMD Bulldozer </a:t>
            </a:r>
            <a:r>
              <a:rPr lang="ja-JP" altLang="en-US" sz="2400" dirty="0"/>
              <a:t>のコア部分に占める演算器部分</a:t>
            </a:r>
            <a:br>
              <a:rPr lang="en-US" altLang="ja-JP" sz="2400" dirty="0"/>
            </a:br>
            <a:r>
              <a:rPr lang="ja-JP" altLang="en-US" sz="1800" dirty="0"/>
              <a:t>チップ写真は </a:t>
            </a:r>
            <a:r>
              <a:rPr lang="en-US" altLang="ja-JP" sz="1800" dirty="0">
                <a:hlinkClick r:id="rId2">
                  <a:extLst>
                    <a:ext uri="{A12FA001-AC4F-418D-AE19-62706E023703}">
                      <ahyp:hlinkClr xmlns:ahyp="http://schemas.microsoft.com/office/drawing/2018/hyperlinkcolor" val="tx"/>
                    </a:ext>
                  </a:extLst>
                </a:hlinkClick>
              </a:rPr>
              <a:t>https://en.wikichip.org/wiki/File:Bulldozer_Die_Shot.jpg</a:t>
            </a:r>
            <a:r>
              <a:rPr lang="en-US" altLang="ja-JP" sz="1800" dirty="0"/>
              <a:t> </a:t>
            </a:r>
            <a:r>
              <a:rPr lang="ja-JP" altLang="en-US" sz="1800" dirty="0"/>
              <a:t>より</a:t>
            </a:r>
          </a:p>
        </p:txBody>
      </p:sp>
      <p:sp>
        <p:nvSpPr>
          <p:cNvPr id="3" name="テキスト プレースホルダー 2">
            <a:extLst>
              <a:ext uri="{FF2B5EF4-FFF2-40B4-BE49-F238E27FC236}">
                <a16:creationId xmlns:a16="http://schemas.microsoft.com/office/drawing/2014/main" id="{E9685040-ADC3-70F5-3D41-5FA6DED17919}"/>
              </a:ext>
            </a:extLst>
          </p:cNvPr>
          <p:cNvSpPr>
            <a:spLocks noGrp="1"/>
          </p:cNvSpPr>
          <p:nvPr>
            <p:ph type="body" sz="quarter" idx="10"/>
          </p:nvPr>
        </p:nvSpPr>
        <p:spPr>
          <a:xfrm>
            <a:off x="2055035" y="6129030"/>
            <a:ext cx="8280092" cy="298109"/>
          </a:xfrm>
        </p:spPr>
        <p:txBody>
          <a:bodyPr/>
          <a:lstStyle/>
          <a:p>
            <a:r>
              <a:rPr kumimoji="1" lang="ja-JP" altLang="en-US" dirty="0"/>
              <a:t>演算器（</a:t>
            </a:r>
            <a:r>
              <a:rPr kumimoji="1" lang="en-US" altLang="ja-JP" dirty="0"/>
              <a:t>INT/FP</a:t>
            </a:r>
            <a:r>
              <a:rPr kumimoji="1" lang="ja-JP" altLang="en-US" dirty="0"/>
              <a:t>）が </a:t>
            </a:r>
            <a:r>
              <a:rPr kumimoji="1" lang="en-US" altLang="ja-JP" dirty="0"/>
              <a:t>CPU </a:t>
            </a:r>
            <a:r>
              <a:rPr kumimoji="1" lang="ja-JP" altLang="en-US" dirty="0"/>
              <a:t>コア全体に占める割合はわずか</a:t>
            </a:r>
          </a:p>
        </p:txBody>
      </p:sp>
      <p:grpSp>
        <p:nvGrpSpPr>
          <p:cNvPr id="9" name="グループ化 8">
            <a:extLst>
              <a:ext uri="{FF2B5EF4-FFF2-40B4-BE49-F238E27FC236}">
                <a16:creationId xmlns:a16="http://schemas.microsoft.com/office/drawing/2014/main" id="{F1E9967F-AEA2-E506-9BC5-E99794AC49CB}"/>
              </a:ext>
            </a:extLst>
          </p:cNvPr>
          <p:cNvGrpSpPr/>
          <p:nvPr/>
        </p:nvGrpSpPr>
        <p:grpSpPr>
          <a:xfrm>
            <a:off x="2855964" y="1178975"/>
            <a:ext cx="6407996" cy="4847740"/>
            <a:chOff x="881960" y="998973"/>
            <a:chExt cx="6858000" cy="5297745"/>
          </a:xfrm>
        </p:grpSpPr>
        <p:pic>
          <p:nvPicPr>
            <p:cNvPr id="4" name="図 3">
              <a:extLst>
                <a:ext uri="{FF2B5EF4-FFF2-40B4-BE49-F238E27FC236}">
                  <a16:creationId xmlns:a16="http://schemas.microsoft.com/office/drawing/2014/main" id="{A3BA04BB-5E46-3CC4-017B-B63A04540D75}"/>
                </a:ext>
              </a:extLst>
            </p:cNvPr>
            <p:cNvPicPr>
              <a:picLocks noChangeAspect="1"/>
            </p:cNvPicPr>
            <p:nvPr/>
          </p:nvPicPr>
          <p:blipFill>
            <a:blip r:embed="rId3">
              <a:extLst>
                <a:ext uri="{BEBA8EAE-BF5A-486C-A8C5-ECC9F3942E4B}">
                  <a14:imgProps xmlns:a14="http://schemas.microsoft.com/office/drawing/2010/main">
                    <a14:imgLayer r:embed="rId4">
                      <a14:imgEffect>
                        <a14:saturation sat="50000"/>
                      </a14:imgEffect>
                    </a14:imgLayer>
                  </a14:imgProps>
                </a:ext>
              </a:extLst>
            </a:blip>
            <a:stretch>
              <a:fillRect/>
            </a:stretch>
          </p:blipFill>
          <p:spPr>
            <a:xfrm rot="16200000">
              <a:off x="1662087" y="218846"/>
              <a:ext cx="5297745" cy="6858000"/>
            </a:xfrm>
            <a:prstGeom prst="rect">
              <a:avLst/>
            </a:prstGeom>
          </p:spPr>
        </p:pic>
        <p:sp>
          <p:nvSpPr>
            <p:cNvPr id="5" name="正方形/長方形 4">
              <a:extLst>
                <a:ext uri="{FF2B5EF4-FFF2-40B4-BE49-F238E27FC236}">
                  <a16:creationId xmlns:a16="http://schemas.microsoft.com/office/drawing/2014/main" id="{0E377DAE-50C4-1D29-FE93-79B2A7F2B05C}"/>
                </a:ext>
              </a:extLst>
            </p:cNvPr>
            <p:cNvSpPr/>
            <p:nvPr/>
          </p:nvSpPr>
          <p:spPr bwMode="auto">
            <a:xfrm>
              <a:off x="6342139" y="3021015"/>
              <a:ext cx="360004" cy="810009"/>
            </a:xfrm>
            <a:prstGeom prst="rect">
              <a:avLst/>
            </a:prstGeom>
            <a:solidFill>
              <a:srgbClr val="C00000">
                <a:alpha val="55000"/>
              </a:srgbClr>
            </a:solidFill>
            <a:ln w="38100">
              <a:solidFill>
                <a:schemeClr val="bg1"/>
              </a:solidFill>
              <a:headEnd/>
              <a:tailEnd type="triangle" w="sm" len="med"/>
            </a:ln>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200" b="1" dirty="0">
                  <a:solidFill>
                    <a:schemeClr val="bg1"/>
                  </a:solidFill>
                  <a:latin typeface="+mn-ea"/>
                </a:rPr>
                <a:t>INT</a:t>
              </a:r>
              <a:endParaRPr lang="ja-JP" altLang="en-US" sz="1200" b="1" dirty="0">
                <a:solidFill>
                  <a:schemeClr val="bg1"/>
                </a:solidFill>
                <a:latin typeface="+mn-ea"/>
              </a:endParaRPr>
            </a:p>
          </p:txBody>
        </p:sp>
        <p:sp>
          <p:nvSpPr>
            <p:cNvPr id="6" name="正方形/長方形 5">
              <a:extLst>
                <a:ext uri="{FF2B5EF4-FFF2-40B4-BE49-F238E27FC236}">
                  <a16:creationId xmlns:a16="http://schemas.microsoft.com/office/drawing/2014/main" id="{6CE92C38-8C1C-42C6-9998-02DBB7942FE9}"/>
                </a:ext>
              </a:extLst>
            </p:cNvPr>
            <p:cNvSpPr/>
            <p:nvPr/>
          </p:nvSpPr>
          <p:spPr bwMode="auto">
            <a:xfrm>
              <a:off x="1212081" y="5258902"/>
              <a:ext cx="990011" cy="810009"/>
            </a:xfrm>
            <a:prstGeom prst="rect">
              <a:avLst/>
            </a:prstGeom>
            <a:solidFill>
              <a:srgbClr val="C00000">
                <a:alpha val="55000"/>
              </a:srgbClr>
            </a:solidFill>
            <a:ln w="38100">
              <a:solidFill>
                <a:schemeClr val="bg1"/>
              </a:solidFill>
              <a:headEnd/>
              <a:tailEnd type="triangle" w="sm" len="med"/>
            </a:ln>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200" b="1" dirty="0">
                  <a:solidFill>
                    <a:schemeClr val="bg1"/>
                  </a:solidFill>
                  <a:latin typeface="+mn-ea"/>
                </a:rPr>
                <a:t>FP</a:t>
              </a:r>
              <a:endParaRPr lang="ja-JP" altLang="en-US" sz="1200" b="1" dirty="0">
                <a:solidFill>
                  <a:schemeClr val="bg1"/>
                </a:solidFill>
                <a:latin typeface="+mn-ea"/>
              </a:endParaRPr>
            </a:p>
          </p:txBody>
        </p:sp>
        <p:sp>
          <p:nvSpPr>
            <p:cNvPr id="7" name="正方形/長方形 6">
              <a:extLst>
                <a:ext uri="{FF2B5EF4-FFF2-40B4-BE49-F238E27FC236}">
                  <a16:creationId xmlns:a16="http://schemas.microsoft.com/office/drawing/2014/main" id="{6A014670-81C8-44C7-D8CC-524894B9538A}"/>
                </a:ext>
              </a:extLst>
            </p:cNvPr>
            <p:cNvSpPr/>
            <p:nvPr/>
          </p:nvSpPr>
          <p:spPr bwMode="auto">
            <a:xfrm>
              <a:off x="5352128" y="5258902"/>
              <a:ext cx="990011" cy="810009"/>
            </a:xfrm>
            <a:prstGeom prst="rect">
              <a:avLst/>
            </a:prstGeom>
            <a:solidFill>
              <a:srgbClr val="C00000">
                <a:alpha val="55000"/>
              </a:srgbClr>
            </a:solidFill>
            <a:ln w="38100">
              <a:solidFill>
                <a:schemeClr val="bg1"/>
              </a:solidFill>
              <a:headEnd/>
              <a:tailEnd type="triangle" w="sm" len="med"/>
            </a:ln>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200" b="1" dirty="0">
                  <a:solidFill>
                    <a:schemeClr val="bg1"/>
                  </a:solidFill>
                  <a:latin typeface="+mn-ea"/>
                </a:rPr>
                <a:t>FP</a:t>
              </a:r>
              <a:endParaRPr lang="ja-JP" altLang="en-US" sz="1200" b="1" dirty="0">
                <a:solidFill>
                  <a:schemeClr val="bg1"/>
                </a:solidFill>
                <a:latin typeface="+mn-ea"/>
              </a:endParaRPr>
            </a:p>
          </p:txBody>
        </p:sp>
        <p:sp>
          <p:nvSpPr>
            <p:cNvPr id="8" name="正方形/長方形 7">
              <a:extLst>
                <a:ext uri="{FF2B5EF4-FFF2-40B4-BE49-F238E27FC236}">
                  <a16:creationId xmlns:a16="http://schemas.microsoft.com/office/drawing/2014/main" id="{B9C221DD-B88C-CA82-B5CF-DCBA3E8E70A2}"/>
                </a:ext>
              </a:extLst>
            </p:cNvPr>
            <p:cNvSpPr/>
            <p:nvPr/>
          </p:nvSpPr>
          <p:spPr bwMode="auto">
            <a:xfrm>
              <a:off x="1224220" y="3025061"/>
              <a:ext cx="360004" cy="810009"/>
            </a:xfrm>
            <a:prstGeom prst="rect">
              <a:avLst/>
            </a:prstGeom>
            <a:solidFill>
              <a:srgbClr val="C00000">
                <a:alpha val="55000"/>
              </a:srgbClr>
            </a:solidFill>
            <a:ln w="38100">
              <a:solidFill>
                <a:schemeClr val="bg1"/>
              </a:solidFill>
              <a:headEnd/>
              <a:tailEnd type="triangle" w="sm" len="med"/>
            </a:ln>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200" b="1" dirty="0">
                  <a:solidFill>
                    <a:schemeClr val="bg1"/>
                  </a:solidFill>
                  <a:latin typeface="+mn-ea"/>
                </a:rPr>
                <a:t>INT</a:t>
              </a:r>
              <a:endParaRPr lang="ja-JP" altLang="en-US" sz="1200" b="1" dirty="0">
                <a:solidFill>
                  <a:schemeClr val="bg1"/>
                </a:solidFill>
                <a:latin typeface="+mn-ea"/>
              </a:endParaRPr>
            </a:p>
          </p:txBody>
        </p:sp>
      </p:grpSp>
    </p:spTree>
    <p:extLst>
      <p:ext uri="{BB962C8B-B14F-4D97-AF65-F5344CB8AC3E}">
        <p14:creationId xmlns:p14="http://schemas.microsoft.com/office/powerpoint/2010/main" val="54016840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27F5A29-5563-C443-6F11-A216A4E207EF}"/>
              </a:ext>
            </a:extLst>
          </p:cNvPr>
          <p:cNvSpPr>
            <a:spLocks noGrp="1"/>
          </p:cNvSpPr>
          <p:nvPr>
            <p:ph type="title"/>
          </p:nvPr>
        </p:nvSpPr>
        <p:spPr/>
        <p:txBody>
          <a:bodyPr/>
          <a:lstStyle/>
          <a:p>
            <a:r>
              <a:rPr kumimoji="1" lang="en-US" altLang="ja-JP" dirty="0"/>
              <a:t>Apple A18/M4 CPU </a:t>
            </a:r>
            <a:r>
              <a:rPr kumimoji="1" lang="ja-JP" altLang="en-US" dirty="0"/>
              <a:t>の場合</a:t>
            </a:r>
          </a:p>
        </p:txBody>
      </p:sp>
      <p:sp>
        <p:nvSpPr>
          <p:cNvPr id="12" name="テキスト プレースホルダー 11">
            <a:extLst>
              <a:ext uri="{FF2B5EF4-FFF2-40B4-BE49-F238E27FC236}">
                <a16:creationId xmlns:a16="http://schemas.microsoft.com/office/drawing/2014/main" id="{38E9DD6C-2809-DB26-FA8F-AF3A506646B3}"/>
              </a:ext>
            </a:extLst>
          </p:cNvPr>
          <p:cNvSpPr>
            <a:spLocks noGrp="1"/>
          </p:cNvSpPr>
          <p:nvPr>
            <p:ph type="body" sz="quarter" idx="10"/>
          </p:nvPr>
        </p:nvSpPr>
        <p:spPr>
          <a:xfrm>
            <a:off x="1775952" y="6039029"/>
            <a:ext cx="8640096" cy="540006"/>
          </a:xfrm>
        </p:spPr>
        <p:txBody>
          <a:bodyPr/>
          <a:lstStyle/>
          <a:p>
            <a:r>
              <a:rPr lang="ja-JP" altLang="en-US" dirty="0"/>
              <a:t>こういう複雑な部分（青）をなくす</a:t>
            </a:r>
          </a:p>
        </p:txBody>
      </p:sp>
      <p:pic>
        <p:nvPicPr>
          <p:cNvPr id="4" name="図 3" descr="グラフィカル ユーザー インターフェイス, アプリケーション&#10;&#10;AI 生成コンテンツは誤りを含む可能性があります。">
            <a:extLst>
              <a:ext uri="{FF2B5EF4-FFF2-40B4-BE49-F238E27FC236}">
                <a16:creationId xmlns:a16="http://schemas.microsoft.com/office/drawing/2014/main" id="{A4C94768-228C-2819-21AC-8082C2FBF24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990568" y="998973"/>
            <a:ext cx="6885474" cy="4987556"/>
          </a:xfrm>
          <a:prstGeom prst="rect">
            <a:avLst/>
          </a:prstGeom>
        </p:spPr>
      </p:pic>
      <p:sp>
        <p:nvSpPr>
          <p:cNvPr id="6" name="四角形: 角を丸くする 5">
            <a:extLst>
              <a:ext uri="{FF2B5EF4-FFF2-40B4-BE49-F238E27FC236}">
                <a16:creationId xmlns:a16="http://schemas.microsoft.com/office/drawing/2014/main" id="{161D9623-74CE-2DFF-0810-01747EF84085}"/>
              </a:ext>
            </a:extLst>
          </p:cNvPr>
          <p:cNvSpPr/>
          <p:nvPr/>
        </p:nvSpPr>
        <p:spPr bwMode="auto">
          <a:xfrm>
            <a:off x="4925987" y="1538979"/>
            <a:ext cx="5040056" cy="2070023"/>
          </a:xfrm>
          <a:prstGeom prst="roundRect">
            <a:avLst/>
          </a:prstGeom>
          <a:noFill/>
          <a:ln>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7" name="四角形: 角を丸くする 6">
            <a:extLst>
              <a:ext uri="{FF2B5EF4-FFF2-40B4-BE49-F238E27FC236}">
                <a16:creationId xmlns:a16="http://schemas.microsoft.com/office/drawing/2014/main" id="{27ED3724-A80B-5BBB-DC5C-A8F0C253BC02}"/>
              </a:ext>
            </a:extLst>
          </p:cNvPr>
          <p:cNvSpPr/>
          <p:nvPr/>
        </p:nvSpPr>
        <p:spPr bwMode="auto">
          <a:xfrm>
            <a:off x="2855963" y="3699004"/>
            <a:ext cx="7110079" cy="1080012"/>
          </a:xfrm>
          <a:prstGeom prst="roundRect">
            <a:avLst/>
          </a:prstGeom>
          <a:noFill/>
          <a:ln>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8" name="四角形: 角を丸くする 7">
            <a:extLst>
              <a:ext uri="{FF2B5EF4-FFF2-40B4-BE49-F238E27FC236}">
                <a16:creationId xmlns:a16="http://schemas.microsoft.com/office/drawing/2014/main" id="{889B7086-282B-D408-820A-8DB8B5EFF7EF}"/>
              </a:ext>
            </a:extLst>
          </p:cNvPr>
          <p:cNvSpPr/>
          <p:nvPr/>
        </p:nvSpPr>
        <p:spPr bwMode="auto">
          <a:xfrm>
            <a:off x="2855964" y="4869016"/>
            <a:ext cx="7110079" cy="1080012"/>
          </a:xfrm>
          <a:prstGeom prst="roundRect">
            <a:avLst/>
          </a:prstGeom>
          <a:noFill/>
          <a:ln>
            <a:headEnd/>
            <a:tailEnd type="triangle" w="sm" len="med"/>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9" name="正方形/長方形 8">
            <a:extLst>
              <a:ext uri="{FF2B5EF4-FFF2-40B4-BE49-F238E27FC236}">
                <a16:creationId xmlns:a16="http://schemas.microsoft.com/office/drawing/2014/main" id="{CA9F2F19-2AA8-683A-BC2E-1F6290D37042}"/>
              </a:ext>
            </a:extLst>
          </p:cNvPr>
          <p:cNvSpPr/>
          <p:nvPr/>
        </p:nvSpPr>
        <p:spPr bwMode="auto">
          <a:xfrm>
            <a:off x="2225957" y="1898983"/>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600" dirty="0">
                <a:solidFill>
                  <a:schemeClr val="accent5"/>
                </a:solidFill>
                <a:latin typeface="+mn-ea"/>
              </a:rPr>
              <a:t>命令の読み出しと解釈</a:t>
            </a:r>
            <a:endParaRPr lang="en-US" altLang="ja-JP" sz="1600" dirty="0">
              <a:solidFill>
                <a:schemeClr val="accent5"/>
              </a:solidFill>
              <a:latin typeface="+mn-ea"/>
            </a:endParaRPr>
          </a:p>
          <a:p>
            <a:r>
              <a:rPr lang="ja-JP" altLang="en-US" sz="1600" dirty="0">
                <a:solidFill>
                  <a:schemeClr val="accent5"/>
                </a:solidFill>
                <a:latin typeface="+mn-ea"/>
              </a:rPr>
              <a:t>依存関係を解析して，</a:t>
            </a:r>
            <a:endParaRPr lang="en-US" altLang="ja-JP" sz="1600" dirty="0">
              <a:solidFill>
                <a:schemeClr val="accent5"/>
              </a:solidFill>
              <a:latin typeface="+mn-ea"/>
            </a:endParaRPr>
          </a:p>
          <a:p>
            <a:r>
              <a:rPr lang="ja-JP" altLang="en-US" sz="1600" dirty="0">
                <a:solidFill>
                  <a:schemeClr val="accent5"/>
                </a:solidFill>
                <a:latin typeface="+mn-ea"/>
              </a:rPr>
              <a:t>どこを並列にやっていいか</a:t>
            </a:r>
            <a:br>
              <a:rPr lang="en-US" altLang="ja-JP" sz="1600" dirty="0">
                <a:solidFill>
                  <a:schemeClr val="accent5"/>
                </a:solidFill>
                <a:latin typeface="+mn-ea"/>
              </a:rPr>
            </a:br>
            <a:r>
              <a:rPr lang="ja-JP" altLang="en-US" sz="1600" dirty="0">
                <a:solidFill>
                  <a:schemeClr val="accent5"/>
                </a:solidFill>
                <a:latin typeface="+mn-ea"/>
              </a:rPr>
              <a:t>割り出す部分</a:t>
            </a:r>
          </a:p>
        </p:txBody>
      </p:sp>
      <p:sp>
        <p:nvSpPr>
          <p:cNvPr id="10" name="正方形/長方形 9">
            <a:extLst>
              <a:ext uri="{FF2B5EF4-FFF2-40B4-BE49-F238E27FC236}">
                <a16:creationId xmlns:a16="http://schemas.microsoft.com/office/drawing/2014/main" id="{B0A5FA08-C1D3-BB7B-6129-114A17A72F67}"/>
              </a:ext>
            </a:extLst>
          </p:cNvPr>
          <p:cNvSpPr/>
          <p:nvPr/>
        </p:nvSpPr>
        <p:spPr bwMode="auto">
          <a:xfrm>
            <a:off x="155934" y="3969006"/>
            <a:ext cx="65407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600" dirty="0">
                <a:solidFill>
                  <a:schemeClr val="accent5"/>
                </a:solidFill>
                <a:latin typeface="+mn-ea"/>
              </a:rPr>
              <a:t>依存した処理が</a:t>
            </a:r>
            <a:br>
              <a:rPr lang="en-US" altLang="ja-JP" sz="1600" dirty="0">
                <a:solidFill>
                  <a:schemeClr val="accent5"/>
                </a:solidFill>
                <a:latin typeface="+mn-ea"/>
              </a:rPr>
            </a:br>
            <a:r>
              <a:rPr lang="ja-JP" altLang="en-US" sz="1600" dirty="0">
                <a:solidFill>
                  <a:schemeClr val="accent5"/>
                </a:solidFill>
                <a:latin typeface="+mn-ea"/>
              </a:rPr>
              <a:t>終わっているかを監視して，</a:t>
            </a:r>
            <a:endParaRPr lang="en-US" altLang="ja-JP" sz="1600" dirty="0">
              <a:solidFill>
                <a:schemeClr val="accent5"/>
              </a:solidFill>
              <a:latin typeface="+mn-ea"/>
            </a:endParaRPr>
          </a:p>
          <a:p>
            <a:r>
              <a:rPr lang="ja-JP" altLang="en-US" sz="1600" dirty="0">
                <a:solidFill>
                  <a:schemeClr val="accent5"/>
                </a:solidFill>
                <a:latin typeface="+mn-ea"/>
              </a:rPr>
              <a:t>演算器に送り出す部分</a:t>
            </a:r>
          </a:p>
        </p:txBody>
      </p:sp>
      <p:sp>
        <p:nvSpPr>
          <p:cNvPr id="11" name="正方形/長方形 10">
            <a:extLst>
              <a:ext uri="{FF2B5EF4-FFF2-40B4-BE49-F238E27FC236}">
                <a16:creationId xmlns:a16="http://schemas.microsoft.com/office/drawing/2014/main" id="{759D24E1-E51A-5577-6D7D-B1F73211EAAF}"/>
              </a:ext>
            </a:extLst>
          </p:cNvPr>
          <p:cNvSpPr/>
          <p:nvPr/>
        </p:nvSpPr>
        <p:spPr bwMode="auto">
          <a:xfrm>
            <a:off x="1865953" y="4959017"/>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600" dirty="0">
                <a:solidFill>
                  <a:schemeClr val="accent2"/>
                </a:solidFill>
                <a:latin typeface="+mn-ea"/>
              </a:rPr>
              <a:t>演算器</a:t>
            </a:r>
          </a:p>
        </p:txBody>
      </p:sp>
    </p:spTree>
    <p:extLst>
      <p:ext uri="{BB962C8B-B14F-4D97-AF65-F5344CB8AC3E}">
        <p14:creationId xmlns:p14="http://schemas.microsoft.com/office/powerpoint/2010/main" val="179583200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四角形: 角を丸くする 18">
            <a:extLst>
              <a:ext uri="{FF2B5EF4-FFF2-40B4-BE49-F238E27FC236}">
                <a16:creationId xmlns:a16="http://schemas.microsoft.com/office/drawing/2014/main" id="{28F641A3-2FD3-40C8-6F55-5D1E80F2BE5C}"/>
              </a:ext>
            </a:extLst>
          </p:cNvPr>
          <p:cNvSpPr/>
          <p:nvPr/>
        </p:nvSpPr>
        <p:spPr bwMode="auto">
          <a:xfrm>
            <a:off x="5375992" y="4869016"/>
            <a:ext cx="3600040" cy="1890021"/>
          </a:xfrm>
          <a:prstGeom prst="roundRect">
            <a:avLst/>
          </a:prstGeom>
          <a:noFill/>
          <a:ln w="34925">
            <a:solidFill>
              <a:schemeClr val="accent3"/>
            </a:solidFill>
            <a:headEnd/>
            <a:tailEnd type="triangle" w="sm" len="med"/>
          </a:ln>
        </p:spPr>
        <p:style>
          <a:lnRef idx="2">
            <a:schemeClr val="accent6"/>
          </a:lnRef>
          <a:fillRef idx="1">
            <a:schemeClr val="lt1"/>
          </a:fillRef>
          <a:effectRef idx="0">
            <a:schemeClr val="accent6"/>
          </a:effectRef>
          <a:fontRef idx="minor">
            <a:schemeClr val="dk1"/>
          </a:fontRef>
        </p:style>
        <p:txBody>
          <a:bodyPr rot="0" spcFirstLastPara="0" vertOverflow="overflow" horzOverflow="overflow" vert="horz" wrap="none" lIns="91440" tIns="45720" rIns="91440" bIns="45720" numCol="1" spcCol="0" rtlCol="0" fromWordArt="0" anchor="t" anchorCtr="0" forceAA="0" compatLnSpc="1">
            <a:prstTxWarp prst="textNoShape">
              <a:avLst/>
            </a:prstTxWarp>
            <a:noAutofit/>
          </a:bodyPr>
          <a:lstStyle/>
          <a:p>
            <a:r>
              <a:rPr kumimoji="1" lang="ja-JP" altLang="en-US" dirty="0">
                <a:solidFill>
                  <a:schemeClr val="tx1">
                    <a:lumMod val="75000"/>
                    <a:lumOff val="25000"/>
                  </a:schemeClr>
                </a:solidFill>
                <a:latin typeface="+mn-ea"/>
              </a:rPr>
              <a:t>サブコア０</a:t>
            </a:r>
          </a:p>
        </p:txBody>
      </p:sp>
      <p:sp>
        <p:nvSpPr>
          <p:cNvPr id="25" name="四角形: 角を丸くする 24">
            <a:extLst>
              <a:ext uri="{FF2B5EF4-FFF2-40B4-BE49-F238E27FC236}">
                <a16:creationId xmlns:a16="http://schemas.microsoft.com/office/drawing/2014/main" id="{FD69D067-A1EE-58A5-9991-A053DBF04C75}"/>
              </a:ext>
            </a:extLst>
          </p:cNvPr>
          <p:cNvSpPr/>
          <p:nvPr/>
        </p:nvSpPr>
        <p:spPr bwMode="auto">
          <a:xfrm>
            <a:off x="9426037" y="4869016"/>
            <a:ext cx="540006" cy="1890021"/>
          </a:xfrm>
          <a:prstGeom prst="roundRect">
            <a:avLst/>
          </a:prstGeom>
          <a:noFill/>
          <a:ln w="34925">
            <a:solidFill>
              <a:schemeClr val="accent3"/>
            </a:solidFill>
            <a:headEnd/>
            <a:tailEnd type="triangle" w="sm" len="med"/>
          </a:ln>
        </p:spPr>
        <p:style>
          <a:lnRef idx="2">
            <a:schemeClr val="accent6"/>
          </a:lnRef>
          <a:fillRef idx="1">
            <a:schemeClr val="lt1"/>
          </a:fillRef>
          <a:effectRef idx="0">
            <a:schemeClr val="accent6"/>
          </a:effectRef>
          <a:fontRef idx="minor">
            <a:schemeClr val="dk1"/>
          </a:fontRef>
        </p:style>
        <p:txBody>
          <a:bodyPr rot="0" spcFirstLastPara="0" vertOverflow="overflow" horzOverflow="overflow" vert="eaVert" wrap="none" lIns="91440" tIns="45720" rIns="91440" bIns="45720" numCol="1" spcCol="0" rtlCol="0" fromWordArt="0" anchor="ctr" anchorCtr="0" forceAA="0" compatLnSpc="1">
            <a:prstTxWarp prst="textNoShape">
              <a:avLst/>
            </a:prstTxWarp>
            <a:noAutofit/>
          </a:bodyPr>
          <a:lstStyle/>
          <a:p>
            <a:pPr algn="ctr"/>
            <a:r>
              <a:rPr kumimoji="1" lang="ja-JP" altLang="en-US" dirty="0">
                <a:solidFill>
                  <a:schemeClr val="tx1">
                    <a:lumMod val="75000"/>
                    <a:lumOff val="25000"/>
                  </a:schemeClr>
                </a:solidFill>
                <a:latin typeface="+mn-ea"/>
              </a:rPr>
              <a:t>サブコア１</a:t>
            </a:r>
          </a:p>
        </p:txBody>
      </p:sp>
      <p:sp>
        <p:nvSpPr>
          <p:cNvPr id="26" name="四角形: 角を丸くする 25">
            <a:extLst>
              <a:ext uri="{FF2B5EF4-FFF2-40B4-BE49-F238E27FC236}">
                <a16:creationId xmlns:a16="http://schemas.microsoft.com/office/drawing/2014/main" id="{0A59F378-DFBB-9171-7E46-41AA53DFCD39}"/>
              </a:ext>
            </a:extLst>
          </p:cNvPr>
          <p:cNvSpPr/>
          <p:nvPr/>
        </p:nvSpPr>
        <p:spPr bwMode="auto">
          <a:xfrm>
            <a:off x="10236046" y="4869016"/>
            <a:ext cx="540006" cy="1890021"/>
          </a:xfrm>
          <a:prstGeom prst="roundRect">
            <a:avLst/>
          </a:prstGeom>
          <a:noFill/>
          <a:ln w="34925">
            <a:solidFill>
              <a:schemeClr val="accent3"/>
            </a:solidFill>
            <a:headEnd/>
            <a:tailEnd type="triangle" w="sm" len="med"/>
          </a:ln>
        </p:spPr>
        <p:style>
          <a:lnRef idx="2">
            <a:schemeClr val="accent6"/>
          </a:lnRef>
          <a:fillRef idx="1">
            <a:schemeClr val="lt1"/>
          </a:fillRef>
          <a:effectRef idx="0">
            <a:schemeClr val="accent6"/>
          </a:effectRef>
          <a:fontRef idx="minor">
            <a:schemeClr val="dk1"/>
          </a:fontRef>
        </p:style>
        <p:txBody>
          <a:bodyPr rot="0" spcFirstLastPara="0" vertOverflow="overflow" horzOverflow="overflow" vert="eaVert" wrap="none" lIns="91440" tIns="45720" rIns="91440" bIns="45720" numCol="1" spcCol="0" rtlCol="0" fromWordArt="0" anchor="ctr" anchorCtr="0" forceAA="0" compatLnSpc="1">
            <a:prstTxWarp prst="textNoShape">
              <a:avLst/>
            </a:prstTxWarp>
            <a:noAutofit/>
          </a:bodyPr>
          <a:lstStyle/>
          <a:p>
            <a:pPr algn="ctr"/>
            <a:r>
              <a:rPr lang="ja-JP" altLang="en-US" dirty="0">
                <a:solidFill>
                  <a:schemeClr val="tx1">
                    <a:lumMod val="75000"/>
                    <a:lumOff val="25000"/>
                  </a:schemeClr>
                </a:solidFill>
                <a:latin typeface="+mn-ea"/>
              </a:rPr>
              <a:t>サブコア２</a:t>
            </a:r>
          </a:p>
        </p:txBody>
      </p:sp>
      <p:sp>
        <p:nvSpPr>
          <p:cNvPr id="27" name="四角形: 角を丸くする 26">
            <a:extLst>
              <a:ext uri="{FF2B5EF4-FFF2-40B4-BE49-F238E27FC236}">
                <a16:creationId xmlns:a16="http://schemas.microsoft.com/office/drawing/2014/main" id="{A6E9F454-21C5-A130-0972-C8B09658E464}"/>
              </a:ext>
            </a:extLst>
          </p:cNvPr>
          <p:cNvSpPr/>
          <p:nvPr/>
        </p:nvSpPr>
        <p:spPr bwMode="auto">
          <a:xfrm>
            <a:off x="10956054" y="4869016"/>
            <a:ext cx="540006" cy="1890021"/>
          </a:xfrm>
          <a:prstGeom prst="roundRect">
            <a:avLst/>
          </a:prstGeom>
          <a:noFill/>
          <a:ln w="34925">
            <a:solidFill>
              <a:schemeClr val="accent3"/>
            </a:solidFill>
            <a:headEnd/>
            <a:tailEnd type="triangle" w="sm" len="med"/>
          </a:ln>
        </p:spPr>
        <p:style>
          <a:lnRef idx="2">
            <a:schemeClr val="accent6"/>
          </a:lnRef>
          <a:fillRef idx="1">
            <a:schemeClr val="lt1"/>
          </a:fillRef>
          <a:effectRef idx="0">
            <a:schemeClr val="accent6"/>
          </a:effectRef>
          <a:fontRef idx="minor">
            <a:schemeClr val="dk1"/>
          </a:fontRef>
        </p:style>
        <p:txBody>
          <a:bodyPr rot="0" spcFirstLastPara="0" vertOverflow="overflow" horzOverflow="overflow" vert="eaVert" wrap="none" lIns="91440" tIns="45720" rIns="91440" bIns="45720" numCol="1" spcCol="0" rtlCol="0" fromWordArt="0" anchor="ctr" anchorCtr="0" forceAA="0" compatLnSpc="1">
            <a:prstTxWarp prst="textNoShape">
              <a:avLst/>
            </a:prstTxWarp>
            <a:noAutofit/>
          </a:bodyPr>
          <a:lstStyle/>
          <a:p>
            <a:pPr algn="ctr"/>
            <a:r>
              <a:rPr lang="ja-JP" altLang="en-US" dirty="0">
                <a:solidFill>
                  <a:schemeClr val="tx1">
                    <a:lumMod val="75000"/>
                    <a:lumOff val="25000"/>
                  </a:schemeClr>
                </a:solidFill>
                <a:latin typeface="+mn-ea"/>
              </a:rPr>
              <a:t>サブコア３</a:t>
            </a:r>
          </a:p>
        </p:txBody>
      </p:sp>
      <p:sp>
        <p:nvSpPr>
          <p:cNvPr id="2" name="タイトル 1">
            <a:extLst>
              <a:ext uri="{FF2B5EF4-FFF2-40B4-BE49-F238E27FC236}">
                <a16:creationId xmlns:a16="http://schemas.microsoft.com/office/drawing/2014/main" id="{F5BF2516-DAF0-DC5F-6E7B-5DF6B0AF3715}"/>
              </a:ext>
            </a:extLst>
          </p:cNvPr>
          <p:cNvSpPr>
            <a:spLocks noGrp="1"/>
          </p:cNvSpPr>
          <p:nvPr>
            <p:ph type="title"/>
          </p:nvPr>
        </p:nvSpPr>
        <p:spPr/>
        <p:txBody>
          <a:bodyPr/>
          <a:lstStyle/>
          <a:p>
            <a:r>
              <a:rPr lang="en-US" altLang="ja-JP" dirty="0"/>
              <a:t>NVIDIA </a:t>
            </a:r>
            <a:r>
              <a:rPr kumimoji="1" lang="en-US" altLang="ja-JP" dirty="0"/>
              <a:t>GPU </a:t>
            </a:r>
            <a:r>
              <a:rPr kumimoji="1" lang="ja-JP" altLang="en-US" dirty="0"/>
              <a:t>の場合</a:t>
            </a:r>
          </a:p>
        </p:txBody>
      </p:sp>
      <p:sp>
        <p:nvSpPr>
          <p:cNvPr id="3" name="テキスト プレースホルダー 2">
            <a:extLst>
              <a:ext uri="{FF2B5EF4-FFF2-40B4-BE49-F238E27FC236}">
                <a16:creationId xmlns:a16="http://schemas.microsoft.com/office/drawing/2014/main" id="{F4967C39-C9AC-0B2F-6EF0-72C4AC026ADF}"/>
              </a:ext>
            </a:extLst>
          </p:cNvPr>
          <p:cNvSpPr>
            <a:spLocks noGrp="1"/>
          </p:cNvSpPr>
          <p:nvPr>
            <p:ph type="body" sz="quarter" idx="10"/>
          </p:nvPr>
        </p:nvSpPr>
        <p:spPr>
          <a:xfrm>
            <a:off x="785941" y="1088974"/>
            <a:ext cx="4770053" cy="5490061"/>
          </a:xfrm>
        </p:spPr>
        <p:txBody>
          <a:bodyPr/>
          <a:lstStyle/>
          <a:p>
            <a:r>
              <a:rPr kumimoji="1" lang="ja-JP" altLang="en-US" dirty="0"/>
              <a:t>階層型の構造をしている</a:t>
            </a:r>
            <a:endParaRPr kumimoji="1" lang="en-US" altLang="ja-JP" dirty="0"/>
          </a:p>
          <a:p>
            <a:pPr lvl="1"/>
            <a:r>
              <a:rPr kumimoji="1" lang="ja-JP" altLang="en-US" dirty="0"/>
              <a:t>命令供給系（右上）</a:t>
            </a:r>
            <a:endParaRPr kumimoji="1" lang="en-US" altLang="ja-JP" dirty="0"/>
          </a:p>
          <a:p>
            <a:pPr lvl="1"/>
            <a:r>
              <a:rPr lang="ja-JP" altLang="en-US" dirty="0"/>
              <a:t>４つのサブコアが上記を共有</a:t>
            </a:r>
            <a:endParaRPr lang="en-US" altLang="ja-JP" dirty="0"/>
          </a:p>
          <a:p>
            <a:r>
              <a:rPr kumimoji="1" lang="ja-JP" altLang="en-US" dirty="0"/>
              <a:t>サブコア</a:t>
            </a:r>
            <a:endParaRPr kumimoji="1" lang="en-US" altLang="ja-JP" dirty="0"/>
          </a:p>
          <a:p>
            <a:pPr lvl="1"/>
            <a:r>
              <a:rPr lang="ja-JP" altLang="en-US" dirty="0"/>
              <a:t>命令供給系</a:t>
            </a:r>
            <a:endParaRPr kumimoji="1" lang="en-US" altLang="ja-JP" dirty="0"/>
          </a:p>
          <a:p>
            <a:pPr lvl="1"/>
            <a:r>
              <a:rPr kumimoji="1" lang="ja-JP" altLang="en-US" dirty="0"/>
              <a:t>１６～３２個の演算器で共有</a:t>
            </a:r>
          </a:p>
        </p:txBody>
      </p:sp>
      <p:grpSp>
        <p:nvGrpSpPr>
          <p:cNvPr id="32" name="グループ化 31">
            <a:extLst>
              <a:ext uri="{FF2B5EF4-FFF2-40B4-BE49-F238E27FC236}">
                <a16:creationId xmlns:a16="http://schemas.microsoft.com/office/drawing/2014/main" id="{8C60D8B3-1CCD-8F97-FF13-597F6900B06F}"/>
              </a:ext>
            </a:extLst>
          </p:cNvPr>
          <p:cNvGrpSpPr/>
          <p:nvPr/>
        </p:nvGrpSpPr>
        <p:grpSpPr>
          <a:xfrm>
            <a:off x="7266013" y="188964"/>
            <a:ext cx="4590051" cy="4428862"/>
            <a:chOff x="155934" y="1088975"/>
            <a:chExt cx="4590051" cy="4428862"/>
          </a:xfrm>
        </p:grpSpPr>
        <p:pic>
          <p:nvPicPr>
            <p:cNvPr id="28" name="図 27">
              <a:extLst>
                <a:ext uri="{FF2B5EF4-FFF2-40B4-BE49-F238E27FC236}">
                  <a16:creationId xmlns:a16="http://schemas.microsoft.com/office/drawing/2014/main" id="{F74DC473-6279-6A0B-A425-B01A276E359B}"/>
                </a:ext>
              </a:extLst>
            </p:cNvPr>
            <p:cNvPicPr>
              <a:picLocks noChangeAspect="1"/>
            </p:cNvPicPr>
            <p:nvPr/>
          </p:nvPicPr>
          <p:blipFill>
            <a:blip r:embed="rId2"/>
            <a:stretch>
              <a:fillRect/>
            </a:stretch>
          </p:blipFill>
          <p:spPr>
            <a:xfrm>
              <a:off x="155934" y="1088975"/>
              <a:ext cx="4590051" cy="4428862"/>
            </a:xfrm>
            <a:prstGeom prst="rect">
              <a:avLst/>
            </a:prstGeom>
          </p:spPr>
        </p:pic>
        <p:sp>
          <p:nvSpPr>
            <p:cNvPr id="29" name="四角形: 角を丸くする 28">
              <a:extLst>
                <a:ext uri="{FF2B5EF4-FFF2-40B4-BE49-F238E27FC236}">
                  <a16:creationId xmlns:a16="http://schemas.microsoft.com/office/drawing/2014/main" id="{80C3253E-0ACE-0055-4FA1-A12B34862861}"/>
                </a:ext>
              </a:extLst>
            </p:cNvPr>
            <p:cNvSpPr/>
            <p:nvPr/>
          </p:nvSpPr>
          <p:spPr bwMode="auto">
            <a:xfrm>
              <a:off x="605939" y="1178975"/>
              <a:ext cx="2079867" cy="1609021"/>
            </a:xfrm>
            <a:prstGeom prst="roundRect">
              <a:avLst/>
            </a:prstGeom>
            <a:solidFill>
              <a:schemeClr val="bg1">
                <a:alpha val="57000"/>
              </a:schemeClr>
            </a:solidFill>
            <a:ln w="50800">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30" name="四角形: 角を丸くする 29">
              <a:extLst>
                <a:ext uri="{FF2B5EF4-FFF2-40B4-BE49-F238E27FC236}">
                  <a16:creationId xmlns:a16="http://schemas.microsoft.com/office/drawing/2014/main" id="{406DCA1A-27A3-356A-329A-2FF051E7FD95}"/>
                </a:ext>
              </a:extLst>
            </p:cNvPr>
            <p:cNvSpPr/>
            <p:nvPr/>
          </p:nvSpPr>
          <p:spPr bwMode="auto">
            <a:xfrm>
              <a:off x="2945965" y="1178975"/>
              <a:ext cx="1649550" cy="629617"/>
            </a:xfrm>
            <a:prstGeom prst="roundRect">
              <a:avLst/>
            </a:prstGeom>
            <a:solidFill>
              <a:schemeClr val="bg1">
                <a:alpha val="57000"/>
              </a:schemeClr>
            </a:solidFill>
            <a:ln w="50800">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31" name="四角形: 角を丸くする 30">
              <a:extLst>
                <a:ext uri="{FF2B5EF4-FFF2-40B4-BE49-F238E27FC236}">
                  <a16:creationId xmlns:a16="http://schemas.microsoft.com/office/drawing/2014/main" id="{5CF8CDA9-FF4D-18FF-8A69-D5F0E53A3B72}"/>
                </a:ext>
              </a:extLst>
            </p:cNvPr>
            <p:cNvSpPr/>
            <p:nvPr/>
          </p:nvSpPr>
          <p:spPr bwMode="auto">
            <a:xfrm>
              <a:off x="425937" y="3429000"/>
              <a:ext cx="2295026" cy="1399149"/>
            </a:xfrm>
            <a:prstGeom prst="roundRect">
              <a:avLst/>
            </a:prstGeom>
            <a:solidFill>
              <a:schemeClr val="bg1">
                <a:alpha val="57000"/>
              </a:schemeClr>
            </a:solidFill>
            <a:ln w="50800">
              <a:solidFill>
                <a:schemeClr val="accent2"/>
              </a:solidFill>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grpSp>
      <p:sp>
        <p:nvSpPr>
          <p:cNvPr id="8" name="正方形/長方形 7">
            <a:extLst>
              <a:ext uri="{FF2B5EF4-FFF2-40B4-BE49-F238E27FC236}">
                <a16:creationId xmlns:a16="http://schemas.microsoft.com/office/drawing/2014/main" id="{A98E139F-27E2-D5FC-BFBF-AA4CF195AEAC}"/>
              </a:ext>
            </a:extLst>
          </p:cNvPr>
          <p:cNvSpPr/>
          <p:nvPr/>
        </p:nvSpPr>
        <p:spPr bwMode="auto">
          <a:xfrm>
            <a:off x="9696040" y="4239009"/>
            <a:ext cx="720008" cy="36000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200" b="1" dirty="0">
                <a:solidFill>
                  <a:schemeClr val="tx1">
                    <a:lumMod val="75000"/>
                    <a:lumOff val="25000"/>
                  </a:schemeClr>
                </a:solidFill>
                <a:latin typeface="+mn-ea"/>
              </a:rPr>
              <a:t>命令供給</a:t>
            </a:r>
          </a:p>
        </p:txBody>
      </p:sp>
      <p:sp>
        <p:nvSpPr>
          <p:cNvPr id="9" name="フリーフォーム 10">
            <a:extLst>
              <a:ext uri="{FF2B5EF4-FFF2-40B4-BE49-F238E27FC236}">
                <a16:creationId xmlns:a16="http://schemas.microsoft.com/office/drawing/2014/main" id="{F4D20411-157A-EFF7-40A7-80BD73DBDCCC}"/>
              </a:ext>
            </a:extLst>
          </p:cNvPr>
          <p:cNvSpPr>
            <a:spLocks noChangeArrowheads="1"/>
          </p:cNvSpPr>
          <p:nvPr/>
        </p:nvSpPr>
        <p:spPr bwMode="auto">
          <a:xfrm flipH="1">
            <a:off x="5735996" y="5949028"/>
            <a:ext cx="720008"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type="triangle" w="sm" len="med"/>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200" b="1" dirty="0">
                <a:solidFill>
                  <a:schemeClr val="tx1">
                    <a:lumMod val="75000"/>
                    <a:lumOff val="25000"/>
                  </a:schemeClr>
                </a:solidFill>
                <a:latin typeface="+mn-ea"/>
              </a:rPr>
              <a:t>演算器</a:t>
            </a:r>
          </a:p>
        </p:txBody>
      </p:sp>
      <p:cxnSp>
        <p:nvCxnSpPr>
          <p:cNvPr id="10" name="直線矢印コネクタ 9">
            <a:extLst>
              <a:ext uri="{FF2B5EF4-FFF2-40B4-BE49-F238E27FC236}">
                <a16:creationId xmlns:a16="http://schemas.microsoft.com/office/drawing/2014/main" id="{7AFD3A13-1E2D-9930-894F-5A437D8243D8}"/>
              </a:ext>
            </a:extLst>
          </p:cNvPr>
          <p:cNvCxnSpPr>
            <a:cxnSpLocks/>
          </p:cNvCxnSpPr>
          <p:nvPr/>
        </p:nvCxnSpPr>
        <p:spPr bwMode="auto">
          <a:xfrm>
            <a:off x="10056044" y="4599012"/>
            <a:ext cx="0" cy="197870"/>
          </a:xfrm>
          <a:prstGeom prst="straightConnector1">
            <a:avLst/>
          </a:pr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cxnSp>
      <p:sp>
        <p:nvSpPr>
          <p:cNvPr id="11" name="Freeform 10">
            <a:extLst>
              <a:ext uri="{FF2B5EF4-FFF2-40B4-BE49-F238E27FC236}">
                <a16:creationId xmlns:a16="http://schemas.microsoft.com/office/drawing/2014/main" id="{132ABDB0-DC47-6562-3BB0-871EE27BEF7B}"/>
              </a:ext>
            </a:extLst>
          </p:cNvPr>
          <p:cNvSpPr>
            <a:spLocks/>
          </p:cNvSpPr>
          <p:nvPr/>
        </p:nvSpPr>
        <p:spPr bwMode="auto">
          <a:xfrm rot="5400000">
            <a:off x="8436027" y="3699004"/>
            <a:ext cx="180000" cy="2340025"/>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sp>
        <p:nvSpPr>
          <p:cNvPr id="12" name="フリーフォーム 10">
            <a:extLst>
              <a:ext uri="{FF2B5EF4-FFF2-40B4-BE49-F238E27FC236}">
                <a16:creationId xmlns:a16="http://schemas.microsoft.com/office/drawing/2014/main" id="{47C87F68-DF49-E519-3E15-8D50F9282E94}"/>
              </a:ext>
            </a:extLst>
          </p:cNvPr>
          <p:cNvSpPr>
            <a:spLocks noChangeArrowheads="1"/>
          </p:cNvSpPr>
          <p:nvPr/>
        </p:nvSpPr>
        <p:spPr bwMode="auto">
          <a:xfrm flipH="1">
            <a:off x="6546005" y="5949028"/>
            <a:ext cx="720008"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type="triangle" w="sm" len="med"/>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200" b="1" dirty="0">
                <a:solidFill>
                  <a:schemeClr val="tx1">
                    <a:lumMod val="75000"/>
                    <a:lumOff val="25000"/>
                  </a:schemeClr>
                </a:solidFill>
                <a:latin typeface="+mn-ea"/>
              </a:rPr>
              <a:t>演算器</a:t>
            </a:r>
          </a:p>
        </p:txBody>
      </p:sp>
      <p:sp>
        <p:nvSpPr>
          <p:cNvPr id="13" name="フリーフォーム 10">
            <a:extLst>
              <a:ext uri="{FF2B5EF4-FFF2-40B4-BE49-F238E27FC236}">
                <a16:creationId xmlns:a16="http://schemas.microsoft.com/office/drawing/2014/main" id="{84818B37-B347-B0EA-B9A5-E6423E863942}"/>
              </a:ext>
            </a:extLst>
          </p:cNvPr>
          <p:cNvSpPr>
            <a:spLocks noChangeArrowheads="1"/>
          </p:cNvSpPr>
          <p:nvPr/>
        </p:nvSpPr>
        <p:spPr bwMode="auto">
          <a:xfrm flipH="1">
            <a:off x="8166023" y="5949028"/>
            <a:ext cx="720008"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type="triangle" w="sm" len="med"/>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200" b="1" dirty="0">
                <a:solidFill>
                  <a:schemeClr val="tx1">
                    <a:lumMod val="75000"/>
                    <a:lumOff val="25000"/>
                  </a:schemeClr>
                </a:solidFill>
                <a:latin typeface="+mn-ea"/>
              </a:rPr>
              <a:t>演算器</a:t>
            </a:r>
          </a:p>
        </p:txBody>
      </p:sp>
      <p:sp>
        <p:nvSpPr>
          <p:cNvPr id="14" name="Freeform 10">
            <a:extLst>
              <a:ext uri="{FF2B5EF4-FFF2-40B4-BE49-F238E27FC236}">
                <a16:creationId xmlns:a16="http://schemas.microsoft.com/office/drawing/2014/main" id="{99ECEA78-439A-8FEE-0D06-60C2FEBA68DF}"/>
              </a:ext>
            </a:extLst>
          </p:cNvPr>
          <p:cNvSpPr>
            <a:spLocks/>
          </p:cNvSpPr>
          <p:nvPr/>
        </p:nvSpPr>
        <p:spPr bwMode="auto">
          <a:xfrm rot="5400000">
            <a:off x="9696040" y="4779016"/>
            <a:ext cx="180002" cy="18000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sp>
        <p:nvSpPr>
          <p:cNvPr id="15" name="Freeform 10">
            <a:extLst>
              <a:ext uri="{FF2B5EF4-FFF2-40B4-BE49-F238E27FC236}">
                <a16:creationId xmlns:a16="http://schemas.microsoft.com/office/drawing/2014/main" id="{74655C8F-072E-C44E-7AD3-D5D5EECE83EC}"/>
              </a:ext>
            </a:extLst>
          </p:cNvPr>
          <p:cNvSpPr>
            <a:spLocks/>
          </p:cNvSpPr>
          <p:nvPr/>
        </p:nvSpPr>
        <p:spPr bwMode="auto">
          <a:xfrm rot="5400000" flipV="1">
            <a:off x="10101045" y="4554013"/>
            <a:ext cx="180000" cy="630007"/>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sp>
        <p:nvSpPr>
          <p:cNvPr id="16" name="Freeform 10">
            <a:extLst>
              <a:ext uri="{FF2B5EF4-FFF2-40B4-BE49-F238E27FC236}">
                <a16:creationId xmlns:a16="http://schemas.microsoft.com/office/drawing/2014/main" id="{C3770FDE-858C-B607-43B8-8477060714CB}"/>
              </a:ext>
            </a:extLst>
          </p:cNvPr>
          <p:cNvSpPr>
            <a:spLocks/>
          </p:cNvSpPr>
          <p:nvPr/>
        </p:nvSpPr>
        <p:spPr bwMode="auto">
          <a:xfrm rot="5400000" flipV="1">
            <a:off x="10686053" y="4419012"/>
            <a:ext cx="180001" cy="900011"/>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sp>
        <p:nvSpPr>
          <p:cNvPr id="17" name="正方形/長方形 16">
            <a:extLst>
              <a:ext uri="{FF2B5EF4-FFF2-40B4-BE49-F238E27FC236}">
                <a16:creationId xmlns:a16="http://schemas.microsoft.com/office/drawing/2014/main" id="{FD9AB7FD-B983-BA51-87EE-F5E5B5492258}"/>
              </a:ext>
            </a:extLst>
          </p:cNvPr>
          <p:cNvSpPr/>
          <p:nvPr/>
        </p:nvSpPr>
        <p:spPr bwMode="auto">
          <a:xfrm>
            <a:off x="6996010" y="4959016"/>
            <a:ext cx="720008" cy="36000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200" b="1" dirty="0">
                <a:solidFill>
                  <a:schemeClr val="tx1">
                    <a:lumMod val="75000"/>
                    <a:lumOff val="25000"/>
                  </a:schemeClr>
                </a:solidFill>
                <a:latin typeface="+mn-ea"/>
              </a:rPr>
              <a:t>命令</a:t>
            </a:r>
            <a:endParaRPr lang="en-US" altLang="ja-JP" sz="1200" b="1" dirty="0">
              <a:solidFill>
                <a:schemeClr val="tx1">
                  <a:lumMod val="75000"/>
                  <a:lumOff val="25000"/>
                </a:schemeClr>
              </a:solidFill>
              <a:latin typeface="+mn-ea"/>
            </a:endParaRPr>
          </a:p>
          <a:p>
            <a:pPr algn="ctr"/>
            <a:r>
              <a:rPr lang="ja-JP" altLang="en-US" sz="1200" b="1" dirty="0">
                <a:solidFill>
                  <a:schemeClr val="tx1">
                    <a:lumMod val="75000"/>
                    <a:lumOff val="25000"/>
                  </a:schemeClr>
                </a:solidFill>
                <a:latin typeface="+mn-ea"/>
              </a:rPr>
              <a:t>バッファ</a:t>
            </a:r>
          </a:p>
        </p:txBody>
      </p:sp>
      <p:sp>
        <p:nvSpPr>
          <p:cNvPr id="18" name="正方形/長方形 17">
            <a:extLst>
              <a:ext uri="{FF2B5EF4-FFF2-40B4-BE49-F238E27FC236}">
                <a16:creationId xmlns:a16="http://schemas.microsoft.com/office/drawing/2014/main" id="{837CD881-DD25-ED6B-C502-BFEBD60C4C35}"/>
              </a:ext>
            </a:extLst>
          </p:cNvPr>
          <p:cNvSpPr/>
          <p:nvPr/>
        </p:nvSpPr>
        <p:spPr bwMode="auto">
          <a:xfrm>
            <a:off x="7536016" y="5949028"/>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b="1" dirty="0">
                <a:solidFill>
                  <a:schemeClr val="tx1">
                    <a:lumMod val="75000"/>
                    <a:lumOff val="25000"/>
                  </a:schemeClr>
                </a:solidFill>
                <a:latin typeface="+mn-ea"/>
              </a:rPr>
              <a:t>…</a:t>
            </a:r>
            <a:endParaRPr lang="ja-JP" altLang="en-US" sz="1600" b="1" dirty="0">
              <a:solidFill>
                <a:schemeClr val="tx1">
                  <a:lumMod val="75000"/>
                  <a:lumOff val="25000"/>
                </a:schemeClr>
              </a:solidFill>
              <a:latin typeface="+mn-ea"/>
            </a:endParaRPr>
          </a:p>
        </p:txBody>
      </p:sp>
      <p:cxnSp>
        <p:nvCxnSpPr>
          <p:cNvPr id="20" name="直線矢印コネクタ 19">
            <a:extLst>
              <a:ext uri="{FF2B5EF4-FFF2-40B4-BE49-F238E27FC236}">
                <a16:creationId xmlns:a16="http://schemas.microsoft.com/office/drawing/2014/main" id="{646C5B2E-F7AE-8070-A946-DFD20989FECA}"/>
              </a:ext>
            </a:extLst>
          </p:cNvPr>
          <p:cNvCxnSpPr>
            <a:cxnSpLocks/>
          </p:cNvCxnSpPr>
          <p:nvPr/>
        </p:nvCxnSpPr>
        <p:spPr bwMode="auto">
          <a:xfrm>
            <a:off x="7356013" y="5409019"/>
            <a:ext cx="0" cy="197870"/>
          </a:xfrm>
          <a:prstGeom prst="straightConnector1">
            <a:avLst/>
          </a:pr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cxnSp>
      <p:sp>
        <p:nvSpPr>
          <p:cNvPr id="21" name="Freeform 10">
            <a:extLst>
              <a:ext uri="{FF2B5EF4-FFF2-40B4-BE49-F238E27FC236}">
                <a16:creationId xmlns:a16="http://schemas.microsoft.com/office/drawing/2014/main" id="{E4F84A95-EEE4-D7F2-1F5D-25D008C32266}"/>
              </a:ext>
            </a:extLst>
          </p:cNvPr>
          <p:cNvSpPr>
            <a:spLocks/>
          </p:cNvSpPr>
          <p:nvPr/>
        </p:nvSpPr>
        <p:spPr bwMode="auto">
          <a:xfrm rot="5400000">
            <a:off x="6546004" y="5139017"/>
            <a:ext cx="180001" cy="1080012"/>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sp>
        <p:nvSpPr>
          <p:cNvPr id="22" name="Freeform 10">
            <a:extLst>
              <a:ext uri="{FF2B5EF4-FFF2-40B4-BE49-F238E27FC236}">
                <a16:creationId xmlns:a16="http://schemas.microsoft.com/office/drawing/2014/main" id="{F247D797-7EC9-7943-C59F-DA77771FF053}"/>
              </a:ext>
            </a:extLst>
          </p:cNvPr>
          <p:cNvSpPr>
            <a:spLocks/>
          </p:cNvSpPr>
          <p:nvPr/>
        </p:nvSpPr>
        <p:spPr bwMode="auto">
          <a:xfrm rot="5400000">
            <a:off x="6951010" y="5544022"/>
            <a:ext cx="180000" cy="27000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sp>
        <p:nvSpPr>
          <p:cNvPr id="23" name="Freeform 10">
            <a:extLst>
              <a:ext uri="{FF2B5EF4-FFF2-40B4-BE49-F238E27FC236}">
                <a16:creationId xmlns:a16="http://schemas.microsoft.com/office/drawing/2014/main" id="{B3EC83C6-693C-6D5A-7329-14E4DEBC8170}"/>
              </a:ext>
            </a:extLst>
          </p:cNvPr>
          <p:cNvSpPr>
            <a:spLocks/>
          </p:cNvSpPr>
          <p:nvPr/>
        </p:nvSpPr>
        <p:spPr bwMode="auto">
          <a:xfrm rot="5400000" flipV="1">
            <a:off x="7401014" y="5364020"/>
            <a:ext cx="180000" cy="630007"/>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sp>
        <p:nvSpPr>
          <p:cNvPr id="24" name="Freeform 10">
            <a:extLst>
              <a:ext uri="{FF2B5EF4-FFF2-40B4-BE49-F238E27FC236}">
                <a16:creationId xmlns:a16="http://schemas.microsoft.com/office/drawing/2014/main" id="{A748D829-EF4E-8452-F0E5-BBB36ACE87F6}"/>
              </a:ext>
            </a:extLst>
          </p:cNvPr>
          <p:cNvSpPr>
            <a:spLocks/>
          </p:cNvSpPr>
          <p:nvPr/>
        </p:nvSpPr>
        <p:spPr bwMode="auto">
          <a:xfrm rot="5400000" flipV="1">
            <a:off x="7986022" y="5229019"/>
            <a:ext cx="180001" cy="900011"/>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spTree>
    <p:extLst>
      <p:ext uri="{BB962C8B-B14F-4D97-AF65-F5344CB8AC3E}">
        <p14:creationId xmlns:p14="http://schemas.microsoft.com/office/powerpoint/2010/main" val="252154567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D616928-E4AC-D43C-5712-51ADCE7DA59C}"/>
              </a:ext>
            </a:extLst>
          </p:cNvPr>
          <p:cNvSpPr>
            <a:spLocks noGrp="1"/>
          </p:cNvSpPr>
          <p:nvPr>
            <p:ph type="title"/>
          </p:nvPr>
        </p:nvSpPr>
        <p:spPr/>
        <p:txBody>
          <a:bodyPr/>
          <a:lstStyle/>
          <a:p>
            <a:r>
              <a:rPr kumimoji="1" lang="en-US" altLang="ja-JP" dirty="0"/>
              <a:t>GPU </a:t>
            </a:r>
            <a:r>
              <a:rPr kumimoji="1" lang="ja-JP" altLang="en-US" dirty="0"/>
              <a:t>における回路量当たりの性能向上</a:t>
            </a:r>
          </a:p>
        </p:txBody>
      </p:sp>
      <p:sp>
        <p:nvSpPr>
          <p:cNvPr id="3" name="テキスト プレースホルダー 2">
            <a:extLst>
              <a:ext uri="{FF2B5EF4-FFF2-40B4-BE49-F238E27FC236}">
                <a16:creationId xmlns:a16="http://schemas.microsoft.com/office/drawing/2014/main" id="{8FD7964B-5D08-C0D0-086D-C6B016DE5D09}"/>
              </a:ext>
            </a:extLst>
          </p:cNvPr>
          <p:cNvSpPr>
            <a:spLocks noGrp="1"/>
          </p:cNvSpPr>
          <p:nvPr>
            <p:ph type="body" sz="quarter" idx="10"/>
          </p:nvPr>
        </p:nvSpPr>
        <p:spPr/>
        <p:txBody>
          <a:bodyPr/>
          <a:lstStyle/>
          <a:p>
            <a:r>
              <a:rPr kumimoji="1" lang="en-US" altLang="ja-JP" dirty="0"/>
              <a:t>GPU </a:t>
            </a:r>
            <a:r>
              <a:rPr kumimoji="1" lang="ja-JP" altLang="en-US" dirty="0"/>
              <a:t>における回路量あたりの性能向上</a:t>
            </a:r>
            <a:endParaRPr kumimoji="1" lang="en-US" altLang="ja-JP" dirty="0"/>
          </a:p>
          <a:p>
            <a:pPr marL="817200" lvl="1" indent="-457200">
              <a:buFont typeface="+mj-lt"/>
              <a:buAutoNum type="arabicPeriod"/>
            </a:pPr>
            <a:r>
              <a:rPr kumimoji="1" lang="en-US" altLang="ja-JP" dirty="0"/>
              <a:t>SIMD </a:t>
            </a:r>
            <a:r>
              <a:rPr kumimoji="1" lang="ja-JP" altLang="en-US" dirty="0"/>
              <a:t>による制御部の共有</a:t>
            </a:r>
            <a:endParaRPr kumimoji="1" lang="en-US" altLang="ja-JP" dirty="0"/>
          </a:p>
          <a:p>
            <a:pPr marL="817200" lvl="1" indent="-457200">
              <a:buFont typeface="+mj-lt"/>
              <a:buAutoNum type="arabicPeriod"/>
            </a:pPr>
            <a:r>
              <a:rPr kumimoji="1" lang="ja-JP" altLang="en-US" dirty="0"/>
              <a:t>制御部自体の小型化</a:t>
            </a:r>
            <a:endParaRPr kumimoji="1" lang="en-US" altLang="ja-JP" dirty="0"/>
          </a:p>
          <a:p>
            <a:r>
              <a:rPr kumimoji="1" lang="ja-JP" altLang="en-US" dirty="0"/>
              <a:t>たとえば先ほどのチップ写真の場合･･･</a:t>
            </a:r>
            <a:endParaRPr kumimoji="1" lang="en-US" altLang="ja-JP" dirty="0"/>
          </a:p>
          <a:p>
            <a:pPr lvl="1"/>
            <a:r>
              <a:rPr kumimoji="1" lang="ja-JP" altLang="en-US" dirty="0"/>
              <a:t>赤色の部分のみを </a:t>
            </a:r>
            <a:r>
              <a:rPr kumimoji="1" lang="en-US" altLang="ja-JP" dirty="0"/>
              <a:t>N</a:t>
            </a:r>
            <a:r>
              <a:rPr lang="ja-JP" altLang="en-US" dirty="0"/>
              <a:t> 倍に増やしても，全体は大きくは増えない</a:t>
            </a:r>
            <a:endParaRPr lang="en-US" altLang="ja-JP" dirty="0"/>
          </a:p>
          <a:p>
            <a:pPr lvl="2"/>
            <a:r>
              <a:rPr lang="ja-JP" altLang="en-US" dirty="0"/>
              <a:t>まず赤色自体が占める面積がかなり小さいから</a:t>
            </a:r>
            <a:endParaRPr lang="en-US" altLang="ja-JP" dirty="0"/>
          </a:p>
          <a:p>
            <a:pPr lvl="1"/>
            <a:r>
              <a:rPr kumimoji="1" lang="ja-JP" altLang="en-US" dirty="0"/>
              <a:t>しかし非赤色の部分を減らすと，かなりの数の赤色が積める</a:t>
            </a:r>
          </a:p>
        </p:txBody>
      </p:sp>
    </p:spTree>
    <p:extLst>
      <p:ext uri="{BB962C8B-B14F-4D97-AF65-F5344CB8AC3E}">
        <p14:creationId xmlns:p14="http://schemas.microsoft.com/office/powerpoint/2010/main" val="383018098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D312EDD-CC2A-D00B-F05E-7E40695A047D}"/>
              </a:ext>
            </a:extLst>
          </p:cNvPr>
          <p:cNvSpPr>
            <a:spLocks noGrp="1"/>
          </p:cNvSpPr>
          <p:nvPr>
            <p:ph type="title"/>
          </p:nvPr>
        </p:nvSpPr>
        <p:spPr/>
        <p:txBody>
          <a:bodyPr/>
          <a:lstStyle/>
          <a:p>
            <a:r>
              <a:rPr kumimoji="1" lang="ja-JP" altLang="en-US" dirty="0"/>
              <a:t>補足</a:t>
            </a:r>
            <a:r>
              <a:rPr lang="ja-JP" altLang="en-US" dirty="0"/>
              <a:t>：データの供給について</a:t>
            </a:r>
            <a:endParaRPr kumimoji="1" lang="ja-JP" altLang="en-US" dirty="0"/>
          </a:p>
        </p:txBody>
      </p:sp>
      <p:sp>
        <p:nvSpPr>
          <p:cNvPr id="3" name="テキスト プレースホルダー 2">
            <a:extLst>
              <a:ext uri="{FF2B5EF4-FFF2-40B4-BE49-F238E27FC236}">
                <a16:creationId xmlns:a16="http://schemas.microsoft.com/office/drawing/2014/main" id="{8AA69DD9-FA2D-90E7-AF66-A3027A7866D5}"/>
              </a:ext>
            </a:extLst>
          </p:cNvPr>
          <p:cNvSpPr>
            <a:spLocks noGrp="1"/>
          </p:cNvSpPr>
          <p:nvPr>
            <p:ph type="body" sz="quarter" idx="10"/>
          </p:nvPr>
        </p:nvSpPr>
        <p:spPr>
          <a:xfrm>
            <a:off x="2135956" y="1358977"/>
            <a:ext cx="8280092" cy="2070023"/>
          </a:xfrm>
        </p:spPr>
        <p:txBody>
          <a:bodyPr/>
          <a:lstStyle/>
          <a:p>
            <a:r>
              <a:rPr kumimoji="1" lang="ja-JP" altLang="en-US" dirty="0"/>
              <a:t>ここまでは簡単のためデータの供給についての議論を無視している</a:t>
            </a:r>
            <a:endParaRPr kumimoji="1" lang="en-US" altLang="ja-JP" dirty="0"/>
          </a:p>
          <a:p>
            <a:pPr lvl="1"/>
            <a:r>
              <a:rPr kumimoji="1" lang="ja-JP" altLang="en-US" dirty="0"/>
              <a:t>メモリやレジスタ・ファイルは演算器間で共有できない</a:t>
            </a:r>
            <a:endParaRPr kumimoji="1" lang="en-US" altLang="ja-JP" dirty="0"/>
          </a:p>
          <a:p>
            <a:r>
              <a:rPr kumimoji="1" lang="ja-JP" altLang="en-US" dirty="0"/>
              <a:t>ここをさらになんとかするのが，行列積に特化したハードウェア</a:t>
            </a:r>
            <a:endParaRPr kumimoji="1" lang="en-US" altLang="ja-JP" dirty="0"/>
          </a:p>
          <a:p>
            <a:pPr lvl="1"/>
            <a:r>
              <a:rPr kumimoji="1" lang="en-US" altLang="ja-JP" dirty="0"/>
              <a:t>TPU </a:t>
            </a:r>
            <a:r>
              <a:rPr kumimoji="1" lang="ja-JP" altLang="en-US" dirty="0"/>
              <a:t>や </a:t>
            </a:r>
            <a:r>
              <a:rPr kumimoji="1" lang="en-US" altLang="ja-JP" dirty="0"/>
              <a:t>Tensor Core</a:t>
            </a:r>
          </a:p>
          <a:p>
            <a:pPr lvl="1"/>
            <a:r>
              <a:rPr kumimoji="1" lang="ja-JP" altLang="en-US" dirty="0"/>
              <a:t>これらについては後述</a:t>
            </a:r>
          </a:p>
        </p:txBody>
      </p:sp>
      <p:sp>
        <p:nvSpPr>
          <p:cNvPr id="4" name="正方形/長方形 3">
            <a:extLst>
              <a:ext uri="{FF2B5EF4-FFF2-40B4-BE49-F238E27FC236}">
                <a16:creationId xmlns:a16="http://schemas.microsoft.com/office/drawing/2014/main" id="{F1676A11-A11E-16EE-CB36-F946FE1DF0B7}"/>
              </a:ext>
            </a:extLst>
          </p:cNvPr>
          <p:cNvSpPr/>
          <p:nvPr/>
        </p:nvSpPr>
        <p:spPr bwMode="auto">
          <a:xfrm>
            <a:off x="5645995" y="4509012"/>
            <a:ext cx="720008" cy="36000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命令メモリ</a:t>
            </a:r>
          </a:p>
        </p:txBody>
      </p:sp>
      <p:cxnSp>
        <p:nvCxnSpPr>
          <p:cNvPr id="5" name="直線矢印コネクタ 4">
            <a:extLst>
              <a:ext uri="{FF2B5EF4-FFF2-40B4-BE49-F238E27FC236}">
                <a16:creationId xmlns:a16="http://schemas.microsoft.com/office/drawing/2014/main" id="{F15E852A-DB15-BCEE-467F-991A702460CF}"/>
              </a:ext>
            </a:extLst>
          </p:cNvPr>
          <p:cNvCxnSpPr>
            <a:cxnSpLocks/>
          </p:cNvCxnSpPr>
          <p:nvPr/>
        </p:nvCxnSpPr>
        <p:spPr bwMode="auto">
          <a:xfrm>
            <a:off x="6005999" y="4311141"/>
            <a:ext cx="0" cy="197870"/>
          </a:xfrm>
          <a:prstGeom prst="straightConnector1">
            <a:avLst/>
          </a:pr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cxnSp>
      <p:sp>
        <p:nvSpPr>
          <p:cNvPr id="6" name="正方形/長方形 5">
            <a:extLst>
              <a:ext uri="{FF2B5EF4-FFF2-40B4-BE49-F238E27FC236}">
                <a16:creationId xmlns:a16="http://schemas.microsoft.com/office/drawing/2014/main" id="{B563752B-9181-8CB2-650A-7D2C0D7FF385}"/>
              </a:ext>
            </a:extLst>
          </p:cNvPr>
          <p:cNvSpPr/>
          <p:nvPr/>
        </p:nvSpPr>
        <p:spPr bwMode="auto">
          <a:xfrm>
            <a:off x="5825997" y="3969005"/>
            <a:ext cx="360004" cy="36000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600" dirty="0">
                <a:solidFill>
                  <a:schemeClr val="tx1">
                    <a:lumMod val="75000"/>
                    <a:lumOff val="25000"/>
                  </a:schemeClr>
                </a:solidFill>
                <a:latin typeface="+mn-ea"/>
              </a:rPr>
              <a:t>PC</a:t>
            </a:r>
            <a:endParaRPr lang="ja-JP" altLang="en-US" sz="1600" dirty="0">
              <a:solidFill>
                <a:schemeClr val="tx1">
                  <a:lumMod val="75000"/>
                  <a:lumOff val="25000"/>
                </a:schemeClr>
              </a:solidFill>
              <a:latin typeface="+mn-ea"/>
            </a:endParaRPr>
          </a:p>
        </p:txBody>
      </p:sp>
      <p:sp>
        <p:nvSpPr>
          <p:cNvPr id="7" name="フリーフォーム 10">
            <a:extLst>
              <a:ext uri="{FF2B5EF4-FFF2-40B4-BE49-F238E27FC236}">
                <a16:creationId xmlns:a16="http://schemas.microsoft.com/office/drawing/2014/main" id="{4777C8B9-9A44-6110-BD64-C245FBCDA4F4}"/>
              </a:ext>
            </a:extLst>
          </p:cNvPr>
          <p:cNvSpPr>
            <a:spLocks noChangeArrowheads="1"/>
          </p:cNvSpPr>
          <p:nvPr/>
        </p:nvSpPr>
        <p:spPr bwMode="auto">
          <a:xfrm flipH="1">
            <a:off x="4385981" y="5859027"/>
            <a:ext cx="720008"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type="triangle" w="sm" len="med"/>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演算器</a:t>
            </a:r>
          </a:p>
        </p:txBody>
      </p:sp>
      <p:cxnSp>
        <p:nvCxnSpPr>
          <p:cNvPr id="8" name="直線矢印コネクタ 7">
            <a:extLst>
              <a:ext uri="{FF2B5EF4-FFF2-40B4-BE49-F238E27FC236}">
                <a16:creationId xmlns:a16="http://schemas.microsoft.com/office/drawing/2014/main" id="{422D68E0-C708-CA3D-437E-46EBE5F0F87A}"/>
              </a:ext>
            </a:extLst>
          </p:cNvPr>
          <p:cNvCxnSpPr>
            <a:cxnSpLocks/>
          </p:cNvCxnSpPr>
          <p:nvPr/>
        </p:nvCxnSpPr>
        <p:spPr bwMode="auto">
          <a:xfrm>
            <a:off x="6005999" y="4869015"/>
            <a:ext cx="0" cy="197870"/>
          </a:xfrm>
          <a:prstGeom prst="straightConnector1">
            <a:avLst/>
          </a:pr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cxnSp>
      <p:sp>
        <p:nvSpPr>
          <p:cNvPr id="9" name="Freeform 10">
            <a:extLst>
              <a:ext uri="{FF2B5EF4-FFF2-40B4-BE49-F238E27FC236}">
                <a16:creationId xmlns:a16="http://schemas.microsoft.com/office/drawing/2014/main" id="{F7EE4A49-3DBF-BAB3-C682-C891B9871C0F}"/>
              </a:ext>
            </a:extLst>
          </p:cNvPr>
          <p:cNvSpPr>
            <a:spLocks/>
          </p:cNvSpPr>
          <p:nvPr/>
        </p:nvSpPr>
        <p:spPr bwMode="auto">
          <a:xfrm rot="5400000">
            <a:off x="5195990" y="4599013"/>
            <a:ext cx="180001" cy="1080012"/>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sp>
        <p:nvSpPr>
          <p:cNvPr id="10" name="フリーフォーム 10">
            <a:extLst>
              <a:ext uri="{FF2B5EF4-FFF2-40B4-BE49-F238E27FC236}">
                <a16:creationId xmlns:a16="http://schemas.microsoft.com/office/drawing/2014/main" id="{CCAED87C-EF27-7848-D874-1D1BFE1628EA}"/>
              </a:ext>
            </a:extLst>
          </p:cNvPr>
          <p:cNvSpPr>
            <a:spLocks noChangeArrowheads="1"/>
          </p:cNvSpPr>
          <p:nvPr/>
        </p:nvSpPr>
        <p:spPr bwMode="auto">
          <a:xfrm flipH="1">
            <a:off x="5195990" y="5859027"/>
            <a:ext cx="720008"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type="triangle" w="sm" len="med"/>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演算器</a:t>
            </a:r>
          </a:p>
        </p:txBody>
      </p:sp>
      <p:sp>
        <p:nvSpPr>
          <p:cNvPr id="11" name="フリーフォーム 10">
            <a:extLst>
              <a:ext uri="{FF2B5EF4-FFF2-40B4-BE49-F238E27FC236}">
                <a16:creationId xmlns:a16="http://schemas.microsoft.com/office/drawing/2014/main" id="{0CA469FE-F250-D4FA-9AE1-B70CB535DC36}"/>
              </a:ext>
            </a:extLst>
          </p:cNvPr>
          <p:cNvSpPr>
            <a:spLocks noChangeArrowheads="1"/>
          </p:cNvSpPr>
          <p:nvPr/>
        </p:nvSpPr>
        <p:spPr bwMode="auto">
          <a:xfrm flipH="1">
            <a:off x="6005999" y="5859027"/>
            <a:ext cx="720008"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type="triangle" w="sm" len="med"/>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演算器</a:t>
            </a:r>
          </a:p>
        </p:txBody>
      </p:sp>
      <p:sp>
        <p:nvSpPr>
          <p:cNvPr id="12" name="フリーフォーム 10">
            <a:extLst>
              <a:ext uri="{FF2B5EF4-FFF2-40B4-BE49-F238E27FC236}">
                <a16:creationId xmlns:a16="http://schemas.microsoft.com/office/drawing/2014/main" id="{7C1024B4-0397-73BE-5A9A-7D807795F678}"/>
              </a:ext>
            </a:extLst>
          </p:cNvPr>
          <p:cNvSpPr>
            <a:spLocks noChangeArrowheads="1"/>
          </p:cNvSpPr>
          <p:nvPr/>
        </p:nvSpPr>
        <p:spPr bwMode="auto">
          <a:xfrm flipH="1">
            <a:off x="6816008" y="5859027"/>
            <a:ext cx="720008"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type="triangle" w="sm" len="med"/>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演算器</a:t>
            </a:r>
          </a:p>
        </p:txBody>
      </p:sp>
      <p:sp>
        <p:nvSpPr>
          <p:cNvPr id="13" name="Freeform 10">
            <a:extLst>
              <a:ext uri="{FF2B5EF4-FFF2-40B4-BE49-F238E27FC236}">
                <a16:creationId xmlns:a16="http://schemas.microsoft.com/office/drawing/2014/main" id="{B4D0F1B6-A97A-C515-3AD6-1DB3FE670068}"/>
              </a:ext>
            </a:extLst>
          </p:cNvPr>
          <p:cNvSpPr>
            <a:spLocks/>
          </p:cNvSpPr>
          <p:nvPr/>
        </p:nvSpPr>
        <p:spPr bwMode="auto">
          <a:xfrm rot="5400000">
            <a:off x="5600996" y="5004018"/>
            <a:ext cx="180000" cy="27000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sp>
        <p:nvSpPr>
          <p:cNvPr id="14" name="Freeform 10">
            <a:extLst>
              <a:ext uri="{FF2B5EF4-FFF2-40B4-BE49-F238E27FC236}">
                <a16:creationId xmlns:a16="http://schemas.microsoft.com/office/drawing/2014/main" id="{8B40E344-CC5A-80A2-5D22-781E31726CE9}"/>
              </a:ext>
            </a:extLst>
          </p:cNvPr>
          <p:cNvSpPr>
            <a:spLocks/>
          </p:cNvSpPr>
          <p:nvPr/>
        </p:nvSpPr>
        <p:spPr bwMode="auto">
          <a:xfrm rot="5400000" flipV="1">
            <a:off x="6006002" y="4869015"/>
            <a:ext cx="180000" cy="540008"/>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sp>
        <p:nvSpPr>
          <p:cNvPr id="15" name="Freeform 10">
            <a:extLst>
              <a:ext uri="{FF2B5EF4-FFF2-40B4-BE49-F238E27FC236}">
                <a16:creationId xmlns:a16="http://schemas.microsoft.com/office/drawing/2014/main" id="{2C6EBEA9-57A9-A79A-5C63-44D778ED0F4B}"/>
              </a:ext>
            </a:extLst>
          </p:cNvPr>
          <p:cNvSpPr>
            <a:spLocks/>
          </p:cNvSpPr>
          <p:nvPr/>
        </p:nvSpPr>
        <p:spPr bwMode="auto">
          <a:xfrm rot="5400000" flipV="1">
            <a:off x="6636008" y="4689015"/>
            <a:ext cx="180001" cy="900011"/>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sp>
        <p:nvSpPr>
          <p:cNvPr id="16" name="正方形/長方形 15">
            <a:extLst>
              <a:ext uri="{FF2B5EF4-FFF2-40B4-BE49-F238E27FC236}">
                <a16:creationId xmlns:a16="http://schemas.microsoft.com/office/drawing/2014/main" id="{5F2D9A9A-D5CF-D577-2192-EA49392DB2DA}"/>
              </a:ext>
            </a:extLst>
          </p:cNvPr>
          <p:cNvSpPr/>
          <p:nvPr/>
        </p:nvSpPr>
        <p:spPr bwMode="auto">
          <a:xfrm>
            <a:off x="5645996" y="3519001"/>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tx1">
                    <a:lumMod val="75000"/>
                    <a:lumOff val="25000"/>
                  </a:schemeClr>
                </a:solidFill>
                <a:latin typeface="+mn-ea"/>
              </a:rPr>
              <a:t>SIMD</a:t>
            </a:r>
            <a:endParaRPr lang="ja-JP" altLang="en-US" sz="1600" dirty="0">
              <a:solidFill>
                <a:schemeClr val="tx1">
                  <a:lumMod val="75000"/>
                  <a:lumOff val="25000"/>
                </a:schemeClr>
              </a:solidFill>
              <a:latin typeface="+mn-ea"/>
            </a:endParaRPr>
          </a:p>
        </p:txBody>
      </p:sp>
      <p:sp>
        <p:nvSpPr>
          <p:cNvPr id="17" name="正方形/長方形 16">
            <a:extLst>
              <a:ext uri="{FF2B5EF4-FFF2-40B4-BE49-F238E27FC236}">
                <a16:creationId xmlns:a16="http://schemas.microsoft.com/office/drawing/2014/main" id="{31D70D72-F2A1-C9A4-03C3-FC11E4E4D1D1}"/>
              </a:ext>
            </a:extLst>
          </p:cNvPr>
          <p:cNvSpPr/>
          <p:nvPr/>
        </p:nvSpPr>
        <p:spPr bwMode="auto">
          <a:xfrm>
            <a:off x="4385981" y="5229020"/>
            <a:ext cx="720008" cy="360004"/>
          </a:xfrm>
          <a:prstGeom prst="rect">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200" dirty="0">
                <a:solidFill>
                  <a:schemeClr val="tx1">
                    <a:lumMod val="75000"/>
                    <a:lumOff val="25000"/>
                  </a:schemeClr>
                </a:solidFill>
                <a:latin typeface="+mn-ea"/>
              </a:rPr>
              <a:t>レジスタ</a:t>
            </a:r>
          </a:p>
        </p:txBody>
      </p:sp>
      <p:sp>
        <p:nvSpPr>
          <p:cNvPr id="18" name="正方形/長方形 17">
            <a:extLst>
              <a:ext uri="{FF2B5EF4-FFF2-40B4-BE49-F238E27FC236}">
                <a16:creationId xmlns:a16="http://schemas.microsoft.com/office/drawing/2014/main" id="{ED33BA69-B21D-6675-713E-EBA702DD33ED}"/>
              </a:ext>
            </a:extLst>
          </p:cNvPr>
          <p:cNvSpPr/>
          <p:nvPr/>
        </p:nvSpPr>
        <p:spPr bwMode="auto">
          <a:xfrm>
            <a:off x="5195990" y="5229020"/>
            <a:ext cx="720008" cy="360004"/>
          </a:xfrm>
          <a:prstGeom prst="rect">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200" dirty="0">
                <a:solidFill>
                  <a:schemeClr val="tx1">
                    <a:lumMod val="75000"/>
                    <a:lumOff val="25000"/>
                  </a:schemeClr>
                </a:solidFill>
                <a:latin typeface="+mn-ea"/>
              </a:rPr>
              <a:t>レジスタ</a:t>
            </a:r>
          </a:p>
        </p:txBody>
      </p:sp>
      <p:sp>
        <p:nvSpPr>
          <p:cNvPr id="19" name="正方形/長方形 18">
            <a:extLst>
              <a:ext uri="{FF2B5EF4-FFF2-40B4-BE49-F238E27FC236}">
                <a16:creationId xmlns:a16="http://schemas.microsoft.com/office/drawing/2014/main" id="{5CDE2D9A-2F36-C43E-4127-842707B30F75}"/>
              </a:ext>
            </a:extLst>
          </p:cNvPr>
          <p:cNvSpPr/>
          <p:nvPr/>
        </p:nvSpPr>
        <p:spPr bwMode="auto">
          <a:xfrm>
            <a:off x="6005999" y="5229020"/>
            <a:ext cx="720008" cy="360004"/>
          </a:xfrm>
          <a:prstGeom prst="rect">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200" dirty="0">
                <a:solidFill>
                  <a:schemeClr val="tx1">
                    <a:lumMod val="75000"/>
                    <a:lumOff val="25000"/>
                  </a:schemeClr>
                </a:solidFill>
                <a:latin typeface="+mn-ea"/>
              </a:rPr>
              <a:t>レジスタ</a:t>
            </a:r>
          </a:p>
        </p:txBody>
      </p:sp>
      <p:sp>
        <p:nvSpPr>
          <p:cNvPr id="20" name="正方形/長方形 19">
            <a:extLst>
              <a:ext uri="{FF2B5EF4-FFF2-40B4-BE49-F238E27FC236}">
                <a16:creationId xmlns:a16="http://schemas.microsoft.com/office/drawing/2014/main" id="{E1F73BFD-F321-1922-2766-5C9074A513EC}"/>
              </a:ext>
            </a:extLst>
          </p:cNvPr>
          <p:cNvSpPr/>
          <p:nvPr/>
        </p:nvSpPr>
        <p:spPr bwMode="auto">
          <a:xfrm>
            <a:off x="6816008" y="5229020"/>
            <a:ext cx="720008" cy="360004"/>
          </a:xfrm>
          <a:prstGeom prst="rect">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200" dirty="0">
                <a:solidFill>
                  <a:schemeClr val="tx1">
                    <a:lumMod val="75000"/>
                    <a:lumOff val="25000"/>
                  </a:schemeClr>
                </a:solidFill>
                <a:latin typeface="+mn-ea"/>
              </a:rPr>
              <a:t>レジスタ</a:t>
            </a:r>
          </a:p>
        </p:txBody>
      </p:sp>
      <p:cxnSp>
        <p:nvCxnSpPr>
          <p:cNvPr id="21" name="直線矢印コネクタ 20">
            <a:extLst>
              <a:ext uri="{FF2B5EF4-FFF2-40B4-BE49-F238E27FC236}">
                <a16:creationId xmlns:a16="http://schemas.microsoft.com/office/drawing/2014/main" id="{F275FC1A-5D9C-F4B1-6F06-08A21AAB0961}"/>
              </a:ext>
            </a:extLst>
          </p:cNvPr>
          <p:cNvCxnSpPr>
            <a:cxnSpLocks/>
            <a:stCxn id="17" idx="2"/>
          </p:cNvCxnSpPr>
          <p:nvPr/>
        </p:nvCxnSpPr>
        <p:spPr bwMode="auto">
          <a:xfrm>
            <a:off x="4745985" y="5589025"/>
            <a:ext cx="0" cy="287871"/>
          </a:xfrm>
          <a:prstGeom prst="straightConnector1">
            <a:avLst/>
          </a:prstGeom>
          <a:ln>
            <a:solidFill>
              <a:schemeClr val="tx1">
                <a:lumMod val="75000"/>
                <a:lumOff val="25000"/>
              </a:schemeClr>
            </a:solidFill>
            <a:headEnd type="triangle" w="med" len="med"/>
            <a:tailEnd type="triangle"/>
          </a:ln>
          <a:effectLst/>
        </p:spPr>
        <p:style>
          <a:lnRef idx="3">
            <a:schemeClr val="accent5"/>
          </a:lnRef>
          <a:fillRef idx="0">
            <a:schemeClr val="accent5"/>
          </a:fillRef>
          <a:effectRef idx="2">
            <a:schemeClr val="accent5"/>
          </a:effectRef>
          <a:fontRef idx="minor">
            <a:schemeClr val="tx1"/>
          </a:fontRef>
        </p:style>
      </p:cxnSp>
      <p:cxnSp>
        <p:nvCxnSpPr>
          <p:cNvPr id="23" name="直線矢印コネクタ 22">
            <a:extLst>
              <a:ext uri="{FF2B5EF4-FFF2-40B4-BE49-F238E27FC236}">
                <a16:creationId xmlns:a16="http://schemas.microsoft.com/office/drawing/2014/main" id="{5566D63F-C3EB-B74D-831F-15342254EFA4}"/>
              </a:ext>
            </a:extLst>
          </p:cNvPr>
          <p:cNvCxnSpPr>
            <a:cxnSpLocks/>
          </p:cNvCxnSpPr>
          <p:nvPr/>
        </p:nvCxnSpPr>
        <p:spPr bwMode="auto">
          <a:xfrm>
            <a:off x="5555994" y="5589025"/>
            <a:ext cx="0" cy="287871"/>
          </a:xfrm>
          <a:prstGeom prst="straightConnector1">
            <a:avLst/>
          </a:prstGeom>
          <a:ln>
            <a:solidFill>
              <a:schemeClr val="tx1">
                <a:lumMod val="75000"/>
                <a:lumOff val="25000"/>
              </a:schemeClr>
            </a:solidFill>
            <a:headEnd type="triangle" w="med" len="med"/>
            <a:tailEnd type="triangle"/>
          </a:ln>
          <a:effectLst/>
        </p:spPr>
        <p:style>
          <a:lnRef idx="3">
            <a:schemeClr val="accent5"/>
          </a:lnRef>
          <a:fillRef idx="0">
            <a:schemeClr val="accent5"/>
          </a:fillRef>
          <a:effectRef idx="2">
            <a:schemeClr val="accent5"/>
          </a:effectRef>
          <a:fontRef idx="minor">
            <a:schemeClr val="tx1"/>
          </a:fontRef>
        </p:style>
      </p:cxnSp>
      <p:cxnSp>
        <p:nvCxnSpPr>
          <p:cNvPr id="24" name="直線矢印コネクタ 23">
            <a:extLst>
              <a:ext uri="{FF2B5EF4-FFF2-40B4-BE49-F238E27FC236}">
                <a16:creationId xmlns:a16="http://schemas.microsoft.com/office/drawing/2014/main" id="{A82E516E-2488-EEE1-522B-7963D8D037CA}"/>
              </a:ext>
            </a:extLst>
          </p:cNvPr>
          <p:cNvCxnSpPr>
            <a:cxnSpLocks/>
          </p:cNvCxnSpPr>
          <p:nvPr/>
        </p:nvCxnSpPr>
        <p:spPr bwMode="auto">
          <a:xfrm>
            <a:off x="6366003" y="5589025"/>
            <a:ext cx="0" cy="287871"/>
          </a:xfrm>
          <a:prstGeom prst="straightConnector1">
            <a:avLst/>
          </a:prstGeom>
          <a:ln>
            <a:solidFill>
              <a:schemeClr val="tx1">
                <a:lumMod val="75000"/>
                <a:lumOff val="25000"/>
              </a:schemeClr>
            </a:solidFill>
            <a:headEnd type="triangle" w="med" len="med"/>
            <a:tailEnd type="triangle"/>
          </a:ln>
          <a:effectLst/>
        </p:spPr>
        <p:style>
          <a:lnRef idx="3">
            <a:schemeClr val="accent5"/>
          </a:lnRef>
          <a:fillRef idx="0">
            <a:schemeClr val="accent5"/>
          </a:fillRef>
          <a:effectRef idx="2">
            <a:schemeClr val="accent5"/>
          </a:effectRef>
          <a:fontRef idx="minor">
            <a:schemeClr val="tx1"/>
          </a:fontRef>
        </p:style>
      </p:cxnSp>
      <p:cxnSp>
        <p:nvCxnSpPr>
          <p:cNvPr id="25" name="直線矢印コネクタ 24">
            <a:extLst>
              <a:ext uri="{FF2B5EF4-FFF2-40B4-BE49-F238E27FC236}">
                <a16:creationId xmlns:a16="http://schemas.microsoft.com/office/drawing/2014/main" id="{7F680B49-4A4F-687C-1551-5772721F63C0}"/>
              </a:ext>
            </a:extLst>
          </p:cNvPr>
          <p:cNvCxnSpPr>
            <a:cxnSpLocks/>
          </p:cNvCxnSpPr>
          <p:nvPr/>
        </p:nvCxnSpPr>
        <p:spPr bwMode="auto">
          <a:xfrm>
            <a:off x="7176012" y="5589025"/>
            <a:ext cx="0" cy="287871"/>
          </a:xfrm>
          <a:prstGeom prst="straightConnector1">
            <a:avLst/>
          </a:prstGeom>
          <a:ln>
            <a:solidFill>
              <a:schemeClr val="tx1">
                <a:lumMod val="75000"/>
                <a:lumOff val="25000"/>
              </a:schemeClr>
            </a:solidFill>
            <a:headEnd type="triangle" w="med" len="med"/>
            <a:tailEnd type="triangle"/>
          </a:ln>
          <a:effectLst/>
        </p:spPr>
        <p:style>
          <a:lnRef idx="3">
            <a:schemeClr val="accent5"/>
          </a:lnRef>
          <a:fillRef idx="0">
            <a:schemeClr val="accent5"/>
          </a:fillRef>
          <a:effectRef idx="2">
            <a:schemeClr val="accent5"/>
          </a:effectRef>
          <a:fontRef idx="minor">
            <a:schemeClr val="tx1"/>
          </a:fontRef>
        </p:style>
      </p:cxnSp>
    </p:spTree>
    <p:extLst>
      <p:ext uri="{BB962C8B-B14F-4D97-AF65-F5344CB8AC3E}">
        <p14:creationId xmlns:p14="http://schemas.microsoft.com/office/powerpoint/2010/main" val="57697258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DF28C6C-4B6B-0592-DFC2-4C563ECDF732}"/>
              </a:ext>
            </a:extLst>
          </p:cNvPr>
          <p:cNvSpPr>
            <a:spLocks noGrp="1"/>
          </p:cNvSpPr>
          <p:nvPr>
            <p:ph type="title"/>
          </p:nvPr>
        </p:nvSpPr>
        <p:spPr/>
        <p:txBody>
          <a:bodyPr/>
          <a:lstStyle/>
          <a:p>
            <a:r>
              <a:rPr kumimoji="1" lang="ja-JP" altLang="en-US" dirty="0"/>
              <a:t>もくじ</a:t>
            </a:r>
          </a:p>
        </p:txBody>
      </p:sp>
      <p:sp>
        <p:nvSpPr>
          <p:cNvPr id="3" name="テキスト プレースホルダー 2">
            <a:extLst>
              <a:ext uri="{FF2B5EF4-FFF2-40B4-BE49-F238E27FC236}">
                <a16:creationId xmlns:a16="http://schemas.microsoft.com/office/drawing/2014/main" id="{CBA111A3-835E-F467-EC49-839674912985}"/>
              </a:ext>
            </a:extLst>
          </p:cNvPr>
          <p:cNvSpPr>
            <a:spLocks noGrp="1"/>
          </p:cNvSpPr>
          <p:nvPr>
            <p:ph type="body" sz="quarter" idx="10"/>
          </p:nvPr>
        </p:nvSpPr>
        <p:spPr/>
        <p:txBody>
          <a:bodyPr/>
          <a:lstStyle/>
          <a:p>
            <a:pPr marL="457200" indent="-457200">
              <a:buFont typeface="+mj-lt"/>
              <a:buAutoNum type="arabicPeriod"/>
            </a:pPr>
            <a:r>
              <a:rPr kumimoji="1" lang="ja-JP" altLang="en-US" dirty="0"/>
              <a:t>フリンの分類と </a:t>
            </a:r>
            <a:r>
              <a:rPr kumimoji="1" lang="en-US" altLang="ja-JP" dirty="0"/>
              <a:t>SIMD</a:t>
            </a:r>
          </a:p>
          <a:p>
            <a:pPr marL="457200" indent="-457200">
              <a:buFont typeface="+mj-lt"/>
              <a:buAutoNum type="arabicPeriod"/>
            </a:pPr>
            <a:r>
              <a:rPr kumimoji="1" lang="en-US" altLang="ja-JP" dirty="0"/>
              <a:t>GPU </a:t>
            </a:r>
            <a:r>
              <a:rPr kumimoji="1" lang="ja-JP" altLang="en-US" dirty="0"/>
              <a:t>における回路量当たりの性能向上</a:t>
            </a:r>
            <a:endParaRPr kumimoji="1" lang="en-US" altLang="ja-JP" dirty="0"/>
          </a:p>
          <a:p>
            <a:pPr marL="457200" indent="-457200">
              <a:buFont typeface="+mj-lt"/>
              <a:buAutoNum type="arabicPeriod"/>
            </a:pPr>
            <a:r>
              <a:rPr kumimoji="1" lang="en-US" altLang="ja-JP" dirty="0">
                <a:solidFill>
                  <a:schemeClr val="accent5"/>
                </a:solidFill>
              </a:rPr>
              <a:t>SIMD </a:t>
            </a:r>
            <a:r>
              <a:rPr kumimoji="1" lang="ja-JP" altLang="en-US" dirty="0">
                <a:solidFill>
                  <a:schemeClr val="accent5"/>
                </a:solidFill>
              </a:rPr>
              <a:t>プロセッサのプログラミング・モデル</a:t>
            </a:r>
          </a:p>
        </p:txBody>
      </p:sp>
    </p:spTree>
    <p:extLst>
      <p:ext uri="{BB962C8B-B14F-4D97-AF65-F5344CB8AC3E}">
        <p14:creationId xmlns:p14="http://schemas.microsoft.com/office/powerpoint/2010/main" val="222946257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E69F12A-42FF-A23E-65C7-074045AB9772}"/>
              </a:ext>
            </a:extLst>
          </p:cNvPr>
          <p:cNvSpPr>
            <a:spLocks noGrp="1"/>
          </p:cNvSpPr>
          <p:nvPr>
            <p:ph type="title"/>
          </p:nvPr>
        </p:nvSpPr>
        <p:spPr/>
        <p:txBody>
          <a:bodyPr/>
          <a:lstStyle/>
          <a:p>
            <a:r>
              <a:rPr kumimoji="1" lang="ja-JP" altLang="en-US" dirty="0"/>
              <a:t>プログラミング・モデル</a:t>
            </a:r>
          </a:p>
        </p:txBody>
      </p:sp>
      <p:sp>
        <p:nvSpPr>
          <p:cNvPr id="3" name="テキスト プレースホルダー 2">
            <a:extLst>
              <a:ext uri="{FF2B5EF4-FFF2-40B4-BE49-F238E27FC236}">
                <a16:creationId xmlns:a16="http://schemas.microsoft.com/office/drawing/2014/main" id="{85A6C7D5-A507-25ED-86B8-343E806A25B5}"/>
              </a:ext>
            </a:extLst>
          </p:cNvPr>
          <p:cNvSpPr>
            <a:spLocks noGrp="1"/>
          </p:cNvSpPr>
          <p:nvPr>
            <p:ph type="body" sz="quarter" idx="10"/>
          </p:nvPr>
        </p:nvSpPr>
        <p:spPr>
          <a:xfrm>
            <a:off x="875943" y="1088974"/>
            <a:ext cx="10530116" cy="5490061"/>
          </a:xfrm>
        </p:spPr>
        <p:txBody>
          <a:bodyPr/>
          <a:lstStyle/>
          <a:p>
            <a:r>
              <a:rPr lang="ja-JP" altLang="en-US" b="0" i="0" dirty="0">
                <a:effectLst/>
                <a:latin typeface="+mn-ea"/>
                <a:ea typeface="+mn-ea"/>
              </a:rPr>
              <a:t>ここまでは </a:t>
            </a:r>
            <a:r>
              <a:rPr lang="en-US" altLang="ja-JP" b="0" i="0" dirty="0">
                <a:effectLst/>
                <a:latin typeface="+mn-ea"/>
                <a:ea typeface="+mn-ea"/>
              </a:rPr>
              <a:t>SIMD </a:t>
            </a:r>
            <a:r>
              <a:rPr lang="ja-JP" altLang="en-US" b="0" i="0" dirty="0">
                <a:effectLst/>
                <a:latin typeface="+mn-ea"/>
                <a:ea typeface="+mn-ea"/>
              </a:rPr>
              <a:t>のハードウェアについて説明</a:t>
            </a:r>
            <a:endParaRPr lang="en-US" altLang="ja-JP" b="0" i="0" dirty="0">
              <a:effectLst/>
              <a:latin typeface="+mn-ea"/>
              <a:ea typeface="+mn-ea"/>
            </a:endParaRPr>
          </a:p>
          <a:p>
            <a:pPr lvl="1"/>
            <a:r>
              <a:rPr lang="ja-JP" altLang="en-US" b="0" i="0" dirty="0">
                <a:effectLst/>
                <a:latin typeface="+mn-ea"/>
                <a:ea typeface="+mn-ea"/>
              </a:rPr>
              <a:t>ここからはその上でどのようなプログラムを走らせるのかを説明</a:t>
            </a:r>
            <a:endParaRPr lang="en-US" altLang="ja-JP" b="0" i="0" dirty="0">
              <a:effectLst/>
              <a:latin typeface="+mn-ea"/>
              <a:ea typeface="+mn-ea"/>
            </a:endParaRPr>
          </a:p>
          <a:p>
            <a:r>
              <a:rPr lang="ja-JP" altLang="en-US" b="0" i="0" dirty="0">
                <a:effectLst/>
                <a:latin typeface="Courier New" panose="02070309020205020404" pitchFamily="49" charset="0"/>
              </a:rPr>
              <a:t>プログラミング・モデル</a:t>
            </a:r>
            <a:endParaRPr lang="en-US" altLang="ja-JP" b="0" i="0" dirty="0">
              <a:effectLst/>
              <a:latin typeface="Courier New" panose="02070309020205020404" pitchFamily="49" charset="0"/>
            </a:endParaRPr>
          </a:p>
          <a:p>
            <a:pPr lvl="1"/>
            <a:r>
              <a:rPr lang="ja-JP" altLang="en-US" b="0" i="0" dirty="0">
                <a:effectLst/>
                <a:latin typeface="Courier New" panose="02070309020205020404" pitchFamily="49" charset="0"/>
              </a:rPr>
              <a:t>どのような命令によりプログラムを記述するかを規定</a:t>
            </a:r>
          </a:p>
          <a:p>
            <a:pPr lvl="1"/>
            <a:r>
              <a:rPr lang="ja-JP" altLang="en-US" b="0" i="0" dirty="0">
                <a:effectLst/>
                <a:latin typeface="Courier New" panose="02070309020205020404" pitchFamily="49" charset="0"/>
              </a:rPr>
              <a:t>これまでに説明したハードウェアの構成方式とはある程度独立した</a:t>
            </a:r>
            <a:r>
              <a:rPr lang="ja-JP" altLang="en-US" b="0" i="0" dirty="0">
                <a:effectLst/>
                <a:latin typeface="+mn-ea"/>
                <a:ea typeface="+mn-ea"/>
              </a:rPr>
              <a:t>概念</a:t>
            </a:r>
            <a:endParaRPr lang="en-US" altLang="ja-JP" b="0" i="0" dirty="0">
              <a:effectLst/>
              <a:latin typeface="+mn-ea"/>
              <a:ea typeface="+mn-ea"/>
            </a:endParaRPr>
          </a:p>
          <a:p>
            <a:r>
              <a:rPr lang="ja-JP" altLang="en-US" dirty="0">
                <a:latin typeface="+mn-ea"/>
                <a:ea typeface="+mn-ea"/>
              </a:rPr>
              <a:t>カレー屋さんでいうと</a:t>
            </a:r>
            <a:r>
              <a:rPr lang="en-US" altLang="ja-JP" dirty="0">
                <a:latin typeface="+mn-ea"/>
                <a:ea typeface="+mn-ea"/>
              </a:rPr>
              <a:t>…</a:t>
            </a:r>
          </a:p>
          <a:p>
            <a:pPr lvl="1"/>
            <a:r>
              <a:rPr lang="ja-JP" altLang="en-US" dirty="0">
                <a:latin typeface="+mn-ea"/>
                <a:ea typeface="+mn-ea"/>
              </a:rPr>
              <a:t>ハードウェア</a:t>
            </a:r>
            <a:r>
              <a:rPr lang="en-US" altLang="ja-JP" dirty="0">
                <a:latin typeface="+mn-ea"/>
                <a:ea typeface="+mn-ea"/>
              </a:rPr>
              <a:t>		</a:t>
            </a:r>
            <a:r>
              <a:rPr lang="ja-JP" altLang="en-US" dirty="0">
                <a:latin typeface="+mn-ea"/>
                <a:ea typeface="+mn-ea"/>
              </a:rPr>
              <a:t>＝ お店の人員と器具をどう配置して使うか</a:t>
            </a:r>
            <a:endParaRPr lang="en-US" altLang="ja-JP" dirty="0">
              <a:latin typeface="+mn-ea"/>
              <a:ea typeface="+mn-ea"/>
            </a:endParaRPr>
          </a:p>
          <a:p>
            <a:pPr lvl="1"/>
            <a:r>
              <a:rPr lang="ja-JP" altLang="en-US" b="0" i="0" dirty="0">
                <a:effectLst/>
                <a:latin typeface="+mn-ea"/>
                <a:ea typeface="+mn-ea"/>
              </a:rPr>
              <a:t>プログラミング・モデル</a:t>
            </a:r>
            <a:r>
              <a:rPr lang="en-US" altLang="ja-JP" b="0" i="0" dirty="0">
                <a:effectLst/>
                <a:latin typeface="+mn-ea"/>
                <a:ea typeface="+mn-ea"/>
              </a:rPr>
              <a:t>	</a:t>
            </a:r>
            <a:r>
              <a:rPr lang="ja-JP" altLang="en-US" b="0" i="0" dirty="0">
                <a:effectLst/>
                <a:latin typeface="+mn-ea"/>
                <a:ea typeface="+mn-ea"/>
              </a:rPr>
              <a:t>＝ （器具や配置を考慮した）レシピをどう表現するか</a:t>
            </a:r>
            <a:endParaRPr lang="en-US" altLang="ja-JP" b="0" i="0" dirty="0">
              <a:effectLst/>
              <a:latin typeface="+mn-ea"/>
              <a:ea typeface="+mn-ea"/>
            </a:endParaRPr>
          </a:p>
        </p:txBody>
      </p:sp>
    </p:spTree>
    <p:extLst>
      <p:ext uri="{BB962C8B-B14F-4D97-AF65-F5344CB8AC3E}">
        <p14:creationId xmlns:p14="http://schemas.microsoft.com/office/powerpoint/2010/main" val="302800164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76D5727-E773-1EBD-5012-76A615F53A22}"/>
              </a:ext>
            </a:extLst>
          </p:cNvPr>
          <p:cNvSpPr>
            <a:spLocks noGrp="1"/>
          </p:cNvSpPr>
          <p:nvPr>
            <p:ph type="title"/>
          </p:nvPr>
        </p:nvSpPr>
        <p:spPr/>
        <p:txBody>
          <a:bodyPr/>
          <a:lstStyle/>
          <a:p>
            <a:r>
              <a:rPr lang="ja-JP" altLang="en-US" sz="2400" dirty="0"/>
              <a:t>ハードウェア方式とプログラミング・モデル</a:t>
            </a:r>
          </a:p>
        </p:txBody>
      </p:sp>
      <p:sp>
        <p:nvSpPr>
          <p:cNvPr id="3" name="テキスト プレースホルダー 2">
            <a:extLst>
              <a:ext uri="{FF2B5EF4-FFF2-40B4-BE49-F238E27FC236}">
                <a16:creationId xmlns:a16="http://schemas.microsoft.com/office/drawing/2014/main" id="{29508FC9-076D-16AF-7AFC-74EBF801E791}"/>
              </a:ext>
            </a:extLst>
          </p:cNvPr>
          <p:cNvSpPr>
            <a:spLocks noGrp="1"/>
          </p:cNvSpPr>
          <p:nvPr>
            <p:ph type="body" sz="quarter" idx="10"/>
          </p:nvPr>
        </p:nvSpPr>
        <p:spPr>
          <a:xfrm>
            <a:off x="1955954" y="1448979"/>
            <a:ext cx="9000100" cy="3150035"/>
          </a:xfrm>
        </p:spPr>
        <p:txBody>
          <a:bodyPr/>
          <a:lstStyle/>
          <a:p>
            <a:r>
              <a:rPr lang="ja-JP" altLang="en-US" sz="1800" dirty="0"/>
              <a:t>異なるハードウェア方式とプログラミング・モデルの組み合わせ</a:t>
            </a:r>
          </a:p>
          <a:p>
            <a:pPr lvl="1"/>
            <a:r>
              <a:rPr lang="en-US" altLang="ja-JP" sz="1800" dirty="0"/>
              <a:t> NVIDIA </a:t>
            </a:r>
            <a:r>
              <a:rPr lang="ja-JP" altLang="en-US" sz="1800" dirty="0"/>
              <a:t>の </a:t>
            </a:r>
            <a:r>
              <a:rPr lang="en-US" altLang="ja-JP" sz="1800" dirty="0"/>
              <a:t>GPU </a:t>
            </a:r>
          </a:p>
          <a:p>
            <a:pPr lvl="2"/>
            <a:r>
              <a:rPr lang="ja-JP" altLang="en-US" sz="1800" dirty="0"/>
              <a:t>ハードウェア：　　　　　</a:t>
            </a:r>
            <a:r>
              <a:rPr lang="en-US" altLang="ja-JP" sz="1800" dirty="0">
                <a:solidFill>
                  <a:schemeClr val="accent5"/>
                </a:solidFill>
              </a:rPr>
              <a:t>SIMD</a:t>
            </a:r>
            <a:r>
              <a:rPr lang="ja-JP" altLang="en-US" sz="1800" dirty="0"/>
              <a:t>（を拡張した </a:t>
            </a:r>
            <a:r>
              <a:rPr lang="en-US" altLang="ja-JP" sz="1800" dirty="0">
                <a:solidFill>
                  <a:schemeClr val="accent5"/>
                </a:solidFill>
              </a:rPr>
              <a:t>SIMT</a:t>
            </a:r>
            <a:r>
              <a:rPr lang="ja-JP" altLang="en-US" sz="1800" dirty="0"/>
              <a:t>）</a:t>
            </a:r>
            <a:endParaRPr lang="en-US" altLang="ja-JP" sz="1800" dirty="0"/>
          </a:p>
          <a:p>
            <a:pPr lvl="2"/>
            <a:r>
              <a:rPr lang="ja-JP" altLang="en-US" sz="1800" dirty="0"/>
              <a:t>プログラミング・モデル：</a:t>
            </a:r>
            <a:r>
              <a:rPr lang="en-US" altLang="ja-JP" sz="1800" dirty="0"/>
              <a:t>Single Program Multiple Data (</a:t>
            </a:r>
            <a:r>
              <a:rPr lang="en-US" altLang="ja-JP" sz="1800" dirty="0">
                <a:solidFill>
                  <a:schemeClr val="accent5"/>
                </a:solidFill>
              </a:rPr>
              <a:t>SPMD</a:t>
            </a:r>
            <a:r>
              <a:rPr lang="en-US" altLang="ja-JP" sz="1800" dirty="0"/>
              <a:t>) </a:t>
            </a:r>
            <a:endParaRPr lang="ja-JP" altLang="en-US" sz="1800" dirty="0"/>
          </a:p>
          <a:p>
            <a:pPr lvl="1"/>
            <a:r>
              <a:rPr lang="en-US" altLang="ja-JP" sz="1800" dirty="0"/>
              <a:t>AMD </a:t>
            </a:r>
            <a:r>
              <a:rPr lang="ja-JP" altLang="en-US" sz="1800" dirty="0"/>
              <a:t>や </a:t>
            </a:r>
            <a:r>
              <a:rPr lang="en-US" altLang="ja-JP" sz="1800" dirty="0"/>
              <a:t>Intel </a:t>
            </a:r>
            <a:r>
              <a:rPr lang="ja-JP" altLang="en-US" sz="1800" dirty="0"/>
              <a:t>の </a:t>
            </a:r>
            <a:r>
              <a:rPr lang="en-US" altLang="ja-JP" sz="1800" dirty="0"/>
              <a:t>GPU </a:t>
            </a:r>
          </a:p>
          <a:p>
            <a:pPr lvl="2"/>
            <a:r>
              <a:rPr lang="ja-JP" altLang="en-US" sz="1800" dirty="0"/>
              <a:t>ハードウェア：　　　　　</a:t>
            </a:r>
            <a:r>
              <a:rPr lang="en-US" altLang="ja-JP" sz="1800" dirty="0"/>
              <a:t>SIMD </a:t>
            </a:r>
          </a:p>
          <a:p>
            <a:pPr lvl="2"/>
            <a:r>
              <a:rPr lang="ja-JP" altLang="en-US" sz="1800" dirty="0"/>
              <a:t>プログラミング・モデル：「</a:t>
            </a:r>
            <a:r>
              <a:rPr lang="en-US" altLang="ja-JP" sz="1800" dirty="0"/>
              <a:t>SIMD</a:t>
            </a:r>
            <a:r>
              <a:rPr lang="ja-JP" altLang="en-US" sz="1800" dirty="0"/>
              <a:t>命令」と呼ぶ形式の命令 </a:t>
            </a:r>
            <a:r>
              <a:rPr lang="en-US" altLang="ja-JP" sz="1800" dirty="0"/>
              <a:t>+ SPMD</a:t>
            </a:r>
          </a:p>
          <a:p>
            <a:pPr lvl="1"/>
            <a:endParaRPr lang="en-US" altLang="ja-JP" sz="1800" dirty="0"/>
          </a:p>
          <a:p>
            <a:pPr lvl="2"/>
            <a:r>
              <a:rPr lang="ja-JP" altLang="en-US" sz="1800" dirty="0"/>
              <a:t>（</a:t>
            </a:r>
            <a:r>
              <a:rPr lang="en-US" altLang="ja-JP" sz="1800" dirty="0"/>
              <a:t>AMD/Intel </a:t>
            </a:r>
            <a:r>
              <a:rPr lang="ja-JP" altLang="en-US" sz="1800" dirty="0"/>
              <a:t>でも </a:t>
            </a:r>
            <a:r>
              <a:rPr lang="en-US" altLang="ja-JP" sz="1800" dirty="0"/>
              <a:t>SPMD </a:t>
            </a:r>
            <a:r>
              <a:rPr lang="ja-JP" altLang="en-US" sz="1800" dirty="0"/>
              <a:t>モデルにより書かれたプログラムをコンパイラによって </a:t>
            </a:r>
            <a:r>
              <a:rPr lang="en-US" altLang="ja-JP" sz="1800" dirty="0"/>
              <a:t>SIMD </a:t>
            </a:r>
            <a:r>
              <a:rPr lang="ja-JP" altLang="en-US" sz="1800" dirty="0"/>
              <a:t>命令に変換して実行することが行われる</a:t>
            </a:r>
          </a:p>
        </p:txBody>
      </p:sp>
      <p:graphicFrame>
        <p:nvGraphicFramePr>
          <p:cNvPr id="4" name="表 4">
            <a:extLst>
              <a:ext uri="{FF2B5EF4-FFF2-40B4-BE49-F238E27FC236}">
                <a16:creationId xmlns:a16="http://schemas.microsoft.com/office/drawing/2014/main" id="{1395128E-22B7-9506-ACB8-26932F7BAF82}"/>
              </a:ext>
            </a:extLst>
          </p:cNvPr>
          <p:cNvGraphicFramePr>
            <a:graphicFrameLocks noGrp="1"/>
          </p:cNvGraphicFramePr>
          <p:nvPr>
            <p:extLst>
              <p:ext uri="{D42A27DB-BD31-4B8C-83A1-F6EECF244321}">
                <p14:modId xmlns:p14="http://schemas.microsoft.com/office/powerpoint/2010/main" val="2022103270"/>
              </p:ext>
            </p:extLst>
          </p:nvPr>
        </p:nvGraphicFramePr>
        <p:xfrm>
          <a:off x="3305969" y="5049018"/>
          <a:ext cx="5400060" cy="1440016"/>
        </p:xfrm>
        <a:graphic>
          <a:graphicData uri="http://schemas.openxmlformats.org/drawingml/2006/table">
            <a:tbl>
              <a:tblPr firstRow="1" bandRow="1">
                <a:tableStyleId>{FABFCF23-3B69-468F-B69F-88F6DE6A72F2}</a:tableStyleId>
              </a:tblPr>
              <a:tblGrid>
                <a:gridCol w="2000022">
                  <a:extLst>
                    <a:ext uri="{9D8B030D-6E8A-4147-A177-3AD203B41FA5}">
                      <a16:colId xmlns:a16="http://schemas.microsoft.com/office/drawing/2014/main" val="2474819552"/>
                    </a:ext>
                  </a:extLst>
                </a:gridCol>
                <a:gridCol w="1600018">
                  <a:extLst>
                    <a:ext uri="{9D8B030D-6E8A-4147-A177-3AD203B41FA5}">
                      <a16:colId xmlns:a16="http://schemas.microsoft.com/office/drawing/2014/main" val="589697386"/>
                    </a:ext>
                  </a:extLst>
                </a:gridCol>
                <a:gridCol w="1800020">
                  <a:extLst>
                    <a:ext uri="{9D8B030D-6E8A-4147-A177-3AD203B41FA5}">
                      <a16:colId xmlns:a16="http://schemas.microsoft.com/office/drawing/2014/main" val="632973427"/>
                    </a:ext>
                  </a:extLst>
                </a:gridCol>
              </a:tblGrid>
              <a:tr h="370840">
                <a:tc>
                  <a:txBody>
                    <a:bodyPr/>
                    <a:lstStyle/>
                    <a:p>
                      <a:endParaRPr kumimoji="1" lang="ja-JP" altLang="en-US" dirty="0"/>
                    </a:p>
                  </a:txBody>
                  <a:tcPr/>
                </a:tc>
                <a:tc>
                  <a:txBody>
                    <a:bodyPr/>
                    <a:lstStyle/>
                    <a:p>
                      <a:r>
                        <a:rPr kumimoji="1" lang="ja-JP" altLang="en-US" sz="1050" dirty="0"/>
                        <a:t>ハードウェアの方式</a:t>
                      </a:r>
                    </a:p>
                  </a:txBody>
                  <a:tcPr anchor="ctr"/>
                </a:tc>
                <a:tc>
                  <a:txBody>
                    <a:bodyPr/>
                    <a:lstStyle/>
                    <a:p>
                      <a:r>
                        <a:rPr kumimoji="1" lang="ja-JP" altLang="en-US" sz="1050" dirty="0"/>
                        <a:t>プログラミング・モデル</a:t>
                      </a:r>
                    </a:p>
                  </a:txBody>
                  <a:tcPr anchor="ctr"/>
                </a:tc>
                <a:extLst>
                  <a:ext uri="{0D108BD9-81ED-4DB2-BD59-A6C34878D82A}">
                    <a16:rowId xmlns:a16="http://schemas.microsoft.com/office/drawing/2014/main" val="1478207885"/>
                  </a:ext>
                </a:extLst>
              </a:tr>
              <a:tr h="349168">
                <a:tc>
                  <a:txBody>
                    <a:bodyPr/>
                    <a:lstStyle/>
                    <a:p>
                      <a:r>
                        <a:rPr kumimoji="1" lang="en-US" altLang="ja-JP" sz="1400" dirty="0"/>
                        <a:t>NVIDIA (Volta)</a:t>
                      </a:r>
                      <a:endParaRPr kumimoji="1" lang="ja-JP" altLang="en-US" sz="1400" dirty="0"/>
                    </a:p>
                  </a:txBody>
                  <a:tcPr/>
                </a:tc>
                <a:tc>
                  <a:txBody>
                    <a:bodyPr/>
                    <a:lstStyle/>
                    <a:p>
                      <a:r>
                        <a:rPr kumimoji="1" lang="en-US" altLang="ja-JP" sz="1400" dirty="0"/>
                        <a:t>SIMT</a:t>
                      </a:r>
                      <a:endParaRPr kumimoji="1" lang="ja-JP" altLang="en-US" sz="1400" dirty="0"/>
                    </a:p>
                  </a:txBody>
                  <a:tcPr/>
                </a:tc>
                <a:tc>
                  <a:txBody>
                    <a:bodyPr/>
                    <a:lstStyle/>
                    <a:p>
                      <a:r>
                        <a:rPr kumimoji="1" lang="en-US" altLang="ja-JP" sz="1400" dirty="0"/>
                        <a:t>SPMD</a:t>
                      </a:r>
                      <a:endParaRPr kumimoji="1" lang="ja-JP" altLang="en-US" sz="1400" dirty="0"/>
                    </a:p>
                  </a:txBody>
                  <a:tcPr/>
                </a:tc>
                <a:extLst>
                  <a:ext uri="{0D108BD9-81ED-4DB2-BD59-A6C34878D82A}">
                    <a16:rowId xmlns:a16="http://schemas.microsoft.com/office/drawing/2014/main" val="1233978724"/>
                  </a:ext>
                </a:extLst>
              </a:tr>
              <a:tr h="349168">
                <a:tc>
                  <a:txBody>
                    <a:bodyPr/>
                    <a:lstStyle/>
                    <a:p>
                      <a:r>
                        <a:rPr kumimoji="1" lang="en-US" altLang="ja-JP" sz="1400" dirty="0"/>
                        <a:t>AMD (GCN,RDNA)</a:t>
                      </a:r>
                      <a:endParaRPr kumimoji="1" lang="ja-JP" altLang="en-US" sz="1400" dirty="0"/>
                    </a:p>
                  </a:txBody>
                  <a:tcPr/>
                </a:tc>
                <a:tc>
                  <a:txBody>
                    <a:bodyPr/>
                    <a:lstStyle/>
                    <a:p>
                      <a:r>
                        <a:rPr kumimoji="1" lang="en-US" altLang="ja-JP" sz="1400" dirty="0"/>
                        <a:t>SIMD</a:t>
                      </a:r>
                      <a:endParaRPr kumimoji="1" lang="ja-JP" altLang="en-US" sz="1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400" dirty="0"/>
                        <a:t>SPMD/SIMD </a:t>
                      </a:r>
                      <a:r>
                        <a:rPr kumimoji="1" lang="ja-JP" altLang="en-US" sz="1400" dirty="0"/>
                        <a:t>命令</a:t>
                      </a:r>
                    </a:p>
                  </a:txBody>
                  <a:tcPr/>
                </a:tc>
                <a:extLst>
                  <a:ext uri="{0D108BD9-81ED-4DB2-BD59-A6C34878D82A}">
                    <a16:rowId xmlns:a16="http://schemas.microsoft.com/office/drawing/2014/main" val="2142266725"/>
                  </a:ext>
                </a:extLst>
              </a:tr>
              <a:tr h="370840">
                <a:tc>
                  <a:txBody>
                    <a:bodyPr/>
                    <a:lstStyle/>
                    <a:p>
                      <a:r>
                        <a:rPr kumimoji="1" lang="en-US" altLang="ja-JP" sz="1400" dirty="0"/>
                        <a:t>Intel (GEN)</a:t>
                      </a:r>
                      <a:endParaRPr kumimoji="1" lang="ja-JP" altLang="en-US" sz="1400" dirty="0"/>
                    </a:p>
                  </a:txBody>
                  <a:tcPr/>
                </a:tc>
                <a:tc>
                  <a:txBody>
                    <a:bodyPr/>
                    <a:lstStyle/>
                    <a:p>
                      <a:r>
                        <a:rPr kumimoji="1" lang="en-US" altLang="ja-JP" sz="1400" dirty="0"/>
                        <a:t>SIMD</a:t>
                      </a:r>
                      <a:endParaRPr kumimoji="1" lang="ja-JP" altLang="en-US" sz="1400" dirty="0"/>
                    </a:p>
                  </a:txBody>
                  <a:tcPr/>
                </a:tc>
                <a:tc>
                  <a:txBody>
                    <a:bodyPr/>
                    <a:lstStyle/>
                    <a:p>
                      <a:r>
                        <a:rPr kumimoji="1" lang="en-US" altLang="ja-JP" sz="1400" dirty="0"/>
                        <a:t>SPMD/SIMD </a:t>
                      </a:r>
                      <a:r>
                        <a:rPr kumimoji="1" lang="ja-JP" altLang="en-US" sz="1400" dirty="0"/>
                        <a:t>命令</a:t>
                      </a:r>
                    </a:p>
                  </a:txBody>
                  <a:tcPr/>
                </a:tc>
                <a:extLst>
                  <a:ext uri="{0D108BD9-81ED-4DB2-BD59-A6C34878D82A}">
                    <a16:rowId xmlns:a16="http://schemas.microsoft.com/office/drawing/2014/main" val="520195174"/>
                  </a:ext>
                </a:extLst>
              </a:tr>
            </a:tbl>
          </a:graphicData>
        </a:graphic>
      </p:graphicFrame>
    </p:spTree>
    <p:extLst>
      <p:ext uri="{BB962C8B-B14F-4D97-AF65-F5344CB8AC3E}">
        <p14:creationId xmlns:p14="http://schemas.microsoft.com/office/powerpoint/2010/main" val="47291723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EC904ED-418C-EC2C-5CCF-DF6A86462FB6}"/>
              </a:ext>
            </a:extLst>
          </p:cNvPr>
          <p:cNvSpPr>
            <a:spLocks noGrp="1"/>
          </p:cNvSpPr>
          <p:nvPr>
            <p:ph type="title"/>
          </p:nvPr>
        </p:nvSpPr>
        <p:spPr/>
        <p:txBody>
          <a:bodyPr/>
          <a:lstStyle/>
          <a:p>
            <a:r>
              <a:rPr kumimoji="1" lang="ja-JP" altLang="en-US" dirty="0"/>
              <a:t>もくじ</a:t>
            </a:r>
          </a:p>
        </p:txBody>
      </p:sp>
      <p:sp>
        <p:nvSpPr>
          <p:cNvPr id="3" name="テキスト プレースホルダー 2">
            <a:extLst>
              <a:ext uri="{FF2B5EF4-FFF2-40B4-BE49-F238E27FC236}">
                <a16:creationId xmlns:a16="http://schemas.microsoft.com/office/drawing/2014/main" id="{83598408-3C03-62D1-7C8E-4FB135EE352A}"/>
              </a:ext>
            </a:extLst>
          </p:cNvPr>
          <p:cNvSpPr>
            <a:spLocks noGrp="1"/>
          </p:cNvSpPr>
          <p:nvPr>
            <p:ph type="body" sz="quarter" idx="10"/>
          </p:nvPr>
        </p:nvSpPr>
        <p:spPr/>
        <p:txBody>
          <a:bodyPr/>
          <a:lstStyle/>
          <a:p>
            <a:pPr marL="457200" indent="-457200">
              <a:buFont typeface="+mj-lt"/>
              <a:buAutoNum type="arabicPeriod"/>
            </a:pPr>
            <a:r>
              <a:rPr lang="ja-JP" altLang="en-US" dirty="0"/>
              <a:t>フリンの分類と </a:t>
            </a:r>
            <a:r>
              <a:rPr lang="en-US" altLang="ja-JP" dirty="0"/>
              <a:t>SIMD</a:t>
            </a:r>
          </a:p>
          <a:p>
            <a:pPr marL="457200" indent="-457200">
              <a:buFont typeface="+mj-lt"/>
              <a:buAutoNum type="arabicPeriod"/>
            </a:pPr>
            <a:r>
              <a:rPr lang="en-US" altLang="ja-JP" dirty="0"/>
              <a:t>GPU </a:t>
            </a:r>
            <a:r>
              <a:rPr lang="ja-JP" altLang="en-US" dirty="0"/>
              <a:t>における回路量当たりの性能向上</a:t>
            </a:r>
            <a:endParaRPr lang="en-US" altLang="ja-JP" dirty="0"/>
          </a:p>
          <a:p>
            <a:pPr marL="457200" indent="-457200">
              <a:buFont typeface="+mj-lt"/>
              <a:buAutoNum type="arabicPeriod"/>
            </a:pPr>
            <a:r>
              <a:rPr lang="en-US" altLang="ja-JP" dirty="0"/>
              <a:t>SIMD </a:t>
            </a:r>
            <a:r>
              <a:rPr lang="ja-JP" altLang="en-US" dirty="0"/>
              <a:t>プロセッサのプログラミング・モデル</a:t>
            </a:r>
            <a:endParaRPr lang="en-US" altLang="ja-JP" dirty="0"/>
          </a:p>
          <a:p>
            <a:pPr marL="817200" lvl="1" indent="-457200">
              <a:buFont typeface="+mj-lt"/>
              <a:buAutoNum type="arabicPeriod"/>
            </a:pPr>
            <a:r>
              <a:rPr lang="en-US" altLang="ja-JP" dirty="0"/>
              <a:t>SIMD </a:t>
            </a:r>
            <a:r>
              <a:rPr lang="ja-JP" altLang="en-US" dirty="0"/>
              <a:t>命令方式</a:t>
            </a:r>
            <a:endParaRPr lang="en-US" altLang="ja-JP" dirty="0"/>
          </a:p>
          <a:p>
            <a:pPr marL="817200" lvl="1" indent="-457200">
              <a:buFont typeface="+mj-lt"/>
              <a:buAutoNum type="arabicPeriod"/>
            </a:pPr>
            <a:r>
              <a:rPr lang="en-US" altLang="ja-JP" dirty="0"/>
              <a:t>SPMD </a:t>
            </a:r>
            <a:r>
              <a:rPr lang="ja-JP" altLang="en-US" dirty="0"/>
              <a:t>方式</a:t>
            </a:r>
          </a:p>
          <a:p>
            <a:pPr marL="817200" lvl="1" indent="-457200">
              <a:buFont typeface="+mj-lt"/>
              <a:buAutoNum type="arabicPeriod"/>
            </a:pPr>
            <a:endParaRPr lang="ja-JP" altLang="en-US" dirty="0"/>
          </a:p>
        </p:txBody>
      </p:sp>
    </p:spTree>
    <p:extLst>
      <p:ext uri="{BB962C8B-B14F-4D97-AF65-F5344CB8AC3E}">
        <p14:creationId xmlns:p14="http://schemas.microsoft.com/office/powerpoint/2010/main" val="393027156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EA94947-EED8-63E9-93C3-8684453AB1E6}"/>
              </a:ext>
            </a:extLst>
          </p:cNvPr>
          <p:cNvSpPr>
            <a:spLocks noGrp="1"/>
          </p:cNvSpPr>
          <p:nvPr>
            <p:ph type="title"/>
          </p:nvPr>
        </p:nvSpPr>
        <p:spPr/>
        <p:txBody>
          <a:bodyPr/>
          <a:lstStyle/>
          <a:p>
            <a:r>
              <a:rPr kumimoji="1" lang="ja-JP" altLang="en-US" dirty="0"/>
              <a:t>用語の定義</a:t>
            </a:r>
          </a:p>
        </p:txBody>
      </p:sp>
      <p:sp>
        <p:nvSpPr>
          <p:cNvPr id="3" name="テキスト プレースホルダー 2">
            <a:extLst>
              <a:ext uri="{FF2B5EF4-FFF2-40B4-BE49-F238E27FC236}">
                <a16:creationId xmlns:a16="http://schemas.microsoft.com/office/drawing/2014/main" id="{15E867FF-B702-6E0A-1E33-EEF37A6ED47C}"/>
              </a:ext>
            </a:extLst>
          </p:cNvPr>
          <p:cNvSpPr>
            <a:spLocks noGrp="1"/>
          </p:cNvSpPr>
          <p:nvPr>
            <p:ph type="body" sz="quarter" idx="10"/>
          </p:nvPr>
        </p:nvSpPr>
        <p:spPr>
          <a:xfrm>
            <a:off x="965943" y="1088974"/>
            <a:ext cx="6300070" cy="5490061"/>
          </a:xfrm>
        </p:spPr>
        <p:txBody>
          <a:bodyPr/>
          <a:lstStyle/>
          <a:p>
            <a:r>
              <a:rPr kumimoji="1" lang="en-US" altLang="ja-JP" dirty="0"/>
              <a:t>SIMD </a:t>
            </a:r>
            <a:r>
              <a:rPr kumimoji="1" lang="ja-JP" altLang="en-US" dirty="0"/>
              <a:t>プロセッサ：</a:t>
            </a:r>
            <a:endParaRPr kumimoji="1" lang="en-US" altLang="ja-JP" dirty="0"/>
          </a:p>
          <a:p>
            <a:pPr lvl="1"/>
            <a:r>
              <a:rPr kumimoji="1" lang="ja-JP" altLang="en-US" dirty="0"/>
              <a:t>１つの命令を解釈し，複数のデータに対して</a:t>
            </a:r>
            <a:br>
              <a:rPr kumimoji="1" lang="en-US" altLang="ja-JP" dirty="0"/>
            </a:br>
            <a:r>
              <a:rPr kumimoji="1" lang="ja-JP" altLang="en-US" dirty="0"/>
              <a:t>同じ演算を同時に行うハードウェア</a:t>
            </a:r>
            <a:endParaRPr kumimoji="1" lang="en-US" altLang="ja-JP" dirty="0"/>
          </a:p>
          <a:p>
            <a:r>
              <a:rPr kumimoji="1" lang="en-US" altLang="ja-JP" dirty="0">
                <a:solidFill>
                  <a:schemeClr val="accent5"/>
                </a:solidFill>
              </a:rPr>
              <a:t>SIMD </a:t>
            </a:r>
            <a:r>
              <a:rPr kumimoji="1" lang="ja-JP" altLang="en-US" dirty="0">
                <a:solidFill>
                  <a:schemeClr val="accent5"/>
                </a:solidFill>
              </a:rPr>
              <a:t>命令：</a:t>
            </a:r>
            <a:endParaRPr kumimoji="1" lang="en-US" altLang="ja-JP" dirty="0">
              <a:solidFill>
                <a:schemeClr val="accent5"/>
              </a:solidFill>
            </a:endParaRPr>
          </a:p>
          <a:p>
            <a:pPr lvl="1"/>
            <a:r>
              <a:rPr kumimoji="1" lang="en-US" altLang="ja-JP" dirty="0"/>
              <a:t>SIMD </a:t>
            </a:r>
            <a:r>
              <a:rPr kumimoji="1" lang="ja-JP" altLang="en-US" dirty="0"/>
              <a:t>プロセッサ上で複数のデータを対象に</a:t>
            </a:r>
            <a:br>
              <a:rPr kumimoji="1" lang="en-US" altLang="ja-JP" dirty="0"/>
            </a:br>
            <a:r>
              <a:rPr kumimoji="1" lang="ja-JP" altLang="en-US" dirty="0"/>
              <a:t>同時に演算を行う命令</a:t>
            </a:r>
            <a:endParaRPr kumimoji="1" lang="en-US" altLang="ja-JP" dirty="0"/>
          </a:p>
          <a:p>
            <a:r>
              <a:rPr kumimoji="1" lang="ja-JP" altLang="en-US" dirty="0"/>
              <a:t>まぎらわしい：</a:t>
            </a:r>
            <a:endParaRPr kumimoji="1" lang="en-US" altLang="ja-JP" dirty="0"/>
          </a:p>
          <a:p>
            <a:pPr lvl="1"/>
            <a:r>
              <a:rPr kumimoji="1" lang="ja-JP" altLang="en-US" dirty="0"/>
              <a:t>「</a:t>
            </a:r>
            <a:r>
              <a:rPr kumimoji="1" lang="en-US" altLang="ja-JP" dirty="0"/>
              <a:t>SIMD</a:t>
            </a:r>
            <a:r>
              <a:rPr kumimoji="1" lang="ja-JP" altLang="en-US" dirty="0"/>
              <a:t>（プロセッサ）」はハードウェアの</a:t>
            </a:r>
            <a:br>
              <a:rPr kumimoji="1" lang="en-US" altLang="ja-JP" dirty="0"/>
            </a:br>
            <a:r>
              <a:rPr kumimoji="1" lang="ja-JP" altLang="en-US" dirty="0"/>
              <a:t>構成方式だが，</a:t>
            </a:r>
            <a:endParaRPr kumimoji="1" lang="en-US" altLang="ja-JP" dirty="0"/>
          </a:p>
          <a:p>
            <a:pPr lvl="1"/>
            <a:r>
              <a:rPr kumimoji="1" lang="ja-JP" altLang="en-US" dirty="0"/>
              <a:t>「</a:t>
            </a:r>
            <a:r>
              <a:rPr kumimoji="1" lang="en-US" altLang="ja-JP" dirty="0"/>
              <a:t>SIMD </a:t>
            </a:r>
            <a:r>
              <a:rPr kumimoji="1" lang="ja-JP" altLang="en-US" dirty="0"/>
              <a:t>命令」は命令の表現方式を意味する</a:t>
            </a:r>
            <a:br>
              <a:rPr kumimoji="1" lang="en-US" altLang="ja-JP" dirty="0"/>
            </a:br>
            <a:r>
              <a:rPr kumimoji="1" lang="ja-JP" altLang="en-US" dirty="0"/>
              <a:t>ことに注意</a:t>
            </a:r>
          </a:p>
        </p:txBody>
      </p:sp>
      <p:sp>
        <p:nvSpPr>
          <p:cNvPr id="4" name="平行四辺形 3">
            <a:extLst>
              <a:ext uri="{FF2B5EF4-FFF2-40B4-BE49-F238E27FC236}">
                <a16:creationId xmlns:a16="http://schemas.microsoft.com/office/drawing/2014/main" id="{6ABF6229-1589-D0AC-6589-9F1C813B88F8}"/>
              </a:ext>
            </a:extLst>
          </p:cNvPr>
          <p:cNvSpPr/>
          <p:nvPr/>
        </p:nvSpPr>
        <p:spPr bwMode="auto">
          <a:xfrm>
            <a:off x="7986021" y="3519001"/>
            <a:ext cx="15624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5" name="正方形/長方形 4">
            <a:extLst>
              <a:ext uri="{FF2B5EF4-FFF2-40B4-BE49-F238E27FC236}">
                <a16:creationId xmlns:a16="http://schemas.microsoft.com/office/drawing/2014/main" id="{9AEBF041-0E21-4404-B772-773227B37B6C}"/>
              </a:ext>
            </a:extLst>
          </p:cNvPr>
          <p:cNvSpPr/>
          <p:nvPr/>
        </p:nvSpPr>
        <p:spPr>
          <a:xfrm>
            <a:off x="8436026" y="2708992"/>
            <a:ext cx="1440016" cy="738664"/>
          </a:xfrm>
          <a:prstGeom prst="rect">
            <a:avLst/>
          </a:prstGeom>
        </p:spPr>
        <p:txBody>
          <a:bodyPr wrap="squar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6" name="平行四辺形 5">
            <a:extLst>
              <a:ext uri="{FF2B5EF4-FFF2-40B4-BE49-F238E27FC236}">
                <a16:creationId xmlns:a16="http://schemas.microsoft.com/office/drawing/2014/main" id="{F248F88E-89AA-5E39-F60F-44F732F84C12}"/>
              </a:ext>
            </a:extLst>
          </p:cNvPr>
          <p:cNvSpPr/>
          <p:nvPr/>
        </p:nvSpPr>
        <p:spPr bwMode="auto">
          <a:xfrm>
            <a:off x="9606039" y="2888994"/>
            <a:ext cx="15624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7" name="正方形/長方形 6">
            <a:extLst>
              <a:ext uri="{FF2B5EF4-FFF2-40B4-BE49-F238E27FC236}">
                <a16:creationId xmlns:a16="http://schemas.microsoft.com/office/drawing/2014/main" id="{20A47835-7D31-770A-CE92-E1EF73C4E53B}"/>
              </a:ext>
            </a:extLst>
          </p:cNvPr>
          <p:cNvSpPr/>
          <p:nvPr/>
        </p:nvSpPr>
        <p:spPr>
          <a:xfrm>
            <a:off x="9966043" y="2078985"/>
            <a:ext cx="865983" cy="738664"/>
          </a:xfrm>
          <a:prstGeom prst="rect">
            <a:avLst/>
          </a:prstGeom>
        </p:spPr>
        <p:txBody>
          <a:bodyPr wrap="square">
            <a:spAutoFit/>
          </a:bodyPr>
          <a:lstStyle/>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ﾟーﾟ</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8" name="角丸四角形吹き出し 44">
            <a:extLst>
              <a:ext uri="{FF2B5EF4-FFF2-40B4-BE49-F238E27FC236}">
                <a16:creationId xmlns:a16="http://schemas.microsoft.com/office/drawing/2014/main" id="{6C0B8F0D-C5F1-8842-6E12-783F7C733514}"/>
              </a:ext>
            </a:extLst>
          </p:cNvPr>
          <p:cNvSpPr/>
          <p:nvPr/>
        </p:nvSpPr>
        <p:spPr bwMode="auto">
          <a:xfrm>
            <a:off x="8886031" y="1898983"/>
            <a:ext cx="990011" cy="522648"/>
          </a:xfrm>
          <a:prstGeom prst="wedgeRoundRectCallout">
            <a:avLst>
              <a:gd name="adj1" fmla="val -32299"/>
              <a:gd name="adj2" fmla="val 154333"/>
              <a:gd name="adj3" fmla="val 16667"/>
            </a:avLst>
          </a:prstGeom>
          <a:ln>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400" dirty="0">
                <a:solidFill>
                  <a:schemeClr val="tx1">
                    <a:lumMod val="65000"/>
                    <a:lumOff val="35000"/>
                  </a:schemeClr>
                </a:solidFill>
                <a:latin typeface="Arial Narrow" panose="020B0606020202030204" pitchFamily="34" charset="0"/>
              </a:rPr>
              <a:t>炒め</a:t>
            </a:r>
            <a:r>
              <a:rPr lang="ja-JP" altLang="en-US" sz="1400" b="1" dirty="0">
                <a:solidFill>
                  <a:schemeClr val="accent5"/>
                </a:solidFill>
                <a:latin typeface="Arial Narrow" panose="020B0606020202030204" pitchFamily="34" charset="0"/>
              </a:rPr>
              <a:t>３つ</a:t>
            </a:r>
            <a:br>
              <a:rPr lang="en-US" altLang="ja-JP" sz="1400" dirty="0">
                <a:solidFill>
                  <a:schemeClr val="tx1">
                    <a:lumMod val="65000"/>
                    <a:lumOff val="35000"/>
                  </a:schemeClr>
                </a:solidFill>
                <a:latin typeface="Arial Narrow" panose="020B0606020202030204" pitchFamily="34" charset="0"/>
              </a:rPr>
            </a:br>
            <a:r>
              <a:rPr lang="ja-JP" altLang="en-US" sz="1400" dirty="0">
                <a:solidFill>
                  <a:schemeClr val="tx1">
                    <a:lumMod val="65000"/>
                    <a:lumOff val="35000"/>
                  </a:schemeClr>
                </a:solidFill>
                <a:latin typeface="Arial Narrow" panose="020B0606020202030204" pitchFamily="34" charset="0"/>
              </a:rPr>
              <a:t>たのむで！</a:t>
            </a:r>
          </a:p>
        </p:txBody>
      </p:sp>
      <p:sp>
        <p:nvSpPr>
          <p:cNvPr id="9" name="角丸四角形吹き出し 44">
            <a:extLst>
              <a:ext uri="{FF2B5EF4-FFF2-40B4-BE49-F238E27FC236}">
                <a16:creationId xmlns:a16="http://schemas.microsoft.com/office/drawing/2014/main" id="{A22E8B48-48C5-AF74-2A68-627F5DD20571}"/>
              </a:ext>
            </a:extLst>
          </p:cNvPr>
          <p:cNvSpPr/>
          <p:nvPr/>
        </p:nvSpPr>
        <p:spPr bwMode="auto">
          <a:xfrm>
            <a:off x="10686051" y="1898983"/>
            <a:ext cx="720008" cy="324054"/>
          </a:xfrm>
          <a:prstGeom prst="wedgeRoundRectCallout">
            <a:avLst>
              <a:gd name="adj1" fmla="val -41466"/>
              <a:gd name="adj2" fmla="val 84351"/>
              <a:gd name="adj3" fmla="val 16667"/>
            </a:avLst>
          </a:prstGeom>
          <a:ln>
            <a:headEnd/>
            <a:tailEnd type="triangle" w="sm" len="med"/>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200" dirty="0">
                <a:solidFill>
                  <a:schemeClr val="tx1">
                    <a:lumMod val="65000"/>
                    <a:lumOff val="35000"/>
                  </a:schemeClr>
                </a:solidFill>
                <a:latin typeface="Arial Narrow" panose="020B0606020202030204" pitchFamily="34" charset="0"/>
              </a:rPr>
              <a:t>はーい</a:t>
            </a:r>
          </a:p>
        </p:txBody>
      </p:sp>
      <p:sp>
        <p:nvSpPr>
          <p:cNvPr id="10" name="平行四辺形 9">
            <a:extLst>
              <a:ext uri="{FF2B5EF4-FFF2-40B4-BE49-F238E27FC236}">
                <a16:creationId xmlns:a16="http://schemas.microsoft.com/office/drawing/2014/main" id="{6C7EDF87-A338-BF8B-C4E9-64EFD1681255}"/>
              </a:ext>
            </a:extLst>
          </p:cNvPr>
          <p:cNvSpPr/>
          <p:nvPr/>
        </p:nvSpPr>
        <p:spPr bwMode="auto">
          <a:xfrm>
            <a:off x="9606039" y="3519001"/>
            <a:ext cx="15624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1" name="平行四辺形 10">
            <a:extLst>
              <a:ext uri="{FF2B5EF4-FFF2-40B4-BE49-F238E27FC236}">
                <a16:creationId xmlns:a16="http://schemas.microsoft.com/office/drawing/2014/main" id="{CD25E314-9E8B-CB57-BBAA-AA5B00497214}"/>
              </a:ext>
            </a:extLst>
          </p:cNvPr>
          <p:cNvSpPr/>
          <p:nvPr/>
        </p:nvSpPr>
        <p:spPr bwMode="auto">
          <a:xfrm>
            <a:off x="9516038" y="4157970"/>
            <a:ext cx="15624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cxnSp>
        <p:nvCxnSpPr>
          <p:cNvPr id="12" name="直線矢印コネクタ 11">
            <a:extLst>
              <a:ext uri="{FF2B5EF4-FFF2-40B4-BE49-F238E27FC236}">
                <a16:creationId xmlns:a16="http://schemas.microsoft.com/office/drawing/2014/main" id="{86F996AD-BC4F-BA7A-B5DA-CA824633276D}"/>
              </a:ext>
            </a:extLst>
          </p:cNvPr>
          <p:cNvCxnSpPr>
            <a:cxnSpLocks/>
          </p:cNvCxnSpPr>
          <p:nvPr/>
        </p:nvCxnSpPr>
        <p:spPr bwMode="auto">
          <a:xfrm flipV="1">
            <a:off x="9336036" y="3158997"/>
            <a:ext cx="540006" cy="450005"/>
          </a:xfrm>
          <a:prstGeom prst="straightConnector1">
            <a:avLst/>
          </a:prstGeom>
          <a:ln>
            <a:headEnd type="none" w="med" len="med"/>
            <a:tailEnd type="triangle"/>
          </a:ln>
        </p:spPr>
        <p:style>
          <a:lnRef idx="2">
            <a:schemeClr val="accent5"/>
          </a:lnRef>
          <a:fillRef idx="0">
            <a:schemeClr val="accent5"/>
          </a:fillRef>
          <a:effectRef idx="1">
            <a:schemeClr val="accent5"/>
          </a:effectRef>
          <a:fontRef idx="minor">
            <a:schemeClr val="tx1"/>
          </a:fontRef>
        </p:style>
      </p:cxnSp>
      <p:cxnSp>
        <p:nvCxnSpPr>
          <p:cNvPr id="13" name="直線矢印コネクタ 12">
            <a:extLst>
              <a:ext uri="{FF2B5EF4-FFF2-40B4-BE49-F238E27FC236}">
                <a16:creationId xmlns:a16="http://schemas.microsoft.com/office/drawing/2014/main" id="{09C4A708-1E23-8E02-4CCE-5A4AE06D504F}"/>
              </a:ext>
            </a:extLst>
          </p:cNvPr>
          <p:cNvCxnSpPr>
            <a:cxnSpLocks/>
          </p:cNvCxnSpPr>
          <p:nvPr/>
        </p:nvCxnSpPr>
        <p:spPr bwMode="auto">
          <a:xfrm>
            <a:off x="9336036" y="3789004"/>
            <a:ext cx="540006" cy="0"/>
          </a:xfrm>
          <a:prstGeom prst="straightConnector1">
            <a:avLst/>
          </a:prstGeom>
          <a:ln>
            <a:headEnd type="none" w="med" len="med"/>
            <a:tailEnd type="triangle"/>
          </a:ln>
        </p:spPr>
        <p:style>
          <a:lnRef idx="2">
            <a:schemeClr val="accent5"/>
          </a:lnRef>
          <a:fillRef idx="0">
            <a:schemeClr val="accent5"/>
          </a:fillRef>
          <a:effectRef idx="1">
            <a:schemeClr val="accent5"/>
          </a:effectRef>
          <a:fontRef idx="minor">
            <a:schemeClr val="tx1"/>
          </a:fontRef>
        </p:style>
      </p:cxnSp>
      <p:cxnSp>
        <p:nvCxnSpPr>
          <p:cNvPr id="14" name="直線矢印コネクタ 13">
            <a:extLst>
              <a:ext uri="{FF2B5EF4-FFF2-40B4-BE49-F238E27FC236}">
                <a16:creationId xmlns:a16="http://schemas.microsoft.com/office/drawing/2014/main" id="{7CBFD4C0-4F32-6346-D85B-29E2691A67AE}"/>
              </a:ext>
            </a:extLst>
          </p:cNvPr>
          <p:cNvCxnSpPr>
            <a:cxnSpLocks/>
          </p:cNvCxnSpPr>
          <p:nvPr/>
        </p:nvCxnSpPr>
        <p:spPr bwMode="auto">
          <a:xfrm>
            <a:off x="9336036" y="3879005"/>
            <a:ext cx="540006" cy="540006"/>
          </a:xfrm>
          <a:prstGeom prst="straightConnector1">
            <a:avLst/>
          </a:prstGeom>
          <a:ln>
            <a:headEnd type="none" w="med" len="med"/>
            <a:tailEnd type="triangle"/>
          </a:ln>
        </p:spPr>
        <p:style>
          <a:lnRef idx="2">
            <a:schemeClr val="accent5"/>
          </a:lnRef>
          <a:fillRef idx="0">
            <a:schemeClr val="accent5"/>
          </a:fillRef>
          <a:effectRef idx="1">
            <a:schemeClr val="accent5"/>
          </a:effectRef>
          <a:fontRef idx="minor">
            <a:schemeClr val="tx1"/>
          </a:fontRef>
        </p:style>
      </p:cxnSp>
      <p:sp>
        <p:nvSpPr>
          <p:cNvPr id="15" name="四角形: 角を丸くする 14">
            <a:extLst>
              <a:ext uri="{FF2B5EF4-FFF2-40B4-BE49-F238E27FC236}">
                <a16:creationId xmlns:a16="http://schemas.microsoft.com/office/drawing/2014/main" id="{6B6D3BE4-405F-33B4-4909-4E7E27D6858E}"/>
              </a:ext>
            </a:extLst>
          </p:cNvPr>
          <p:cNvSpPr/>
          <p:nvPr/>
        </p:nvSpPr>
        <p:spPr bwMode="auto">
          <a:xfrm>
            <a:off x="7716018" y="1718981"/>
            <a:ext cx="3960044" cy="3330037"/>
          </a:xfrm>
          <a:prstGeom prst="roundRect">
            <a:avLst>
              <a:gd name="adj" fmla="val 9008"/>
            </a:avLst>
          </a:prstGeom>
          <a:noFill/>
          <a:ln>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6" name="正方形/長方形 15">
            <a:extLst>
              <a:ext uri="{FF2B5EF4-FFF2-40B4-BE49-F238E27FC236}">
                <a16:creationId xmlns:a16="http://schemas.microsoft.com/office/drawing/2014/main" id="{2878A98B-2BA4-26D3-F4DC-D6670E75ED7E}"/>
              </a:ext>
            </a:extLst>
          </p:cNvPr>
          <p:cNvSpPr/>
          <p:nvPr/>
        </p:nvSpPr>
        <p:spPr bwMode="auto">
          <a:xfrm>
            <a:off x="8616028" y="5139019"/>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b="1" dirty="0">
                <a:solidFill>
                  <a:schemeClr val="accent5"/>
                </a:solidFill>
                <a:latin typeface="+mn-ea"/>
              </a:rPr>
              <a:t>SIMD </a:t>
            </a:r>
            <a:r>
              <a:rPr lang="ja-JP" altLang="en-US" b="1" dirty="0">
                <a:solidFill>
                  <a:schemeClr val="accent5"/>
                </a:solidFill>
                <a:latin typeface="+mn-ea"/>
              </a:rPr>
              <a:t>プロセッサ</a:t>
            </a:r>
          </a:p>
        </p:txBody>
      </p:sp>
      <p:sp>
        <p:nvSpPr>
          <p:cNvPr id="17" name="正方形/長方形 16">
            <a:extLst>
              <a:ext uri="{FF2B5EF4-FFF2-40B4-BE49-F238E27FC236}">
                <a16:creationId xmlns:a16="http://schemas.microsoft.com/office/drawing/2014/main" id="{B7F781EF-EE36-1AC6-46BA-8A7BB55D8675}"/>
              </a:ext>
            </a:extLst>
          </p:cNvPr>
          <p:cNvSpPr/>
          <p:nvPr/>
        </p:nvSpPr>
        <p:spPr bwMode="auto">
          <a:xfrm>
            <a:off x="7716018" y="1988984"/>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b="1" dirty="0">
                <a:solidFill>
                  <a:schemeClr val="accent5"/>
                </a:solidFill>
                <a:latin typeface="+mn-ea"/>
              </a:rPr>
              <a:t>SIMD </a:t>
            </a:r>
            <a:r>
              <a:rPr lang="ja-JP" altLang="en-US" b="1" dirty="0">
                <a:solidFill>
                  <a:schemeClr val="accent5"/>
                </a:solidFill>
                <a:latin typeface="+mn-ea"/>
              </a:rPr>
              <a:t>命令</a:t>
            </a:r>
          </a:p>
        </p:txBody>
      </p:sp>
    </p:spTree>
    <p:extLst>
      <p:ext uri="{BB962C8B-B14F-4D97-AF65-F5344CB8AC3E}">
        <p14:creationId xmlns:p14="http://schemas.microsoft.com/office/powerpoint/2010/main" val="111258504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正方形/長方形 26">
            <a:extLst>
              <a:ext uri="{FF2B5EF4-FFF2-40B4-BE49-F238E27FC236}">
                <a16:creationId xmlns:a16="http://schemas.microsoft.com/office/drawing/2014/main" id="{B1FD118D-4EE7-EDD3-3A52-2BAC930B14BF}"/>
              </a:ext>
            </a:extLst>
          </p:cNvPr>
          <p:cNvSpPr/>
          <p:nvPr/>
        </p:nvSpPr>
        <p:spPr bwMode="auto">
          <a:xfrm>
            <a:off x="6816008" y="4059007"/>
            <a:ext cx="720008" cy="360004"/>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200" dirty="0">
                <a:solidFill>
                  <a:schemeClr val="tx1">
                    <a:lumMod val="75000"/>
                    <a:lumOff val="25000"/>
                  </a:schemeClr>
                </a:solidFill>
                <a:latin typeface="+mn-ea"/>
              </a:rPr>
              <a:t>3</a:t>
            </a:r>
            <a:endParaRPr lang="ja-JP" altLang="en-US" sz="1200" dirty="0">
              <a:solidFill>
                <a:schemeClr val="tx1">
                  <a:lumMod val="75000"/>
                  <a:lumOff val="25000"/>
                </a:schemeClr>
              </a:solidFill>
              <a:latin typeface="+mn-ea"/>
            </a:endParaRPr>
          </a:p>
        </p:txBody>
      </p:sp>
      <p:sp>
        <p:nvSpPr>
          <p:cNvPr id="28" name="正方形/長方形 27">
            <a:extLst>
              <a:ext uri="{FF2B5EF4-FFF2-40B4-BE49-F238E27FC236}">
                <a16:creationId xmlns:a16="http://schemas.microsoft.com/office/drawing/2014/main" id="{6C52A55C-936B-6A5A-800B-733E8A917314}"/>
              </a:ext>
            </a:extLst>
          </p:cNvPr>
          <p:cNvSpPr/>
          <p:nvPr/>
        </p:nvSpPr>
        <p:spPr bwMode="auto">
          <a:xfrm>
            <a:off x="7536016" y="4059007"/>
            <a:ext cx="720008" cy="360004"/>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200" dirty="0">
                <a:solidFill>
                  <a:schemeClr val="tx1">
                    <a:lumMod val="75000"/>
                    <a:lumOff val="25000"/>
                  </a:schemeClr>
                </a:solidFill>
                <a:latin typeface="+mn-ea"/>
              </a:rPr>
              <a:t>2</a:t>
            </a:r>
            <a:endParaRPr lang="ja-JP" altLang="en-US" sz="1200" dirty="0">
              <a:solidFill>
                <a:schemeClr val="tx1">
                  <a:lumMod val="75000"/>
                  <a:lumOff val="25000"/>
                </a:schemeClr>
              </a:solidFill>
              <a:latin typeface="+mn-ea"/>
            </a:endParaRPr>
          </a:p>
        </p:txBody>
      </p:sp>
      <p:sp>
        <p:nvSpPr>
          <p:cNvPr id="29" name="正方形/長方形 28">
            <a:extLst>
              <a:ext uri="{FF2B5EF4-FFF2-40B4-BE49-F238E27FC236}">
                <a16:creationId xmlns:a16="http://schemas.microsoft.com/office/drawing/2014/main" id="{C177AE27-DE5F-70E4-537F-280299615971}"/>
              </a:ext>
            </a:extLst>
          </p:cNvPr>
          <p:cNvSpPr/>
          <p:nvPr/>
        </p:nvSpPr>
        <p:spPr bwMode="auto">
          <a:xfrm>
            <a:off x="8256024" y="4059007"/>
            <a:ext cx="720008" cy="360004"/>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200" dirty="0">
                <a:solidFill>
                  <a:schemeClr val="tx1">
                    <a:lumMod val="75000"/>
                    <a:lumOff val="25000"/>
                  </a:schemeClr>
                </a:solidFill>
                <a:latin typeface="+mn-ea"/>
              </a:rPr>
              <a:t>1</a:t>
            </a:r>
            <a:endParaRPr lang="ja-JP" altLang="en-US" sz="1200" dirty="0">
              <a:solidFill>
                <a:schemeClr val="tx1">
                  <a:lumMod val="75000"/>
                  <a:lumOff val="25000"/>
                </a:schemeClr>
              </a:solidFill>
              <a:latin typeface="+mn-ea"/>
            </a:endParaRPr>
          </a:p>
        </p:txBody>
      </p:sp>
      <p:sp>
        <p:nvSpPr>
          <p:cNvPr id="30" name="正方形/長方形 29">
            <a:extLst>
              <a:ext uri="{FF2B5EF4-FFF2-40B4-BE49-F238E27FC236}">
                <a16:creationId xmlns:a16="http://schemas.microsoft.com/office/drawing/2014/main" id="{6BA309C6-1C72-8CCB-D0EF-A97A3CBA5D6A}"/>
              </a:ext>
            </a:extLst>
          </p:cNvPr>
          <p:cNvSpPr/>
          <p:nvPr/>
        </p:nvSpPr>
        <p:spPr bwMode="auto">
          <a:xfrm>
            <a:off x="8976032" y="4059007"/>
            <a:ext cx="720008" cy="360004"/>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200" dirty="0">
                <a:solidFill>
                  <a:schemeClr val="tx1">
                    <a:lumMod val="75000"/>
                    <a:lumOff val="25000"/>
                  </a:schemeClr>
                </a:solidFill>
                <a:latin typeface="+mn-ea"/>
              </a:rPr>
              <a:t>-1</a:t>
            </a:r>
            <a:endParaRPr lang="ja-JP" altLang="en-US" sz="1200" dirty="0">
              <a:solidFill>
                <a:schemeClr val="tx1">
                  <a:lumMod val="75000"/>
                  <a:lumOff val="25000"/>
                </a:schemeClr>
              </a:solidFill>
              <a:latin typeface="+mn-ea"/>
            </a:endParaRPr>
          </a:p>
        </p:txBody>
      </p:sp>
      <p:sp>
        <p:nvSpPr>
          <p:cNvPr id="2" name="タイトル 1">
            <a:extLst>
              <a:ext uri="{FF2B5EF4-FFF2-40B4-BE49-F238E27FC236}">
                <a16:creationId xmlns:a16="http://schemas.microsoft.com/office/drawing/2014/main" id="{D157E3D3-3860-D5B4-6C1D-F3F9DE6A1FBE}"/>
              </a:ext>
            </a:extLst>
          </p:cNvPr>
          <p:cNvSpPr>
            <a:spLocks noGrp="1"/>
          </p:cNvSpPr>
          <p:nvPr>
            <p:ph type="title"/>
          </p:nvPr>
        </p:nvSpPr>
        <p:spPr/>
        <p:txBody>
          <a:bodyPr/>
          <a:lstStyle/>
          <a:p>
            <a:r>
              <a:rPr kumimoji="1" lang="en-US" altLang="ja-JP" dirty="0"/>
              <a:t>SIMD </a:t>
            </a:r>
            <a:r>
              <a:rPr kumimoji="1" lang="ja-JP" altLang="en-US" dirty="0"/>
              <a:t>命令：複数のデータを対象に同時に演算を行う</a:t>
            </a:r>
          </a:p>
        </p:txBody>
      </p:sp>
      <p:sp>
        <p:nvSpPr>
          <p:cNvPr id="3" name="テキスト プレースホルダー 2">
            <a:extLst>
              <a:ext uri="{FF2B5EF4-FFF2-40B4-BE49-F238E27FC236}">
                <a16:creationId xmlns:a16="http://schemas.microsoft.com/office/drawing/2014/main" id="{7329CFA1-5412-59B7-8A9C-AE1D6ADBF46A}"/>
              </a:ext>
            </a:extLst>
          </p:cNvPr>
          <p:cNvSpPr>
            <a:spLocks noGrp="1"/>
          </p:cNvSpPr>
          <p:nvPr>
            <p:ph type="body" sz="quarter" idx="10"/>
          </p:nvPr>
        </p:nvSpPr>
        <p:spPr>
          <a:xfrm>
            <a:off x="2135956" y="1088975"/>
            <a:ext cx="4140046" cy="5310058"/>
          </a:xfrm>
        </p:spPr>
        <p:txBody>
          <a:bodyPr anchor="t"/>
          <a:lstStyle/>
          <a:p>
            <a:r>
              <a:rPr kumimoji="1" lang="ja-JP" altLang="en-US" dirty="0"/>
              <a:t>通常の命令（スカラ命令）</a:t>
            </a:r>
            <a:endParaRPr kumimoji="1" lang="en-US" altLang="ja-JP" dirty="0"/>
          </a:p>
          <a:p>
            <a:pPr lvl="1"/>
            <a:r>
              <a:rPr lang="en-US" altLang="ja-JP" dirty="0">
                <a:solidFill>
                  <a:schemeClr val="accent5"/>
                </a:solidFill>
              </a:rPr>
              <a:t>add x1</a:t>
            </a:r>
            <a:r>
              <a:rPr lang="ja-JP" altLang="en-US" dirty="0">
                <a:solidFill>
                  <a:schemeClr val="accent5"/>
                </a:solidFill>
              </a:rPr>
              <a:t>←</a:t>
            </a:r>
            <a:r>
              <a:rPr lang="en-US" altLang="ja-JP" dirty="0">
                <a:solidFill>
                  <a:schemeClr val="accent5"/>
                </a:solidFill>
              </a:rPr>
              <a:t>x2+x3</a:t>
            </a:r>
          </a:p>
          <a:p>
            <a:pPr lvl="1"/>
            <a:r>
              <a:rPr lang="ja-JP" altLang="en-US" dirty="0"/>
              <a:t>「人参を１つ切る」</a:t>
            </a:r>
            <a:endParaRPr lang="en-US" altLang="ja-JP" dirty="0"/>
          </a:p>
          <a:p>
            <a:pPr lvl="1"/>
            <a:endParaRPr lang="en-US" altLang="ja-JP" dirty="0"/>
          </a:p>
          <a:p>
            <a:r>
              <a:rPr kumimoji="1" lang="en-US" altLang="ja-JP" dirty="0"/>
              <a:t>SIMD </a:t>
            </a:r>
            <a:r>
              <a:rPr kumimoji="1" lang="ja-JP" altLang="en-US" dirty="0"/>
              <a:t>命令</a:t>
            </a:r>
            <a:endParaRPr kumimoji="1" lang="en-US" altLang="ja-JP" dirty="0"/>
          </a:p>
          <a:p>
            <a:pPr lvl="1"/>
            <a:r>
              <a:rPr lang="en-US" altLang="ja-JP" dirty="0">
                <a:solidFill>
                  <a:schemeClr val="accent5"/>
                </a:solidFill>
              </a:rPr>
              <a:t>add_x4 v1</a:t>
            </a:r>
            <a:r>
              <a:rPr lang="ja-JP" altLang="en-US" dirty="0">
                <a:solidFill>
                  <a:schemeClr val="accent5"/>
                </a:solidFill>
              </a:rPr>
              <a:t>←</a:t>
            </a:r>
            <a:r>
              <a:rPr lang="en-US" altLang="ja-JP" dirty="0">
                <a:solidFill>
                  <a:schemeClr val="accent5"/>
                </a:solidFill>
              </a:rPr>
              <a:t>v2+v3</a:t>
            </a:r>
          </a:p>
          <a:p>
            <a:pPr lvl="1"/>
            <a:r>
              <a:rPr kumimoji="1" lang="en-US" altLang="ja-JP" dirty="0"/>
              <a:t>v1~v3 </a:t>
            </a:r>
            <a:r>
              <a:rPr kumimoji="1" lang="ja-JP" altLang="en-US" dirty="0"/>
              <a:t>は１つのレジスタに</a:t>
            </a:r>
            <a:br>
              <a:rPr kumimoji="1" lang="en-US" altLang="ja-JP" dirty="0"/>
            </a:br>
            <a:r>
              <a:rPr kumimoji="1" lang="ja-JP" altLang="en-US" dirty="0"/>
              <a:t>４つの値が入ったレジスタ</a:t>
            </a:r>
            <a:endParaRPr kumimoji="1" lang="en-US" altLang="ja-JP" dirty="0"/>
          </a:p>
          <a:p>
            <a:pPr lvl="1"/>
            <a:r>
              <a:rPr kumimoji="1" lang="en-US" altLang="ja-JP" dirty="0"/>
              <a:t>SIMD </a:t>
            </a:r>
            <a:r>
              <a:rPr kumimoji="1" lang="ja-JP" altLang="en-US" dirty="0"/>
              <a:t>レジスタやベクトルレジスタと呼ばれる</a:t>
            </a:r>
            <a:endParaRPr kumimoji="1" lang="en-US" altLang="ja-JP" dirty="0"/>
          </a:p>
          <a:p>
            <a:pPr lvl="1"/>
            <a:r>
              <a:rPr lang="ja-JP" altLang="en-US" dirty="0"/>
              <a:t>「人参を４つ切る」</a:t>
            </a:r>
            <a:endParaRPr kumimoji="1" lang="ja-JP" altLang="en-US" dirty="0"/>
          </a:p>
        </p:txBody>
      </p:sp>
      <p:sp>
        <p:nvSpPr>
          <p:cNvPr id="4" name="正方形/長方形 3">
            <a:extLst>
              <a:ext uri="{FF2B5EF4-FFF2-40B4-BE49-F238E27FC236}">
                <a16:creationId xmlns:a16="http://schemas.microsoft.com/office/drawing/2014/main" id="{94EC5277-0B1D-22AD-15D6-AAA45E29C651}"/>
              </a:ext>
            </a:extLst>
          </p:cNvPr>
          <p:cNvSpPr/>
          <p:nvPr/>
        </p:nvSpPr>
        <p:spPr bwMode="auto">
          <a:xfrm>
            <a:off x="6816008" y="1628980"/>
            <a:ext cx="720008" cy="360004"/>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200" dirty="0">
                <a:solidFill>
                  <a:schemeClr val="tx1">
                    <a:lumMod val="75000"/>
                    <a:lumOff val="25000"/>
                  </a:schemeClr>
                </a:solidFill>
                <a:latin typeface="+mn-ea"/>
              </a:rPr>
              <a:t>3</a:t>
            </a:r>
            <a:endParaRPr lang="ja-JP" altLang="en-US" sz="1200" dirty="0">
              <a:solidFill>
                <a:schemeClr val="tx1">
                  <a:lumMod val="75000"/>
                  <a:lumOff val="25000"/>
                </a:schemeClr>
              </a:solidFill>
              <a:latin typeface="+mn-ea"/>
            </a:endParaRPr>
          </a:p>
        </p:txBody>
      </p:sp>
      <p:sp>
        <p:nvSpPr>
          <p:cNvPr id="5" name="正方形/長方形 4">
            <a:extLst>
              <a:ext uri="{FF2B5EF4-FFF2-40B4-BE49-F238E27FC236}">
                <a16:creationId xmlns:a16="http://schemas.microsoft.com/office/drawing/2014/main" id="{64C15523-E7AB-7E9D-64FD-EF5935EC3F3A}"/>
              </a:ext>
            </a:extLst>
          </p:cNvPr>
          <p:cNvSpPr/>
          <p:nvPr/>
        </p:nvSpPr>
        <p:spPr bwMode="auto">
          <a:xfrm>
            <a:off x="6816008" y="3519001"/>
            <a:ext cx="720008" cy="360004"/>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200" dirty="0">
                <a:solidFill>
                  <a:schemeClr val="tx1">
                    <a:lumMod val="75000"/>
                    <a:lumOff val="25000"/>
                  </a:schemeClr>
                </a:solidFill>
                <a:latin typeface="+mn-ea"/>
              </a:rPr>
              <a:t>5</a:t>
            </a:r>
            <a:endParaRPr lang="ja-JP" altLang="en-US" sz="1200" dirty="0">
              <a:solidFill>
                <a:schemeClr val="tx1">
                  <a:lumMod val="75000"/>
                  <a:lumOff val="25000"/>
                </a:schemeClr>
              </a:solidFill>
              <a:latin typeface="+mn-ea"/>
            </a:endParaRPr>
          </a:p>
        </p:txBody>
      </p:sp>
      <p:sp>
        <p:nvSpPr>
          <p:cNvPr id="6" name="正方形/長方形 5">
            <a:extLst>
              <a:ext uri="{FF2B5EF4-FFF2-40B4-BE49-F238E27FC236}">
                <a16:creationId xmlns:a16="http://schemas.microsoft.com/office/drawing/2014/main" id="{713E69E7-BF77-1319-9E8C-41F4ABC2C0FC}"/>
              </a:ext>
            </a:extLst>
          </p:cNvPr>
          <p:cNvSpPr/>
          <p:nvPr/>
        </p:nvSpPr>
        <p:spPr bwMode="auto">
          <a:xfrm>
            <a:off x="7536016" y="3519001"/>
            <a:ext cx="720008" cy="360004"/>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200" dirty="0">
                <a:solidFill>
                  <a:schemeClr val="tx1">
                    <a:lumMod val="75000"/>
                    <a:lumOff val="25000"/>
                  </a:schemeClr>
                </a:solidFill>
                <a:latin typeface="+mn-ea"/>
              </a:rPr>
              <a:t>1</a:t>
            </a:r>
            <a:endParaRPr lang="ja-JP" altLang="en-US" sz="1200" dirty="0">
              <a:solidFill>
                <a:schemeClr val="tx1">
                  <a:lumMod val="75000"/>
                  <a:lumOff val="25000"/>
                </a:schemeClr>
              </a:solidFill>
              <a:latin typeface="+mn-ea"/>
            </a:endParaRPr>
          </a:p>
        </p:txBody>
      </p:sp>
      <p:sp>
        <p:nvSpPr>
          <p:cNvPr id="7" name="正方形/長方形 6">
            <a:extLst>
              <a:ext uri="{FF2B5EF4-FFF2-40B4-BE49-F238E27FC236}">
                <a16:creationId xmlns:a16="http://schemas.microsoft.com/office/drawing/2014/main" id="{0BEE12A6-6A81-3AA0-AFC3-FF5D648E35B7}"/>
              </a:ext>
            </a:extLst>
          </p:cNvPr>
          <p:cNvSpPr/>
          <p:nvPr/>
        </p:nvSpPr>
        <p:spPr bwMode="auto">
          <a:xfrm>
            <a:off x="8256024" y="3519001"/>
            <a:ext cx="720008" cy="360004"/>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200" dirty="0">
                <a:solidFill>
                  <a:schemeClr val="tx1">
                    <a:lumMod val="75000"/>
                    <a:lumOff val="25000"/>
                  </a:schemeClr>
                </a:solidFill>
                <a:latin typeface="+mn-ea"/>
              </a:rPr>
              <a:t>0</a:t>
            </a:r>
            <a:endParaRPr lang="ja-JP" altLang="en-US" sz="1200" dirty="0">
              <a:solidFill>
                <a:schemeClr val="tx1">
                  <a:lumMod val="75000"/>
                  <a:lumOff val="25000"/>
                </a:schemeClr>
              </a:solidFill>
              <a:latin typeface="+mn-ea"/>
            </a:endParaRPr>
          </a:p>
        </p:txBody>
      </p:sp>
      <p:sp>
        <p:nvSpPr>
          <p:cNvPr id="8" name="正方形/長方形 7">
            <a:extLst>
              <a:ext uri="{FF2B5EF4-FFF2-40B4-BE49-F238E27FC236}">
                <a16:creationId xmlns:a16="http://schemas.microsoft.com/office/drawing/2014/main" id="{6CA68225-DFC9-4C73-8EBA-F6C1FE2DB988}"/>
              </a:ext>
            </a:extLst>
          </p:cNvPr>
          <p:cNvSpPr/>
          <p:nvPr/>
        </p:nvSpPr>
        <p:spPr bwMode="auto">
          <a:xfrm>
            <a:off x="6816008" y="1088974"/>
            <a:ext cx="720008" cy="360004"/>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200" dirty="0">
                <a:solidFill>
                  <a:schemeClr val="tx1">
                    <a:lumMod val="75000"/>
                    <a:lumOff val="25000"/>
                  </a:schemeClr>
                </a:solidFill>
                <a:latin typeface="+mn-ea"/>
              </a:rPr>
              <a:t>5</a:t>
            </a:r>
            <a:endParaRPr lang="ja-JP" altLang="en-US" sz="1200" dirty="0">
              <a:solidFill>
                <a:schemeClr val="tx1">
                  <a:lumMod val="75000"/>
                  <a:lumOff val="25000"/>
                </a:schemeClr>
              </a:solidFill>
              <a:latin typeface="+mn-ea"/>
            </a:endParaRPr>
          </a:p>
        </p:txBody>
      </p:sp>
      <p:sp>
        <p:nvSpPr>
          <p:cNvPr id="9" name="フリーフォーム 10">
            <a:extLst>
              <a:ext uri="{FF2B5EF4-FFF2-40B4-BE49-F238E27FC236}">
                <a16:creationId xmlns:a16="http://schemas.microsoft.com/office/drawing/2014/main" id="{3AF938B5-AC10-2972-1193-85B53789F7E4}"/>
              </a:ext>
            </a:extLst>
          </p:cNvPr>
          <p:cNvSpPr>
            <a:spLocks noChangeArrowheads="1"/>
          </p:cNvSpPr>
          <p:nvPr/>
        </p:nvSpPr>
        <p:spPr bwMode="auto">
          <a:xfrm flipH="1">
            <a:off x="6816008" y="2168986"/>
            <a:ext cx="720008"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type="triangle" w="sm" len="med"/>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100" dirty="0">
                <a:solidFill>
                  <a:schemeClr val="tx1">
                    <a:lumMod val="75000"/>
                    <a:lumOff val="25000"/>
                  </a:schemeClr>
                </a:solidFill>
                <a:latin typeface="+mn-ea"/>
              </a:rPr>
              <a:t>Adder</a:t>
            </a:r>
            <a:endParaRPr lang="ja-JP" altLang="en-US" sz="1100" dirty="0">
              <a:solidFill>
                <a:schemeClr val="tx1">
                  <a:lumMod val="75000"/>
                  <a:lumOff val="25000"/>
                </a:schemeClr>
              </a:solidFill>
              <a:latin typeface="+mn-ea"/>
            </a:endParaRPr>
          </a:p>
        </p:txBody>
      </p:sp>
      <p:sp>
        <p:nvSpPr>
          <p:cNvPr id="10" name="正方形/長方形 9">
            <a:extLst>
              <a:ext uri="{FF2B5EF4-FFF2-40B4-BE49-F238E27FC236}">
                <a16:creationId xmlns:a16="http://schemas.microsoft.com/office/drawing/2014/main" id="{FEF77EB7-05F9-3887-64F4-E1F3C2989D92}"/>
              </a:ext>
            </a:extLst>
          </p:cNvPr>
          <p:cNvSpPr/>
          <p:nvPr/>
        </p:nvSpPr>
        <p:spPr bwMode="auto">
          <a:xfrm>
            <a:off x="6816008" y="2708992"/>
            <a:ext cx="720008" cy="360004"/>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200" dirty="0">
                <a:solidFill>
                  <a:schemeClr val="tx1">
                    <a:lumMod val="75000"/>
                    <a:lumOff val="25000"/>
                  </a:schemeClr>
                </a:solidFill>
                <a:latin typeface="+mn-ea"/>
              </a:rPr>
              <a:t>8</a:t>
            </a:r>
            <a:endParaRPr lang="ja-JP" altLang="en-US" sz="1200" dirty="0">
              <a:solidFill>
                <a:schemeClr val="tx1">
                  <a:lumMod val="75000"/>
                  <a:lumOff val="25000"/>
                </a:schemeClr>
              </a:solidFill>
              <a:latin typeface="+mn-ea"/>
            </a:endParaRPr>
          </a:p>
        </p:txBody>
      </p:sp>
      <p:cxnSp>
        <p:nvCxnSpPr>
          <p:cNvPr id="12" name="直線矢印コネクタ 11">
            <a:extLst>
              <a:ext uri="{FF2B5EF4-FFF2-40B4-BE49-F238E27FC236}">
                <a16:creationId xmlns:a16="http://schemas.microsoft.com/office/drawing/2014/main" id="{C2102F06-2085-83B7-5FCC-722E130C89F8}"/>
              </a:ext>
            </a:extLst>
          </p:cNvPr>
          <p:cNvCxnSpPr>
            <a:cxnSpLocks/>
          </p:cNvCxnSpPr>
          <p:nvPr/>
        </p:nvCxnSpPr>
        <p:spPr bwMode="auto">
          <a:xfrm>
            <a:off x="6996010" y="1448978"/>
            <a:ext cx="0" cy="720008"/>
          </a:xfrm>
          <a:prstGeom prst="straightConnector1">
            <a:avLst/>
          </a:prstGeom>
          <a:noFill/>
          <a:ln w="9525" cap="flat" cmpd="sng" algn="ctr">
            <a:solidFill>
              <a:schemeClr val="tx1"/>
            </a:solidFill>
            <a:prstDash val="solid"/>
            <a:round/>
            <a:headEnd type="none" w="med" len="med"/>
            <a:tailEnd type="triangle"/>
          </a:ln>
          <a:effectLst/>
        </p:spPr>
      </p:cxnSp>
      <p:cxnSp>
        <p:nvCxnSpPr>
          <p:cNvPr id="13" name="直線矢印コネクタ 12">
            <a:extLst>
              <a:ext uri="{FF2B5EF4-FFF2-40B4-BE49-F238E27FC236}">
                <a16:creationId xmlns:a16="http://schemas.microsoft.com/office/drawing/2014/main" id="{B7621F2A-AB16-BB73-5113-5ECEA170384C}"/>
              </a:ext>
            </a:extLst>
          </p:cNvPr>
          <p:cNvCxnSpPr>
            <a:cxnSpLocks/>
          </p:cNvCxnSpPr>
          <p:nvPr/>
        </p:nvCxnSpPr>
        <p:spPr bwMode="auto">
          <a:xfrm>
            <a:off x="7356014" y="1988984"/>
            <a:ext cx="0" cy="180002"/>
          </a:xfrm>
          <a:prstGeom prst="straightConnector1">
            <a:avLst/>
          </a:prstGeom>
          <a:noFill/>
          <a:ln w="9525" cap="flat" cmpd="sng" algn="ctr">
            <a:solidFill>
              <a:schemeClr val="tx1"/>
            </a:solidFill>
            <a:prstDash val="solid"/>
            <a:round/>
            <a:headEnd type="none" w="med" len="med"/>
            <a:tailEnd type="triangle"/>
          </a:ln>
          <a:effectLst/>
        </p:spPr>
      </p:cxnSp>
      <p:cxnSp>
        <p:nvCxnSpPr>
          <p:cNvPr id="17" name="直線矢印コネクタ 16">
            <a:extLst>
              <a:ext uri="{FF2B5EF4-FFF2-40B4-BE49-F238E27FC236}">
                <a16:creationId xmlns:a16="http://schemas.microsoft.com/office/drawing/2014/main" id="{343A1067-8E1A-1BF4-457C-AF4BC421A19C}"/>
              </a:ext>
            </a:extLst>
          </p:cNvPr>
          <p:cNvCxnSpPr>
            <a:cxnSpLocks/>
          </p:cNvCxnSpPr>
          <p:nvPr/>
        </p:nvCxnSpPr>
        <p:spPr bwMode="auto">
          <a:xfrm>
            <a:off x="7176012" y="2528990"/>
            <a:ext cx="0" cy="180002"/>
          </a:xfrm>
          <a:prstGeom prst="straightConnector1">
            <a:avLst/>
          </a:prstGeom>
          <a:noFill/>
          <a:ln w="9525" cap="flat" cmpd="sng" algn="ctr">
            <a:solidFill>
              <a:schemeClr val="tx1"/>
            </a:solidFill>
            <a:prstDash val="solid"/>
            <a:round/>
            <a:headEnd type="none" w="med" len="med"/>
            <a:tailEnd type="triangle"/>
          </a:ln>
          <a:effectLst/>
        </p:spPr>
      </p:cxnSp>
      <p:sp>
        <p:nvSpPr>
          <p:cNvPr id="18" name="正方形/長方形 17">
            <a:extLst>
              <a:ext uri="{FF2B5EF4-FFF2-40B4-BE49-F238E27FC236}">
                <a16:creationId xmlns:a16="http://schemas.microsoft.com/office/drawing/2014/main" id="{94187A71-12EA-AFCE-D44D-39CF1DF3D2AE}"/>
              </a:ext>
            </a:extLst>
          </p:cNvPr>
          <p:cNvSpPr/>
          <p:nvPr/>
        </p:nvSpPr>
        <p:spPr bwMode="auto">
          <a:xfrm>
            <a:off x="6456004" y="1088974"/>
            <a:ext cx="360004" cy="360004"/>
          </a:xfrm>
          <a:prstGeom prst="rect">
            <a:avLst/>
          </a:prstGeom>
          <a:noFill/>
          <a:ln>
            <a:noFill/>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200" dirty="0">
                <a:solidFill>
                  <a:schemeClr val="tx1">
                    <a:lumMod val="75000"/>
                    <a:lumOff val="25000"/>
                  </a:schemeClr>
                </a:solidFill>
                <a:latin typeface="+mn-ea"/>
              </a:rPr>
              <a:t>x2</a:t>
            </a:r>
            <a:endParaRPr lang="ja-JP" altLang="en-US" sz="1200" dirty="0">
              <a:solidFill>
                <a:schemeClr val="tx1">
                  <a:lumMod val="75000"/>
                  <a:lumOff val="25000"/>
                </a:schemeClr>
              </a:solidFill>
              <a:latin typeface="+mn-ea"/>
            </a:endParaRPr>
          </a:p>
        </p:txBody>
      </p:sp>
      <p:sp>
        <p:nvSpPr>
          <p:cNvPr id="19" name="正方形/長方形 18">
            <a:extLst>
              <a:ext uri="{FF2B5EF4-FFF2-40B4-BE49-F238E27FC236}">
                <a16:creationId xmlns:a16="http://schemas.microsoft.com/office/drawing/2014/main" id="{6CBA4491-F028-B070-4E0B-E7D1AF47809A}"/>
              </a:ext>
            </a:extLst>
          </p:cNvPr>
          <p:cNvSpPr/>
          <p:nvPr/>
        </p:nvSpPr>
        <p:spPr bwMode="auto">
          <a:xfrm>
            <a:off x="6456004" y="1628980"/>
            <a:ext cx="360004" cy="360004"/>
          </a:xfrm>
          <a:prstGeom prst="rect">
            <a:avLst/>
          </a:prstGeom>
          <a:noFill/>
          <a:ln>
            <a:noFill/>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200" dirty="0">
                <a:solidFill>
                  <a:schemeClr val="tx1">
                    <a:lumMod val="75000"/>
                    <a:lumOff val="25000"/>
                  </a:schemeClr>
                </a:solidFill>
                <a:latin typeface="+mn-ea"/>
              </a:rPr>
              <a:t>x3</a:t>
            </a:r>
            <a:endParaRPr lang="ja-JP" altLang="en-US" sz="1200" dirty="0">
              <a:solidFill>
                <a:schemeClr val="tx1">
                  <a:lumMod val="75000"/>
                  <a:lumOff val="25000"/>
                </a:schemeClr>
              </a:solidFill>
              <a:latin typeface="+mn-ea"/>
            </a:endParaRPr>
          </a:p>
        </p:txBody>
      </p:sp>
      <p:sp>
        <p:nvSpPr>
          <p:cNvPr id="20" name="正方形/長方形 19">
            <a:extLst>
              <a:ext uri="{FF2B5EF4-FFF2-40B4-BE49-F238E27FC236}">
                <a16:creationId xmlns:a16="http://schemas.microsoft.com/office/drawing/2014/main" id="{A15D831C-227C-A4D2-6A6D-B442763F8778}"/>
              </a:ext>
            </a:extLst>
          </p:cNvPr>
          <p:cNvSpPr/>
          <p:nvPr/>
        </p:nvSpPr>
        <p:spPr bwMode="auto">
          <a:xfrm>
            <a:off x="6456004" y="2708992"/>
            <a:ext cx="360004" cy="360004"/>
          </a:xfrm>
          <a:prstGeom prst="rect">
            <a:avLst/>
          </a:prstGeom>
          <a:noFill/>
          <a:ln>
            <a:noFill/>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200" dirty="0">
                <a:solidFill>
                  <a:schemeClr val="tx1">
                    <a:lumMod val="75000"/>
                    <a:lumOff val="25000"/>
                  </a:schemeClr>
                </a:solidFill>
                <a:latin typeface="+mn-ea"/>
              </a:rPr>
              <a:t>x1</a:t>
            </a:r>
            <a:endParaRPr lang="ja-JP" altLang="en-US" sz="1200" dirty="0">
              <a:solidFill>
                <a:schemeClr val="tx1">
                  <a:lumMod val="75000"/>
                  <a:lumOff val="25000"/>
                </a:schemeClr>
              </a:solidFill>
              <a:latin typeface="+mn-ea"/>
            </a:endParaRPr>
          </a:p>
        </p:txBody>
      </p:sp>
      <p:sp>
        <p:nvSpPr>
          <p:cNvPr id="21" name="正方形/長方形 20">
            <a:extLst>
              <a:ext uri="{FF2B5EF4-FFF2-40B4-BE49-F238E27FC236}">
                <a16:creationId xmlns:a16="http://schemas.microsoft.com/office/drawing/2014/main" id="{D4F67FD0-4732-F3E4-A709-F3AD9289D3E8}"/>
              </a:ext>
            </a:extLst>
          </p:cNvPr>
          <p:cNvSpPr/>
          <p:nvPr/>
        </p:nvSpPr>
        <p:spPr bwMode="auto">
          <a:xfrm>
            <a:off x="8976032" y="3519001"/>
            <a:ext cx="720008" cy="360004"/>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200" dirty="0">
                <a:solidFill>
                  <a:schemeClr val="tx1">
                    <a:lumMod val="75000"/>
                    <a:lumOff val="25000"/>
                  </a:schemeClr>
                </a:solidFill>
                <a:latin typeface="+mn-ea"/>
              </a:rPr>
              <a:t>7</a:t>
            </a:r>
            <a:endParaRPr lang="ja-JP" altLang="en-US" sz="1200" dirty="0">
              <a:solidFill>
                <a:schemeClr val="tx1">
                  <a:lumMod val="75000"/>
                  <a:lumOff val="25000"/>
                </a:schemeClr>
              </a:solidFill>
              <a:latin typeface="+mn-ea"/>
            </a:endParaRPr>
          </a:p>
        </p:txBody>
      </p:sp>
      <p:sp>
        <p:nvSpPr>
          <p:cNvPr id="22" name="フリーフォーム 10">
            <a:extLst>
              <a:ext uri="{FF2B5EF4-FFF2-40B4-BE49-F238E27FC236}">
                <a16:creationId xmlns:a16="http://schemas.microsoft.com/office/drawing/2014/main" id="{5F98CC11-A744-557B-8620-0A447F29A48B}"/>
              </a:ext>
            </a:extLst>
          </p:cNvPr>
          <p:cNvSpPr>
            <a:spLocks noChangeArrowheads="1"/>
          </p:cNvSpPr>
          <p:nvPr/>
        </p:nvSpPr>
        <p:spPr bwMode="auto">
          <a:xfrm flipH="1">
            <a:off x="6816008" y="4599013"/>
            <a:ext cx="720008"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type="triangle" w="sm" len="med"/>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100" dirty="0">
                <a:solidFill>
                  <a:schemeClr val="tx1">
                    <a:lumMod val="75000"/>
                    <a:lumOff val="25000"/>
                  </a:schemeClr>
                </a:solidFill>
                <a:latin typeface="+mn-ea"/>
              </a:rPr>
              <a:t>Adder</a:t>
            </a:r>
            <a:endParaRPr lang="ja-JP" altLang="en-US" sz="1100" dirty="0">
              <a:solidFill>
                <a:schemeClr val="tx1">
                  <a:lumMod val="75000"/>
                  <a:lumOff val="25000"/>
                </a:schemeClr>
              </a:solidFill>
              <a:latin typeface="+mn-ea"/>
            </a:endParaRPr>
          </a:p>
        </p:txBody>
      </p:sp>
      <p:cxnSp>
        <p:nvCxnSpPr>
          <p:cNvPr id="23" name="直線矢印コネクタ 22">
            <a:extLst>
              <a:ext uri="{FF2B5EF4-FFF2-40B4-BE49-F238E27FC236}">
                <a16:creationId xmlns:a16="http://schemas.microsoft.com/office/drawing/2014/main" id="{80AD6A65-CEF8-48C1-FEFB-F3C5E40050C0}"/>
              </a:ext>
            </a:extLst>
          </p:cNvPr>
          <p:cNvCxnSpPr>
            <a:cxnSpLocks/>
          </p:cNvCxnSpPr>
          <p:nvPr/>
        </p:nvCxnSpPr>
        <p:spPr bwMode="auto">
          <a:xfrm>
            <a:off x="6996010" y="3879005"/>
            <a:ext cx="0" cy="720008"/>
          </a:xfrm>
          <a:prstGeom prst="straightConnector1">
            <a:avLst/>
          </a:prstGeom>
          <a:noFill/>
          <a:ln w="9525" cap="flat" cmpd="sng" algn="ctr">
            <a:solidFill>
              <a:schemeClr val="tx1"/>
            </a:solidFill>
            <a:prstDash val="solid"/>
            <a:round/>
            <a:headEnd type="none" w="med" len="med"/>
            <a:tailEnd type="triangle"/>
          </a:ln>
          <a:effectLst/>
        </p:spPr>
      </p:cxnSp>
      <p:cxnSp>
        <p:nvCxnSpPr>
          <p:cNvPr id="24" name="直線矢印コネクタ 23">
            <a:extLst>
              <a:ext uri="{FF2B5EF4-FFF2-40B4-BE49-F238E27FC236}">
                <a16:creationId xmlns:a16="http://schemas.microsoft.com/office/drawing/2014/main" id="{45D11F89-5254-5E09-C25A-C6F0C270FD9A}"/>
              </a:ext>
            </a:extLst>
          </p:cNvPr>
          <p:cNvCxnSpPr>
            <a:cxnSpLocks/>
          </p:cNvCxnSpPr>
          <p:nvPr/>
        </p:nvCxnSpPr>
        <p:spPr bwMode="auto">
          <a:xfrm>
            <a:off x="7356014" y="4419011"/>
            <a:ext cx="0" cy="180002"/>
          </a:xfrm>
          <a:prstGeom prst="straightConnector1">
            <a:avLst/>
          </a:prstGeom>
          <a:noFill/>
          <a:ln w="9525" cap="flat" cmpd="sng" algn="ctr">
            <a:solidFill>
              <a:schemeClr val="tx1"/>
            </a:solidFill>
            <a:prstDash val="solid"/>
            <a:round/>
            <a:headEnd type="none" w="med" len="med"/>
            <a:tailEnd type="triangle"/>
          </a:ln>
          <a:effectLst/>
        </p:spPr>
      </p:cxnSp>
      <p:cxnSp>
        <p:nvCxnSpPr>
          <p:cNvPr id="25" name="直線矢印コネクタ 24">
            <a:extLst>
              <a:ext uri="{FF2B5EF4-FFF2-40B4-BE49-F238E27FC236}">
                <a16:creationId xmlns:a16="http://schemas.microsoft.com/office/drawing/2014/main" id="{9ED8B9F0-CAF2-DEE2-5F80-0E481D595C2C}"/>
              </a:ext>
            </a:extLst>
          </p:cNvPr>
          <p:cNvCxnSpPr>
            <a:cxnSpLocks/>
          </p:cNvCxnSpPr>
          <p:nvPr/>
        </p:nvCxnSpPr>
        <p:spPr bwMode="auto">
          <a:xfrm>
            <a:off x="7176012" y="4959017"/>
            <a:ext cx="0" cy="180002"/>
          </a:xfrm>
          <a:prstGeom prst="straightConnector1">
            <a:avLst/>
          </a:prstGeom>
          <a:noFill/>
          <a:ln w="9525" cap="flat" cmpd="sng" algn="ctr">
            <a:solidFill>
              <a:schemeClr val="tx1"/>
            </a:solidFill>
            <a:prstDash val="solid"/>
            <a:round/>
            <a:headEnd type="none" w="med" len="med"/>
            <a:tailEnd type="triangle"/>
          </a:ln>
          <a:effectLst/>
        </p:spPr>
      </p:cxnSp>
      <p:sp>
        <p:nvSpPr>
          <p:cNvPr id="26" name="正方形/長方形 25">
            <a:extLst>
              <a:ext uri="{FF2B5EF4-FFF2-40B4-BE49-F238E27FC236}">
                <a16:creationId xmlns:a16="http://schemas.microsoft.com/office/drawing/2014/main" id="{7EAD3CB9-B15C-BF7E-00DE-E68771CFFFE2}"/>
              </a:ext>
            </a:extLst>
          </p:cNvPr>
          <p:cNvSpPr/>
          <p:nvPr/>
        </p:nvSpPr>
        <p:spPr bwMode="auto">
          <a:xfrm>
            <a:off x="6456004" y="4059007"/>
            <a:ext cx="360004" cy="360004"/>
          </a:xfrm>
          <a:prstGeom prst="rect">
            <a:avLst/>
          </a:prstGeom>
          <a:noFill/>
          <a:ln>
            <a:noFill/>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200" dirty="0">
                <a:solidFill>
                  <a:schemeClr val="tx1">
                    <a:lumMod val="75000"/>
                    <a:lumOff val="25000"/>
                  </a:schemeClr>
                </a:solidFill>
                <a:latin typeface="+mn-ea"/>
              </a:rPr>
              <a:t>v3</a:t>
            </a:r>
            <a:endParaRPr lang="ja-JP" altLang="en-US" sz="1200" dirty="0">
              <a:solidFill>
                <a:schemeClr val="tx1">
                  <a:lumMod val="75000"/>
                  <a:lumOff val="25000"/>
                </a:schemeClr>
              </a:solidFill>
              <a:latin typeface="+mn-ea"/>
            </a:endParaRPr>
          </a:p>
        </p:txBody>
      </p:sp>
      <p:sp>
        <p:nvSpPr>
          <p:cNvPr id="31" name="正方形/長方形 30">
            <a:extLst>
              <a:ext uri="{FF2B5EF4-FFF2-40B4-BE49-F238E27FC236}">
                <a16:creationId xmlns:a16="http://schemas.microsoft.com/office/drawing/2014/main" id="{F761EFF6-9B05-1ECF-0D01-E3A82C12AB3D}"/>
              </a:ext>
            </a:extLst>
          </p:cNvPr>
          <p:cNvSpPr/>
          <p:nvPr/>
        </p:nvSpPr>
        <p:spPr bwMode="auto">
          <a:xfrm>
            <a:off x="6456004" y="3519001"/>
            <a:ext cx="360004" cy="360004"/>
          </a:xfrm>
          <a:prstGeom prst="rect">
            <a:avLst/>
          </a:prstGeom>
          <a:noFill/>
          <a:ln>
            <a:noFill/>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200" dirty="0">
                <a:solidFill>
                  <a:schemeClr val="tx1">
                    <a:lumMod val="75000"/>
                    <a:lumOff val="25000"/>
                  </a:schemeClr>
                </a:solidFill>
                <a:latin typeface="+mn-ea"/>
              </a:rPr>
              <a:t>v2</a:t>
            </a:r>
            <a:endParaRPr lang="ja-JP" altLang="en-US" sz="1200" dirty="0">
              <a:solidFill>
                <a:schemeClr val="tx1">
                  <a:lumMod val="75000"/>
                  <a:lumOff val="25000"/>
                </a:schemeClr>
              </a:solidFill>
              <a:latin typeface="+mn-ea"/>
            </a:endParaRPr>
          </a:p>
        </p:txBody>
      </p:sp>
      <p:sp>
        <p:nvSpPr>
          <p:cNvPr id="33" name="正方形/長方形 32">
            <a:extLst>
              <a:ext uri="{FF2B5EF4-FFF2-40B4-BE49-F238E27FC236}">
                <a16:creationId xmlns:a16="http://schemas.microsoft.com/office/drawing/2014/main" id="{E41C911B-8D85-2DB7-3999-BAF3A6B1E923}"/>
              </a:ext>
            </a:extLst>
          </p:cNvPr>
          <p:cNvSpPr/>
          <p:nvPr/>
        </p:nvSpPr>
        <p:spPr bwMode="auto">
          <a:xfrm>
            <a:off x="6456004" y="5139019"/>
            <a:ext cx="360004" cy="360004"/>
          </a:xfrm>
          <a:prstGeom prst="rect">
            <a:avLst/>
          </a:prstGeom>
          <a:noFill/>
          <a:ln>
            <a:noFill/>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200" dirty="0">
                <a:solidFill>
                  <a:schemeClr val="tx1">
                    <a:lumMod val="75000"/>
                    <a:lumOff val="25000"/>
                  </a:schemeClr>
                </a:solidFill>
                <a:latin typeface="+mn-ea"/>
              </a:rPr>
              <a:t>v1</a:t>
            </a:r>
            <a:endParaRPr lang="ja-JP" altLang="en-US" sz="1200" dirty="0">
              <a:solidFill>
                <a:schemeClr val="tx1">
                  <a:lumMod val="75000"/>
                  <a:lumOff val="25000"/>
                </a:schemeClr>
              </a:solidFill>
              <a:latin typeface="+mn-ea"/>
            </a:endParaRPr>
          </a:p>
        </p:txBody>
      </p:sp>
      <p:sp>
        <p:nvSpPr>
          <p:cNvPr id="34" name="正方形/長方形 33">
            <a:extLst>
              <a:ext uri="{FF2B5EF4-FFF2-40B4-BE49-F238E27FC236}">
                <a16:creationId xmlns:a16="http://schemas.microsoft.com/office/drawing/2014/main" id="{539A654E-AB6B-48A8-2C5C-EE4CE613E089}"/>
              </a:ext>
            </a:extLst>
          </p:cNvPr>
          <p:cNvSpPr/>
          <p:nvPr/>
        </p:nvSpPr>
        <p:spPr bwMode="auto">
          <a:xfrm>
            <a:off x="6816008" y="5139019"/>
            <a:ext cx="720008" cy="360004"/>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200" dirty="0">
                <a:solidFill>
                  <a:schemeClr val="tx1">
                    <a:lumMod val="75000"/>
                    <a:lumOff val="25000"/>
                  </a:schemeClr>
                </a:solidFill>
                <a:latin typeface="+mn-ea"/>
              </a:rPr>
              <a:t>8</a:t>
            </a:r>
            <a:endParaRPr lang="ja-JP" altLang="en-US" sz="1200" dirty="0">
              <a:solidFill>
                <a:schemeClr val="tx1">
                  <a:lumMod val="75000"/>
                  <a:lumOff val="25000"/>
                </a:schemeClr>
              </a:solidFill>
              <a:latin typeface="+mn-ea"/>
            </a:endParaRPr>
          </a:p>
        </p:txBody>
      </p:sp>
      <p:sp>
        <p:nvSpPr>
          <p:cNvPr id="35" name="正方形/長方形 34">
            <a:extLst>
              <a:ext uri="{FF2B5EF4-FFF2-40B4-BE49-F238E27FC236}">
                <a16:creationId xmlns:a16="http://schemas.microsoft.com/office/drawing/2014/main" id="{3C9FA7E3-C5F6-211F-569D-F5CE492C0B06}"/>
              </a:ext>
            </a:extLst>
          </p:cNvPr>
          <p:cNvSpPr/>
          <p:nvPr/>
        </p:nvSpPr>
        <p:spPr bwMode="auto">
          <a:xfrm>
            <a:off x="7536016" y="5139019"/>
            <a:ext cx="720008" cy="360004"/>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200" dirty="0">
                <a:solidFill>
                  <a:schemeClr val="tx1">
                    <a:lumMod val="75000"/>
                    <a:lumOff val="25000"/>
                  </a:schemeClr>
                </a:solidFill>
                <a:latin typeface="+mn-ea"/>
              </a:rPr>
              <a:t>3</a:t>
            </a:r>
            <a:endParaRPr lang="ja-JP" altLang="en-US" sz="1200" dirty="0">
              <a:solidFill>
                <a:schemeClr val="tx1">
                  <a:lumMod val="75000"/>
                  <a:lumOff val="25000"/>
                </a:schemeClr>
              </a:solidFill>
              <a:latin typeface="+mn-ea"/>
            </a:endParaRPr>
          </a:p>
        </p:txBody>
      </p:sp>
      <p:sp>
        <p:nvSpPr>
          <p:cNvPr id="36" name="正方形/長方形 35">
            <a:extLst>
              <a:ext uri="{FF2B5EF4-FFF2-40B4-BE49-F238E27FC236}">
                <a16:creationId xmlns:a16="http://schemas.microsoft.com/office/drawing/2014/main" id="{8F8D4210-1085-81A5-EADE-FCD440E6CD5A}"/>
              </a:ext>
            </a:extLst>
          </p:cNvPr>
          <p:cNvSpPr/>
          <p:nvPr/>
        </p:nvSpPr>
        <p:spPr bwMode="auto">
          <a:xfrm>
            <a:off x="8256024" y="5139019"/>
            <a:ext cx="720008" cy="360004"/>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200" dirty="0">
                <a:solidFill>
                  <a:schemeClr val="tx1">
                    <a:lumMod val="75000"/>
                    <a:lumOff val="25000"/>
                  </a:schemeClr>
                </a:solidFill>
                <a:latin typeface="+mn-ea"/>
              </a:rPr>
              <a:t>1</a:t>
            </a:r>
            <a:endParaRPr lang="ja-JP" altLang="en-US" sz="1200" dirty="0">
              <a:solidFill>
                <a:schemeClr val="tx1">
                  <a:lumMod val="75000"/>
                  <a:lumOff val="25000"/>
                </a:schemeClr>
              </a:solidFill>
              <a:latin typeface="+mn-ea"/>
            </a:endParaRPr>
          </a:p>
        </p:txBody>
      </p:sp>
      <p:sp>
        <p:nvSpPr>
          <p:cNvPr id="37" name="正方形/長方形 36">
            <a:extLst>
              <a:ext uri="{FF2B5EF4-FFF2-40B4-BE49-F238E27FC236}">
                <a16:creationId xmlns:a16="http://schemas.microsoft.com/office/drawing/2014/main" id="{1628B6F5-48C8-444F-EC1E-58DD9597A108}"/>
              </a:ext>
            </a:extLst>
          </p:cNvPr>
          <p:cNvSpPr/>
          <p:nvPr/>
        </p:nvSpPr>
        <p:spPr bwMode="auto">
          <a:xfrm>
            <a:off x="8976032" y="5139019"/>
            <a:ext cx="720008" cy="360004"/>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200" dirty="0">
                <a:solidFill>
                  <a:schemeClr val="tx1">
                    <a:lumMod val="75000"/>
                    <a:lumOff val="25000"/>
                  </a:schemeClr>
                </a:solidFill>
                <a:latin typeface="+mn-ea"/>
              </a:rPr>
              <a:t>6</a:t>
            </a:r>
            <a:endParaRPr lang="ja-JP" altLang="en-US" sz="1200" dirty="0">
              <a:solidFill>
                <a:schemeClr val="tx1">
                  <a:lumMod val="75000"/>
                  <a:lumOff val="25000"/>
                </a:schemeClr>
              </a:solidFill>
              <a:latin typeface="+mn-ea"/>
            </a:endParaRPr>
          </a:p>
        </p:txBody>
      </p:sp>
      <p:sp>
        <p:nvSpPr>
          <p:cNvPr id="38" name="フリーフォーム 10">
            <a:extLst>
              <a:ext uri="{FF2B5EF4-FFF2-40B4-BE49-F238E27FC236}">
                <a16:creationId xmlns:a16="http://schemas.microsoft.com/office/drawing/2014/main" id="{0EB62B01-415A-2BED-C20A-2D61A38DD086}"/>
              </a:ext>
            </a:extLst>
          </p:cNvPr>
          <p:cNvSpPr>
            <a:spLocks noChangeArrowheads="1"/>
          </p:cNvSpPr>
          <p:nvPr/>
        </p:nvSpPr>
        <p:spPr bwMode="auto">
          <a:xfrm flipH="1">
            <a:off x="7536016" y="4599013"/>
            <a:ext cx="720008"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type="triangle" w="sm" len="med"/>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100" dirty="0">
                <a:solidFill>
                  <a:schemeClr val="tx1">
                    <a:lumMod val="75000"/>
                    <a:lumOff val="25000"/>
                  </a:schemeClr>
                </a:solidFill>
                <a:latin typeface="+mn-ea"/>
              </a:rPr>
              <a:t>Adder</a:t>
            </a:r>
            <a:endParaRPr lang="ja-JP" altLang="en-US" sz="1100" dirty="0">
              <a:solidFill>
                <a:schemeClr val="tx1">
                  <a:lumMod val="75000"/>
                  <a:lumOff val="25000"/>
                </a:schemeClr>
              </a:solidFill>
              <a:latin typeface="+mn-ea"/>
            </a:endParaRPr>
          </a:p>
        </p:txBody>
      </p:sp>
      <p:cxnSp>
        <p:nvCxnSpPr>
          <p:cNvPr id="39" name="直線矢印コネクタ 38">
            <a:extLst>
              <a:ext uri="{FF2B5EF4-FFF2-40B4-BE49-F238E27FC236}">
                <a16:creationId xmlns:a16="http://schemas.microsoft.com/office/drawing/2014/main" id="{41B34B21-6F63-45B6-BF9F-C7CD139F7E65}"/>
              </a:ext>
            </a:extLst>
          </p:cNvPr>
          <p:cNvCxnSpPr>
            <a:cxnSpLocks/>
          </p:cNvCxnSpPr>
          <p:nvPr/>
        </p:nvCxnSpPr>
        <p:spPr bwMode="auto">
          <a:xfrm>
            <a:off x="7716018" y="3879005"/>
            <a:ext cx="0" cy="720008"/>
          </a:xfrm>
          <a:prstGeom prst="straightConnector1">
            <a:avLst/>
          </a:prstGeom>
          <a:noFill/>
          <a:ln w="9525" cap="flat" cmpd="sng" algn="ctr">
            <a:solidFill>
              <a:schemeClr val="tx1"/>
            </a:solidFill>
            <a:prstDash val="solid"/>
            <a:round/>
            <a:headEnd type="none" w="med" len="med"/>
            <a:tailEnd type="triangle"/>
          </a:ln>
          <a:effectLst/>
        </p:spPr>
      </p:cxnSp>
      <p:cxnSp>
        <p:nvCxnSpPr>
          <p:cNvPr id="40" name="直線矢印コネクタ 39">
            <a:extLst>
              <a:ext uri="{FF2B5EF4-FFF2-40B4-BE49-F238E27FC236}">
                <a16:creationId xmlns:a16="http://schemas.microsoft.com/office/drawing/2014/main" id="{10863BB7-CBE0-2519-C5E5-5A12BA5F175E}"/>
              </a:ext>
            </a:extLst>
          </p:cNvPr>
          <p:cNvCxnSpPr>
            <a:cxnSpLocks/>
          </p:cNvCxnSpPr>
          <p:nvPr/>
        </p:nvCxnSpPr>
        <p:spPr bwMode="auto">
          <a:xfrm>
            <a:off x="8076022" y="4419011"/>
            <a:ext cx="0" cy="180002"/>
          </a:xfrm>
          <a:prstGeom prst="straightConnector1">
            <a:avLst/>
          </a:prstGeom>
          <a:noFill/>
          <a:ln w="9525" cap="flat" cmpd="sng" algn="ctr">
            <a:solidFill>
              <a:schemeClr val="tx1"/>
            </a:solidFill>
            <a:prstDash val="solid"/>
            <a:round/>
            <a:headEnd type="none" w="med" len="med"/>
            <a:tailEnd type="triangle"/>
          </a:ln>
          <a:effectLst/>
        </p:spPr>
      </p:cxnSp>
      <p:cxnSp>
        <p:nvCxnSpPr>
          <p:cNvPr id="41" name="直線矢印コネクタ 40">
            <a:extLst>
              <a:ext uri="{FF2B5EF4-FFF2-40B4-BE49-F238E27FC236}">
                <a16:creationId xmlns:a16="http://schemas.microsoft.com/office/drawing/2014/main" id="{7E948B80-CCCE-691A-50D0-F3457AB21DCB}"/>
              </a:ext>
            </a:extLst>
          </p:cNvPr>
          <p:cNvCxnSpPr>
            <a:cxnSpLocks/>
          </p:cNvCxnSpPr>
          <p:nvPr/>
        </p:nvCxnSpPr>
        <p:spPr bwMode="auto">
          <a:xfrm>
            <a:off x="7896020" y="4959017"/>
            <a:ext cx="0" cy="180002"/>
          </a:xfrm>
          <a:prstGeom prst="straightConnector1">
            <a:avLst/>
          </a:prstGeom>
          <a:noFill/>
          <a:ln w="9525" cap="flat" cmpd="sng" algn="ctr">
            <a:solidFill>
              <a:schemeClr val="tx1"/>
            </a:solidFill>
            <a:prstDash val="solid"/>
            <a:round/>
            <a:headEnd type="none" w="med" len="med"/>
            <a:tailEnd type="triangle"/>
          </a:ln>
          <a:effectLst/>
        </p:spPr>
      </p:cxnSp>
      <p:sp>
        <p:nvSpPr>
          <p:cNvPr id="42" name="フリーフォーム 10">
            <a:extLst>
              <a:ext uri="{FF2B5EF4-FFF2-40B4-BE49-F238E27FC236}">
                <a16:creationId xmlns:a16="http://schemas.microsoft.com/office/drawing/2014/main" id="{55A8C1B0-450E-7406-BFBE-3BA501D5C14F}"/>
              </a:ext>
            </a:extLst>
          </p:cNvPr>
          <p:cNvSpPr>
            <a:spLocks noChangeArrowheads="1"/>
          </p:cNvSpPr>
          <p:nvPr/>
        </p:nvSpPr>
        <p:spPr bwMode="auto">
          <a:xfrm flipH="1">
            <a:off x="8256024" y="4599013"/>
            <a:ext cx="720008"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type="triangle" w="sm" len="med"/>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100" dirty="0">
                <a:solidFill>
                  <a:schemeClr val="tx1">
                    <a:lumMod val="75000"/>
                    <a:lumOff val="25000"/>
                  </a:schemeClr>
                </a:solidFill>
                <a:latin typeface="+mn-ea"/>
              </a:rPr>
              <a:t>Adder</a:t>
            </a:r>
            <a:endParaRPr lang="ja-JP" altLang="en-US" sz="1100" dirty="0">
              <a:solidFill>
                <a:schemeClr val="tx1">
                  <a:lumMod val="75000"/>
                  <a:lumOff val="25000"/>
                </a:schemeClr>
              </a:solidFill>
              <a:latin typeface="+mn-ea"/>
            </a:endParaRPr>
          </a:p>
        </p:txBody>
      </p:sp>
      <p:cxnSp>
        <p:nvCxnSpPr>
          <p:cNvPr id="43" name="直線矢印コネクタ 42">
            <a:extLst>
              <a:ext uri="{FF2B5EF4-FFF2-40B4-BE49-F238E27FC236}">
                <a16:creationId xmlns:a16="http://schemas.microsoft.com/office/drawing/2014/main" id="{969C1BC3-3892-E1EC-1918-097C51BA288C}"/>
              </a:ext>
            </a:extLst>
          </p:cNvPr>
          <p:cNvCxnSpPr>
            <a:cxnSpLocks/>
          </p:cNvCxnSpPr>
          <p:nvPr/>
        </p:nvCxnSpPr>
        <p:spPr bwMode="auto">
          <a:xfrm>
            <a:off x="8436026" y="3879005"/>
            <a:ext cx="0" cy="720008"/>
          </a:xfrm>
          <a:prstGeom prst="straightConnector1">
            <a:avLst/>
          </a:prstGeom>
          <a:noFill/>
          <a:ln w="9525" cap="flat" cmpd="sng" algn="ctr">
            <a:solidFill>
              <a:schemeClr val="tx1"/>
            </a:solidFill>
            <a:prstDash val="solid"/>
            <a:round/>
            <a:headEnd type="none" w="med" len="med"/>
            <a:tailEnd type="triangle"/>
          </a:ln>
          <a:effectLst/>
        </p:spPr>
      </p:cxnSp>
      <p:cxnSp>
        <p:nvCxnSpPr>
          <p:cNvPr id="44" name="直線矢印コネクタ 43">
            <a:extLst>
              <a:ext uri="{FF2B5EF4-FFF2-40B4-BE49-F238E27FC236}">
                <a16:creationId xmlns:a16="http://schemas.microsoft.com/office/drawing/2014/main" id="{006FE041-1619-B2F8-03C3-FB71A56397BA}"/>
              </a:ext>
            </a:extLst>
          </p:cNvPr>
          <p:cNvCxnSpPr>
            <a:cxnSpLocks/>
          </p:cNvCxnSpPr>
          <p:nvPr/>
        </p:nvCxnSpPr>
        <p:spPr bwMode="auto">
          <a:xfrm>
            <a:off x="8796030" y="4419011"/>
            <a:ext cx="0" cy="180002"/>
          </a:xfrm>
          <a:prstGeom prst="straightConnector1">
            <a:avLst/>
          </a:prstGeom>
          <a:noFill/>
          <a:ln w="9525" cap="flat" cmpd="sng" algn="ctr">
            <a:solidFill>
              <a:schemeClr val="tx1"/>
            </a:solidFill>
            <a:prstDash val="solid"/>
            <a:round/>
            <a:headEnd type="none" w="med" len="med"/>
            <a:tailEnd type="triangle"/>
          </a:ln>
          <a:effectLst/>
        </p:spPr>
      </p:cxnSp>
      <p:cxnSp>
        <p:nvCxnSpPr>
          <p:cNvPr id="45" name="直線矢印コネクタ 44">
            <a:extLst>
              <a:ext uri="{FF2B5EF4-FFF2-40B4-BE49-F238E27FC236}">
                <a16:creationId xmlns:a16="http://schemas.microsoft.com/office/drawing/2014/main" id="{DBD6A6E4-D5F9-78AD-11C7-8C854A1CFD30}"/>
              </a:ext>
            </a:extLst>
          </p:cNvPr>
          <p:cNvCxnSpPr>
            <a:cxnSpLocks/>
          </p:cNvCxnSpPr>
          <p:nvPr/>
        </p:nvCxnSpPr>
        <p:spPr bwMode="auto">
          <a:xfrm>
            <a:off x="8616028" y="4959017"/>
            <a:ext cx="0" cy="180002"/>
          </a:xfrm>
          <a:prstGeom prst="straightConnector1">
            <a:avLst/>
          </a:prstGeom>
          <a:noFill/>
          <a:ln w="9525" cap="flat" cmpd="sng" algn="ctr">
            <a:solidFill>
              <a:schemeClr val="tx1"/>
            </a:solidFill>
            <a:prstDash val="solid"/>
            <a:round/>
            <a:headEnd type="none" w="med" len="med"/>
            <a:tailEnd type="triangle"/>
          </a:ln>
          <a:effectLst/>
        </p:spPr>
      </p:cxnSp>
      <p:sp>
        <p:nvSpPr>
          <p:cNvPr id="46" name="フリーフォーム 10">
            <a:extLst>
              <a:ext uri="{FF2B5EF4-FFF2-40B4-BE49-F238E27FC236}">
                <a16:creationId xmlns:a16="http://schemas.microsoft.com/office/drawing/2014/main" id="{31969DC2-114E-F27D-B756-FC4CBD3BC7B7}"/>
              </a:ext>
            </a:extLst>
          </p:cNvPr>
          <p:cNvSpPr>
            <a:spLocks noChangeArrowheads="1"/>
          </p:cNvSpPr>
          <p:nvPr/>
        </p:nvSpPr>
        <p:spPr bwMode="auto">
          <a:xfrm flipH="1">
            <a:off x="8976032" y="4599013"/>
            <a:ext cx="720008"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type="triangle" w="sm" len="med"/>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100" dirty="0">
                <a:solidFill>
                  <a:schemeClr val="tx1">
                    <a:lumMod val="75000"/>
                    <a:lumOff val="25000"/>
                  </a:schemeClr>
                </a:solidFill>
                <a:latin typeface="+mn-ea"/>
              </a:rPr>
              <a:t>Adder</a:t>
            </a:r>
            <a:endParaRPr lang="ja-JP" altLang="en-US" sz="1100" dirty="0">
              <a:solidFill>
                <a:schemeClr val="tx1">
                  <a:lumMod val="75000"/>
                  <a:lumOff val="25000"/>
                </a:schemeClr>
              </a:solidFill>
              <a:latin typeface="+mn-ea"/>
            </a:endParaRPr>
          </a:p>
        </p:txBody>
      </p:sp>
      <p:cxnSp>
        <p:nvCxnSpPr>
          <p:cNvPr id="47" name="直線矢印コネクタ 46">
            <a:extLst>
              <a:ext uri="{FF2B5EF4-FFF2-40B4-BE49-F238E27FC236}">
                <a16:creationId xmlns:a16="http://schemas.microsoft.com/office/drawing/2014/main" id="{E3FBAF72-B3F1-D2F9-6057-636ECD44BB5D}"/>
              </a:ext>
            </a:extLst>
          </p:cNvPr>
          <p:cNvCxnSpPr>
            <a:cxnSpLocks/>
          </p:cNvCxnSpPr>
          <p:nvPr/>
        </p:nvCxnSpPr>
        <p:spPr bwMode="auto">
          <a:xfrm>
            <a:off x="9156034" y="3879005"/>
            <a:ext cx="0" cy="720008"/>
          </a:xfrm>
          <a:prstGeom prst="straightConnector1">
            <a:avLst/>
          </a:prstGeom>
          <a:noFill/>
          <a:ln w="9525" cap="flat" cmpd="sng" algn="ctr">
            <a:solidFill>
              <a:schemeClr val="tx1"/>
            </a:solidFill>
            <a:prstDash val="solid"/>
            <a:round/>
            <a:headEnd type="none" w="med" len="med"/>
            <a:tailEnd type="triangle"/>
          </a:ln>
          <a:effectLst/>
        </p:spPr>
      </p:cxnSp>
      <p:cxnSp>
        <p:nvCxnSpPr>
          <p:cNvPr id="48" name="直線矢印コネクタ 47">
            <a:extLst>
              <a:ext uri="{FF2B5EF4-FFF2-40B4-BE49-F238E27FC236}">
                <a16:creationId xmlns:a16="http://schemas.microsoft.com/office/drawing/2014/main" id="{596C6754-D726-55DE-006F-E4DA2E41C492}"/>
              </a:ext>
            </a:extLst>
          </p:cNvPr>
          <p:cNvCxnSpPr>
            <a:cxnSpLocks/>
          </p:cNvCxnSpPr>
          <p:nvPr/>
        </p:nvCxnSpPr>
        <p:spPr bwMode="auto">
          <a:xfrm>
            <a:off x="9516038" y="4419011"/>
            <a:ext cx="0" cy="180002"/>
          </a:xfrm>
          <a:prstGeom prst="straightConnector1">
            <a:avLst/>
          </a:prstGeom>
          <a:noFill/>
          <a:ln w="9525" cap="flat" cmpd="sng" algn="ctr">
            <a:solidFill>
              <a:schemeClr val="tx1"/>
            </a:solidFill>
            <a:prstDash val="solid"/>
            <a:round/>
            <a:headEnd type="none" w="med" len="med"/>
            <a:tailEnd type="triangle"/>
          </a:ln>
          <a:effectLst/>
        </p:spPr>
      </p:cxnSp>
      <p:cxnSp>
        <p:nvCxnSpPr>
          <p:cNvPr id="49" name="直線矢印コネクタ 48">
            <a:extLst>
              <a:ext uri="{FF2B5EF4-FFF2-40B4-BE49-F238E27FC236}">
                <a16:creationId xmlns:a16="http://schemas.microsoft.com/office/drawing/2014/main" id="{D8CA6A65-C8DD-7478-C9E4-4CB4E9DEB241}"/>
              </a:ext>
            </a:extLst>
          </p:cNvPr>
          <p:cNvCxnSpPr>
            <a:cxnSpLocks/>
          </p:cNvCxnSpPr>
          <p:nvPr/>
        </p:nvCxnSpPr>
        <p:spPr bwMode="auto">
          <a:xfrm>
            <a:off x="9336036" y="4959017"/>
            <a:ext cx="0" cy="180002"/>
          </a:xfrm>
          <a:prstGeom prst="straightConnector1">
            <a:avLst/>
          </a:prstGeom>
          <a:noFill/>
          <a:ln w="9525" cap="flat" cmpd="sng" algn="ctr">
            <a:solidFill>
              <a:schemeClr val="tx1"/>
            </a:solidFill>
            <a:prstDash val="solid"/>
            <a:round/>
            <a:headEnd type="none" w="med" len="med"/>
            <a:tailEnd type="triangle"/>
          </a:ln>
          <a:effectLst/>
        </p:spPr>
      </p:cxnSp>
    </p:spTree>
    <p:extLst>
      <p:ext uri="{BB962C8B-B14F-4D97-AF65-F5344CB8AC3E}">
        <p14:creationId xmlns:p14="http://schemas.microsoft.com/office/powerpoint/2010/main" val="24112099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B3605BF-8EBE-D782-4644-6B5F72E34EFC}"/>
              </a:ext>
            </a:extLst>
          </p:cNvPr>
          <p:cNvSpPr>
            <a:spLocks noGrp="1"/>
          </p:cNvSpPr>
          <p:nvPr>
            <p:ph type="title"/>
          </p:nvPr>
        </p:nvSpPr>
        <p:spPr/>
        <p:txBody>
          <a:bodyPr/>
          <a:lstStyle/>
          <a:p>
            <a:r>
              <a:rPr kumimoji="1" lang="en-US" altLang="ja-JP" dirty="0"/>
              <a:t>SIMD </a:t>
            </a:r>
            <a:r>
              <a:rPr kumimoji="1" lang="ja-JP" altLang="en-US" dirty="0"/>
              <a:t>命令を使う方法</a:t>
            </a:r>
            <a:endParaRPr kumimoji="1" lang="en-US" altLang="ja-JP" dirty="0"/>
          </a:p>
        </p:txBody>
      </p:sp>
      <p:sp>
        <p:nvSpPr>
          <p:cNvPr id="3" name="テキスト プレースホルダー 2">
            <a:extLst>
              <a:ext uri="{FF2B5EF4-FFF2-40B4-BE49-F238E27FC236}">
                <a16:creationId xmlns:a16="http://schemas.microsoft.com/office/drawing/2014/main" id="{20359648-09A1-E8A3-C6A4-D60561DF7AF6}"/>
              </a:ext>
            </a:extLst>
          </p:cNvPr>
          <p:cNvSpPr>
            <a:spLocks noGrp="1"/>
          </p:cNvSpPr>
          <p:nvPr>
            <p:ph type="body" sz="quarter" idx="10"/>
          </p:nvPr>
        </p:nvSpPr>
        <p:spPr/>
        <p:txBody>
          <a:bodyPr/>
          <a:lstStyle/>
          <a:p>
            <a:r>
              <a:rPr kumimoji="1" lang="en-US" altLang="ja-JP" dirty="0"/>
              <a:t>SIMD </a:t>
            </a:r>
            <a:r>
              <a:rPr kumimoji="1" lang="ja-JP" altLang="en-US" dirty="0"/>
              <a:t>命令を使う方法：</a:t>
            </a:r>
            <a:br>
              <a:rPr kumimoji="1" lang="en-US" altLang="ja-JP" dirty="0"/>
            </a:br>
            <a:endParaRPr kumimoji="1" lang="en-US" altLang="ja-JP" dirty="0"/>
          </a:p>
          <a:p>
            <a:pPr marL="817200" lvl="1" indent="-457200">
              <a:buFont typeface="+mj-lt"/>
              <a:buAutoNum type="arabicPeriod"/>
            </a:pPr>
            <a:r>
              <a:rPr kumimoji="1" lang="ja-JP" altLang="en-US" dirty="0"/>
              <a:t>コンパイラに頑張ってもらう</a:t>
            </a:r>
            <a:endParaRPr kumimoji="1" lang="en-US" altLang="ja-JP" dirty="0"/>
          </a:p>
          <a:p>
            <a:pPr lvl="2"/>
            <a:r>
              <a:rPr kumimoji="1" lang="ja-JP" altLang="en-US" dirty="0"/>
              <a:t>複数同時に計算しても大丈夫なところを自動で検出する</a:t>
            </a:r>
            <a:endParaRPr kumimoji="1" lang="en-US" altLang="ja-JP" dirty="0"/>
          </a:p>
          <a:p>
            <a:pPr lvl="2"/>
            <a:r>
              <a:rPr kumimoji="1" lang="ja-JP" altLang="en-US" dirty="0"/>
              <a:t>後述の </a:t>
            </a:r>
            <a:r>
              <a:rPr kumimoji="1" lang="en-US" altLang="ja-JP" dirty="0"/>
              <a:t>SPMD </a:t>
            </a:r>
            <a:r>
              <a:rPr kumimoji="1" lang="ja-JP" altLang="en-US" dirty="0"/>
              <a:t>で書かれたプログラムならある程度できる</a:t>
            </a:r>
            <a:br>
              <a:rPr kumimoji="1" lang="en-US" altLang="ja-JP" dirty="0"/>
            </a:br>
            <a:endParaRPr kumimoji="1" lang="en-US" altLang="ja-JP" dirty="0"/>
          </a:p>
          <a:p>
            <a:pPr marL="817200" lvl="1" indent="-457200">
              <a:buFont typeface="+mj-lt"/>
              <a:buAutoNum type="arabicPeriod"/>
            </a:pPr>
            <a:r>
              <a:rPr kumimoji="1" lang="ja-JP" altLang="en-US" dirty="0"/>
              <a:t>組み込み関数を使って人間が直接書く</a:t>
            </a:r>
            <a:endParaRPr kumimoji="1" lang="en-US" altLang="ja-JP" dirty="0"/>
          </a:p>
          <a:p>
            <a:pPr lvl="2"/>
            <a:r>
              <a:rPr kumimoji="1" lang="ja-JP" altLang="en-US" dirty="0"/>
              <a:t>自動でうまくいかない場合は人間が頑張る（つらい）</a:t>
            </a:r>
            <a:endParaRPr kumimoji="1" lang="en-US" altLang="ja-JP" dirty="0"/>
          </a:p>
        </p:txBody>
      </p:sp>
    </p:spTree>
    <p:extLst>
      <p:ext uri="{BB962C8B-B14F-4D97-AF65-F5344CB8AC3E}">
        <p14:creationId xmlns:p14="http://schemas.microsoft.com/office/powerpoint/2010/main" val="287926626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4F09367-6425-5705-F464-BE605E4C3142}"/>
              </a:ext>
            </a:extLst>
          </p:cNvPr>
          <p:cNvSpPr>
            <a:spLocks noGrp="1"/>
          </p:cNvSpPr>
          <p:nvPr>
            <p:ph type="title"/>
          </p:nvPr>
        </p:nvSpPr>
        <p:spPr/>
        <p:txBody>
          <a:bodyPr/>
          <a:lstStyle/>
          <a:p>
            <a:r>
              <a:rPr kumimoji="1" lang="ja-JP" altLang="en-US" dirty="0"/>
              <a:t>（余談）組み込み関数（</a:t>
            </a:r>
            <a:r>
              <a:rPr kumimoji="1" lang="en-US" altLang="ja-JP" dirty="0"/>
              <a:t>intrinsic</a:t>
            </a:r>
            <a:r>
              <a:rPr kumimoji="1" lang="ja-JP" altLang="en-US" dirty="0"/>
              <a:t>）</a:t>
            </a:r>
          </a:p>
        </p:txBody>
      </p:sp>
      <p:sp>
        <p:nvSpPr>
          <p:cNvPr id="3" name="テキスト プレースホルダー 2">
            <a:extLst>
              <a:ext uri="{FF2B5EF4-FFF2-40B4-BE49-F238E27FC236}">
                <a16:creationId xmlns:a16="http://schemas.microsoft.com/office/drawing/2014/main" id="{60636893-3027-1B90-1CCC-553FD5461ADD}"/>
              </a:ext>
            </a:extLst>
          </p:cNvPr>
          <p:cNvSpPr>
            <a:spLocks noGrp="1"/>
          </p:cNvSpPr>
          <p:nvPr>
            <p:ph type="body" sz="quarter" idx="10"/>
          </p:nvPr>
        </p:nvSpPr>
        <p:spPr>
          <a:xfrm>
            <a:off x="1955954" y="1088975"/>
            <a:ext cx="8532044" cy="5219751"/>
          </a:xfrm>
        </p:spPr>
        <p:txBody>
          <a:bodyPr/>
          <a:lstStyle/>
          <a:p>
            <a:pPr marL="0" indent="0">
              <a:buNone/>
            </a:pPr>
            <a:r>
              <a:rPr lang="en-US" altLang="ja-JP" sz="1800" dirty="0">
                <a:solidFill>
                  <a:schemeClr val="accent3">
                    <a:lumMod val="75000"/>
                  </a:schemeClr>
                </a:solidFill>
                <a:latin typeface="Consolas" panose="020B0609020204030204" pitchFamily="49" charset="0"/>
              </a:rPr>
              <a:t>// </a:t>
            </a:r>
            <a:r>
              <a:rPr lang="ja-JP" altLang="en-US" sz="1800" dirty="0">
                <a:solidFill>
                  <a:schemeClr val="accent3">
                    <a:lumMod val="75000"/>
                  </a:schemeClr>
                </a:solidFill>
                <a:latin typeface="Consolas" panose="020B0609020204030204" pitchFamily="49" charset="0"/>
              </a:rPr>
              <a:t>連続した加算を４つ行う </a:t>
            </a:r>
            <a:r>
              <a:rPr lang="en-US" altLang="ja-JP" sz="1800" dirty="0">
                <a:solidFill>
                  <a:schemeClr val="accent3">
                    <a:lumMod val="75000"/>
                  </a:schemeClr>
                </a:solidFill>
                <a:latin typeface="Consolas" panose="020B0609020204030204" pitchFamily="49" charset="0"/>
              </a:rPr>
              <a:t>SIMD </a:t>
            </a:r>
            <a:r>
              <a:rPr lang="ja-JP" altLang="en-US" sz="1800" dirty="0">
                <a:solidFill>
                  <a:schemeClr val="accent3">
                    <a:lumMod val="75000"/>
                  </a:schemeClr>
                </a:solidFill>
                <a:latin typeface="Consolas" panose="020B0609020204030204" pitchFamily="49" charset="0"/>
              </a:rPr>
              <a:t>命令に相当する関数</a:t>
            </a:r>
            <a:br>
              <a:rPr lang="en-US" altLang="ja-JP" sz="1800" dirty="0">
                <a:solidFill>
                  <a:schemeClr val="accent3">
                    <a:lumMod val="75000"/>
                  </a:schemeClr>
                </a:solidFill>
                <a:latin typeface="Consolas" panose="020B0609020204030204" pitchFamily="49" charset="0"/>
              </a:rPr>
            </a:br>
            <a:r>
              <a:rPr lang="en-US" altLang="ja-JP" sz="1800" b="1" dirty="0">
                <a:solidFill>
                  <a:schemeClr val="accent3">
                    <a:lumMod val="75000"/>
                  </a:schemeClr>
                </a:solidFill>
                <a:latin typeface="Consolas" panose="020B0609020204030204" pitchFamily="49" charset="0"/>
              </a:rPr>
              <a:t>// </a:t>
            </a:r>
            <a:r>
              <a:rPr lang="ja-JP" altLang="en-US" sz="1800" b="1" dirty="0">
                <a:solidFill>
                  <a:schemeClr val="accent3">
                    <a:lumMod val="75000"/>
                  </a:schemeClr>
                </a:solidFill>
                <a:latin typeface="Consolas" panose="020B0609020204030204" pitchFamily="49" charset="0"/>
              </a:rPr>
              <a:t>コンパイル時にこの関数と等価な結果が得られる </a:t>
            </a:r>
            <a:r>
              <a:rPr lang="en-US" altLang="ja-JP" sz="1800" b="1" dirty="0">
                <a:solidFill>
                  <a:schemeClr val="accent3">
                    <a:lumMod val="75000"/>
                  </a:schemeClr>
                </a:solidFill>
                <a:latin typeface="Consolas" panose="020B0609020204030204" pitchFamily="49" charset="0"/>
              </a:rPr>
              <a:t>SIMD</a:t>
            </a:r>
            <a:r>
              <a:rPr lang="ja-JP" altLang="en-US" sz="1800" b="1" dirty="0">
                <a:solidFill>
                  <a:schemeClr val="accent3">
                    <a:lumMod val="75000"/>
                  </a:schemeClr>
                </a:solidFill>
                <a:latin typeface="Consolas" panose="020B0609020204030204" pitchFamily="49" charset="0"/>
              </a:rPr>
              <a:t> 命令に変換される</a:t>
            </a:r>
            <a:br>
              <a:rPr lang="en-US" altLang="ja-JP" sz="1800" dirty="0">
                <a:solidFill>
                  <a:schemeClr val="accent3">
                    <a:lumMod val="75000"/>
                  </a:schemeClr>
                </a:solidFill>
                <a:latin typeface="Consolas" panose="020B0609020204030204" pitchFamily="49" charset="0"/>
              </a:rPr>
            </a:br>
            <a:r>
              <a:rPr lang="en-US" altLang="ja-JP" sz="1800" dirty="0">
                <a:latin typeface="Consolas" panose="020B0609020204030204" pitchFamily="49" charset="0"/>
              </a:rPr>
              <a:t>void add_x4(int* </a:t>
            </a:r>
            <a:r>
              <a:rPr lang="en-US" altLang="ja-JP" sz="1800" dirty="0" err="1">
                <a:latin typeface="Consolas" panose="020B0609020204030204" pitchFamily="49" charset="0"/>
              </a:rPr>
              <a:t>dst</a:t>
            </a:r>
            <a:r>
              <a:rPr lang="en-US" altLang="ja-JP" sz="1800" dirty="0">
                <a:latin typeface="Consolas" panose="020B0609020204030204" pitchFamily="49" charset="0"/>
              </a:rPr>
              <a:t>, int* src1, int* src2) {</a:t>
            </a:r>
            <a:br>
              <a:rPr lang="en-US" altLang="ja-JP" sz="1800" dirty="0">
                <a:latin typeface="Consolas" panose="020B0609020204030204" pitchFamily="49" charset="0"/>
              </a:rPr>
            </a:br>
            <a:r>
              <a:rPr lang="en-US" altLang="ja-JP" sz="1800" dirty="0">
                <a:latin typeface="Consolas" panose="020B0609020204030204" pitchFamily="49" charset="0"/>
              </a:rPr>
              <a:t>    </a:t>
            </a:r>
            <a:r>
              <a:rPr lang="en-US" altLang="ja-JP" sz="1800" dirty="0" err="1">
                <a:latin typeface="Consolas" panose="020B0609020204030204" pitchFamily="49" charset="0"/>
              </a:rPr>
              <a:t>dst</a:t>
            </a:r>
            <a:r>
              <a:rPr lang="en-US" altLang="ja-JP" sz="1800" dirty="0">
                <a:latin typeface="Consolas" panose="020B0609020204030204" pitchFamily="49" charset="0"/>
              </a:rPr>
              <a:t>[0] = src1[0] + src2[0];</a:t>
            </a:r>
            <a:br>
              <a:rPr lang="en-US" altLang="ja-JP" sz="1800" dirty="0">
                <a:latin typeface="Consolas" panose="020B0609020204030204" pitchFamily="49" charset="0"/>
              </a:rPr>
            </a:br>
            <a:r>
              <a:rPr lang="en-US" altLang="ja-JP" sz="1800" dirty="0">
                <a:latin typeface="Consolas" panose="020B0609020204030204" pitchFamily="49" charset="0"/>
              </a:rPr>
              <a:t>    </a:t>
            </a:r>
            <a:r>
              <a:rPr lang="en-US" altLang="ja-JP" sz="1800" dirty="0" err="1">
                <a:latin typeface="Consolas" panose="020B0609020204030204" pitchFamily="49" charset="0"/>
              </a:rPr>
              <a:t>dst</a:t>
            </a:r>
            <a:r>
              <a:rPr lang="en-US" altLang="ja-JP" sz="1800" dirty="0">
                <a:latin typeface="Consolas" panose="020B0609020204030204" pitchFamily="49" charset="0"/>
              </a:rPr>
              <a:t>[1] = src1[1] + src2[1];</a:t>
            </a:r>
            <a:br>
              <a:rPr lang="en-US" altLang="ja-JP" sz="1800" dirty="0">
                <a:latin typeface="Consolas" panose="020B0609020204030204" pitchFamily="49" charset="0"/>
              </a:rPr>
            </a:br>
            <a:r>
              <a:rPr lang="en-US" altLang="ja-JP" sz="1800" dirty="0">
                <a:latin typeface="Consolas" panose="020B0609020204030204" pitchFamily="49" charset="0"/>
              </a:rPr>
              <a:t>    </a:t>
            </a:r>
            <a:r>
              <a:rPr lang="en-US" altLang="ja-JP" sz="1800" dirty="0" err="1">
                <a:latin typeface="Consolas" panose="020B0609020204030204" pitchFamily="49" charset="0"/>
              </a:rPr>
              <a:t>dst</a:t>
            </a:r>
            <a:r>
              <a:rPr lang="en-US" altLang="ja-JP" sz="1800" dirty="0">
                <a:latin typeface="Consolas" panose="020B0609020204030204" pitchFamily="49" charset="0"/>
              </a:rPr>
              <a:t>[2] = src1[2] + src2[2];</a:t>
            </a:r>
            <a:br>
              <a:rPr lang="en-US" altLang="ja-JP" sz="1800" dirty="0">
                <a:latin typeface="Consolas" panose="020B0609020204030204" pitchFamily="49" charset="0"/>
              </a:rPr>
            </a:br>
            <a:r>
              <a:rPr lang="en-US" altLang="ja-JP" sz="1800" dirty="0">
                <a:latin typeface="Consolas" panose="020B0609020204030204" pitchFamily="49" charset="0"/>
              </a:rPr>
              <a:t>    </a:t>
            </a:r>
            <a:r>
              <a:rPr lang="en-US" altLang="ja-JP" sz="1800" dirty="0" err="1">
                <a:latin typeface="Consolas" panose="020B0609020204030204" pitchFamily="49" charset="0"/>
              </a:rPr>
              <a:t>dst</a:t>
            </a:r>
            <a:r>
              <a:rPr lang="en-US" altLang="ja-JP" sz="1800" dirty="0">
                <a:latin typeface="Consolas" panose="020B0609020204030204" pitchFamily="49" charset="0"/>
              </a:rPr>
              <a:t>[3] = src1[3] + src2[3];    </a:t>
            </a:r>
            <a:br>
              <a:rPr lang="en-US" altLang="ja-JP" sz="1800" dirty="0">
                <a:latin typeface="Consolas" panose="020B0609020204030204" pitchFamily="49" charset="0"/>
              </a:rPr>
            </a:br>
            <a:r>
              <a:rPr lang="en-US" altLang="ja-JP" sz="1800" dirty="0">
                <a:latin typeface="Consolas" panose="020B0609020204030204" pitchFamily="49" charset="0"/>
              </a:rPr>
              <a:t>}</a:t>
            </a:r>
          </a:p>
          <a:p>
            <a:pPr marL="0" indent="0">
              <a:buNone/>
            </a:pPr>
            <a:r>
              <a:rPr lang="en-US" altLang="ja-JP" sz="1800" dirty="0">
                <a:solidFill>
                  <a:schemeClr val="accent3">
                    <a:lumMod val="75000"/>
                  </a:schemeClr>
                </a:solidFill>
                <a:latin typeface="Consolas" panose="020B0609020204030204" pitchFamily="49" charset="0"/>
              </a:rPr>
              <a:t>// </a:t>
            </a:r>
            <a:r>
              <a:rPr lang="ja-JP" altLang="en-US" sz="1800" dirty="0">
                <a:solidFill>
                  <a:schemeClr val="accent3">
                    <a:lumMod val="75000"/>
                  </a:schemeClr>
                </a:solidFill>
                <a:latin typeface="Consolas" panose="020B0609020204030204" pitchFamily="49" charset="0"/>
              </a:rPr>
              <a:t>連続した乗算を４つ行う </a:t>
            </a:r>
            <a:r>
              <a:rPr lang="en-US" altLang="ja-JP" sz="1800" dirty="0">
                <a:solidFill>
                  <a:schemeClr val="accent3">
                    <a:lumMod val="75000"/>
                  </a:schemeClr>
                </a:solidFill>
                <a:latin typeface="Consolas" panose="020B0609020204030204" pitchFamily="49" charset="0"/>
              </a:rPr>
              <a:t>SIMD </a:t>
            </a:r>
            <a:r>
              <a:rPr lang="ja-JP" altLang="en-US" sz="1800" dirty="0">
                <a:solidFill>
                  <a:schemeClr val="accent3">
                    <a:lumMod val="75000"/>
                  </a:schemeClr>
                </a:solidFill>
                <a:latin typeface="Consolas" panose="020B0609020204030204" pitchFamily="49" charset="0"/>
              </a:rPr>
              <a:t>命令に相当する関数</a:t>
            </a:r>
            <a:br>
              <a:rPr lang="en-US" altLang="ja-JP" sz="1800" dirty="0">
                <a:solidFill>
                  <a:schemeClr val="accent3">
                    <a:lumMod val="75000"/>
                  </a:schemeClr>
                </a:solidFill>
                <a:latin typeface="Consolas" panose="020B0609020204030204" pitchFamily="49" charset="0"/>
              </a:rPr>
            </a:br>
            <a:r>
              <a:rPr lang="en-US" altLang="ja-JP" sz="1800" dirty="0">
                <a:latin typeface="Consolas" panose="020B0609020204030204" pitchFamily="49" charset="0"/>
              </a:rPr>
              <a:t>void mul_x4(int* </a:t>
            </a:r>
            <a:r>
              <a:rPr lang="en-US" altLang="ja-JP" sz="1800" dirty="0" err="1">
                <a:latin typeface="Consolas" panose="020B0609020204030204" pitchFamily="49" charset="0"/>
              </a:rPr>
              <a:t>dst</a:t>
            </a:r>
            <a:r>
              <a:rPr lang="en-US" altLang="ja-JP" sz="1800" dirty="0">
                <a:latin typeface="Consolas" panose="020B0609020204030204" pitchFamily="49" charset="0"/>
              </a:rPr>
              <a:t>, int* src1, int* src2) {</a:t>
            </a:r>
            <a:br>
              <a:rPr lang="en-US" altLang="ja-JP" sz="1800" dirty="0">
                <a:latin typeface="Consolas" panose="020B0609020204030204" pitchFamily="49" charset="0"/>
              </a:rPr>
            </a:br>
            <a:r>
              <a:rPr lang="en-US" altLang="ja-JP" sz="1800" dirty="0">
                <a:latin typeface="Consolas" panose="020B0609020204030204" pitchFamily="49" charset="0"/>
              </a:rPr>
              <a:t>    </a:t>
            </a:r>
            <a:r>
              <a:rPr lang="en-US" altLang="ja-JP" sz="1800" dirty="0" err="1">
                <a:latin typeface="Consolas" panose="020B0609020204030204" pitchFamily="49" charset="0"/>
              </a:rPr>
              <a:t>dst</a:t>
            </a:r>
            <a:r>
              <a:rPr lang="en-US" altLang="ja-JP" sz="1800" dirty="0">
                <a:latin typeface="Consolas" panose="020B0609020204030204" pitchFamily="49" charset="0"/>
              </a:rPr>
              <a:t>[0] = src1[0] * src2[0];</a:t>
            </a:r>
            <a:br>
              <a:rPr lang="en-US" altLang="ja-JP" sz="1800" dirty="0">
                <a:latin typeface="Consolas" panose="020B0609020204030204" pitchFamily="49" charset="0"/>
              </a:rPr>
            </a:br>
            <a:r>
              <a:rPr lang="en-US" altLang="ja-JP" sz="1800" dirty="0">
                <a:latin typeface="Consolas" panose="020B0609020204030204" pitchFamily="49" charset="0"/>
              </a:rPr>
              <a:t>    </a:t>
            </a:r>
            <a:r>
              <a:rPr lang="en-US" altLang="ja-JP" sz="1800" dirty="0" err="1">
                <a:latin typeface="Consolas" panose="020B0609020204030204" pitchFamily="49" charset="0"/>
              </a:rPr>
              <a:t>dst</a:t>
            </a:r>
            <a:r>
              <a:rPr lang="en-US" altLang="ja-JP" sz="1800" dirty="0">
                <a:latin typeface="Consolas" panose="020B0609020204030204" pitchFamily="49" charset="0"/>
              </a:rPr>
              <a:t>[1] = src1[1] * src2[1];</a:t>
            </a:r>
            <a:br>
              <a:rPr lang="en-US" altLang="ja-JP" sz="1800" dirty="0">
                <a:latin typeface="Consolas" panose="020B0609020204030204" pitchFamily="49" charset="0"/>
              </a:rPr>
            </a:br>
            <a:r>
              <a:rPr lang="en-US" altLang="ja-JP" sz="1800" dirty="0">
                <a:latin typeface="Consolas" panose="020B0609020204030204" pitchFamily="49" charset="0"/>
              </a:rPr>
              <a:t>    </a:t>
            </a:r>
            <a:r>
              <a:rPr lang="en-US" altLang="ja-JP" sz="1800" dirty="0" err="1">
                <a:latin typeface="Consolas" panose="020B0609020204030204" pitchFamily="49" charset="0"/>
              </a:rPr>
              <a:t>dst</a:t>
            </a:r>
            <a:r>
              <a:rPr lang="en-US" altLang="ja-JP" sz="1800" dirty="0">
                <a:latin typeface="Consolas" panose="020B0609020204030204" pitchFamily="49" charset="0"/>
              </a:rPr>
              <a:t>[2] = src1[2] * src2[2];</a:t>
            </a:r>
            <a:br>
              <a:rPr lang="en-US" altLang="ja-JP" sz="1800" dirty="0">
                <a:latin typeface="Consolas" panose="020B0609020204030204" pitchFamily="49" charset="0"/>
              </a:rPr>
            </a:br>
            <a:r>
              <a:rPr lang="en-US" altLang="ja-JP" sz="1800" dirty="0">
                <a:latin typeface="Consolas" panose="020B0609020204030204" pitchFamily="49" charset="0"/>
              </a:rPr>
              <a:t>    </a:t>
            </a:r>
            <a:r>
              <a:rPr lang="en-US" altLang="ja-JP" sz="1800" dirty="0" err="1">
                <a:latin typeface="Consolas" panose="020B0609020204030204" pitchFamily="49" charset="0"/>
              </a:rPr>
              <a:t>dst</a:t>
            </a:r>
            <a:r>
              <a:rPr lang="en-US" altLang="ja-JP" sz="1800" dirty="0">
                <a:latin typeface="Consolas" panose="020B0609020204030204" pitchFamily="49" charset="0"/>
              </a:rPr>
              <a:t>[3] = src1[3] * src2[3];    </a:t>
            </a:r>
            <a:br>
              <a:rPr lang="en-US" altLang="ja-JP" sz="1800" dirty="0">
                <a:latin typeface="Consolas" panose="020B0609020204030204" pitchFamily="49" charset="0"/>
              </a:rPr>
            </a:br>
            <a:r>
              <a:rPr lang="en-US" altLang="ja-JP" sz="1800" dirty="0">
                <a:latin typeface="Consolas" panose="020B0609020204030204" pitchFamily="49" charset="0"/>
              </a:rPr>
              <a:t>}</a:t>
            </a:r>
            <a:endParaRPr lang="ja-JP" altLang="en-US" sz="1800" dirty="0">
              <a:latin typeface="Consolas" panose="020B0609020204030204" pitchFamily="49" charset="0"/>
            </a:endParaRPr>
          </a:p>
        </p:txBody>
      </p:sp>
    </p:spTree>
    <p:extLst>
      <p:ext uri="{BB962C8B-B14F-4D97-AF65-F5344CB8AC3E}">
        <p14:creationId xmlns:p14="http://schemas.microsoft.com/office/powerpoint/2010/main" val="412463372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F8C414A-9D6F-0291-1BEF-BA8252882618}"/>
              </a:ext>
            </a:extLst>
          </p:cNvPr>
          <p:cNvSpPr>
            <a:spLocks noGrp="1"/>
          </p:cNvSpPr>
          <p:nvPr>
            <p:ph type="title"/>
          </p:nvPr>
        </p:nvSpPr>
        <p:spPr/>
        <p:txBody>
          <a:bodyPr/>
          <a:lstStyle/>
          <a:p>
            <a:r>
              <a:rPr kumimoji="1" lang="ja-JP" altLang="en-US" dirty="0"/>
              <a:t>（余談）組み込み関数の使用例</a:t>
            </a:r>
          </a:p>
        </p:txBody>
      </p:sp>
      <p:sp>
        <p:nvSpPr>
          <p:cNvPr id="3" name="テキスト プレースホルダー 2">
            <a:extLst>
              <a:ext uri="{FF2B5EF4-FFF2-40B4-BE49-F238E27FC236}">
                <a16:creationId xmlns:a16="http://schemas.microsoft.com/office/drawing/2014/main" id="{CA8DF91B-010A-FC96-5229-99742FE6D037}"/>
              </a:ext>
            </a:extLst>
          </p:cNvPr>
          <p:cNvSpPr>
            <a:spLocks noGrp="1"/>
          </p:cNvSpPr>
          <p:nvPr>
            <p:ph type="body" sz="quarter" idx="10"/>
          </p:nvPr>
        </p:nvSpPr>
        <p:spPr>
          <a:xfrm>
            <a:off x="1685952" y="1088975"/>
            <a:ext cx="4561815" cy="5219751"/>
          </a:xfrm>
        </p:spPr>
        <p:txBody>
          <a:bodyPr anchor="t"/>
          <a:lstStyle/>
          <a:p>
            <a:r>
              <a:rPr lang="en-US" altLang="ja-JP" sz="1200" dirty="0">
                <a:solidFill>
                  <a:schemeClr val="accent3">
                    <a:lumMod val="75000"/>
                  </a:schemeClr>
                </a:solidFill>
                <a:latin typeface="Consolas" panose="020B0609020204030204" pitchFamily="49" charset="0"/>
              </a:rPr>
              <a:t>// src1 </a:t>
            </a:r>
            <a:r>
              <a:rPr lang="ja-JP" altLang="en-US" sz="1200" dirty="0">
                <a:solidFill>
                  <a:schemeClr val="accent3">
                    <a:lumMod val="75000"/>
                  </a:schemeClr>
                </a:solidFill>
                <a:latin typeface="Consolas" panose="020B0609020204030204" pitchFamily="49" charset="0"/>
              </a:rPr>
              <a:t>と </a:t>
            </a:r>
            <a:r>
              <a:rPr lang="en-US" altLang="ja-JP" sz="1200" dirty="0">
                <a:solidFill>
                  <a:schemeClr val="accent3">
                    <a:lumMod val="75000"/>
                  </a:schemeClr>
                </a:solidFill>
                <a:latin typeface="Consolas" panose="020B0609020204030204" pitchFamily="49" charset="0"/>
              </a:rPr>
              <a:t>src2 </a:t>
            </a:r>
            <a:r>
              <a:rPr lang="ja-JP" altLang="en-US" sz="1200" dirty="0">
                <a:solidFill>
                  <a:schemeClr val="accent3">
                    <a:lumMod val="75000"/>
                  </a:schemeClr>
                </a:solidFill>
                <a:latin typeface="Consolas" panose="020B0609020204030204" pitchFamily="49" charset="0"/>
              </a:rPr>
              <a:t>から </a:t>
            </a:r>
            <a:r>
              <a:rPr lang="en-US" altLang="ja-JP" sz="1200" dirty="0">
                <a:solidFill>
                  <a:schemeClr val="accent3">
                    <a:lumMod val="75000"/>
                  </a:schemeClr>
                </a:solidFill>
                <a:latin typeface="Consolas" panose="020B0609020204030204" pitchFamily="49" charset="0"/>
              </a:rPr>
              <a:t>n</a:t>
            </a:r>
            <a:r>
              <a:rPr lang="ja-JP" altLang="en-US" sz="1200" dirty="0">
                <a:solidFill>
                  <a:schemeClr val="accent3">
                    <a:lumMod val="75000"/>
                  </a:schemeClr>
                </a:solidFill>
                <a:latin typeface="Consolas" panose="020B0609020204030204" pitchFamily="49" charset="0"/>
              </a:rPr>
              <a:t>個 のベクトルの</a:t>
            </a:r>
            <a:br>
              <a:rPr lang="en-US" altLang="ja-JP" sz="1200" dirty="0">
                <a:solidFill>
                  <a:schemeClr val="accent3">
                    <a:lumMod val="75000"/>
                  </a:schemeClr>
                </a:solidFill>
                <a:latin typeface="Consolas" panose="020B0609020204030204" pitchFamily="49" charset="0"/>
              </a:rPr>
            </a:br>
            <a:r>
              <a:rPr lang="en-US" altLang="ja-JP" sz="1200" dirty="0">
                <a:solidFill>
                  <a:schemeClr val="accent3">
                    <a:lumMod val="75000"/>
                  </a:schemeClr>
                </a:solidFill>
                <a:latin typeface="Consolas" panose="020B0609020204030204" pitchFamily="49" charset="0"/>
              </a:rPr>
              <a:t>// </a:t>
            </a:r>
            <a:r>
              <a:rPr lang="ja-JP" altLang="en-US" sz="1200" dirty="0">
                <a:solidFill>
                  <a:schemeClr val="accent3">
                    <a:lumMod val="75000"/>
                  </a:schemeClr>
                </a:solidFill>
                <a:latin typeface="Consolas" panose="020B0609020204030204" pitchFamily="49" charset="0"/>
              </a:rPr>
              <a:t>内積を行い，返り値として返す関数    </a:t>
            </a:r>
            <a:br>
              <a:rPr lang="en-US" altLang="ja-JP" sz="1200" dirty="0">
                <a:latin typeface="Consolas" panose="020B0609020204030204" pitchFamily="49" charset="0"/>
              </a:rPr>
            </a:br>
            <a:r>
              <a:rPr lang="en-US" altLang="ja-JP" sz="1200" dirty="0">
                <a:solidFill>
                  <a:schemeClr val="accent5"/>
                </a:solidFill>
                <a:latin typeface="Consolas" panose="020B0609020204030204" pitchFamily="49" charset="0"/>
              </a:rPr>
              <a:t>int</a:t>
            </a:r>
            <a:r>
              <a:rPr lang="en-US" altLang="ja-JP" sz="1200" dirty="0">
                <a:latin typeface="Consolas" panose="020B0609020204030204" pitchFamily="49" charset="0"/>
              </a:rPr>
              <a:t> </a:t>
            </a:r>
            <a:r>
              <a:rPr lang="en-US" altLang="ja-JP" sz="1200" dirty="0" err="1">
                <a:latin typeface="Consolas" panose="020B0609020204030204" pitchFamily="49" charset="0"/>
              </a:rPr>
              <a:t>dot_product</a:t>
            </a:r>
            <a:r>
              <a:rPr lang="en-US" altLang="ja-JP" sz="1200" dirty="0">
                <a:latin typeface="Consolas" panose="020B0609020204030204" pitchFamily="49" charset="0"/>
              </a:rPr>
              <a:t>(</a:t>
            </a:r>
            <a:r>
              <a:rPr lang="en-US" altLang="ja-JP" sz="1200" dirty="0">
                <a:solidFill>
                  <a:schemeClr val="accent5"/>
                </a:solidFill>
                <a:latin typeface="Consolas" panose="020B0609020204030204" pitchFamily="49" charset="0"/>
              </a:rPr>
              <a:t>int</a:t>
            </a:r>
            <a:r>
              <a:rPr lang="en-US" altLang="ja-JP" sz="1200" dirty="0">
                <a:latin typeface="Consolas" panose="020B0609020204030204" pitchFamily="49" charset="0"/>
              </a:rPr>
              <a:t>* s1, </a:t>
            </a:r>
            <a:r>
              <a:rPr lang="en-US" altLang="ja-JP" sz="1200" dirty="0">
                <a:solidFill>
                  <a:schemeClr val="accent5"/>
                </a:solidFill>
                <a:latin typeface="Consolas" panose="020B0609020204030204" pitchFamily="49" charset="0"/>
              </a:rPr>
              <a:t>int</a:t>
            </a:r>
            <a:r>
              <a:rPr lang="en-US" altLang="ja-JP" sz="1200" dirty="0">
                <a:latin typeface="Consolas" panose="020B0609020204030204" pitchFamily="49" charset="0"/>
              </a:rPr>
              <a:t>* s2, </a:t>
            </a:r>
            <a:r>
              <a:rPr lang="en-US" altLang="ja-JP" sz="1200" dirty="0">
                <a:solidFill>
                  <a:schemeClr val="accent5"/>
                </a:solidFill>
                <a:latin typeface="Consolas" panose="020B0609020204030204" pitchFamily="49" charset="0"/>
              </a:rPr>
              <a:t>int</a:t>
            </a:r>
            <a:r>
              <a:rPr lang="en-US" altLang="ja-JP" sz="1200" dirty="0">
                <a:latin typeface="Consolas" panose="020B0609020204030204" pitchFamily="49" charset="0"/>
              </a:rPr>
              <a:t> n) {</a:t>
            </a:r>
            <a:br>
              <a:rPr lang="en-US" altLang="ja-JP" sz="1200" dirty="0">
                <a:latin typeface="Consolas" panose="020B0609020204030204" pitchFamily="49" charset="0"/>
              </a:rPr>
            </a:br>
            <a:r>
              <a:rPr lang="en-US" altLang="ja-JP" sz="1200" dirty="0">
                <a:latin typeface="Consolas" panose="020B0609020204030204" pitchFamily="49" charset="0"/>
              </a:rPr>
              <a:t>    </a:t>
            </a:r>
            <a:r>
              <a:rPr lang="en-US" altLang="ja-JP" sz="1200" dirty="0">
                <a:solidFill>
                  <a:schemeClr val="accent5"/>
                </a:solidFill>
                <a:latin typeface="Consolas" panose="020B0609020204030204" pitchFamily="49" charset="0"/>
              </a:rPr>
              <a:t>int</a:t>
            </a:r>
            <a:r>
              <a:rPr lang="en-US" altLang="ja-JP" sz="1200" dirty="0">
                <a:latin typeface="Consolas" panose="020B0609020204030204" pitchFamily="49" charset="0"/>
              </a:rPr>
              <a:t> r = 0;</a:t>
            </a:r>
            <a:br>
              <a:rPr lang="en-US" altLang="ja-JP" sz="1200" dirty="0">
                <a:latin typeface="Consolas" panose="020B0609020204030204" pitchFamily="49" charset="0"/>
              </a:rPr>
            </a:br>
            <a:r>
              <a:rPr lang="en-US" altLang="ja-JP" sz="1200" dirty="0">
                <a:latin typeface="Consolas" panose="020B0609020204030204" pitchFamily="49" charset="0"/>
              </a:rPr>
              <a:t>    </a:t>
            </a:r>
            <a:r>
              <a:rPr lang="en-US" altLang="ja-JP" sz="1200" dirty="0">
                <a:solidFill>
                  <a:schemeClr val="accent5"/>
                </a:solidFill>
                <a:latin typeface="Consolas" panose="020B0609020204030204" pitchFamily="49" charset="0"/>
              </a:rPr>
              <a:t>for</a:t>
            </a:r>
            <a:r>
              <a:rPr lang="en-US" altLang="ja-JP" sz="1200" dirty="0">
                <a:latin typeface="Consolas" panose="020B0609020204030204" pitchFamily="49" charset="0"/>
              </a:rPr>
              <a:t> (</a:t>
            </a:r>
            <a:r>
              <a:rPr lang="en-US" altLang="ja-JP" sz="1200" dirty="0">
                <a:solidFill>
                  <a:schemeClr val="accent5"/>
                </a:solidFill>
                <a:latin typeface="Consolas" panose="020B0609020204030204" pitchFamily="49" charset="0"/>
              </a:rPr>
              <a:t>int</a:t>
            </a:r>
            <a:r>
              <a:rPr lang="en-US" altLang="ja-JP" sz="1200" dirty="0">
                <a:latin typeface="Consolas" panose="020B0609020204030204" pitchFamily="49" charset="0"/>
              </a:rPr>
              <a:t> i = 0; i &lt; n; i++) {</a:t>
            </a:r>
            <a:br>
              <a:rPr lang="en-US" altLang="ja-JP" sz="1200" dirty="0">
                <a:latin typeface="Consolas" panose="020B0609020204030204" pitchFamily="49" charset="0"/>
              </a:rPr>
            </a:br>
            <a:r>
              <a:rPr lang="en-US" altLang="ja-JP" sz="1200" dirty="0">
                <a:latin typeface="Consolas" panose="020B0609020204030204" pitchFamily="49" charset="0"/>
              </a:rPr>
              <a:t>        r += s1[i] * s2[i];</a:t>
            </a:r>
            <a:br>
              <a:rPr lang="en-US" altLang="ja-JP" sz="1200" dirty="0">
                <a:latin typeface="Consolas" panose="020B0609020204030204" pitchFamily="49" charset="0"/>
              </a:rPr>
            </a:br>
            <a:r>
              <a:rPr lang="en-US" altLang="ja-JP" sz="1200" dirty="0">
                <a:latin typeface="Consolas" panose="020B0609020204030204" pitchFamily="49" charset="0"/>
              </a:rPr>
              <a:t>    }</a:t>
            </a:r>
            <a:br>
              <a:rPr lang="en-US" altLang="ja-JP" sz="1200" dirty="0">
                <a:latin typeface="Consolas" panose="020B0609020204030204" pitchFamily="49" charset="0"/>
              </a:rPr>
            </a:br>
            <a:r>
              <a:rPr lang="en-US" altLang="ja-JP" sz="1200" dirty="0">
                <a:latin typeface="Consolas" panose="020B0609020204030204" pitchFamily="49" charset="0"/>
              </a:rPr>
              <a:t>    </a:t>
            </a:r>
            <a:r>
              <a:rPr lang="en-US" altLang="ja-JP" sz="1200" dirty="0">
                <a:solidFill>
                  <a:schemeClr val="accent5"/>
                </a:solidFill>
                <a:latin typeface="Consolas" panose="020B0609020204030204" pitchFamily="49" charset="0"/>
              </a:rPr>
              <a:t>return</a:t>
            </a:r>
            <a:r>
              <a:rPr lang="en-US" altLang="ja-JP" sz="1200" dirty="0">
                <a:latin typeface="Consolas" panose="020B0609020204030204" pitchFamily="49" charset="0"/>
              </a:rPr>
              <a:t> r;</a:t>
            </a:r>
            <a:br>
              <a:rPr lang="en-US" altLang="ja-JP" sz="1200" dirty="0">
                <a:latin typeface="Consolas" panose="020B0609020204030204" pitchFamily="49" charset="0"/>
              </a:rPr>
            </a:br>
            <a:r>
              <a:rPr lang="en-US" altLang="ja-JP" sz="1200" dirty="0">
                <a:latin typeface="Consolas" panose="020B0609020204030204" pitchFamily="49" charset="0"/>
              </a:rPr>
              <a:t>}    </a:t>
            </a:r>
            <a:endParaRPr lang="ja-JP" altLang="en-US" sz="1200" dirty="0">
              <a:latin typeface="Consolas" panose="020B0609020204030204" pitchFamily="49" charset="0"/>
            </a:endParaRPr>
          </a:p>
        </p:txBody>
      </p:sp>
      <p:sp>
        <p:nvSpPr>
          <p:cNvPr id="4" name="テキスト プレースホルダー 2">
            <a:extLst>
              <a:ext uri="{FF2B5EF4-FFF2-40B4-BE49-F238E27FC236}">
                <a16:creationId xmlns:a16="http://schemas.microsoft.com/office/drawing/2014/main" id="{BFFC3598-B33B-7AEC-61AE-A4DD1A15812B}"/>
              </a:ext>
            </a:extLst>
          </p:cNvPr>
          <p:cNvSpPr txBox="1">
            <a:spLocks/>
          </p:cNvSpPr>
          <p:nvPr/>
        </p:nvSpPr>
        <p:spPr bwMode="auto">
          <a:xfrm>
            <a:off x="5825998" y="1088975"/>
            <a:ext cx="4950055" cy="3690041"/>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60000" indent="-360000" algn="l" rtl="0" eaLnBrk="1" fontAlgn="base" hangingPunct="1">
              <a:lnSpc>
                <a:spcPct val="110000"/>
              </a:lnSpc>
              <a:spcBef>
                <a:spcPts val="2400"/>
              </a:spcBef>
              <a:spcAft>
                <a:spcPts val="600"/>
              </a:spcAft>
              <a:buClr>
                <a:schemeClr val="accent5"/>
              </a:buClr>
              <a:buFont typeface="Wingdings" panose="05000000000000000000" pitchFamily="2" charset="2"/>
              <a:buChar char="n"/>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1pPr>
            <a:lvl2pPr marL="720000" indent="-360000" algn="l" rtl="0" eaLnBrk="1" fontAlgn="base" hangingPunct="1">
              <a:lnSpc>
                <a:spcPct val="110000"/>
              </a:lnSpc>
              <a:spcBef>
                <a:spcPts val="300"/>
              </a:spcBef>
              <a:spcAft>
                <a:spcPts val="300"/>
              </a:spcAft>
              <a:buClr>
                <a:schemeClr val="accent4"/>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2pPr>
            <a:lvl3pPr marL="1080000" indent="-360000" algn="l" rtl="0" eaLnBrk="1" fontAlgn="base" hangingPunct="1">
              <a:lnSpc>
                <a:spcPct val="110000"/>
              </a:lnSpc>
              <a:spcBef>
                <a:spcPts val="300"/>
              </a:spcBef>
              <a:spcAft>
                <a:spcPts val="100"/>
              </a:spcAft>
              <a:buClr>
                <a:schemeClr val="accent3"/>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3pPr>
            <a:lvl4pPr marL="1440000" indent="-360000" algn="l" rtl="0" eaLnBrk="1" fontAlgn="base" hangingPunct="1">
              <a:lnSpc>
                <a:spcPct val="100000"/>
              </a:lnSpc>
              <a:spcBef>
                <a:spcPts val="100"/>
              </a:spcBef>
              <a:spcAft>
                <a:spcPts val="100"/>
              </a:spcAft>
              <a:buClr>
                <a:schemeClr val="accent5"/>
              </a:buClr>
              <a:buSzPct val="8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4pPr>
            <a:lvl5pPr marL="1800000" indent="-360000" algn="l" rtl="0" eaLnBrk="1" fontAlgn="base" hangingPunct="1">
              <a:lnSpc>
                <a:spcPct val="100000"/>
              </a:lnSpc>
              <a:spcBef>
                <a:spcPts val="100"/>
              </a:spcBef>
              <a:spcAft>
                <a:spcPts val="100"/>
              </a:spcAft>
              <a:buClr>
                <a:srgbClr val="6666FF"/>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5pPr>
            <a:lvl6pPr marL="25146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6pPr>
            <a:lvl7pPr marL="29718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7pPr>
            <a:lvl8pPr marL="34290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8pPr>
            <a:lvl9pPr marL="38862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9pPr>
          </a:lstStyle>
          <a:p>
            <a:r>
              <a:rPr lang="en-US" altLang="ja-JP" sz="1200" kern="0" dirty="0">
                <a:solidFill>
                  <a:schemeClr val="accent3">
                    <a:lumMod val="75000"/>
                  </a:schemeClr>
                </a:solidFill>
                <a:latin typeface="Consolas" panose="020B0609020204030204" pitchFamily="49" charset="0"/>
              </a:rPr>
              <a:t>// </a:t>
            </a:r>
            <a:r>
              <a:rPr lang="ja-JP" altLang="en-US" sz="1200" kern="0" dirty="0">
                <a:solidFill>
                  <a:schemeClr val="accent3">
                    <a:lumMod val="75000"/>
                  </a:schemeClr>
                </a:solidFill>
                <a:latin typeface="Consolas" panose="020B0609020204030204" pitchFamily="49" charset="0"/>
              </a:rPr>
              <a:t>ベクトルの内積を行う関数の </a:t>
            </a:r>
            <a:r>
              <a:rPr lang="en-US" altLang="ja-JP" sz="1200" kern="0" dirty="0">
                <a:solidFill>
                  <a:schemeClr val="accent3">
                    <a:lumMod val="75000"/>
                  </a:schemeClr>
                </a:solidFill>
                <a:latin typeface="Consolas" panose="020B0609020204030204" pitchFamily="49" charset="0"/>
              </a:rPr>
              <a:t>SIMD </a:t>
            </a:r>
            <a:r>
              <a:rPr lang="ja-JP" altLang="en-US" sz="1200" kern="0" dirty="0">
                <a:solidFill>
                  <a:schemeClr val="accent3">
                    <a:lumMod val="75000"/>
                  </a:schemeClr>
                </a:solidFill>
                <a:latin typeface="Consolas" panose="020B0609020204030204" pitchFamily="49" charset="0"/>
              </a:rPr>
              <a:t>命令版</a:t>
            </a:r>
            <a:br>
              <a:rPr lang="en-US" altLang="ja-JP" sz="1200" kern="0" dirty="0">
                <a:solidFill>
                  <a:schemeClr val="accent3">
                    <a:lumMod val="75000"/>
                  </a:schemeClr>
                </a:solidFill>
                <a:latin typeface="Consolas" panose="020B0609020204030204" pitchFamily="49" charset="0"/>
              </a:rPr>
            </a:br>
            <a:r>
              <a:rPr lang="en-US" altLang="ja-JP" sz="1200" kern="0" dirty="0">
                <a:solidFill>
                  <a:schemeClr val="accent3">
                    <a:lumMod val="75000"/>
                  </a:schemeClr>
                </a:solidFill>
                <a:latin typeface="Consolas" panose="020B0609020204030204" pitchFamily="49" charset="0"/>
              </a:rPr>
              <a:t>// </a:t>
            </a:r>
            <a:r>
              <a:rPr lang="ja-JP" altLang="en-US" sz="1200" kern="0" dirty="0">
                <a:solidFill>
                  <a:schemeClr val="accent3">
                    <a:lumMod val="75000"/>
                  </a:schemeClr>
                </a:solidFill>
                <a:latin typeface="Consolas" panose="020B0609020204030204" pitchFamily="49" charset="0"/>
              </a:rPr>
              <a:t>データの個数は４の倍数であるとする</a:t>
            </a:r>
            <a:br>
              <a:rPr lang="en-US" altLang="ja-JP" sz="1200" kern="0" dirty="0">
                <a:latin typeface="Consolas" panose="020B0609020204030204" pitchFamily="49" charset="0"/>
              </a:rPr>
            </a:br>
            <a:r>
              <a:rPr lang="en-US" altLang="ja-JP" sz="1200" kern="0" dirty="0">
                <a:solidFill>
                  <a:schemeClr val="accent5"/>
                </a:solidFill>
                <a:latin typeface="Consolas" panose="020B0609020204030204" pitchFamily="49" charset="0"/>
              </a:rPr>
              <a:t>int</a:t>
            </a:r>
            <a:r>
              <a:rPr lang="en-US" altLang="ja-JP" sz="1200" kern="0" dirty="0">
                <a:latin typeface="Consolas" panose="020B0609020204030204" pitchFamily="49" charset="0"/>
              </a:rPr>
              <a:t> dot_product_x4(</a:t>
            </a:r>
            <a:r>
              <a:rPr lang="en-US" altLang="ja-JP" sz="1200" kern="0" dirty="0">
                <a:solidFill>
                  <a:schemeClr val="accent5"/>
                </a:solidFill>
                <a:latin typeface="Consolas" panose="020B0609020204030204" pitchFamily="49" charset="0"/>
              </a:rPr>
              <a:t>int</a:t>
            </a:r>
            <a:r>
              <a:rPr lang="en-US" altLang="ja-JP" sz="1200" kern="0" dirty="0">
                <a:latin typeface="Consolas" panose="020B0609020204030204" pitchFamily="49" charset="0"/>
              </a:rPr>
              <a:t>* s1, </a:t>
            </a:r>
            <a:r>
              <a:rPr lang="en-US" altLang="ja-JP" sz="1200" kern="0" dirty="0">
                <a:solidFill>
                  <a:schemeClr val="accent5"/>
                </a:solidFill>
                <a:latin typeface="Consolas" panose="020B0609020204030204" pitchFamily="49" charset="0"/>
              </a:rPr>
              <a:t>int</a:t>
            </a:r>
            <a:r>
              <a:rPr lang="en-US" altLang="ja-JP" sz="1200" kern="0" dirty="0">
                <a:latin typeface="Consolas" panose="020B0609020204030204" pitchFamily="49" charset="0"/>
              </a:rPr>
              <a:t>* s2, </a:t>
            </a:r>
            <a:r>
              <a:rPr lang="en-US" altLang="ja-JP" sz="1200" kern="0" dirty="0">
                <a:solidFill>
                  <a:schemeClr val="accent5"/>
                </a:solidFill>
                <a:latin typeface="Consolas" panose="020B0609020204030204" pitchFamily="49" charset="0"/>
              </a:rPr>
              <a:t>int</a:t>
            </a:r>
            <a:r>
              <a:rPr lang="en-US" altLang="ja-JP" sz="1200" kern="0" dirty="0">
                <a:latin typeface="Consolas" panose="020B0609020204030204" pitchFamily="49" charset="0"/>
              </a:rPr>
              <a:t> n) {</a:t>
            </a:r>
            <a:br>
              <a:rPr lang="en-US" altLang="ja-JP" sz="1200" kern="0" dirty="0">
                <a:latin typeface="Consolas" panose="020B0609020204030204" pitchFamily="49" charset="0"/>
              </a:rPr>
            </a:br>
            <a:r>
              <a:rPr lang="en-US" altLang="ja-JP" sz="1200" kern="0" dirty="0">
                <a:latin typeface="Consolas" panose="020B0609020204030204" pitchFamily="49" charset="0"/>
              </a:rPr>
              <a:t>    </a:t>
            </a:r>
            <a:br>
              <a:rPr lang="en-US" altLang="ja-JP" sz="1200" kern="0" dirty="0">
                <a:latin typeface="Consolas" panose="020B0609020204030204" pitchFamily="49" charset="0"/>
              </a:rPr>
            </a:br>
            <a:r>
              <a:rPr lang="en-US" altLang="ja-JP" sz="1200" kern="0" dirty="0">
                <a:latin typeface="Consolas" panose="020B0609020204030204" pitchFamily="49" charset="0"/>
              </a:rPr>
              <a:t>    </a:t>
            </a:r>
            <a:r>
              <a:rPr lang="en-US" altLang="ja-JP" sz="1200" kern="0" dirty="0">
                <a:solidFill>
                  <a:schemeClr val="accent3">
                    <a:lumMod val="75000"/>
                  </a:schemeClr>
                </a:solidFill>
                <a:latin typeface="Consolas" panose="020B0609020204030204" pitchFamily="49" charset="0"/>
              </a:rPr>
              <a:t>// 4</a:t>
            </a:r>
            <a:r>
              <a:rPr lang="ja-JP" altLang="en-US" sz="1200" kern="0" dirty="0">
                <a:solidFill>
                  <a:schemeClr val="accent3">
                    <a:lumMod val="75000"/>
                  </a:schemeClr>
                </a:solidFill>
                <a:latin typeface="Consolas" panose="020B0609020204030204" pitchFamily="49" charset="0"/>
              </a:rPr>
              <a:t>並列で内積の処理を行う        </a:t>
            </a:r>
            <a:br>
              <a:rPr lang="en-US" altLang="ja-JP" sz="1200" kern="0" dirty="0">
                <a:latin typeface="Consolas" panose="020B0609020204030204" pitchFamily="49" charset="0"/>
              </a:rPr>
            </a:br>
            <a:r>
              <a:rPr lang="en-US" altLang="ja-JP" sz="1200" kern="0" dirty="0">
                <a:latin typeface="Consolas" panose="020B0609020204030204" pitchFamily="49" charset="0"/>
              </a:rPr>
              <a:t>    </a:t>
            </a:r>
            <a:r>
              <a:rPr lang="en-US" altLang="ja-JP" sz="1200" kern="0" dirty="0">
                <a:solidFill>
                  <a:schemeClr val="accent5"/>
                </a:solidFill>
                <a:latin typeface="Consolas" panose="020B0609020204030204" pitchFamily="49" charset="0"/>
              </a:rPr>
              <a:t>int</a:t>
            </a:r>
            <a:r>
              <a:rPr lang="en-US" altLang="ja-JP" sz="1200" kern="0" dirty="0">
                <a:latin typeface="Consolas" panose="020B0609020204030204" pitchFamily="49" charset="0"/>
              </a:rPr>
              <a:t> r_x4[4] = {0, 0, 0, 0};        </a:t>
            </a:r>
            <a:br>
              <a:rPr lang="en-US" altLang="ja-JP" sz="1200" kern="0" dirty="0">
                <a:latin typeface="Consolas" panose="020B0609020204030204" pitchFamily="49" charset="0"/>
              </a:rPr>
            </a:br>
            <a:r>
              <a:rPr lang="en-US" altLang="ja-JP" sz="1200" kern="0" dirty="0">
                <a:latin typeface="Consolas" panose="020B0609020204030204" pitchFamily="49" charset="0"/>
              </a:rPr>
              <a:t>    </a:t>
            </a:r>
            <a:r>
              <a:rPr lang="en-US" altLang="ja-JP" sz="1200" kern="0" dirty="0">
                <a:solidFill>
                  <a:schemeClr val="accent5"/>
                </a:solidFill>
                <a:latin typeface="Consolas" panose="020B0609020204030204" pitchFamily="49" charset="0"/>
              </a:rPr>
              <a:t>for</a:t>
            </a:r>
            <a:r>
              <a:rPr lang="en-US" altLang="ja-JP" sz="1200" kern="0" dirty="0">
                <a:latin typeface="Consolas" panose="020B0609020204030204" pitchFamily="49" charset="0"/>
              </a:rPr>
              <a:t> (</a:t>
            </a:r>
            <a:r>
              <a:rPr lang="en-US" altLang="ja-JP" sz="1200" kern="0" dirty="0">
                <a:solidFill>
                  <a:schemeClr val="accent5"/>
                </a:solidFill>
                <a:latin typeface="Consolas" panose="020B0609020204030204" pitchFamily="49" charset="0"/>
              </a:rPr>
              <a:t>int</a:t>
            </a:r>
            <a:r>
              <a:rPr lang="en-US" altLang="ja-JP" sz="1200" kern="0" dirty="0">
                <a:latin typeface="Consolas" panose="020B0609020204030204" pitchFamily="49" charset="0"/>
              </a:rPr>
              <a:t> i = 0; i &lt; n; i+=4) {            </a:t>
            </a:r>
            <a:br>
              <a:rPr lang="en-US" altLang="ja-JP" sz="1200" kern="0" dirty="0">
                <a:latin typeface="Consolas" panose="020B0609020204030204" pitchFamily="49" charset="0"/>
              </a:rPr>
            </a:br>
            <a:r>
              <a:rPr lang="en-US" altLang="ja-JP" sz="1200" kern="0" dirty="0">
                <a:latin typeface="Consolas" panose="020B0609020204030204" pitchFamily="49" charset="0"/>
              </a:rPr>
              <a:t>        </a:t>
            </a:r>
            <a:r>
              <a:rPr lang="en-US" altLang="ja-JP" sz="1200" kern="0" dirty="0">
                <a:solidFill>
                  <a:schemeClr val="accent5"/>
                </a:solidFill>
                <a:latin typeface="Consolas" panose="020B0609020204030204" pitchFamily="49" charset="0"/>
              </a:rPr>
              <a:t>int</a:t>
            </a:r>
            <a:r>
              <a:rPr lang="en-US" altLang="ja-JP" sz="1200" kern="0" dirty="0">
                <a:latin typeface="Consolas" panose="020B0609020204030204" pitchFamily="49" charset="0"/>
              </a:rPr>
              <a:t> tmp_x4[4];</a:t>
            </a:r>
            <a:br>
              <a:rPr lang="en-US" altLang="ja-JP" sz="1200" kern="0" dirty="0">
                <a:latin typeface="Consolas" panose="020B0609020204030204" pitchFamily="49" charset="0"/>
              </a:rPr>
            </a:br>
            <a:r>
              <a:rPr lang="en-US" altLang="ja-JP" sz="1200" kern="0" dirty="0">
                <a:latin typeface="Consolas" panose="020B0609020204030204" pitchFamily="49" charset="0"/>
              </a:rPr>
              <a:t>        mul_x4(tmp_x4, s1 + i, s2 + i);</a:t>
            </a:r>
            <a:br>
              <a:rPr lang="en-US" altLang="ja-JP" sz="1200" kern="0" dirty="0">
                <a:latin typeface="Consolas" panose="020B0609020204030204" pitchFamily="49" charset="0"/>
              </a:rPr>
            </a:br>
            <a:r>
              <a:rPr lang="en-US" altLang="ja-JP" sz="1200" kern="0" dirty="0">
                <a:latin typeface="Consolas" panose="020B0609020204030204" pitchFamily="49" charset="0"/>
              </a:rPr>
              <a:t>        add_x4(r_x4, r_x4, tmp_x4);</a:t>
            </a:r>
            <a:br>
              <a:rPr lang="en-US" altLang="ja-JP" sz="1200" kern="0" dirty="0">
                <a:latin typeface="Consolas" panose="020B0609020204030204" pitchFamily="49" charset="0"/>
              </a:rPr>
            </a:br>
            <a:r>
              <a:rPr lang="en-US" altLang="ja-JP" sz="1200" kern="0" dirty="0">
                <a:latin typeface="Consolas" panose="020B0609020204030204" pitchFamily="49" charset="0"/>
              </a:rPr>
              <a:t>    }        </a:t>
            </a:r>
            <a:br>
              <a:rPr lang="en-US" altLang="ja-JP" sz="1200" kern="0" dirty="0">
                <a:latin typeface="Consolas" panose="020B0609020204030204" pitchFamily="49" charset="0"/>
              </a:rPr>
            </a:br>
            <a:r>
              <a:rPr lang="en-US" altLang="ja-JP" sz="1200" kern="0" dirty="0">
                <a:latin typeface="Consolas" panose="020B0609020204030204" pitchFamily="49" charset="0"/>
              </a:rPr>
              <a:t>    </a:t>
            </a:r>
            <a:br>
              <a:rPr lang="en-US" altLang="ja-JP" sz="1200" kern="0" dirty="0">
                <a:latin typeface="Consolas" panose="020B0609020204030204" pitchFamily="49" charset="0"/>
              </a:rPr>
            </a:br>
            <a:r>
              <a:rPr lang="en-US" altLang="ja-JP" sz="1200" kern="0" dirty="0">
                <a:latin typeface="Consolas" panose="020B0609020204030204" pitchFamily="49" charset="0"/>
              </a:rPr>
              <a:t>    </a:t>
            </a:r>
            <a:r>
              <a:rPr lang="en-US" altLang="ja-JP" sz="1200" kern="0" dirty="0">
                <a:solidFill>
                  <a:schemeClr val="accent3">
                    <a:lumMod val="75000"/>
                  </a:schemeClr>
                </a:solidFill>
                <a:latin typeface="Consolas" panose="020B0609020204030204" pitchFamily="49" charset="0"/>
              </a:rPr>
              <a:t>// 4</a:t>
            </a:r>
            <a:r>
              <a:rPr lang="ja-JP" altLang="en-US" sz="1200" kern="0" dirty="0">
                <a:solidFill>
                  <a:schemeClr val="accent3">
                    <a:lumMod val="75000"/>
                  </a:schemeClr>
                </a:solidFill>
                <a:latin typeface="Consolas" panose="020B0609020204030204" pitchFamily="49" charset="0"/>
              </a:rPr>
              <a:t>つの中間結果をまとめる        </a:t>
            </a:r>
            <a:br>
              <a:rPr lang="en-US" altLang="ja-JP" sz="1200" kern="0" dirty="0">
                <a:latin typeface="Consolas" panose="020B0609020204030204" pitchFamily="49" charset="0"/>
              </a:rPr>
            </a:br>
            <a:r>
              <a:rPr lang="en-US" altLang="ja-JP" sz="1200" kern="0" dirty="0">
                <a:latin typeface="Consolas" panose="020B0609020204030204" pitchFamily="49" charset="0"/>
              </a:rPr>
              <a:t>    </a:t>
            </a:r>
            <a:r>
              <a:rPr lang="en-US" altLang="ja-JP" sz="1200" kern="0" dirty="0">
                <a:solidFill>
                  <a:schemeClr val="accent5"/>
                </a:solidFill>
                <a:latin typeface="Consolas" panose="020B0609020204030204" pitchFamily="49" charset="0"/>
              </a:rPr>
              <a:t>int</a:t>
            </a:r>
            <a:r>
              <a:rPr lang="en-US" altLang="ja-JP" sz="1200" kern="0" dirty="0">
                <a:latin typeface="Consolas" panose="020B0609020204030204" pitchFamily="49" charset="0"/>
              </a:rPr>
              <a:t> r = 0;        </a:t>
            </a:r>
            <a:br>
              <a:rPr lang="en-US" altLang="ja-JP" sz="1200" kern="0" dirty="0">
                <a:latin typeface="Consolas" panose="020B0609020204030204" pitchFamily="49" charset="0"/>
              </a:rPr>
            </a:br>
            <a:r>
              <a:rPr lang="en-US" altLang="ja-JP" sz="1200" kern="0" dirty="0">
                <a:latin typeface="Consolas" panose="020B0609020204030204" pitchFamily="49" charset="0"/>
              </a:rPr>
              <a:t>    </a:t>
            </a:r>
            <a:r>
              <a:rPr lang="en-US" altLang="ja-JP" sz="1200" kern="0" dirty="0">
                <a:solidFill>
                  <a:schemeClr val="accent5"/>
                </a:solidFill>
                <a:latin typeface="Consolas" panose="020B0609020204030204" pitchFamily="49" charset="0"/>
              </a:rPr>
              <a:t>for</a:t>
            </a:r>
            <a:r>
              <a:rPr lang="en-US" altLang="ja-JP" sz="1200" kern="0" dirty="0">
                <a:latin typeface="Consolas" panose="020B0609020204030204" pitchFamily="49" charset="0"/>
              </a:rPr>
              <a:t> (</a:t>
            </a:r>
            <a:r>
              <a:rPr lang="en-US" altLang="ja-JP" sz="1200" kern="0" dirty="0">
                <a:solidFill>
                  <a:schemeClr val="accent5"/>
                </a:solidFill>
                <a:latin typeface="Consolas" panose="020B0609020204030204" pitchFamily="49" charset="0"/>
              </a:rPr>
              <a:t>int</a:t>
            </a:r>
            <a:r>
              <a:rPr lang="en-US" altLang="ja-JP" sz="1200" kern="0" dirty="0">
                <a:latin typeface="Consolas" panose="020B0609020204030204" pitchFamily="49" charset="0"/>
              </a:rPr>
              <a:t> i = 0; i &lt; 4; i++) {            </a:t>
            </a:r>
            <a:br>
              <a:rPr lang="en-US" altLang="ja-JP" sz="1200" kern="0" dirty="0">
                <a:latin typeface="Consolas" panose="020B0609020204030204" pitchFamily="49" charset="0"/>
              </a:rPr>
            </a:br>
            <a:r>
              <a:rPr lang="en-US" altLang="ja-JP" sz="1200" kern="0" dirty="0">
                <a:latin typeface="Consolas" panose="020B0609020204030204" pitchFamily="49" charset="0"/>
              </a:rPr>
              <a:t>        r += r_x4[i];        </a:t>
            </a:r>
            <a:br>
              <a:rPr lang="en-US" altLang="ja-JP" sz="1200" kern="0" dirty="0">
                <a:latin typeface="Consolas" panose="020B0609020204030204" pitchFamily="49" charset="0"/>
              </a:rPr>
            </a:br>
            <a:r>
              <a:rPr lang="en-US" altLang="ja-JP" sz="1200" kern="0" dirty="0">
                <a:latin typeface="Consolas" panose="020B0609020204030204" pitchFamily="49" charset="0"/>
              </a:rPr>
              <a:t>    }</a:t>
            </a:r>
            <a:br>
              <a:rPr lang="en-US" altLang="ja-JP" sz="1200" kern="0" dirty="0">
                <a:latin typeface="Consolas" panose="020B0609020204030204" pitchFamily="49" charset="0"/>
              </a:rPr>
            </a:br>
            <a:r>
              <a:rPr lang="en-US" altLang="ja-JP" sz="1200" kern="0" dirty="0">
                <a:latin typeface="Consolas" panose="020B0609020204030204" pitchFamily="49" charset="0"/>
              </a:rPr>
              <a:t>    </a:t>
            </a:r>
            <a:r>
              <a:rPr lang="en-US" altLang="ja-JP" sz="1200" kern="0" dirty="0">
                <a:solidFill>
                  <a:schemeClr val="accent5"/>
                </a:solidFill>
                <a:latin typeface="Consolas" panose="020B0609020204030204" pitchFamily="49" charset="0"/>
              </a:rPr>
              <a:t>return</a:t>
            </a:r>
            <a:r>
              <a:rPr lang="en-US" altLang="ja-JP" sz="1200" kern="0" dirty="0">
                <a:latin typeface="Consolas" panose="020B0609020204030204" pitchFamily="49" charset="0"/>
              </a:rPr>
              <a:t> r;    </a:t>
            </a:r>
            <a:br>
              <a:rPr lang="en-US" altLang="ja-JP" sz="1200" kern="0" dirty="0">
                <a:latin typeface="Consolas" panose="020B0609020204030204" pitchFamily="49" charset="0"/>
              </a:rPr>
            </a:br>
            <a:r>
              <a:rPr lang="en-US" altLang="ja-JP" sz="1200" kern="0" dirty="0">
                <a:latin typeface="Consolas" panose="020B0609020204030204" pitchFamily="49" charset="0"/>
              </a:rPr>
              <a:t>}</a:t>
            </a:r>
            <a:endParaRPr lang="ja-JP" altLang="en-US" sz="1200" kern="0" dirty="0">
              <a:latin typeface="Consolas" panose="020B0609020204030204" pitchFamily="49" charset="0"/>
            </a:endParaRPr>
          </a:p>
        </p:txBody>
      </p:sp>
      <p:sp>
        <p:nvSpPr>
          <p:cNvPr id="5" name="テキスト プレースホルダー 2">
            <a:extLst>
              <a:ext uri="{FF2B5EF4-FFF2-40B4-BE49-F238E27FC236}">
                <a16:creationId xmlns:a16="http://schemas.microsoft.com/office/drawing/2014/main" id="{39FB559E-CE93-03B6-6E37-CCB9A80856B3}"/>
              </a:ext>
            </a:extLst>
          </p:cNvPr>
          <p:cNvSpPr txBox="1">
            <a:spLocks/>
          </p:cNvSpPr>
          <p:nvPr/>
        </p:nvSpPr>
        <p:spPr bwMode="auto">
          <a:xfrm>
            <a:off x="1685951" y="5319021"/>
            <a:ext cx="9270103" cy="80970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marL="360000" indent="-360000" algn="l" rtl="0" eaLnBrk="1" fontAlgn="base" hangingPunct="1">
              <a:lnSpc>
                <a:spcPct val="110000"/>
              </a:lnSpc>
              <a:spcBef>
                <a:spcPts val="2400"/>
              </a:spcBef>
              <a:spcAft>
                <a:spcPts val="600"/>
              </a:spcAft>
              <a:buClr>
                <a:schemeClr val="accent5"/>
              </a:buClr>
              <a:buFont typeface="Wingdings" panose="05000000000000000000" pitchFamily="2" charset="2"/>
              <a:buChar char="n"/>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1pPr>
            <a:lvl2pPr marL="720000" indent="-360000" algn="l" rtl="0" eaLnBrk="1" fontAlgn="base" hangingPunct="1">
              <a:lnSpc>
                <a:spcPct val="110000"/>
              </a:lnSpc>
              <a:spcBef>
                <a:spcPts val="300"/>
              </a:spcBef>
              <a:spcAft>
                <a:spcPts val="300"/>
              </a:spcAft>
              <a:buClr>
                <a:schemeClr val="accent4"/>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2pPr>
            <a:lvl3pPr marL="1080000" indent="-360000" algn="l" rtl="0" eaLnBrk="1" fontAlgn="base" hangingPunct="1">
              <a:lnSpc>
                <a:spcPct val="110000"/>
              </a:lnSpc>
              <a:spcBef>
                <a:spcPts val="300"/>
              </a:spcBef>
              <a:spcAft>
                <a:spcPts val="100"/>
              </a:spcAft>
              <a:buClr>
                <a:schemeClr val="accent3"/>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3pPr>
            <a:lvl4pPr marL="1440000" indent="-360000" algn="l" rtl="0" eaLnBrk="1" fontAlgn="base" hangingPunct="1">
              <a:lnSpc>
                <a:spcPct val="100000"/>
              </a:lnSpc>
              <a:spcBef>
                <a:spcPts val="100"/>
              </a:spcBef>
              <a:spcAft>
                <a:spcPts val="100"/>
              </a:spcAft>
              <a:buClr>
                <a:schemeClr val="accent5"/>
              </a:buClr>
              <a:buSzPct val="8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4pPr>
            <a:lvl5pPr marL="1800000" indent="-360000" algn="l" rtl="0" eaLnBrk="1" fontAlgn="base" hangingPunct="1">
              <a:lnSpc>
                <a:spcPct val="100000"/>
              </a:lnSpc>
              <a:spcBef>
                <a:spcPts val="100"/>
              </a:spcBef>
              <a:spcAft>
                <a:spcPts val="100"/>
              </a:spcAft>
              <a:buClr>
                <a:srgbClr val="6666FF"/>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5pPr>
            <a:lvl6pPr marL="25146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6pPr>
            <a:lvl7pPr marL="29718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7pPr>
            <a:lvl8pPr marL="34290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8pPr>
            <a:lvl9pPr marL="38862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9pPr>
          </a:lstStyle>
          <a:p>
            <a:r>
              <a:rPr lang="en-US" altLang="ja-JP" kern="0" dirty="0"/>
              <a:t>mul_x4 </a:t>
            </a:r>
            <a:r>
              <a:rPr lang="ja-JP" altLang="en-US" kern="0" dirty="0"/>
              <a:t>や </a:t>
            </a:r>
            <a:r>
              <a:rPr lang="en-US" altLang="ja-JP" kern="0" dirty="0"/>
              <a:t>add_x4 </a:t>
            </a:r>
            <a:r>
              <a:rPr lang="ja-JP" altLang="en-US" kern="0" dirty="0"/>
              <a:t>の部分が </a:t>
            </a:r>
            <a:r>
              <a:rPr lang="en-US" altLang="ja-JP" kern="0" dirty="0"/>
              <a:t>SIMD </a:t>
            </a:r>
            <a:r>
              <a:rPr lang="ja-JP" altLang="en-US" kern="0" dirty="0"/>
              <a:t>命令に置き換わる形でコンパイルされる</a:t>
            </a:r>
            <a:endParaRPr lang="en-US" altLang="ja-JP" kern="0" dirty="0"/>
          </a:p>
          <a:p>
            <a:pPr lvl="1"/>
            <a:r>
              <a:rPr lang="ja-JP" altLang="en-US" kern="0" dirty="0"/>
              <a:t>これを人手でやるのは結構しんどい</a:t>
            </a:r>
            <a:endParaRPr lang="en-US" altLang="ja-JP" kern="0" dirty="0"/>
          </a:p>
        </p:txBody>
      </p:sp>
    </p:spTree>
    <p:extLst>
      <p:ext uri="{BB962C8B-B14F-4D97-AF65-F5344CB8AC3E}">
        <p14:creationId xmlns:p14="http://schemas.microsoft.com/office/powerpoint/2010/main" val="236195041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DB3739-D06E-92B4-5311-4BECA9EFBA9E}"/>
            </a:ext>
          </a:extLst>
        </p:cNvPr>
        <p:cNvGrpSpPr/>
        <p:nvPr/>
      </p:nvGrpSpPr>
      <p:grpSpPr>
        <a:xfrm>
          <a:off x="0" y="0"/>
          <a:ext cx="0" cy="0"/>
          <a:chOff x="0" y="0"/>
          <a:chExt cx="0" cy="0"/>
        </a:xfrm>
      </p:grpSpPr>
      <p:grpSp>
        <p:nvGrpSpPr>
          <p:cNvPr id="34" name="グループ化 33">
            <a:extLst>
              <a:ext uri="{FF2B5EF4-FFF2-40B4-BE49-F238E27FC236}">
                <a16:creationId xmlns:a16="http://schemas.microsoft.com/office/drawing/2014/main" id="{1DD97A29-76A6-2337-7D45-D78B5686A704}"/>
              </a:ext>
            </a:extLst>
          </p:cNvPr>
          <p:cNvGrpSpPr/>
          <p:nvPr/>
        </p:nvGrpSpPr>
        <p:grpSpPr>
          <a:xfrm>
            <a:off x="4295980" y="3158997"/>
            <a:ext cx="1562400" cy="576064"/>
            <a:chOff x="971600" y="5445224"/>
            <a:chExt cx="7200800" cy="576064"/>
          </a:xfrm>
        </p:grpSpPr>
        <p:sp>
          <p:nvSpPr>
            <p:cNvPr id="35" name="平行四辺形 34">
              <a:extLst>
                <a:ext uri="{FF2B5EF4-FFF2-40B4-BE49-F238E27FC236}">
                  <a16:creationId xmlns:a16="http://schemas.microsoft.com/office/drawing/2014/main" id="{7CC7A72B-C90A-E701-A600-26939DC21711}"/>
                </a:ext>
              </a:extLst>
            </p:cNvPr>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37" name="平行四辺形 36">
              <a:extLst>
                <a:ext uri="{FF2B5EF4-FFF2-40B4-BE49-F238E27FC236}">
                  <a16:creationId xmlns:a16="http://schemas.microsoft.com/office/drawing/2014/main" id="{82DB7233-1404-DCF3-D3A1-7A92359634CB}"/>
                </a:ext>
              </a:extLst>
            </p:cNvPr>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38" name="グループ化 37">
            <a:extLst>
              <a:ext uri="{FF2B5EF4-FFF2-40B4-BE49-F238E27FC236}">
                <a16:creationId xmlns:a16="http://schemas.microsoft.com/office/drawing/2014/main" id="{3D0D7CA6-1255-9914-0305-CB36C7697F1A}"/>
              </a:ext>
            </a:extLst>
          </p:cNvPr>
          <p:cNvGrpSpPr/>
          <p:nvPr/>
        </p:nvGrpSpPr>
        <p:grpSpPr>
          <a:xfrm>
            <a:off x="5736140" y="3158997"/>
            <a:ext cx="1562400" cy="576064"/>
            <a:chOff x="971600" y="5445224"/>
            <a:chExt cx="7200800" cy="576064"/>
          </a:xfrm>
        </p:grpSpPr>
        <p:sp>
          <p:nvSpPr>
            <p:cNvPr id="50" name="平行四辺形 49">
              <a:extLst>
                <a:ext uri="{FF2B5EF4-FFF2-40B4-BE49-F238E27FC236}">
                  <a16:creationId xmlns:a16="http://schemas.microsoft.com/office/drawing/2014/main" id="{106C9520-D7F2-6CB2-B3E6-8154375D4484}"/>
                </a:ext>
              </a:extLst>
            </p:cNvPr>
            <p:cNvSpPr/>
            <p:nvPr/>
          </p:nvSpPr>
          <p:spPr bwMode="auto">
            <a:xfrm>
              <a:off x="971600" y="5517232"/>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51" name="平行四辺形 50">
              <a:extLst>
                <a:ext uri="{FF2B5EF4-FFF2-40B4-BE49-F238E27FC236}">
                  <a16:creationId xmlns:a16="http://schemas.microsoft.com/office/drawing/2014/main" id="{A559BCF3-5AE7-D467-1D48-5287EE592E21}"/>
                </a:ext>
              </a:extLst>
            </p:cNvPr>
            <p:cNvSpPr/>
            <p:nvPr/>
          </p:nvSpPr>
          <p:spPr bwMode="auto">
            <a:xfrm>
              <a:off x="971600" y="5445224"/>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52" name="グループ化 51">
            <a:extLst>
              <a:ext uri="{FF2B5EF4-FFF2-40B4-BE49-F238E27FC236}">
                <a16:creationId xmlns:a16="http://schemas.microsoft.com/office/drawing/2014/main" id="{2E7E945F-6485-D31F-AD14-26895F3784DE}"/>
              </a:ext>
            </a:extLst>
          </p:cNvPr>
          <p:cNvGrpSpPr/>
          <p:nvPr/>
        </p:nvGrpSpPr>
        <p:grpSpPr>
          <a:xfrm>
            <a:off x="7176300" y="3158997"/>
            <a:ext cx="1562400" cy="576064"/>
            <a:chOff x="971600" y="5445224"/>
            <a:chExt cx="7200800" cy="576064"/>
          </a:xfrm>
        </p:grpSpPr>
        <p:sp>
          <p:nvSpPr>
            <p:cNvPr id="53" name="平行四辺形 52">
              <a:extLst>
                <a:ext uri="{FF2B5EF4-FFF2-40B4-BE49-F238E27FC236}">
                  <a16:creationId xmlns:a16="http://schemas.microsoft.com/office/drawing/2014/main" id="{785A0E13-75B2-9DD4-2D26-C08341E48687}"/>
                </a:ext>
              </a:extLst>
            </p:cNvPr>
            <p:cNvSpPr/>
            <p:nvPr/>
          </p:nvSpPr>
          <p:spPr bwMode="auto">
            <a:xfrm>
              <a:off x="971600" y="5517232"/>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54" name="平行四辺形 53">
              <a:extLst>
                <a:ext uri="{FF2B5EF4-FFF2-40B4-BE49-F238E27FC236}">
                  <a16:creationId xmlns:a16="http://schemas.microsoft.com/office/drawing/2014/main" id="{00C854A0-1004-7CA2-AE34-D31C21BC09B0}"/>
                </a:ext>
              </a:extLst>
            </p:cNvPr>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56" name="グループ化 55">
            <a:extLst>
              <a:ext uri="{FF2B5EF4-FFF2-40B4-BE49-F238E27FC236}">
                <a16:creationId xmlns:a16="http://schemas.microsoft.com/office/drawing/2014/main" id="{1C1F526A-DE87-F035-C27F-0433F93D8E90}"/>
              </a:ext>
            </a:extLst>
          </p:cNvPr>
          <p:cNvGrpSpPr/>
          <p:nvPr/>
        </p:nvGrpSpPr>
        <p:grpSpPr>
          <a:xfrm>
            <a:off x="8616460" y="3158997"/>
            <a:ext cx="1584176" cy="576064"/>
            <a:chOff x="971600" y="5445224"/>
            <a:chExt cx="7200800" cy="576064"/>
          </a:xfrm>
        </p:grpSpPr>
        <p:sp>
          <p:nvSpPr>
            <p:cNvPr id="62" name="平行四辺形 61">
              <a:extLst>
                <a:ext uri="{FF2B5EF4-FFF2-40B4-BE49-F238E27FC236}">
                  <a16:creationId xmlns:a16="http://schemas.microsoft.com/office/drawing/2014/main" id="{BDD2A3A6-7519-A2A7-1DB4-53CE4B537200}"/>
                </a:ext>
              </a:extLst>
            </p:cNvPr>
            <p:cNvSpPr/>
            <p:nvPr/>
          </p:nvSpPr>
          <p:spPr bwMode="auto">
            <a:xfrm>
              <a:off x="971600" y="5517232"/>
              <a:ext cx="7200800" cy="504056"/>
            </a:xfrm>
            <a:prstGeom prst="parallelogram">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64" name="平行四辺形 63">
              <a:extLst>
                <a:ext uri="{FF2B5EF4-FFF2-40B4-BE49-F238E27FC236}">
                  <a16:creationId xmlns:a16="http://schemas.microsoft.com/office/drawing/2014/main" id="{28D923DD-B8CA-D40E-032E-51D8FA55B73F}"/>
                </a:ext>
              </a:extLst>
            </p:cNvPr>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sp>
        <p:nvSpPr>
          <p:cNvPr id="3" name="正方形/長方形 2">
            <a:extLst>
              <a:ext uri="{FF2B5EF4-FFF2-40B4-BE49-F238E27FC236}">
                <a16:creationId xmlns:a16="http://schemas.microsoft.com/office/drawing/2014/main" id="{D3ED3E26-A91F-1C20-44EF-7ACA266D5CAE}"/>
              </a:ext>
            </a:extLst>
          </p:cNvPr>
          <p:cNvSpPr/>
          <p:nvPr/>
        </p:nvSpPr>
        <p:spPr>
          <a:xfrm>
            <a:off x="4257820" y="2294454"/>
            <a:ext cx="865983" cy="738664"/>
          </a:xfrm>
          <a:prstGeom prst="rect">
            <a:avLst/>
          </a:prstGeom>
        </p:spPr>
        <p:txBody>
          <a:bodyPr wrap="squar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36" name="正方形/長方形 35">
            <a:extLst>
              <a:ext uri="{FF2B5EF4-FFF2-40B4-BE49-F238E27FC236}">
                <a16:creationId xmlns:a16="http://schemas.microsoft.com/office/drawing/2014/main" id="{92559841-92EA-3A97-0D2F-E88551988B91}"/>
              </a:ext>
            </a:extLst>
          </p:cNvPr>
          <p:cNvSpPr/>
          <p:nvPr/>
        </p:nvSpPr>
        <p:spPr>
          <a:xfrm>
            <a:off x="5697980" y="2294454"/>
            <a:ext cx="937991" cy="738664"/>
          </a:xfrm>
          <a:prstGeom prst="rect">
            <a:avLst/>
          </a:prstGeom>
        </p:spPr>
        <p:txBody>
          <a:bodyPr wrap="square">
            <a:spAutoFit/>
          </a:bodyPr>
          <a:lstStyle/>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49" name="正方形/長方形 48">
            <a:extLst>
              <a:ext uri="{FF2B5EF4-FFF2-40B4-BE49-F238E27FC236}">
                <a16:creationId xmlns:a16="http://schemas.microsoft.com/office/drawing/2014/main" id="{9AB7A5A9-CBF4-B472-2005-34E8311C727B}"/>
              </a:ext>
            </a:extLst>
          </p:cNvPr>
          <p:cNvSpPr/>
          <p:nvPr/>
        </p:nvSpPr>
        <p:spPr>
          <a:xfrm>
            <a:off x="7140027" y="2313038"/>
            <a:ext cx="865983" cy="738664"/>
          </a:xfrm>
          <a:prstGeom prst="rect">
            <a:avLst/>
          </a:prstGeom>
        </p:spPr>
        <p:txBody>
          <a:bodyPr wrap="square">
            <a:spAutoFit/>
          </a:bodyPr>
          <a:lstStyle/>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ﾟーﾟ</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55" name="正方形/長方形 54">
            <a:extLst>
              <a:ext uri="{FF2B5EF4-FFF2-40B4-BE49-F238E27FC236}">
                <a16:creationId xmlns:a16="http://schemas.microsoft.com/office/drawing/2014/main" id="{8DA0F069-2A37-482B-3D9E-21D1202FBB77}"/>
              </a:ext>
            </a:extLst>
          </p:cNvPr>
          <p:cNvSpPr/>
          <p:nvPr/>
        </p:nvSpPr>
        <p:spPr>
          <a:xfrm>
            <a:off x="8580187" y="2313038"/>
            <a:ext cx="937991" cy="738664"/>
          </a:xfrm>
          <a:prstGeom prst="rect">
            <a:avLst/>
          </a:prstGeom>
        </p:spPr>
        <p:txBody>
          <a:bodyPr wrap="square">
            <a:spAutoFit/>
          </a:bodyPr>
          <a:lstStyle/>
          <a:p>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ω</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2" name="タイトル 1">
            <a:extLst>
              <a:ext uri="{FF2B5EF4-FFF2-40B4-BE49-F238E27FC236}">
                <a16:creationId xmlns:a16="http://schemas.microsoft.com/office/drawing/2014/main" id="{D8E2F6A4-B577-9962-CEC2-85AB31371144}"/>
              </a:ext>
            </a:extLst>
          </p:cNvPr>
          <p:cNvSpPr>
            <a:spLocks noGrp="1"/>
          </p:cNvSpPr>
          <p:nvPr>
            <p:ph type="title"/>
          </p:nvPr>
        </p:nvSpPr>
        <p:spPr/>
        <p:txBody>
          <a:bodyPr/>
          <a:lstStyle/>
          <a:p>
            <a:r>
              <a:rPr lang="ja-JP" altLang="en-US" dirty="0"/>
              <a:t>カレー屋さんの場合の </a:t>
            </a:r>
            <a:r>
              <a:rPr lang="en-US" altLang="ja-JP" dirty="0"/>
              <a:t>SIMD </a:t>
            </a:r>
            <a:r>
              <a:rPr lang="ja-JP" altLang="en-US" dirty="0"/>
              <a:t>命令や組み込み関数</a:t>
            </a:r>
            <a:endParaRPr kumimoji="1" lang="ja-JP" altLang="en-US" dirty="0"/>
          </a:p>
        </p:txBody>
      </p:sp>
      <p:cxnSp>
        <p:nvCxnSpPr>
          <p:cNvPr id="67" name="直線矢印コネクタ 66">
            <a:extLst>
              <a:ext uri="{FF2B5EF4-FFF2-40B4-BE49-F238E27FC236}">
                <a16:creationId xmlns:a16="http://schemas.microsoft.com/office/drawing/2014/main" id="{C0F505F4-ABD3-9303-E0E4-3840F4108995}"/>
              </a:ext>
            </a:extLst>
          </p:cNvPr>
          <p:cNvCxnSpPr/>
          <p:nvPr/>
        </p:nvCxnSpPr>
        <p:spPr bwMode="auto">
          <a:xfrm>
            <a:off x="4295980" y="3969006"/>
            <a:ext cx="5904656" cy="0"/>
          </a:xfrm>
          <a:prstGeom prst="straightConnector1">
            <a:avLst/>
          </a:prstGeom>
          <a:ln cap="rnd">
            <a:solidFill>
              <a:schemeClr val="tx1">
                <a:lumMod val="65000"/>
                <a:lumOff val="35000"/>
              </a:schemeClr>
            </a:solidFill>
            <a:headEnd type="none" w="med" len="med"/>
            <a:tailEnd type="arrow"/>
          </a:ln>
        </p:spPr>
        <p:style>
          <a:lnRef idx="2">
            <a:schemeClr val="dk1"/>
          </a:lnRef>
          <a:fillRef idx="0">
            <a:schemeClr val="dk1"/>
          </a:fillRef>
          <a:effectRef idx="1">
            <a:schemeClr val="dk1"/>
          </a:effectRef>
          <a:fontRef idx="minor">
            <a:schemeClr val="tx1"/>
          </a:fontRef>
        </p:style>
      </p:cxnSp>
      <p:sp>
        <p:nvSpPr>
          <p:cNvPr id="30" name="Freeform 25">
            <a:extLst>
              <a:ext uri="{FF2B5EF4-FFF2-40B4-BE49-F238E27FC236}">
                <a16:creationId xmlns:a16="http://schemas.microsoft.com/office/drawing/2014/main" id="{FE1007D5-B16B-F59F-EAB4-5B2689E76D76}"/>
              </a:ext>
            </a:extLst>
          </p:cNvPr>
          <p:cNvSpPr>
            <a:spLocks/>
          </p:cNvSpPr>
          <p:nvPr/>
        </p:nvSpPr>
        <p:spPr bwMode="auto">
          <a:xfrm>
            <a:off x="5915998" y="998973"/>
            <a:ext cx="4032448" cy="648072"/>
          </a:xfrm>
          <a:custGeom>
            <a:avLst/>
            <a:gdLst>
              <a:gd name="T0" fmla="*/ 720725 w 1588"/>
              <a:gd name="T1" fmla="*/ 539750 h 340"/>
              <a:gd name="T2" fmla="*/ 720725 w 1588"/>
              <a:gd name="T3" fmla="*/ 360363 h 340"/>
              <a:gd name="T4" fmla="*/ 1800225 w 1588"/>
              <a:gd name="T5" fmla="*/ 360363 h 340"/>
              <a:gd name="T6" fmla="*/ 1800225 w 1588"/>
              <a:gd name="T7" fmla="*/ 539750 h 340"/>
              <a:gd name="T8" fmla="*/ 2520950 w 1588"/>
              <a:gd name="T9" fmla="*/ 539750 h 340"/>
              <a:gd name="T10" fmla="*/ 2520950 w 1588"/>
              <a:gd name="T11" fmla="*/ 0 h 340"/>
              <a:gd name="T12" fmla="*/ 0 w 1588"/>
              <a:gd name="T13" fmla="*/ 0 h 340"/>
              <a:gd name="T14" fmla="*/ 0 w 1588"/>
              <a:gd name="T15" fmla="*/ 539750 h 340"/>
              <a:gd name="T16" fmla="*/ 720725 w 1588"/>
              <a:gd name="T17" fmla="*/ 539750 h 34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588" h="340">
                <a:moveTo>
                  <a:pt x="454" y="340"/>
                </a:moveTo>
                <a:lnTo>
                  <a:pt x="454" y="227"/>
                </a:lnTo>
                <a:lnTo>
                  <a:pt x="1134" y="227"/>
                </a:lnTo>
                <a:lnTo>
                  <a:pt x="1134" y="340"/>
                </a:lnTo>
                <a:lnTo>
                  <a:pt x="1588" y="340"/>
                </a:lnTo>
                <a:lnTo>
                  <a:pt x="1588" y="0"/>
                </a:lnTo>
                <a:lnTo>
                  <a:pt x="0" y="0"/>
                </a:lnTo>
                <a:lnTo>
                  <a:pt x="0" y="340"/>
                </a:lnTo>
                <a:lnTo>
                  <a:pt x="454" y="340"/>
                </a:lnTo>
                <a:close/>
              </a:path>
            </a:pathLst>
          </a:custGeom>
          <a:ln>
            <a:headEnd/>
            <a:tailEnd/>
          </a:ln>
        </p:spPr>
        <p:style>
          <a:lnRef idx="1">
            <a:schemeClr val="accent6"/>
          </a:lnRef>
          <a:fillRef idx="2">
            <a:schemeClr val="accent6"/>
          </a:fillRef>
          <a:effectRef idx="1">
            <a:schemeClr val="accent6"/>
          </a:effectRef>
          <a:fontRef idx="minor">
            <a:schemeClr val="dk1"/>
          </a:fontRef>
        </p:style>
        <p:txBody>
          <a:bodyPr/>
          <a:lstStyle>
            <a:defPPr>
              <a:defRPr lang="ja-JP"/>
            </a:defPPr>
            <a:lvl1pPr marL="0" algn="l" defTabSz="914400" rtl="0" eaLnBrk="1" latinLnBrk="0" hangingPunct="1">
              <a:defRPr kumimoji="1" sz="1800" kern="1200">
                <a:solidFill>
                  <a:schemeClr val="dk1"/>
                </a:solidFill>
                <a:latin typeface="+mn-lt"/>
                <a:ea typeface="+mn-ea"/>
                <a:cs typeface="+mn-cs"/>
              </a:defRPr>
            </a:lvl1pPr>
            <a:lvl2pPr marL="457200" algn="l" defTabSz="914400" rtl="0" eaLnBrk="1" latinLnBrk="0" hangingPunct="1">
              <a:defRPr kumimoji="1" sz="1800" kern="1200">
                <a:solidFill>
                  <a:schemeClr val="dk1"/>
                </a:solidFill>
                <a:latin typeface="+mn-lt"/>
                <a:ea typeface="+mn-ea"/>
                <a:cs typeface="+mn-cs"/>
              </a:defRPr>
            </a:lvl2pPr>
            <a:lvl3pPr marL="914400" algn="l" defTabSz="914400" rtl="0" eaLnBrk="1" latinLnBrk="0" hangingPunct="1">
              <a:defRPr kumimoji="1" sz="1800" kern="1200">
                <a:solidFill>
                  <a:schemeClr val="dk1"/>
                </a:solidFill>
                <a:latin typeface="+mn-lt"/>
                <a:ea typeface="+mn-ea"/>
                <a:cs typeface="+mn-cs"/>
              </a:defRPr>
            </a:lvl3pPr>
            <a:lvl4pPr marL="1371600" algn="l" defTabSz="914400" rtl="0" eaLnBrk="1" latinLnBrk="0" hangingPunct="1">
              <a:defRPr kumimoji="1" sz="1800" kern="1200">
                <a:solidFill>
                  <a:schemeClr val="dk1"/>
                </a:solidFill>
                <a:latin typeface="+mn-lt"/>
                <a:ea typeface="+mn-ea"/>
                <a:cs typeface="+mn-cs"/>
              </a:defRPr>
            </a:lvl4pPr>
            <a:lvl5pPr marL="1828800" algn="l" defTabSz="914400" rtl="0" eaLnBrk="1" latinLnBrk="0" hangingPunct="1">
              <a:defRPr kumimoji="1" sz="1800" kern="1200">
                <a:solidFill>
                  <a:schemeClr val="dk1"/>
                </a:solidFill>
                <a:latin typeface="+mn-lt"/>
                <a:ea typeface="+mn-ea"/>
                <a:cs typeface="+mn-cs"/>
              </a:defRPr>
            </a:lvl5pPr>
            <a:lvl6pPr marL="2286000" algn="l" defTabSz="914400" rtl="0" eaLnBrk="1" latinLnBrk="0" hangingPunct="1">
              <a:defRPr kumimoji="1" sz="1800" kern="1200">
                <a:solidFill>
                  <a:schemeClr val="dk1"/>
                </a:solidFill>
                <a:latin typeface="+mn-lt"/>
                <a:ea typeface="+mn-ea"/>
                <a:cs typeface="+mn-cs"/>
              </a:defRPr>
            </a:lvl6pPr>
            <a:lvl7pPr marL="2743200" algn="l" defTabSz="914400" rtl="0" eaLnBrk="1" latinLnBrk="0" hangingPunct="1">
              <a:defRPr kumimoji="1" sz="1800" kern="1200">
                <a:solidFill>
                  <a:schemeClr val="dk1"/>
                </a:solidFill>
                <a:latin typeface="+mn-lt"/>
                <a:ea typeface="+mn-ea"/>
                <a:cs typeface="+mn-cs"/>
              </a:defRPr>
            </a:lvl7pPr>
            <a:lvl8pPr marL="3200400" algn="l" defTabSz="914400" rtl="0" eaLnBrk="1" latinLnBrk="0" hangingPunct="1">
              <a:defRPr kumimoji="1" sz="1800" kern="1200">
                <a:solidFill>
                  <a:schemeClr val="dk1"/>
                </a:solidFill>
                <a:latin typeface="+mn-lt"/>
                <a:ea typeface="+mn-ea"/>
                <a:cs typeface="+mn-cs"/>
              </a:defRPr>
            </a:lvl8pPr>
            <a:lvl9pPr marL="3657600" algn="l" defTabSz="914400" rtl="0" eaLnBrk="1" latinLnBrk="0" hangingPunct="1">
              <a:defRPr kumimoji="1" sz="1800" kern="1200">
                <a:solidFill>
                  <a:schemeClr val="dk1"/>
                </a:solidFill>
                <a:latin typeface="+mn-lt"/>
                <a:ea typeface="+mn-ea"/>
                <a:cs typeface="+mn-cs"/>
              </a:defRPr>
            </a:lvl9pPr>
          </a:lstStyle>
          <a:p>
            <a:pPr algn="ctr"/>
            <a:r>
              <a:rPr lang="ja-JP" altLang="en-US" dirty="0">
                <a:solidFill>
                  <a:schemeClr val="tx1">
                    <a:lumMod val="75000"/>
                    <a:lumOff val="25000"/>
                  </a:schemeClr>
                </a:solidFill>
              </a:rPr>
              <a:t>キッチン台</a:t>
            </a:r>
          </a:p>
        </p:txBody>
      </p:sp>
      <p:sp>
        <p:nvSpPr>
          <p:cNvPr id="31" name="AutoShape 5">
            <a:extLst>
              <a:ext uri="{FF2B5EF4-FFF2-40B4-BE49-F238E27FC236}">
                <a16:creationId xmlns:a16="http://schemas.microsoft.com/office/drawing/2014/main" id="{561576B4-406E-EAD6-2782-B30905224BA1}"/>
              </a:ext>
            </a:extLst>
          </p:cNvPr>
          <p:cNvSpPr>
            <a:spLocks noChangeArrowheads="1"/>
          </p:cNvSpPr>
          <p:nvPr/>
        </p:nvSpPr>
        <p:spPr bwMode="auto">
          <a:xfrm rot="-5400000">
            <a:off x="7536178" y="1683049"/>
            <a:ext cx="864096" cy="648072"/>
          </a:xfrm>
          <a:custGeom>
            <a:avLst/>
            <a:gdLst>
              <a:gd name="T0" fmla="*/ 787598 w 21600"/>
              <a:gd name="T1" fmla="*/ 180181 h 21600"/>
              <a:gd name="T2" fmla="*/ 450056 w 21600"/>
              <a:gd name="T3" fmla="*/ 360362 h 21600"/>
              <a:gd name="T4" fmla="*/ 112514 w 21600"/>
              <a:gd name="T5" fmla="*/ 180181 h 21600"/>
              <a:gd name="T6" fmla="*/ 450056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ln>
            <a:headEnd/>
            <a:tailEnd/>
          </a:ln>
        </p:spPr>
        <p:style>
          <a:lnRef idx="1">
            <a:schemeClr val="accent2"/>
          </a:lnRef>
          <a:fillRef idx="2">
            <a:schemeClr val="accent2"/>
          </a:fillRef>
          <a:effectRef idx="1">
            <a:schemeClr val="accent2"/>
          </a:effectRef>
          <a:fontRef idx="minor">
            <a:schemeClr val="dk1"/>
          </a:fontRef>
        </p:style>
        <p:txBody>
          <a:bodyPr vert="eaVert" wrap="none" anchor="ctr"/>
          <a:lstStyle>
            <a:defPPr>
              <a:defRPr lang="ja-JP"/>
            </a:defPPr>
            <a:lvl1pPr marL="0" algn="l" defTabSz="914400" rtl="0" eaLnBrk="1" latinLnBrk="0" hangingPunct="1">
              <a:defRPr kumimoji="1" sz="1800" kern="1200">
                <a:solidFill>
                  <a:schemeClr val="dk1"/>
                </a:solidFill>
                <a:latin typeface="+mn-lt"/>
                <a:ea typeface="+mn-ea"/>
                <a:cs typeface="+mn-cs"/>
              </a:defRPr>
            </a:lvl1pPr>
            <a:lvl2pPr marL="457200" algn="l" defTabSz="914400" rtl="0" eaLnBrk="1" latinLnBrk="0" hangingPunct="1">
              <a:defRPr kumimoji="1" sz="1800" kern="1200">
                <a:solidFill>
                  <a:schemeClr val="dk1"/>
                </a:solidFill>
                <a:latin typeface="+mn-lt"/>
                <a:ea typeface="+mn-ea"/>
                <a:cs typeface="+mn-cs"/>
              </a:defRPr>
            </a:lvl2pPr>
            <a:lvl3pPr marL="914400" algn="l" defTabSz="914400" rtl="0" eaLnBrk="1" latinLnBrk="0" hangingPunct="1">
              <a:defRPr kumimoji="1" sz="1800" kern="1200">
                <a:solidFill>
                  <a:schemeClr val="dk1"/>
                </a:solidFill>
                <a:latin typeface="+mn-lt"/>
                <a:ea typeface="+mn-ea"/>
                <a:cs typeface="+mn-cs"/>
              </a:defRPr>
            </a:lvl3pPr>
            <a:lvl4pPr marL="1371600" algn="l" defTabSz="914400" rtl="0" eaLnBrk="1" latinLnBrk="0" hangingPunct="1">
              <a:defRPr kumimoji="1" sz="1800" kern="1200">
                <a:solidFill>
                  <a:schemeClr val="dk1"/>
                </a:solidFill>
                <a:latin typeface="+mn-lt"/>
                <a:ea typeface="+mn-ea"/>
                <a:cs typeface="+mn-cs"/>
              </a:defRPr>
            </a:lvl4pPr>
            <a:lvl5pPr marL="1828800" algn="l" defTabSz="914400" rtl="0" eaLnBrk="1" latinLnBrk="0" hangingPunct="1">
              <a:defRPr kumimoji="1" sz="1800" kern="1200">
                <a:solidFill>
                  <a:schemeClr val="dk1"/>
                </a:solidFill>
                <a:latin typeface="+mn-lt"/>
                <a:ea typeface="+mn-ea"/>
                <a:cs typeface="+mn-cs"/>
              </a:defRPr>
            </a:lvl5pPr>
            <a:lvl6pPr marL="2286000" algn="l" defTabSz="914400" rtl="0" eaLnBrk="1" latinLnBrk="0" hangingPunct="1">
              <a:defRPr kumimoji="1" sz="1800" kern="1200">
                <a:solidFill>
                  <a:schemeClr val="dk1"/>
                </a:solidFill>
                <a:latin typeface="+mn-lt"/>
                <a:ea typeface="+mn-ea"/>
                <a:cs typeface="+mn-cs"/>
              </a:defRPr>
            </a:lvl6pPr>
            <a:lvl7pPr marL="2743200" algn="l" defTabSz="914400" rtl="0" eaLnBrk="1" latinLnBrk="0" hangingPunct="1">
              <a:defRPr kumimoji="1" sz="1800" kern="1200">
                <a:solidFill>
                  <a:schemeClr val="dk1"/>
                </a:solidFill>
                <a:latin typeface="+mn-lt"/>
                <a:ea typeface="+mn-ea"/>
                <a:cs typeface="+mn-cs"/>
              </a:defRPr>
            </a:lvl7pPr>
            <a:lvl8pPr marL="3200400" algn="l" defTabSz="914400" rtl="0" eaLnBrk="1" latinLnBrk="0" hangingPunct="1">
              <a:defRPr kumimoji="1" sz="1800" kern="1200">
                <a:solidFill>
                  <a:schemeClr val="dk1"/>
                </a:solidFill>
                <a:latin typeface="+mn-lt"/>
                <a:ea typeface="+mn-ea"/>
                <a:cs typeface="+mn-cs"/>
              </a:defRPr>
            </a:lvl8pPr>
            <a:lvl9pPr marL="3657600" algn="l" defTabSz="914400" rtl="0" eaLnBrk="1" latinLnBrk="0" hangingPunct="1">
              <a:defRPr kumimoji="1" sz="1800" kern="1200">
                <a:solidFill>
                  <a:schemeClr val="dk1"/>
                </a:solidFill>
                <a:latin typeface="+mn-lt"/>
                <a:ea typeface="+mn-ea"/>
                <a:cs typeface="+mn-cs"/>
              </a:defRPr>
            </a:lvl9pPr>
          </a:lstStyle>
          <a:p>
            <a:pPr algn="ctr"/>
            <a:r>
              <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コンロ</a:t>
            </a:r>
            <a:endParaRPr lang="en-US" altLang="ja-JP"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まな板</a:t>
            </a:r>
          </a:p>
        </p:txBody>
      </p:sp>
      <p:grpSp>
        <p:nvGrpSpPr>
          <p:cNvPr id="32" name="グループ化 31">
            <a:extLst>
              <a:ext uri="{FF2B5EF4-FFF2-40B4-BE49-F238E27FC236}">
                <a16:creationId xmlns:a16="http://schemas.microsoft.com/office/drawing/2014/main" id="{6B9CA54B-9F46-11A0-AB7B-D82AA0F3911D}"/>
              </a:ext>
            </a:extLst>
          </p:cNvPr>
          <p:cNvGrpSpPr/>
          <p:nvPr/>
        </p:nvGrpSpPr>
        <p:grpSpPr>
          <a:xfrm>
            <a:off x="6204030" y="1719053"/>
            <a:ext cx="1008112" cy="432048"/>
            <a:chOff x="3563888" y="2708920"/>
            <a:chExt cx="1296144" cy="432048"/>
          </a:xfrm>
        </p:grpSpPr>
        <p:sp>
          <p:nvSpPr>
            <p:cNvPr id="33" name="Freeform 9">
              <a:extLst>
                <a:ext uri="{FF2B5EF4-FFF2-40B4-BE49-F238E27FC236}">
                  <a16:creationId xmlns:a16="http://schemas.microsoft.com/office/drawing/2014/main" id="{494C7707-1C10-19EF-3048-4F6330D8A521}"/>
                </a:ext>
              </a:extLst>
            </p:cNvPr>
            <p:cNvSpPr>
              <a:spLocks/>
            </p:cNvSpPr>
            <p:nvPr/>
          </p:nvSpPr>
          <p:spPr bwMode="auto">
            <a:xfrm>
              <a:off x="4211960" y="2708920"/>
              <a:ext cx="648072" cy="144016"/>
            </a:xfrm>
            <a:custGeom>
              <a:avLst/>
              <a:gdLst>
                <a:gd name="T0" fmla="*/ 0 w 170"/>
                <a:gd name="T1" fmla="*/ 0 h 170"/>
                <a:gd name="T2" fmla="*/ 0 w 170"/>
                <a:gd name="T3" fmla="*/ 269875 h 170"/>
                <a:gd name="T4" fmla="*/ 269875 w 170"/>
                <a:gd name="T5" fmla="*/ 26987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headEnd/>
              <a:tailEnd type="triangle" w="med" len="med"/>
            </a:ln>
          </p:spPr>
          <p:style>
            <a:lnRef idx="3">
              <a:schemeClr val="accent3"/>
            </a:lnRef>
            <a:fillRef idx="0">
              <a:schemeClr val="accent3"/>
            </a:fillRef>
            <a:effectRef idx="2">
              <a:schemeClr val="accent3"/>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sp>
          <p:nvSpPr>
            <p:cNvPr id="39" name="Freeform 10">
              <a:extLst>
                <a:ext uri="{FF2B5EF4-FFF2-40B4-BE49-F238E27FC236}">
                  <a16:creationId xmlns:a16="http://schemas.microsoft.com/office/drawing/2014/main" id="{FC918A45-7A6D-2191-F2DD-91209C36AAE5}"/>
                </a:ext>
              </a:extLst>
            </p:cNvPr>
            <p:cNvSpPr>
              <a:spLocks/>
            </p:cNvSpPr>
            <p:nvPr/>
          </p:nvSpPr>
          <p:spPr bwMode="auto">
            <a:xfrm>
              <a:off x="3563888" y="2708920"/>
              <a:ext cx="1296144" cy="432048"/>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headEnd/>
              <a:tailEnd type="triangle" w="med" len="med"/>
            </a:ln>
          </p:spPr>
          <p:style>
            <a:lnRef idx="3">
              <a:schemeClr val="accent3"/>
            </a:lnRef>
            <a:fillRef idx="0">
              <a:schemeClr val="accent3"/>
            </a:fillRef>
            <a:effectRef idx="2">
              <a:schemeClr val="accent3"/>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grpSp>
      <p:sp>
        <p:nvSpPr>
          <p:cNvPr id="40" name="Freeform 8">
            <a:extLst>
              <a:ext uri="{FF2B5EF4-FFF2-40B4-BE49-F238E27FC236}">
                <a16:creationId xmlns:a16="http://schemas.microsoft.com/office/drawing/2014/main" id="{D8CAFF1B-1089-0E10-2930-0D476E41D024}"/>
              </a:ext>
            </a:extLst>
          </p:cNvPr>
          <p:cNvSpPr>
            <a:spLocks/>
          </p:cNvSpPr>
          <p:nvPr/>
        </p:nvSpPr>
        <p:spPr bwMode="auto">
          <a:xfrm>
            <a:off x="8652302" y="1719053"/>
            <a:ext cx="720080" cy="288032"/>
          </a:xfrm>
          <a:custGeom>
            <a:avLst/>
            <a:gdLst>
              <a:gd name="T0" fmla="*/ 0 w 227"/>
              <a:gd name="T1" fmla="*/ 541338 h 1021"/>
              <a:gd name="T2" fmla="*/ 719138 w 227"/>
              <a:gd name="T3" fmla="*/ 541338 h 1021"/>
              <a:gd name="T4" fmla="*/ 719138 w 227"/>
              <a:gd name="T5" fmla="*/ 0 h 1021"/>
              <a:gd name="T6" fmla="*/ 0 60000 65536"/>
              <a:gd name="T7" fmla="*/ 0 60000 65536"/>
              <a:gd name="T8" fmla="*/ 0 60000 65536"/>
            </a:gdLst>
            <a:ahLst/>
            <a:cxnLst>
              <a:cxn ang="T6">
                <a:pos x="T0" y="T1"/>
              </a:cxn>
              <a:cxn ang="T7">
                <a:pos x="T2" y="T3"/>
              </a:cxn>
              <a:cxn ang="T8">
                <a:pos x="T4" y="T5"/>
              </a:cxn>
            </a:cxnLst>
            <a:rect l="0" t="0" r="r" b="b"/>
            <a:pathLst>
              <a:path w="227" h="1021">
                <a:moveTo>
                  <a:pt x="0" y="1021"/>
                </a:moveTo>
                <a:lnTo>
                  <a:pt x="227" y="1021"/>
                </a:lnTo>
                <a:lnTo>
                  <a:pt x="227" y="0"/>
                </a:lnTo>
              </a:path>
            </a:pathLst>
          </a:custGeom>
          <a:ln w="50800">
            <a:headEnd/>
            <a:tailEnd type="triangle" w="med" len="med"/>
          </a:ln>
        </p:spPr>
        <p:style>
          <a:lnRef idx="3">
            <a:schemeClr val="accent4"/>
          </a:lnRef>
          <a:fillRef idx="0">
            <a:schemeClr val="accent4"/>
          </a:fillRef>
          <a:effectRef idx="2">
            <a:schemeClr val="accent4"/>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sp>
        <p:nvSpPr>
          <p:cNvPr id="96" name="正方形/長方形 95">
            <a:extLst>
              <a:ext uri="{FF2B5EF4-FFF2-40B4-BE49-F238E27FC236}">
                <a16:creationId xmlns:a16="http://schemas.microsoft.com/office/drawing/2014/main" id="{3A29F210-8CAB-7480-83F7-093F1A9E59B6}"/>
              </a:ext>
            </a:extLst>
          </p:cNvPr>
          <p:cNvSpPr/>
          <p:nvPr/>
        </p:nvSpPr>
        <p:spPr bwMode="auto">
          <a:xfrm>
            <a:off x="2315958" y="2258987"/>
            <a:ext cx="1800020" cy="1710019"/>
          </a:xfrm>
          <a:prstGeom prst="rect">
            <a:avLst/>
          </a:prstGeom>
          <a:ln>
            <a:headEnd/>
            <a:tailEnd type="non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nSpc>
                <a:spcPct val="150000"/>
              </a:lnSpc>
            </a:pPr>
            <a:r>
              <a:rPr lang="en-US" altLang="ja-JP" sz="1400" dirty="0">
                <a:solidFill>
                  <a:schemeClr val="tx1"/>
                </a:solidFill>
                <a:latin typeface="Arial Narrow" panose="020B0606020202030204" pitchFamily="34" charset="0"/>
              </a:rPr>
              <a:t>1. </a:t>
            </a:r>
            <a:r>
              <a:rPr lang="ja-JP" altLang="en-US" sz="1400" dirty="0">
                <a:solidFill>
                  <a:schemeClr val="tx1"/>
                </a:solidFill>
                <a:latin typeface="Arial Narrow" panose="020B0606020202030204" pitchFamily="34" charset="0"/>
              </a:rPr>
              <a:t>人参を４つ切る</a:t>
            </a:r>
            <a:endParaRPr lang="en-US" altLang="ja-JP" sz="1400" dirty="0">
              <a:solidFill>
                <a:schemeClr val="tx1"/>
              </a:solidFill>
              <a:latin typeface="Arial Narrow" panose="020B0606020202030204" pitchFamily="34" charset="0"/>
            </a:endParaRPr>
          </a:p>
          <a:p>
            <a:pPr>
              <a:lnSpc>
                <a:spcPct val="150000"/>
              </a:lnSpc>
            </a:pPr>
            <a:r>
              <a:rPr lang="en-US" altLang="ja-JP" sz="1400" dirty="0">
                <a:solidFill>
                  <a:schemeClr val="tx1"/>
                </a:solidFill>
                <a:latin typeface="Arial Narrow" panose="020B0606020202030204" pitchFamily="34" charset="0"/>
              </a:rPr>
              <a:t>2. </a:t>
            </a:r>
            <a:r>
              <a:rPr lang="ja-JP" altLang="en-US" sz="1400" dirty="0">
                <a:solidFill>
                  <a:schemeClr val="tx1"/>
                </a:solidFill>
                <a:latin typeface="Arial Narrow" panose="020B0606020202030204" pitchFamily="34" charset="0"/>
              </a:rPr>
              <a:t>玉葱を４つ切る</a:t>
            </a:r>
            <a:endParaRPr lang="en-US" altLang="ja-JP" sz="1400" dirty="0">
              <a:solidFill>
                <a:schemeClr val="tx1"/>
              </a:solidFill>
              <a:latin typeface="Arial Narrow" panose="020B0606020202030204" pitchFamily="34" charset="0"/>
            </a:endParaRPr>
          </a:p>
          <a:p>
            <a:pPr>
              <a:lnSpc>
                <a:spcPct val="150000"/>
              </a:lnSpc>
            </a:pPr>
            <a:r>
              <a:rPr lang="en-US" altLang="ja-JP" sz="1400" dirty="0">
                <a:solidFill>
                  <a:schemeClr val="tx1"/>
                </a:solidFill>
                <a:latin typeface="Arial Narrow" panose="020B0606020202030204" pitchFamily="34" charset="0"/>
              </a:rPr>
              <a:t>3. </a:t>
            </a:r>
            <a:r>
              <a:rPr lang="ja-JP" altLang="en-US" sz="1400" dirty="0">
                <a:solidFill>
                  <a:schemeClr val="tx1"/>
                </a:solidFill>
                <a:latin typeface="Arial Narrow" panose="020B0606020202030204" pitchFamily="34" charset="0"/>
              </a:rPr>
              <a:t>肉を４つ切る</a:t>
            </a:r>
            <a:endParaRPr lang="en-US" altLang="ja-JP" sz="1400" dirty="0">
              <a:solidFill>
                <a:schemeClr val="tx1"/>
              </a:solidFill>
              <a:latin typeface="Arial Narrow" panose="020B0606020202030204" pitchFamily="34" charset="0"/>
            </a:endParaRPr>
          </a:p>
          <a:p>
            <a:pPr>
              <a:lnSpc>
                <a:spcPct val="150000"/>
              </a:lnSpc>
            </a:pPr>
            <a:r>
              <a:rPr lang="en-US" altLang="ja-JP" sz="1400" dirty="0">
                <a:solidFill>
                  <a:schemeClr val="tx1"/>
                </a:solidFill>
                <a:latin typeface="Arial Narrow" panose="020B0606020202030204" pitchFamily="34" charset="0"/>
              </a:rPr>
              <a:t>4. </a:t>
            </a:r>
            <a:r>
              <a:rPr lang="ja-JP" altLang="en-US" sz="1400" dirty="0">
                <a:solidFill>
                  <a:schemeClr val="tx1"/>
                </a:solidFill>
                <a:latin typeface="Arial Narrow" panose="020B0606020202030204" pitchFamily="34" charset="0"/>
              </a:rPr>
              <a:t>芋を４つ切る</a:t>
            </a:r>
            <a:endParaRPr lang="en-US" altLang="ja-JP" sz="1400" dirty="0">
              <a:solidFill>
                <a:schemeClr val="tx1"/>
              </a:solidFill>
              <a:latin typeface="Arial Narrow" panose="020B0606020202030204" pitchFamily="34" charset="0"/>
            </a:endParaRPr>
          </a:p>
          <a:p>
            <a:pPr>
              <a:lnSpc>
                <a:spcPct val="150000"/>
              </a:lnSpc>
            </a:pPr>
            <a:r>
              <a:rPr lang="en-US" altLang="ja-JP" sz="1400" dirty="0">
                <a:solidFill>
                  <a:schemeClr val="tx1"/>
                </a:solidFill>
                <a:latin typeface="Arial Narrow" panose="020B0606020202030204" pitchFamily="34" charset="0"/>
              </a:rPr>
              <a:t>5. </a:t>
            </a:r>
            <a:r>
              <a:rPr lang="ja-JP" altLang="en-US" sz="1400" dirty="0">
                <a:solidFill>
                  <a:schemeClr val="tx1"/>
                </a:solidFill>
                <a:latin typeface="Arial Narrow" panose="020B0606020202030204" pitchFamily="34" charset="0"/>
              </a:rPr>
              <a:t>４つ炒める</a:t>
            </a:r>
          </a:p>
        </p:txBody>
      </p:sp>
      <p:sp>
        <p:nvSpPr>
          <p:cNvPr id="5" name="角丸四角形 45">
            <a:extLst>
              <a:ext uri="{FF2B5EF4-FFF2-40B4-BE49-F238E27FC236}">
                <a16:creationId xmlns:a16="http://schemas.microsoft.com/office/drawing/2014/main" id="{C7DBFCD3-B3AF-E98A-2D1F-E728C3A0A2B1}"/>
              </a:ext>
            </a:extLst>
          </p:cNvPr>
          <p:cNvSpPr/>
          <p:nvPr/>
        </p:nvSpPr>
        <p:spPr bwMode="auto">
          <a:xfrm>
            <a:off x="6102017" y="2888994"/>
            <a:ext cx="720008" cy="450005"/>
          </a:xfrm>
          <a:prstGeom prst="roundRect">
            <a:avLst/>
          </a:prstGeom>
          <a:ln>
            <a:headEnd/>
            <a:tailEnd type="triangle" w="sm" len="med"/>
          </a:ln>
        </p:spPr>
        <p:style>
          <a:lnRef idx="3">
            <a:schemeClr val="lt1"/>
          </a:lnRef>
          <a:fillRef idx="1">
            <a:schemeClr val="accent4"/>
          </a:fillRef>
          <a:effectRef idx="1">
            <a:schemeClr val="accent4"/>
          </a:effectRef>
          <a:fontRef idx="minor">
            <a:schemeClr val="lt1"/>
          </a:fontRef>
        </p:style>
        <p:txBody>
          <a:bodyPr wrap="none" rtlCol="0" anchor="ctr"/>
          <a:lstStyle/>
          <a:p>
            <a:pPr algn="ctr"/>
            <a:r>
              <a:rPr kumimoji="1" lang="ja-JP" altLang="en-US" sz="1200" b="1" dirty="0">
                <a:solidFill>
                  <a:schemeClr val="bg1"/>
                </a:solidFill>
                <a:latin typeface="Arial Narrow" panose="020B0606020202030204" pitchFamily="34" charset="0"/>
              </a:rPr>
              <a:t>人参を</a:t>
            </a:r>
            <a:br>
              <a:rPr kumimoji="1" lang="en-US" altLang="ja-JP" sz="1200" b="1" dirty="0">
                <a:solidFill>
                  <a:schemeClr val="bg1"/>
                </a:solidFill>
                <a:latin typeface="Arial Narrow" panose="020B0606020202030204" pitchFamily="34" charset="0"/>
              </a:rPr>
            </a:br>
            <a:r>
              <a:rPr kumimoji="1" lang="ja-JP" altLang="en-US" sz="1200" b="1" dirty="0">
                <a:solidFill>
                  <a:schemeClr val="bg1"/>
                </a:solidFill>
                <a:latin typeface="Arial Narrow" panose="020B0606020202030204" pitchFamily="34" charset="0"/>
              </a:rPr>
              <a:t>４つ切る</a:t>
            </a:r>
          </a:p>
        </p:txBody>
      </p:sp>
      <p:sp>
        <p:nvSpPr>
          <p:cNvPr id="6" name="角丸四角形 46">
            <a:extLst>
              <a:ext uri="{FF2B5EF4-FFF2-40B4-BE49-F238E27FC236}">
                <a16:creationId xmlns:a16="http://schemas.microsoft.com/office/drawing/2014/main" id="{DC328C58-A400-25B6-F964-70BECFEF7436}"/>
              </a:ext>
            </a:extLst>
          </p:cNvPr>
          <p:cNvSpPr/>
          <p:nvPr/>
        </p:nvSpPr>
        <p:spPr bwMode="auto">
          <a:xfrm>
            <a:off x="4662001" y="2888994"/>
            <a:ext cx="720008" cy="450005"/>
          </a:xfrm>
          <a:prstGeom prst="roundRect">
            <a:avLst/>
          </a:prstGeom>
          <a:ln>
            <a:headEnd/>
            <a:tailEnd type="triangle" w="sm" len="med"/>
          </a:ln>
        </p:spPr>
        <p:style>
          <a:lnRef idx="3">
            <a:schemeClr val="lt1"/>
          </a:lnRef>
          <a:fillRef idx="1">
            <a:schemeClr val="accent4"/>
          </a:fillRef>
          <a:effectRef idx="1">
            <a:schemeClr val="accent4"/>
          </a:effectRef>
          <a:fontRef idx="minor">
            <a:schemeClr val="lt1"/>
          </a:fontRef>
        </p:style>
        <p:txBody>
          <a:bodyPr wrap="none" rtlCol="0" anchor="ctr"/>
          <a:lstStyle/>
          <a:p>
            <a:pPr algn="ctr"/>
            <a:r>
              <a:rPr lang="ja-JP" altLang="en-US" sz="1200" b="1" dirty="0">
                <a:solidFill>
                  <a:schemeClr val="bg1"/>
                </a:solidFill>
                <a:latin typeface="Arial Narrow" panose="020B0606020202030204" pitchFamily="34" charset="0"/>
              </a:rPr>
              <a:t>玉葱を</a:t>
            </a:r>
            <a:endParaRPr lang="en-US" altLang="ja-JP" sz="1200" b="1" dirty="0">
              <a:solidFill>
                <a:schemeClr val="bg1"/>
              </a:solidFill>
              <a:latin typeface="Arial Narrow" panose="020B0606020202030204" pitchFamily="34" charset="0"/>
            </a:endParaRPr>
          </a:p>
          <a:p>
            <a:pPr algn="ctr"/>
            <a:r>
              <a:rPr lang="ja-JP" altLang="en-US" sz="1200" b="1" dirty="0">
                <a:solidFill>
                  <a:schemeClr val="bg1"/>
                </a:solidFill>
                <a:latin typeface="Arial Narrow" panose="020B0606020202030204" pitchFamily="34" charset="0"/>
              </a:rPr>
              <a:t>４つ切る</a:t>
            </a:r>
            <a:endParaRPr kumimoji="1" lang="ja-JP" altLang="en-US" sz="1200" b="1" dirty="0">
              <a:solidFill>
                <a:schemeClr val="bg1"/>
              </a:solidFill>
              <a:latin typeface="Arial Narrow" panose="020B0606020202030204" pitchFamily="34" charset="0"/>
            </a:endParaRPr>
          </a:p>
        </p:txBody>
      </p:sp>
      <p:sp>
        <p:nvSpPr>
          <p:cNvPr id="4" name="テキスト プレースホルダー 4">
            <a:extLst>
              <a:ext uri="{FF2B5EF4-FFF2-40B4-BE49-F238E27FC236}">
                <a16:creationId xmlns:a16="http://schemas.microsoft.com/office/drawing/2014/main" id="{2648CCA5-8259-D893-5ECB-160A693FB71D}"/>
              </a:ext>
            </a:extLst>
          </p:cNvPr>
          <p:cNvSpPr>
            <a:spLocks noGrp="1"/>
          </p:cNvSpPr>
          <p:nvPr>
            <p:ph type="body" sz="quarter" idx="10"/>
          </p:nvPr>
        </p:nvSpPr>
        <p:spPr>
          <a:xfrm>
            <a:off x="1145945" y="4869016"/>
            <a:ext cx="9630107" cy="1170013"/>
          </a:xfrm>
        </p:spPr>
        <p:txBody>
          <a:bodyPr/>
          <a:lstStyle/>
          <a:p>
            <a:r>
              <a:rPr lang="en-US" altLang="ja-JP" dirty="0"/>
              <a:t>SIMD </a:t>
            </a:r>
            <a:r>
              <a:rPr lang="ja-JP" altLang="en-US" dirty="0"/>
              <a:t>命令や組み込み関数：</a:t>
            </a:r>
            <a:endParaRPr lang="en-US" altLang="ja-JP" dirty="0"/>
          </a:p>
          <a:p>
            <a:pPr lvl="1"/>
            <a:r>
              <a:rPr lang="ja-JP" altLang="en-US" dirty="0"/>
              <a:t>レシピに「４つ切る」と最初から書いてある</a:t>
            </a:r>
            <a:endParaRPr lang="en-US" altLang="ja-JP" dirty="0"/>
          </a:p>
          <a:p>
            <a:r>
              <a:rPr lang="ja-JP" altLang="en-US" dirty="0"/>
              <a:t>プログラミング（レシピを書くとき）なにが難しいのか？</a:t>
            </a:r>
            <a:endParaRPr lang="en-US" altLang="ja-JP" dirty="0"/>
          </a:p>
          <a:p>
            <a:pPr lvl="1"/>
            <a:r>
              <a:rPr lang="ja-JP" altLang="en-US" dirty="0"/>
              <a:t>都合よく４つカレーの注文が来ない時の対応</a:t>
            </a:r>
            <a:endParaRPr lang="en-US" altLang="ja-JP" dirty="0"/>
          </a:p>
          <a:p>
            <a:pPr lvl="1"/>
            <a:r>
              <a:rPr lang="ja-JP" altLang="en-US" dirty="0"/>
              <a:t>材料を全部４つセットで並べなて，一気に取れるようにしないといけない</a:t>
            </a:r>
            <a:endParaRPr lang="en-US" altLang="ja-JP" dirty="0"/>
          </a:p>
        </p:txBody>
      </p:sp>
    </p:spTree>
    <p:extLst>
      <p:ext uri="{BB962C8B-B14F-4D97-AF65-F5344CB8AC3E}">
        <p14:creationId xmlns:p14="http://schemas.microsoft.com/office/powerpoint/2010/main" val="129684146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EC904ED-418C-EC2C-5CCF-DF6A86462FB6}"/>
              </a:ext>
            </a:extLst>
          </p:cNvPr>
          <p:cNvSpPr>
            <a:spLocks noGrp="1"/>
          </p:cNvSpPr>
          <p:nvPr>
            <p:ph type="title"/>
          </p:nvPr>
        </p:nvSpPr>
        <p:spPr/>
        <p:txBody>
          <a:bodyPr/>
          <a:lstStyle/>
          <a:p>
            <a:r>
              <a:rPr kumimoji="1" lang="ja-JP" altLang="en-US" dirty="0"/>
              <a:t>２つのプログラミング・モデル</a:t>
            </a:r>
          </a:p>
        </p:txBody>
      </p:sp>
      <p:sp>
        <p:nvSpPr>
          <p:cNvPr id="3" name="テキスト プレースホルダー 2">
            <a:extLst>
              <a:ext uri="{FF2B5EF4-FFF2-40B4-BE49-F238E27FC236}">
                <a16:creationId xmlns:a16="http://schemas.microsoft.com/office/drawing/2014/main" id="{83598408-3C03-62D1-7C8E-4FB135EE352A}"/>
              </a:ext>
            </a:extLst>
          </p:cNvPr>
          <p:cNvSpPr>
            <a:spLocks noGrp="1"/>
          </p:cNvSpPr>
          <p:nvPr>
            <p:ph type="body" sz="quarter" idx="10"/>
          </p:nvPr>
        </p:nvSpPr>
        <p:spPr/>
        <p:txBody>
          <a:bodyPr/>
          <a:lstStyle/>
          <a:p>
            <a:pPr marL="457200" indent="-457200">
              <a:buFont typeface="+mj-lt"/>
              <a:buAutoNum type="arabicPeriod"/>
            </a:pPr>
            <a:r>
              <a:rPr kumimoji="1" lang="en-US" altLang="ja-JP" dirty="0"/>
              <a:t>SIMD </a:t>
            </a:r>
            <a:r>
              <a:rPr kumimoji="1" lang="ja-JP" altLang="en-US" dirty="0"/>
              <a:t>命令</a:t>
            </a:r>
            <a:r>
              <a:rPr lang="ja-JP" altLang="en-US" dirty="0"/>
              <a:t>方式</a:t>
            </a:r>
            <a:endParaRPr kumimoji="1" lang="en-US" altLang="ja-JP" dirty="0"/>
          </a:p>
          <a:p>
            <a:pPr marL="457200" indent="-457200">
              <a:buFont typeface="+mj-lt"/>
              <a:buAutoNum type="arabicPeriod"/>
            </a:pPr>
            <a:r>
              <a:rPr kumimoji="1" lang="en-US" altLang="ja-JP" dirty="0">
                <a:solidFill>
                  <a:schemeClr val="accent5"/>
                </a:solidFill>
              </a:rPr>
              <a:t>SPMD</a:t>
            </a:r>
            <a:r>
              <a:rPr lang="ja-JP" altLang="en-US" dirty="0">
                <a:solidFill>
                  <a:schemeClr val="accent5"/>
                </a:solidFill>
              </a:rPr>
              <a:t>方式</a:t>
            </a:r>
            <a:endParaRPr kumimoji="1" lang="ja-JP" altLang="en-US" dirty="0">
              <a:solidFill>
                <a:schemeClr val="accent5"/>
              </a:solidFill>
            </a:endParaRPr>
          </a:p>
        </p:txBody>
      </p:sp>
    </p:spTree>
    <p:extLst>
      <p:ext uri="{BB962C8B-B14F-4D97-AF65-F5344CB8AC3E}">
        <p14:creationId xmlns:p14="http://schemas.microsoft.com/office/powerpoint/2010/main" val="269926026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9CF38A3-9833-B679-5834-76FD8C59CBE2}"/>
              </a:ext>
            </a:extLst>
          </p:cNvPr>
          <p:cNvSpPr>
            <a:spLocks noGrp="1"/>
          </p:cNvSpPr>
          <p:nvPr>
            <p:ph type="title"/>
          </p:nvPr>
        </p:nvSpPr>
        <p:spPr/>
        <p:txBody>
          <a:bodyPr/>
          <a:lstStyle/>
          <a:p>
            <a:r>
              <a:rPr kumimoji="1" lang="en-US" altLang="ja-JP" dirty="0"/>
              <a:t>SIMD </a:t>
            </a:r>
            <a:r>
              <a:rPr kumimoji="1" lang="ja-JP" altLang="en-US" dirty="0"/>
              <a:t>命令と </a:t>
            </a:r>
            <a:r>
              <a:rPr kumimoji="1" lang="en-US" altLang="ja-JP" dirty="0"/>
              <a:t>SPMD</a:t>
            </a:r>
            <a:endParaRPr kumimoji="1" lang="ja-JP" altLang="en-US" dirty="0"/>
          </a:p>
        </p:txBody>
      </p:sp>
      <p:sp>
        <p:nvSpPr>
          <p:cNvPr id="3" name="テキスト プレースホルダー 2">
            <a:extLst>
              <a:ext uri="{FF2B5EF4-FFF2-40B4-BE49-F238E27FC236}">
                <a16:creationId xmlns:a16="http://schemas.microsoft.com/office/drawing/2014/main" id="{0D1E838F-DC3B-47FC-0767-E74E9F552421}"/>
              </a:ext>
            </a:extLst>
          </p:cNvPr>
          <p:cNvSpPr>
            <a:spLocks noGrp="1"/>
          </p:cNvSpPr>
          <p:nvPr>
            <p:ph type="body" sz="quarter" idx="10"/>
          </p:nvPr>
        </p:nvSpPr>
        <p:spPr>
          <a:xfrm>
            <a:off x="1775951" y="1088974"/>
            <a:ext cx="9270103" cy="5490061"/>
          </a:xfrm>
        </p:spPr>
        <p:txBody>
          <a:bodyPr/>
          <a:lstStyle/>
          <a:p>
            <a:r>
              <a:rPr kumimoji="1" lang="en-US" altLang="ja-JP" dirty="0"/>
              <a:t>SIMD </a:t>
            </a:r>
            <a:r>
              <a:rPr kumimoji="1" lang="ja-JP" altLang="en-US" dirty="0"/>
              <a:t>命令</a:t>
            </a:r>
            <a:endParaRPr kumimoji="1" lang="en-US" altLang="ja-JP" dirty="0"/>
          </a:p>
          <a:p>
            <a:pPr lvl="1"/>
            <a:r>
              <a:rPr kumimoji="1" lang="en-US" altLang="ja-JP" dirty="0"/>
              <a:t>SIMD </a:t>
            </a:r>
            <a:r>
              <a:rPr kumimoji="1" lang="ja-JP" altLang="en-US" dirty="0"/>
              <a:t>のハードウェアを直接命令に見せている</a:t>
            </a:r>
            <a:endParaRPr kumimoji="1" lang="en-US" altLang="ja-JP" dirty="0"/>
          </a:p>
          <a:p>
            <a:pPr lvl="1"/>
            <a:r>
              <a:rPr lang="ja-JP" altLang="en-US" dirty="0"/>
              <a:t>命令の形：「人参を</a:t>
            </a:r>
            <a:r>
              <a:rPr lang="ja-JP" altLang="en-US" dirty="0">
                <a:solidFill>
                  <a:schemeClr val="accent5"/>
                </a:solidFill>
              </a:rPr>
              <a:t>４つ</a:t>
            </a:r>
            <a:r>
              <a:rPr lang="ja-JP" altLang="en-US" dirty="0"/>
              <a:t>切って」</a:t>
            </a:r>
            <a:endParaRPr kumimoji="1" lang="en-US" altLang="ja-JP" dirty="0"/>
          </a:p>
          <a:p>
            <a:r>
              <a:rPr kumimoji="1" lang="en-US" altLang="ja-JP" dirty="0">
                <a:solidFill>
                  <a:schemeClr val="accent5"/>
                </a:solidFill>
              </a:rPr>
              <a:t>Single Program Multiple Data (SPMD) </a:t>
            </a:r>
            <a:r>
              <a:rPr kumimoji="1" lang="ja-JP" altLang="en-US" dirty="0"/>
              <a:t>：</a:t>
            </a:r>
            <a:endParaRPr kumimoji="1" lang="en-US" altLang="ja-JP" dirty="0"/>
          </a:p>
          <a:p>
            <a:pPr lvl="1"/>
            <a:r>
              <a:rPr kumimoji="1" lang="ja-JP" altLang="en-US" dirty="0"/>
              <a:t>マルチスレッド方式によってプログラムを記述</a:t>
            </a:r>
            <a:endParaRPr kumimoji="1" lang="en-US" altLang="ja-JP" dirty="0"/>
          </a:p>
          <a:p>
            <a:pPr lvl="2"/>
            <a:r>
              <a:rPr lang="en-US" altLang="ja-JP" dirty="0"/>
              <a:t>Single Program = </a:t>
            </a:r>
            <a:r>
              <a:rPr lang="ja-JP" altLang="en-US" dirty="0"/>
              <a:t>同じことをするスレッド</a:t>
            </a:r>
            <a:endParaRPr lang="en-US" altLang="ja-JP" dirty="0"/>
          </a:p>
          <a:p>
            <a:pPr lvl="2"/>
            <a:r>
              <a:rPr kumimoji="1" lang="ja-JP" altLang="en-US" dirty="0"/>
              <a:t>本日冒頭の行列積の例そのもの</a:t>
            </a:r>
            <a:endParaRPr kumimoji="1" lang="en-US" altLang="ja-JP" dirty="0"/>
          </a:p>
          <a:p>
            <a:pPr lvl="1"/>
            <a:r>
              <a:rPr kumimoji="1" lang="en-US" altLang="ja-JP" dirty="0"/>
              <a:t>SIMD </a:t>
            </a:r>
            <a:r>
              <a:rPr kumimoji="1" lang="ja-JP" altLang="en-US" dirty="0"/>
              <a:t>のハードウェアはプログラマからは直接見えないよう隠蔽される</a:t>
            </a:r>
            <a:endParaRPr kumimoji="1" lang="en-US" altLang="ja-JP" dirty="0"/>
          </a:p>
          <a:p>
            <a:pPr lvl="1"/>
            <a:r>
              <a:rPr lang="ja-JP" altLang="en-US" dirty="0"/>
              <a:t>命令の形： 「人参を</a:t>
            </a:r>
            <a:r>
              <a:rPr lang="ja-JP" altLang="en-US" dirty="0">
                <a:solidFill>
                  <a:schemeClr val="accent5"/>
                </a:solidFill>
              </a:rPr>
              <a:t>１つ</a:t>
            </a:r>
            <a:r>
              <a:rPr lang="ja-JP" altLang="en-US" dirty="0"/>
              <a:t>切って」</a:t>
            </a:r>
            <a:br>
              <a:rPr lang="en-US" altLang="ja-JP" dirty="0"/>
            </a:br>
            <a:r>
              <a:rPr lang="ja-JP" altLang="en-US" dirty="0"/>
              <a:t>（具体的にいくつ切られるかはハードで決まる</a:t>
            </a:r>
            <a:endParaRPr kumimoji="1" lang="en-US" altLang="ja-JP" dirty="0"/>
          </a:p>
        </p:txBody>
      </p:sp>
    </p:spTree>
    <p:extLst>
      <p:ext uri="{BB962C8B-B14F-4D97-AF65-F5344CB8AC3E}">
        <p14:creationId xmlns:p14="http://schemas.microsoft.com/office/powerpoint/2010/main" val="347703492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正方形/長方形 5">
            <a:extLst>
              <a:ext uri="{FF2B5EF4-FFF2-40B4-BE49-F238E27FC236}">
                <a16:creationId xmlns:a16="http://schemas.microsoft.com/office/drawing/2014/main" id="{D48DAE84-4F32-84CC-6D49-F5491F1F611E}"/>
              </a:ext>
            </a:extLst>
          </p:cNvPr>
          <p:cNvSpPr/>
          <p:nvPr/>
        </p:nvSpPr>
        <p:spPr bwMode="auto">
          <a:xfrm>
            <a:off x="2855964" y="1899290"/>
            <a:ext cx="5580062" cy="1080012"/>
          </a:xfrm>
          <a:prstGeom prst="rect">
            <a:avLst/>
          </a:prstGeom>
          <a:solidFill>
            <a:schemeClr val="accent3">
              <a:lumMod val="20000"/>
              <a:lumOff val="80000"/>
              <a:alpha val="50000"/>
            </a:schemeClr>
          </a:solidFill>
          <a:ln>
            <a:noFill/>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7" name="正方形/長方形 6">
            <a:extLst>
              <a:ext uri="{FF2B5EF4-FFF2-40B4-BE49-F238E27FC236}">
                <a16:creationId xmlns:a16="http://schemas.microsoft.com/office/drawing/2014/main" id="{77875371-F226-FDF4-C593-0DF7D95A2A08}"/>
              </a:ext>
            </a:extLst>
          </p:cNvPr>
          <p:cNvSpPr/>
          <p:nvPr/>
        </p:nvSpPr>
        <p:spPr bwMode="auto">
          <a:xfrm>
            <a:off x="2855964" y="5229328"/>
            <a:ext cx="5580062" cy="1170013"/>
          </a:xfrm>
          <a:prstGeom prst="rect">
            <a:avLst/>
          </a:prstGeom>
          <a:solidFill>
            <a:schemeClr val="accent3">
              <a:lumMod val="20000"/>
              <a:lumOff val="80000"/>
              <a:alpha val="50000"/>
            </a:schemeClr>
          </a:solidFill>
          <a:ln>
            <a:noFill/>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4" name="正方形/長方形 3">
            <a:extLst>
              <a:ext uri="{FF2B5EF4-FFF2-40B4-BE49-F238E27FC236}">
                <a16:creationId xmlns:a16="http://schemas.microsoft.com/office/drawing/2014/main" id="{46CBEAB2-029B-57BC-2EB8-9FD575F724DA}"/>
              </a:ext>
            </a:extLst>
          </p:cNvPr>
          <p:cNvSpPr/>
          <p:nvPr/>
        </p:nvSpPr>
        <p:spPr bwMode="auto">
          <a:xfrm>
            <a:off x="2495960" y="1449286"/>
            <a:ext cx="5940066" cy="450005"/>
          </a:xfrm>
          <a:prstGeom prst="rect">
            <a:avLst/>
          </a:prstGeom>
          <a:solidFill>
            <a:schemeClr val="accent5">
              <a:lumMod val="20000"/>
              <a:lumOff val="80000"/>
              <a:alpha val="50000"/>
            </a:schemeClr>
          </a:solidFill>
          <a:ln>
            <a:noFill/>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5" name="正方形/長方形 4">
            <a:extLst>
              <a:ext uri="{FF2B5EF4-FFF2-40B4-BE49-F238E27FC236}">
                <a16:creationId xmlns:a16="http://schemas.microsoft.com/office/drawing/2014/main" id="{E6B23795-FB48-8DF2-3340-A826F911F24E}"/>
              </a:ext>
            </a:extLst>
          </p:cNvPr>
          <p:cNvSpPr/>
          <p:nvPr/>
        </p:nvSpPr>
        <p:spPr bwMode="auto">
          <a:xfrm>
            <a:off x="2495960" y="4419319"/>
            <a:ext cx="5940066" cy="810009"/>
          </a:xfrm>
          <a:prstGeom prst="rect">
            <a:avLst/>
          </a:prstGeom>
          <a:solidFill>
            <a:schemeClr val="accent5">
              <a:lumMod val="20000"/>
              <a:lumOff val="80000"/>
              <a:alpha val="50000"/>
            </a:schemeClr>
          </a:solidFill>
          <a:ln>
            <a:noFill/>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2" name="タイトル 1"/>
          <p:cNvSpPr>
            <a:spLocks noGrp="1"/>
          </p:cNvSpPr>
          <p:nvPr>
            <p:ph type="title"/>
          </p:nvPr>
        </p:nvSpPr>
        <p:spPr/>
        <p:txBody>
          <a:bodyPr/>
          <a:lstStyle/>
          <a:p>
            <a:r>
              <a:rPr kumimoji="1" lang="en-US" altLang="ja-JP" dirty="0"/>
              <a:t>SPMD </a:t>
            </a:r>
            <a:r>
              <a:rPr kumimoji="1" lang="ja-JP" altLang="en-US" dirty="0"/>
              <a:t>による並列化の例</a:t>
            </a:r>
          </a:p>
        </p:txBody>
      </p:sp>
      <p:sp>
        <p:nvSpPr>
          <p:cNvPr id="3" name="テキスト プレースホルダー 2"/>
          <p:cNvSpPr>
            <a:spLocks noGrp="1"/>
          </p:cNvSpPr>
          <p:nvPr>
            <p:ph type="body" sz="quarter" idx="10"/>
          </p:nvPr>
        </p:nvSpPr>
        <p:spPr>
          <a:xfrm>
            <a:off x="2135956" y="1269284"/>
            <a:ext cx="8280092" cy="5219751"/>
          </a:xfrm>
        </p:spPr>
        <p:txBody>
          <a:bodyPr/>
          <a:lstStyle/>
          <a:p>
            <a:r>
              <a:rPr kumimoji="1" lang="ja-JP" altLang="en-US" dirty="0"/>
              <a:t>ループで書いた行列積のコード</a:t>
            </a:r>
            <a:endParaRPr kumimoji="1" lang="en-US" altLang="ja-JP" dirty="0"/>
          </a:p>
          <a:p>
            <a:pPr marL="360000" lvl="1" indent="0">
              <a:buNone/>
            </a:pPr>
            <a:r>
              <a:rPr lang="en-US" altLang="ja-JP" dirty="0">
                <a:solidFill>
                  <a:schemeClr val="accent1"/>
                </a:solidFill>
                <a:latin typeface="Consolas" panose="020B0609020204030204" pitchFamily="49" charset="0"/>
              </a:rPr>
              <a:t>for</a:t>
            </a:r>
            <a:r>
              <a:rPr lang="en-US" altLang="ja-JP" dirty="0">
                <a:latin typeface="Consolas" panose="020B0609020204030204" pitchFamily="49" charset="0"/>
              </a:rPr>
              <a:t> (k = 0; k &lt; 1024; k++) </a:t>
            </a:r>
            <a:br>
              <a:rPr lang="en-US" altLang="ja-JP" dirty="0">
                <a:latin typeface="Consolas" panose="020B0609020204030204" pitchFamily="49" charset="0"/>
              </a:rPr>
            </a:br>
            <a:r>
              <a:rPr lang="en-US" altLang="ja-JP" dirty="0">
                <a:latin typeface="Consolas" panose="020B0609020204030204" pitchFamily="49" charset="0"/>
              </a:rPr>
              <a:t>  </a:t>
            </a:r>
            <a:r>
              <a:rPr lang="en-US" altLang="ja-JP" dirty="0">
                <a:solidFill>
                  <a:schemeClr val="accent1"/>
                </a:solidFill>
                <a:latin typeface="Consolas" panose="020B0609020204030204" pitchFamily="49" charset="0"/>
              </a:rPr>
              <a:t>for</a:t>
            </a:r>
            <a:r>
              <a:rPr lang="en-US" altLang="ja-JP" dirty="0">
                <a:latin typeface="Consolas" panose="020B0609020204030204" pitchFamily="49" charset="0"/>
              </a:rPr>
              <a:t> (j = 0; j &lt; 1024; </a:t>
            </a:r>
            <a:r>
              <a:rPr lang="en-US" altLang="ja-JP" dirty="0" err="1">
                <a:latin typeface="Consolas" panose="020B0609020204030204" pitchFamily="49" charset="0"/>
              </a:rPr>
              <a:t>j++</a:t>
            </a:r>
            <a:r>
              <a:rPr lang="en-US" altLang="ja-JP" dirty="0">
                <a:latin typeface="Consolas" panose="020B0609020204030204" pitchFamily="49" charset="0"/>
              </a:rPr>
              <a:t>)</a:t>
            </a:r>
            <a:br>
              <a:rPr lang="en-US" altLang="ja-JP" dirty="0">
                <a:latin typeface="Consolas" panose="020B0609020204030204" pitchFamily="49" charset="0"/>
              </a:rPr>
            </a:br>
            <a:r>
              <a:rPr lang="en-US" altLang="ja-JP" dirty="0">
                <a:latin typeface="Consolas" panose="020B0609020204030204" pitchFamily="49" charset="0"/>
              </a:rPr>
              <a:t>    </a:t>
            </a:r>
            <a:r>
              <a:rPr lang="en-US" altLang="ja-JP" dirty="0">
                <a:solidFill>
                  <a:schemeClr val="accent1"/>
                </a:solidFill>
                <a:latin typeface="Consolas" panose="020B0609020204030204" pitchFamily="49" charset="0"/>
              </a:rPr>
              <a:t>for</a:t>
            </a:r>
            <a:r>
              <a:rPr lang="en-US" altLang="ja-JP" dirty="0">
                <a:latin typeface="Consolas" panose="020B0609020204030204" pitchFamily="49" charset="0"/>
              </a:rPr>
              <a:t> (i = 0; i &lt; 1024; i++)</a:t>
            </a:r>
            <a:br>
              <a:rPr lang="en-US" altLang="ja-JP" dirty="0">
                <a:latin typeface="Consolas" panose="020B0609020204030204" pitchFamily="49" charset="0"/>
              </a:rPr>
            </a:br>
            <a:r>
              <a:rPr lang="en-US" altLang="ja-JP" dirty="0">
                <a:latin typeface="Consolas" panose="020B0609020204030204" pitchFamily="49" charset="0"/>
              </a:rPr>
              <a:t>      a[j][i] += b[j][k] * c[k][i];</a:t>
            </a:r>
          </a:p>
          <a:p>
            <a:r>
              <a:rPr kumimoji="1" lang="en-US" altLang="ja-JP" dirty="0">
                <a:latin typeface="Consolas" panose="020B0609020204030204" pitchFamily="49" charset="0"/>
              </a:rPr>
              <a:t>j </a:t>
            </a:r>
            <a:r>
              <a:rPr kumimoji="1" lang="ja-JP" altLang="en-US" dirty="0">
                <a:latin typeface="Consolas" panose="020B0609020204030204" pitchFamily="49" charset="0"/>
              </a:rPr>
              <a:t>の部分のループを複数のスレッドとしてマルチスレッド化</a:t>
            </a:r>
            <a:endParaRPr kumimoji="1" lang="en-US" altLang="ja-JP" dirty="0">
              <a:latin typeface="Consolas" panose="020B0609020204030204" pitchFamily="49" charset="0"/>
            </a:endParaRPr>
          </a:p>
          <a:p>
            <a:pPr marL="360000" lvl="1" indent="0">
              <a:buNone/>
            </a:pPr>
            <a:r>
              <a:rPr lang="en-US" altLang="ja-JP" dirty="0">
                <a:solidFill>
                  <a:schemeClr val="accent3">
                    <a:lumMod val="75000"/>
                  </a:schemeClr>
                </a:solidFill>
                <a:latin typeface="Consolas" panose="020B0609020204030204" pitchFamily="49" charset="0"/>
              </a:rPr>
              <a:t>// </a:t>
            </a:r>
            <a:r>
              <a:rPr lang="en-US" altLang="ja-JP" dirty="0" err="1">
                <a:solidFill>
                  <a:schemeClr val="accent3">
                    <a:lumMod val="75000"/>
                  </a:schemeClr>
                </a:solidFill>
                <a:latin typeface="Consolas" panose="020B0609020204030204" pitchFamily="49" charset="0"/>
              </a:rPr>
              <a:t>func</a:t>
            </a:r>
            <a:r>
              <a:rPr lang="en-US" altLang="ja-JP" dirty="0">
                <a:solidFill>
                  <a:schemeClr val="accent3">
                    <a:lumMod val="75000"/>
                  </a:schemeClr>
                </a:solidFill>
                <a:latin typeface="Consolas" panose="020B0609020204030204" pitchFamily="49" charset="0"/>
              </a:rPr>
              <a:t> </a:t>
            </a:r>
            <a:r>
              <a:rPr lang="ja-JP" altLang="en-US" dirty="0">
                <a:solidFill>
                  <a:schemeClr val="accent3">
                    <a:lumMod val="75000"/>
                  </a:schemeClr>
                </a:solidFill>
                <a:latin typeface="Consolas" panose="020B0609020204030204" pitchFamily="49" charset="0"/>
              </a:rPr>
              <a:t>が </a:t>
            </a:r>
            <a:r>
              <a:rPr lang="en-US" altLang="ja-JP" dirty="0">
                <a:solidFill>
                  <a:schemeClr val="accent3">
                    <a:lumMod val="75000"/>
                  </a:schemeClr>
                </a:solidFill>
                <a:latin typeface="Consolas" panose="020B0609020204030204" pitchFamily="49" charset="0"/>
              </a:rPr>
              <a:t>1024 </a:t>
            </a:r>
            <a:r>
              <a:rPr lang="ja-JP" altLang="en-US" dirty="0">
                <a:solidFill>
                  <a:schemeClr val="accent3">
                    <a:lumMod val="75000"/>
                  </a:schemeClr>
                </a:solidFill>
                <a:latin typeface="Consolas" panose="020B0609020204030204" pitchFamily="49" charset="0"/>
              </a:rPr>
              <a:t>個起動されて並列に実行される</a:t>
            </a:r>
            <a:endParaRPr lang="en-US" altLang="ja-JP" dirty="0">
              <a:solidFill>
                <a:schemeClr val="accent3">
                  <a:lumMod val="75000"/>
                </a:schemeClr>
              </a:solidFill>
              <a:latin typeface="Consolas" panose="020B0609020204030204" pitchFamily="49" charset="0"/>
            </a:endParaRPr>
          </a:p>
          <a:p>
            <a:pPr marL="360000" lvl="1" indent="0">
              <a:buNone/>
            </a:pPr>
            <a:r>
              <a:rPr lang="en-US" altLang="ja-JP" dirty="0">
                <a:solidFill>
                  <a:schemeClr val="accent3">
                    <a:lumMod val="75000"/>
                  </a:schemeClr>
                </a:solidFill>
                <a:latin typeface="Consolas" panose="020B0609020204030204" pitchFamily="49" charset="0"/>
              </a:rPr>
              <a:t>// 0-1023 </a:t>
            </a:r>
            <a:r>
              <a:rPr lang="ja-JP" altLang="en-US" dirty="0">
                <a:solidFill>
                  <a:schemeClr val="accent3">
                    <a:lumMod val="75000"/>
                  </a:schemeClr>
                </a:solidFill>
                <a:latin typeface="Consolas" panose="020B0609020204030204" pitchFamily="49" charset="0"/>
              </a:rPr>
              <a:t>がスレッド </a:t>
            </a:r>
            <a:r>
              <a:rPr lang="en-US" altLang="ja-JP" dirty="0">
                <a:solidFill>
                  <a:schemeClr val="accent3">
                    <a:lumMod val="75000"/>
                  </a:schemeClr>
                </a:solidFill>
                <a:latin typeface="Consolas" panose="020B0609020204030204" pitchFamily="49" charset="0"/>
              </a:rPr>
              <a:t>ID </a:t>
            </a:r>
            <a:r>
              <a:rPr lang="ja-JP" altLang="en-US" dirty="0">
                <a:solidFill>
                  <a:schemeClr val="accent3">
                    <a:lumMod val="75000"/>
                  </a:schemeClr>
                </a:solidFill>
                <a:latin typeface="Consolas" panose="020B0609020204030204" pitchFamily="49" charset="0"/>
              </a:rPr>
              <a:t>として渡される</a:t>
            </a:r>
            <a:endParaRPr lang="en-US" altLang="ja-JP" dirty="0">
              <a:solidFill>
                <a:schemeClr val="accent3">
                  <a:lumMod val="75000"/>
                </a:schemeClr>
              </a:solidFill>
              <a:latin typeface="Consolas" panose="020B0609020204030204" pitchFamily="49" charset="0"/>
            </a:endParaRPr>
          </a:p>
          <a:p>
            <a:pPr marL="360000" lvl="1" indent="0">
              <a:buNone/>
            </a:pPr>
            <a:r>
              <a:rPr lang="en-US" altLang="ja-JP" b="1" dirty="0" err="1">
                <a:solidFill>
                  <a:schemeClr val="accent6"/>
                </a:solidFill>
                <a:latin typeface="Consolas" panose="020B0609020204030204" pitchFamily="49" charset="0"/>
              </a:rPr>
              <a:t>func</a:t>
            </a:r>
            <a:r>
              <a:rPr lang="en-US" altLang="ja-JP" b="1" dirty="0">
                <a:solidFill>
                  <a:schemeClr val="accent6"/>
                </a:solidFill>
                <a:latin typeface="Consolas" panose="020B0609020204030204" pitchFamily="49" charset="0"/>
              </a:rPr>
              <a:t>(</a:t>
            </a:r>
            <a:r>
              <a:rPr lang="en-US" altLang="ja-JP" b="1" dirty="0" err="1">
                <a:solidFill>
                  <a:schemeClr val="accent6"/>
                </a:solidFill>
                <a:latin typeface="Consolas" panose="020B0609020204030204" pitchFamily="49" charset="0"/>
              </a:rPr>
              <a:t>thread_id</a:t>
            </a:r>
            <a:r>
              <a:rPr lang="en-US" altLang="ja-JP" b="1" dirty="0">
                <a:solidFill>
                  <a:schemeClr val="accent6"/>
                </a:solidFill>
                <a:latin typeface="Consolas" panose="020B0609020204030204" pitchFamily="49" charset="0"/>
              </a:rPr>
              <a:t>) { </a:t>
            </a:r>
          </a:p>
          <a:p>
            <a:pPr marL="360000" lvl="1" indent="0">
              <a:buNone/>
            </a:pPr>
            <a:r>
              <a:rPr lang="en-US" altLang="ja-JP" b="1" dirty="0">
                <a:solidFill>
                  <a:schemeClr val="accent6"/>
                </a:solidFill>
                <a:latin typeface="Consolas" panose="020B0609020204030204" pitchFamily="49" charset="0"/>
              </a:rPr>
              <a:t>  j = </a:t>
            </a:r>
            <a:r>
              <a:rPr lang="en-US" altLang="ja-JP" b="1" dirty="0" err="1">
                <a:solidFill>
                  <a:schemeClr val="accent6"/>
                </a:solidFill>
                <a:latin typeface="Consolas" panose="020B0609020204030204" pitchFamily="49" charset="0"/>
              </a:rPr>
              <a:t>thread_id</a:t>
            </a:r>
            <a:r>
              <a:rPr lang="en-US" altLang="ja-JP" b="1" dirty="0">
                <a:solidFill>
                  <a:schemeClr val="accent6"/>
                </a:solidFill>
                <a:latin typeface="Consolas" panose="020B0609020204030204" pitchFamily="49" charset="0"/>
              </a:rPr>
              <a:t>;	// k </a:t>
            </a:r>
            <a:r>
              <a:rPr lang="ja-JP" altLang="en-US" b="1" dirty="0">
                <a:solidFill>
                  <a:schemeClr val="accent6"/>
                </a:solidFill>
                <a:latin typeface="Consolas" panose="020B0609020204030204" pitchFamily="49" charset="0"/>
              </a:rPr>
              <a:t>だと同じ場所に書いてしまう</a:t>
            </a:r>
            <a:endParaRPr lang="en-US" altLang="ja-JP" b="1" dirty="0">
              <a:solidFill>
                <a:schemeClr val="accent6"/>
              </a:solidFill>
              <a:latin typeface="Consolas" panose="020B0609020204030204" pitchFamily="49" charset="0"/>
            </a:endParaRPr>
          </a:p>
          <a:p>
            <a:pPr marL="360000" lvl="1" indent="0">
              <a:buNone/>
            </a:pPr>
            <a:r>
              <a:rPr lang="en-US" altLang="ja-JP" dirty="0">
                <a:latin typeface="Consolas" panose="020B0609020204030204" pitchFamily="49" charset="0"/>
              </a:rPr>
              <a:t>  </a:t>
            </a:r>
            <a:r>
              <a:rPr lang="en-US" altLang="ja-JP" dirty="0">
                <a:solidFill>
                  <a:schemeClr val="accent1"/>
                </a:solidFill>
                <a:latin typeface="Consolas" panose="020B0609020204030204" pitchFamily="49" charset="0"/>
              </a:rPr>
              <a:t>for</a:t>
            </a:r>
            <a:r>
              <a:rPr lang="en-US" altLang="ja-JP" dirty="0">
                <a:latin typeface="Consolas" panose="020B0609020204030204" pitchFamily="49" charset="0"/>
              </a:rPr>
              <a:t> (k = 0; k &lt; 1024; k++)</a:t>
            </a:r>
            <a:br>
              <a:rPr lang="en-US" altLang="ja-JP" dirty="0">
                <a:latin typeface="Consolas" panose="020B0609020204030204" pitchFamily="49" charset="0"/>
              </a:rPr>
            </a:br>
            <a:r>
              <a:rPr lang="en-US" altLang="ja-JP" dirty="0">
                <a:latin typeface="Consolas" panose="020B0609020204030204" pitchFamily="49" charset="0"/>
              </a:rPr>
              <a:t>    </a:t>
            </a:r>
            <a:r>
              <a:rPr lang="en-US" altLang="ja-JP" dirty="0">
                <a:solidFill>
                  <a:schemeClr val="accent1"/>
                </a:solidFill>
                <a:latin typeface="Consolas" panose="020B0609020204030204" pitchFamily="49" charset="0"/>
              </a:rPr>
              <a:t>for</a:t>
            </a:r>
            <a:r>
              <a:rPr lang="en-US" altLang="ja-JP" dirty="0">
                <a:latin typeface="Consolas" panose="020B0609020204030204" pitchFamily="49" charset="0"/>
              </a:rPr>
              <a:t> (i = 0; i &lt; 1024; i++)</a:t>
            </a:r>
            <a:br>
              <a:rPr lang="en-US" altLang="ja-JP" dirty="0">
                <a:latin typeface="Consolas" panose="020B0609020204030204" pitchFamily="49" charset="0"/>
              </a:rPr>
            </a:br>
            <a:r>
              <a:rPr lang="en-US" altLang="ja-JP" dirty="0">
                <a:latin typeface="Consolas" panose="020B0609020204030204" pitchFamily="49" charset="0"/>
              </a:rPr>
              <a:t>      a[</a:t>
            </a:r>
            <a:r>
              <a:rPr lang="en-US" altLang="ja-JP" b="1" dirty="0">
                <a:solidFill>
                  <a:schemeClr val="accent6"/>
                </a:solidFill>
                <a:latin typeface="Consolas" panose="020B0609020204030204" pitchFamily="49" charset="0"/>
              </a:rPr>
              <a:t>j</a:t>
            </a:r>
            <a:r>
              <a:rPr lang="en-US" altLang="ja-JP" dirty="0">
                <a:latin typeface="Consolas" panose="020B0609020204030204" pitchFamily="49" charset="0"/>
              </a:rPr>
              <a:t>][i] += b[</a:t>
            </a:r>
            <a:r>
              <a:rPr lang="en-US" altLang="ja-JP" b="1" dirty="0">
                <a:solidFill>
                  <a:schemeClr val="accent6"/>
                </a:solidFill>
                <a:latin typeface="Consolas" panose="020B0609020204030204" pitchFamily="49" charset="0"/>
              </a:rPr>
              <a:t>j</a:t>
            </a:r>
            <a:r>
              <a:rPr lang="en-US" altLang="ja-JP" dirty="0">
                <a:latin typeface="Consolas" panose="020B0609020204030204" pitchFamily="49" charset="0"/>
              </a:rPr>
              <a:t>][k] * c[k][i];</a:t>
            </a:r>
          </a:p>
          <a:p>
            <a:pPr marL="360000" lvl="1" indent="0">
              <a:buNone/>
            </a:pPr>
            <a:r>
              <a:rPr kumimoji="1" lang="en-US" altLang="ja-JP" dirty="0">
                <a:latin typeface="Consolas" panose="020B0609020204030204" pitchFamily="49" charset="0"/>
              </a:rPr>
              <a:t>}</a:t>
            </a:r>
            <a:endParaRPr kumimoji="1" lang="ja-JP" altLang="en-US" dirty="0">
              <a:latin typeface="Consolas" panose="020B0609020204030204" pitchFamily="49" charset="0"/>
            </a:endParaRPr>
          </a:p>
        </p:txBody>
      </p:sp>
    </p:spTree>
    <p:extLst>
      <p:ext uri="{BB962C8B-B14F-4D97-AF65-F5344CB8AC3E}">
        <p14:creationId xmlns:p14="http://schemas.microsoft.com/office/powerpoint/2010/main" val="272526148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FEDA0BE-95A1-E063-2B97-81E7CB16392E}"/>
              </a:ext>
            </a:extLst>
          </p:cNvPr>
          <p:cNvSpPr>
            <a:spLocks noGrp="1"/>
          </p:cNvSpPr>
          <p:nvPr>
            <p:ph type="title"/>
          </p:nvPr>
        </p:nvSpPr>
        <p:spPr/>
        <p:txBody>
          <a:bodyPr/>
          <a:lstStyle/>
          <a:p>
            <a:r>
              <a:rPr kumimoji="1" lang="en-US" altLang="ja-JP" dirty="0"/>
              <a:t>SPMD </a:t>
            </a:r>
            <a:r>
              <a:rPr kumimoji="1" lang="ja-JP" altLang="en-US" dirty="0"/>
              <a:t>で書かれたプログラムの実行</a:t>
            </a:r>
          </a:p>
        </p:txBody>
      </p:sp>
      <p:sp>
        <p:nvSpPr>
          <p:cNvPr id="3" name="テキスト プレースホルダー 2">
            <a:extLst>
              <a:ext uri="{FF2B5EF4-FFF2-40B4-BE49-F238E27FC236}">
                <a16:creationId xmlns:a16="http://schemas.microsoft.com/office/drawing/2014/main" id="{822126ED-CCBE-9570-5387-7AE3ADDC00CD}"/>
              </a:ext>
            </a:extLst>
          </p:cNvPr>
          <p:cNvSpPr>
            <a:spLocks noGrp="1"/>
          </p:cNvSpPr>
          <p:nvPr>
            <p:ph type="body" sz="quarter" idx="10"/>
          </p:nvPr>
        </p:nvSpPr>
        <p:spPr/>
        <p:txBody>
          <a:bodyPr/>
          <a:lstStyle/>
          <a:p>
            <a:r>
              <a:rPr kumimoji="1" lang="ja-JP" altLang="en-US" dirty="0"/>
              <a:t>以下の２通りの方法</a:t>
            </a:r>
            <a:r>
              <a:rPr lang="ja-JP" altLang="en-US" dirty="0"/>
              <a:t>がある</a:t>
            </a:r>
            <a:br>
              <a:rPr lang="en-US" altLang="ja-JP" dirty="0"/>
            </a:br>
            <a:endParaRPr kumimoji="1" lang="en-US" altLang="ja-JP" dirty="0"/>
          </a:p>
          <a:p>
            <a:pPr marL="817200" lvl="1" indent="-457200">
              <a:buFont typeface="+mj-lt"/>
              <a:buAutoNum type="arabicPeriod"/>
            </a:pPr>
            <a:r>
              <a:rPr kumimoji="1" lang="en-US" altLang="ja-JP" dirty="0"/>
              <a:t>SIMD </a:t>
            </a:r>
            <a:r>
              <a:rPr kumimoji="1" lang="ja-JP" altLang="en-US" dirty="0"/>
              <a:t>命令への変換</a:t>
            </a:r>
            <a:endParaRPr kumimoji="1" lang="en-US" altLang="ja-JP" dirty="0"/>
          </a:p>
          <a:p>
            <a:pPr lvl="2"/>
            <a:r>
              <a:rPr kumimoji="1" lang="ja-JP" altLang="en-US" dirty="0"/>
              <a:t>コンパイラにより自動で変換</a:t>
            </a:r>
            <a:endParaRPr kumimoji="1" lang="en-US" altLang="ja-JP" dirty="0"/>
          </a:p>
          <a:p>
            <a:pPr lvl="2"/>
            <a:r>
              <a:rPr kumimoji="1" lang="ja-JP" altLang="en-US" dirty="0"/>
              <a:t>変換された </a:t>
            </a:r>
            <a:r>
              <a:rPr kumimoji="1" lang="en-US" altLang="ja-JP" dirty="0"/>
              <a:t>SIMD </a:t>
            </a:r>
            <a:r>
              <a:rPr kumimoji="1" lang="ja-JP" altLang="en-US" dirty="0"/>
              <a:t>命令を実行</a:t>
            </a:r>
            <a:endParaRPr kumimoji="1" lang="en-US" altLang="ja-JP" dirty="0"/>
          </a:p>
          <a:p>
            <a:pPr lvl="2"/>
            <a:r>
              <a:rPr lang="en-US" altLang="ja-JP" dirty="0"/>
              <a:t>AMD/Intel </a:t>
            </a:r>
            <a:r>
              <a:rPr lang="ja-JP" altLang="en-US" dirty="0"/>
              <a:t>の方式</a:t>
            </a:r>
            <a:endParaRPr lang="en-US" altLang="ja-JP" dirty="0"/>
          </a:p>
          <a:p>
            <a:pPr marL="720000" lvl="2" indent="0">
              <a:buNone/>
            </a:pPr>
            <a:endParaRPr lang="en-US" altLang="ja-JP" dirty="0"/>
          </a:p>
          <a:p>
            <a:pPr marL="817200" lvl="1" indent="-457200">
              <a:buFont typeface="+mj-lt"/>
              <a:buAutoNum type="arabicPeriod"/>
            </a:pPr>
            <a:r>
              <a:rPr kumimoji="1" lang="en-US" altLang="ja-JP" dirty="0">
                <a:solidFill>
                  <a:schemeClr val="accent5"/>
                </a:solidFill>
              </a:rPr>
              <a:t>Single Instruction Multiple Thread (SIMT) </a:t>
            </a:r>
            <a:r>
              <a:rPr kumimoji="1" lang="ja-JP" altLang="en-US" dirty="0"/>
              <a:t>ハードウェアによる実行</a:t>
            </a:r>
            <a:endParaRPr kumimoji="1" lang="en-US" altLang="ja-JP" dirty="0"/>
          </a:p>
          <a:p>
            <a:pPr lvl="2"/>
            <a:r>
              <a:rPr kumimoji="1" lang="ja-JP" altLang="en-US" dirty="0"/>
              <a:t>命令列自体はスカラ命令で記述</a:t>
            </a:r>
            <a:endParaRPr kumimoji="1" lang="en-US" altLang="ja-JP" dirty="0"/>
          </a:p>
          <a:p>
            <a:pPr lvl="2"/>
            <a:r>
              <a:rPr kumimoji="1" lang="ja-JP" altLang="en-US" dirty="0"/>
              <a:t>マルチスレッド実行をハードウェアで </a:t>
            </a:r>
            <a:r>
              <a:rPr kumimoji="1" lang="en-US" altLang="ja-JP" dirty="0"/>
              <a:t>SIMD </a:t>
            </a:r>
            <a:r>
              <a:rPr kumimoji="1" lang="ja-JP" altLang="en-US" dirty="0"/>
              <a:t>にマップする</a:t>
            </a:r>
            <a:endParaRPr kumimoji="1" lang="en-US" altLang="ja-JP" dirty="0"/>
          </a:p>
          <a:p>
            <a:pPr lvl="2"/>
            <a:r>
              <a:rPr kumimoji="1" lang="en-US" altLang="ja-JP" dirty="0"/>
              <a:t>NVIDIA </a:t>
            </a:r>
            <a:r>
              <a:rPr kumimoji="1" lang="ja-JP" altLang="en-US" dirty="0"/>
              <a:t>の方式</a:t>
            </a:r>
          </a:p>
        </p:txBody>
      </p:sp>
    </p:spTree>
    <p:extLst>
      <p:ext uri="{BB962C8B-B14F-4D97-AF65-F5344CB8AC3E}">
        <p14:creationId xmlns:p14="http://schemas.microsoft.com/office/powerpoint/2010/main" val="169667851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C0D08B-36CE-E422-77D0-AEC136E894D7}"/>
            </a:ext>
          </a:extLst>
        </p:cNvPr>
        <p:cNvGrpSpPr/>
        <p:nvPr/>
      </p:nvGrpSpPr>
      <p:grpSpPr>
        <a:xfrm>
          <a:off x="0" y="0"/>
          <a:ext cx="0" cy="0"/>
          <a:chOff x="0" y="0"/>
          <a:chExt cx="0" cy="0"/>
        </a:xfrm>
      </p:grpSpPr>
      <p:sp>
        <p:nvSpPr>
          <p:cNvPr id="37" name="平行四辺形 36">
            <a:extLst>
              <a:ext uri="{FF2B5EF4-FFF2-40B4-BE49-F238E27FC236}">
                <a16:creationId xmlns:a16="http://schemas.microsoft.com/office/drawing/2014/main" id="{19419B46-5BA6-201F-BEFA-559FAE7102C3}"/>
              </a:ext>
            </a:extLst>
          </p:cNvPr>
          <p:cNvSpPr/>
          <p:nvPr/>
        </p:nvSpPr>
        <p:spPr bwMode="auto">
          <a:xfrm>
            <a:off x="6096000" y="2618991"/>
            <a:ext cx="15624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sp>
        <p:nvSpPr>
          <p:cNvPr id="54" name="平行四辺形 53">
            <a:extLst>
              <a:ext uri="{FF2B5EF4-FFF2-40B4-BE49-F238E27FC236}">
                <a16:creationId xmlns:a16="http://schemas.microsoft.com/office/drawing/2014/main" id="{EE96B89B-D746-9E8B-4652-75364638B042}"/>
              </a:ext>
            </a:extLst>
          </p:cNvPr>
          <p:cNvSpPr/>
          <p:nvPr/>
        </p:nvSpPr>
        <p:spPr bwMode="auto">
          <a:xfrm>
            <a:off x="7716018" y="1538979"/>
            <a:ext cx="15624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sp>
        <p:nvSpPr>
          <p:cNvPr id="3" name="正方形/長方形 2">
            <a:extLst>
              <a:ext uri="{FF2B5EF4-FFF2-40B4-BE49-F238E27FC236}">
                <a16:creationId xmlns:a16="http://schemas.microsoft.com/office/drawing/2014/main" id="{D5B350C3-E8A6-496A-1E63-6FAC143D4463}"/>
              </a:ext>
            </a:extLst>
          </p:cNvPr>
          <p:cNvSpPr/>
          <p:nvPr/>
        </p:nvSpPr>
        <p:spPr>
          <a:xfrm>
            <a:off x="6057840" y="1754448"/>
            <a:ext cx="865983" cy="738664"/>
          </a:xfrm>
          <a:prstGeom prst="rect">
            <a:avLst/>
          </a:prstGeom>
        </p:spPr>
        <p:txBody>
          <a:bodyPr wrap="squar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49" name="正方形/長方形 48">
            <a:extLst>
              <a:ext uri="{FF2B5EF4-FFF2-40B4-BE49-F238E27FC236}">
                <a16:creationId xmlns:a16="http://schemas.microsoft.com/office/drawing/2014/main" id="{F3E1A34F-BFA1-CF1D-239D-0652E8F7C4FD}"/>
              </a:ext>
            </a:extLst>
          </p:cNvPr>
          <p:cNvSpPr/>
          <p:nvPr/>
        </p:nvSpPr>
        <p:spPr>
          <a:xfrm>
            <a:off x="8076022" y="818971"/>
            <a:ext cx="865983" cy="738664"/>
          </a:xfrm>
          <a:prstGeom prst="rect">
            <a:avLst/>
          </a:prstGeom>
        </p:spPr>
        <p:txBody>
          <a:bodyPr wrap="square">
            <a:spAutoFit/>
          </a:bodyPr>
          <a:lstStyle/>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ﾟーﾟ</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2" name="タイトル 1">
            <a:extLst>
              <a:ext uri="{FF2B5EF4-FFF2-40B4-BE49-F238E27FC236}">
                <a16:creationId xmlns:a16="http://schemas.microsoft.com/office/drawing/2014/main" id="{0957C5B9-FA69-8DB7-03C9-40E9F441B6E1}"/>
              </a:ext>
            </a:extLst>
          </p:cNvPr>
          <p:cNvSpPr>
            <a:spLocks noGrp="1"/>
          </p:cNvSpPr>
          <p:nvPr>
            <p:ph type="title"/>
          </p:nvPr>
        </p:nvSpPr>
        <p:spPr/>
        <p:txBody>
          <a:bodyPr/>
          <a:lstStyle/>
          <a:p>
            <a:r>
              <a:rPr lang="ja-JP" altLang="en-US" dirty="0"/>
              <a:t>カレー屋さんの </a:t>
            </a:r>
            <a:r>
              <a:rPr lang="en-US" altLang="ja-JP" dirty="0"/>
              <a:t>SIMT</a:t>
            </a:r>
            <a:endParaRPr kumimoji="1" lang="ja-JP" altLang="en-US" dirty="0"/>
          </a:p>
        </p:txBody>
      </p:sp>
      <p:sp>
        <p:nvSpPr>
          <p:cNvPr id="96" name="正方形/長方形 95">
            <a:extLst>
              <a:ext uri="{FF2B5EF4-FFF2-40B4-BE49-F238E27FC236}">
                <a16:creationId xmlns:a16="http://schemas.microsoft.com/office/drawing/2014/main" id="{580475FA-E389-01BF-1035-0D32839998EB}"/>
              </a:ext>
            </a:extLst>
          </p:cNvPr>
          <p:cNvSpPr/>
          <p:nvPr/>
        </p:nvSpPr>
        <p:spPr bwMode="auto">
          <a:xfrm>
            <a:off x="4565983" y="1718981"/>
            <a:ext cx="1440016" cy="1710019"/>
          </a:xfrm>
          <a:prstGeom prst="rect">
            <a:avLst/>
          </a:prstGeom>
          <a:solidFill>
            <a:schemeClr val="bg1"/>
          </a:solidFill>
          <a:ln>
            <a:solidFill>
              <a:schemeClr val="accent4"/>
            </a:solidFill>
            <a:headEnd/>
            <a:tailEnd type="none" w="sm" len="med"/>
          </a:ln>
        </p:spPr>
        <p:style>
          <a:lnRef idx="2">
            <a:schemeClr val="accent4">
              <a:shade val="15000"/>
            </a:schemeClr>
          </a:lnRef>
          <a:fillRef idx="1">
            <a:schemeClr val="accent4"/>
          </a:fillRef>
          <a:effectRef idx="0">
            <a:schemeClr val="accent4"/>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nSpc>
                <a:spcPct val="150000"/>
              </a:lnSpc>
            </a:pPr>
            <a:r>
              <a:rPr lang="en-US" altLang="ja-JP" sz="1400" dirty="0">
                <a:solidFill>
                  <a:schemeClr val="accent4"/>
                </a:solidFill>
                <a:latin typeface="Arial Narrow" panose="020B0606020202030204" pitchFamily="34" charset="0"/>
              </a:rPr>
              <a:t>1. </a:t>
            </a:r>
            <a:r>
              <a:rPr lang="ja-JP" altLang="en-US" sz="1400" dirty="0">
                <a:solidFill>
                  <a:schemeClr val="accent4"/>
                </a:solidFill>
                <a:latin typeface="Arial Narrow" panose="020B0606020202030204" pitchFamily="34" charset="0"/>
              </a:rPr>
              <a:t>人参</a:t>
            </a:r>
            <a:r>
              <a:rPr lang="ja-JP" altLang="en-US" sz="1400">
                <a:solidFill>
                  <a:schemeClr val="accent4"/>
                </a:solidFill>
                <a:latin typeface="Arial Narrow" panose="020B0606020202030204" pitchFamily="34" charset="0"/>
              </a:rPr>
              <a:t>を切る</a:t>
            </a:r>
            <a:endParaRPr lang="en-US" altLang="ja-JP" sz="1400" dirty="0">
              <a:solidFill>
                <a:schemeClr val="accent4"/>
              </a:solidFill>
              <a:latin typeface="Arial Narrow" panose="020B0606020202030204" pitchFamily="34" charset="0"/>
            </a:endParaRPr>
          </a:p>
          <a:p>
            <a:pPr>
              <a:lnSpc>
                <a:spcPct val="150000"/>
              </a:lnSpc>
            </a:pPr>
            <a:r>
              <a:rPr lang="en-US" altLang="ja-JP" sz="1400" dirty="0">
                <a:solidFill>
                  <a:schemeClr val="accent4"/>
                </a:solidFill>
                <a:latin typeface="Arial Narrow" panose="020B0606020202030204" pitchFamily="34" charset="0"/>
              </a:rPr>
              <a:t>2. </a:t>
            </a:r>
            <a:r>
              <a:rPr lang="ja-JP" altLang="en-US" sz="1400" dirty="0">
                <a:solidFill>
                  <a:schemeClr val="accent4"/>
                </a:solidFill>
                <a:latin typeface="Arial Narrow" panose="020B0606020202030204" pitchFamily="34" charset="0"/>
              </a:rPr>
              <a:t>玉葱</a:t>
            </a:r>
            <a:r>
              <a:rPr lang="ja-JP" altLang="en-US" sz="1400">
                <a:solidFill>
                  <a:schemeClr val="accent4"/>
                </a:solidFill>
                <a:latin typeface="Arial Narrow" panose="020B0606020202030204" pitchFamily="34" charset="0"/>
              </a:rPr>
              <a:t>を切る</a:t>
            </a:r>
            <a:endParaRPr lang="en-US" altLang="ja-JP" sz="1400" dirty="0">
              <a:solidFill>
                <a:schemeClr val="accent4"/>
              </a:solidFill>
              <a:latin typeface="Arial Narrow" panose="020B0606020202030204" pitchFamily="34" charset="0"/>
            </a:endParaRPr>
          </a:p>
          <a:p>
            <a:pPr>
              <a:lnSpc>
                <a:spcPct val="150000"/>
              </a:lnSpc>
            </a:pPr>
            <a:r>
              <a:rPr lang="en-US" altLang="ja-JP" sz="1400" dirty="0">
                <a:solidFill>
                  <a:schemeClr val="accent4"/>
                </a:solidFill>
                <a:latin typeface="Arial Narrow" panose="020B0606020202030204" pitchFamily="34" charset="0"/>
              </a:rPr>
              <a:t>3. </a:t>
            </a:r>
            <a:r>
              <a:rPr lang="ja-JP" altLang="en-US" sz="1400" dirty="0">
                <a:solidFill>
                  <a:schemeClr val="accent4"/>
                </a:solidFill>
                <a:latin typeface="Arial Narrow" panose="020B0606020202030204" pitchFamily="34" charset="0"/>
              </a:rPr>
              <a:t>肉</a:t>
            </a:r>
            <a:r>
              <a:rPr lang="ja-JP" altLang="en-US" sz="1400">
                <a:solidFill>
                  <a:schemeClr val="accent4"/>
                </a:solidFill>
                <a:latin typeface="Arial Narrow" panose="020B0606020202030204" pitchFamily="34" charset="0"/>
              </a:rPr>
              <a:t>を切る</a:t>
            </a:r>
            <a:endParaRPr lang="en-US" altLang="ja-JP" sz="1400" dirty="0">
              <a:solidFill>
                <a:schemeClr val="accent4"/>
              </a:solidFill>
              <a:latin typeface="Arial Narrow" panose="020B0606020202030204" pitchFamily="34" charset="0"/>
            </a:endParaRPr>
          </a:p>
          <a:p>
            <a:pPr>
              <a:lnSpc>
                <a:spcPct val="150000"/>
              </a:lnSpc>
            </a:pPr>
            <a:r>
              <a:rPr lang="en-US" altLang="ja-JP" sz="1400" dirty="0">
                <a:solidFill>
                  <a:schemeClr val="accent4"/>
                </a:solidFill>
                <a:latin typeface="Arial Narrow" panose="020B0606020202030204" pitchFamily="34" charset="0"/>
              </a:rPr>
              <a:t>4. </a:t>
            </a:r>
            <a:r>
              <a:rPr lang="ja-JP" altLang="en-US" sz="1400" dirty="0">
                <a:solidFill>
                  <a:schemeClr val="accent4"/>
                </a:solidFill>
                <a:latin typeface="Arial Narrow" panose="020B0606020202030204" pitchFamily="34" charset="0"/>
              </a:rPr>
              <a:t>芋</a:t>
            </a:r>
            <a:r>
              <a:rPr lang="ja-JP" altLang="en-US" sz="1400">
                <a:solidFill>
                  <a:schemeClr val="accent4"/>
                </a:solidFill>
                <a:latin typeface="Arial Narrow" panose="020B0606020202030204" pitchFamily="34" charset="0"/>
              </a:rPr>
              <a:t>を切る</a:t>
            </a:r>
            <a:endParaRPr lang="en-US" altLang="ja-JP" sz="1400" dirty="0">
              <a:solidFill>
                <a:schemeClr val="accent4"/>
              </a:solidFill>
              <a:latin typeface="Arial Narrow" panose="020B0606020202030204" pitchFamily="34" charset="0"/>
            </a:endParaRPr>
          </a:p>
          <a:p>
            <a:pPr>
              <a:lnSpc>
                <a:spcPct val="150000"/>
              </a:lnSpc>
            </a:pPr>
            <a:r>
              <a:rPr lang="en-US" altLang="ja-JP" sz="1400" dirty="0">
                <a:solidFill>
                  <a:schemeClr val="accent4"/>
                </a:solidFill>
                <a:latin typeface="Arial Narrow" panose="020B0606020202030204" pitchFamily="34" charset="0"/>
              </a:rPr>
              <a:t>5. </a:t>
            </a:r>
            <a:r>
              <a:rPr lang="ja-JP" altLang="en-US" sz="1400" dirty="0">
                <a:solidFill>
                  <a:schemeClr val="accent4"/>
                </a:solidFill>
                <a:latin typeface="Arial Narrow" panose="020B0606020202030204" pitchFamily="34" charset="0"/>
              </a:rPr>
              <a:t>炒める</a:t>
            </a:r>
          </a:p>
        </p:txBody>
      </p:sp>
      <p:sp>
        <p:nvSpPr>
          <p:cNvPr id="6" name="角丸四角形 46">
            <a:extLst>
              <a:ext uri="{FF2B5EF4-FFF2-40B4-BE49-F238E27FC236}">
                <a16:creationId xmlns:a16="http://schemas.microsoft.com/office/drawing/2014/main" id="{06FCE15B-D5D8-4C81-6044-CD3EB89BA2A7}"/>
              </a:ext>
            </a:extLst>
          </p:cNvPr>
          <p:cNvSpPr/>
          <p:nvPr/>
        </p:nvSpPr>
        <p:spPr bwMode="auto">
          <a:xfrm>
            <a:off x="6366003" y="2348988"/>
            <a:ext cx="816026" cy="450005"/>
          </a:xfrm>
          <a:prstGeom prst="roundRect">
            <a:avLst/>
          </a:prstGeom>
          <a:ln>
            <a:headEnd/>
            <a:tailEnd type="triangle" w="sm" len="med"/>
          </a:ln>
        </p:spPr>
        <p:style>
          <a:lnRef idx="2">
            <a:schemeClr val="accent4">
              <a:shade val="15000"/>
            </a:schemeClr>
          </a:lnRef>
          <a:fillRef idx="1">
            <a:schemeClr val="accent4"/>
          </a:fillRef>
          <a:effectRef idx="0">
            <a:schemeClr val="accent4"/>
          </a:effectRef>
          <a:fontRef idx="minor">
            <a:schemeClr val="lt1"/>
          </a:fontRef>
        </p:style>
        <p:txBody>
          <a:bodyPr wrap="none" rtlCol="0" anchor="ctr"/>
          <a:lstStyle/>
          <a:p>
            <a:pPr algn="ctr"/>
            <a:r>
              <a:rPr lang="ja-JP" altLang="en-US" sz="1400" b="1" dirty="0">
                <a:solidFill>
                  <a:schemeClr val="bg1"/>
                </a:solidFill>
                <a:latin typeface="Arial Narrow" panose="020B0606020202030204" pitchFamily="34" charset="0"/>
              </a:rPr>
              <a:t>玉葱を</a:t>
            </a:r>
            <a:endParaRPr lang="en-US" altLang="ja-JP" sz="1400" b="1" dirty="0">
              <a:solidFill>
                <a:schemeClr val="bg1"/>
              </a:solidFill>
              <a:latin typeface="Arial Narrow" panose="020B0606020202030204" pitchFamily="34" charset="0"/>
            </a:endParaRPr>
          </a:p>
          <a:p>
            <a:pPr algn="ctr"/>
            <a:r>
              <a:rPr lang="ja-JP" altLang="en-US" sz="1400" b="1" dirty="0">
                <a:solidFill>
                  <a:schemeClr val="bg1"/>
                </a:solidFill>
                <a:latin typeface="Arial Narrow" panose="020B0606020202030204" pitchFamily="34" charset="0"/>
              </a:rPr>
              <a:t>切る</a:t>
            </a:r>
            <a:endParaRPr kumimoji="1" lang="ja-JP" altLang="en-US" sz="1400" b="1" dirty="0">
              <a:solidFill>
                <a:schemeClr val="bg1"/>
              </a:solidFill>
              <a:latin typeface="Arial Narrow" panose="020B0606020202030204" pitchFamily="34" charset="0"/>
            </a:endParaRPr>
          </a:p>
        </p:txBody>
      </p:sp>
      <p:sp>
        <p:nvSpPr>
          <p:cNvPr id="4" name="テキスト プレースホルダー 4">
            <a:extLst>
              <a:ext uri="{FF2B5EF4-FFF2-40B4-BE49-F238E27FC236}">
                <a16:creationId xmlns:a16="http://schemas.microsoft.com/office/drawing/2014/main" id="{2AFDD8D3-D787-6949-282D-66F890A1DBC0}"/>
              </a:ext>
            </a:extLst>
          </p:cNvPr>
          <p:cNvSpPr>
            <a:spLocks noGrp="1"/>
          </p:cNvSpPr>
          <p:nvPr>
            <p:ph type="body" sz="quarter" idx="10"/>
          </p:nvPr>
        </p:nvSpPr>
        <p:spPr>
          <a:xfrm>
            <a:off x="1145945" y="4599013"/>
            <a:ext cx="9630107" cy="1170013"/>
          </a:xfrm>
        </p:spPr>
        <p:txBody>
          <a:bodyPr/>
          <a:lstStyle/>
          <a:p>
            <a:r>
              <a:rPr lang="en-US" altLang="ja-JP" dirty="0"/>
              <a:t>SIMD </a:t>
            </a:r>
            <a:r>
              <a:rPr lang="ja-JP" altLang="en-US" dirty="0"/>
              <a:t>命令や組み込み関数：</a:t>
            </a:r>
            <a:endParaRPr lang="en-US" altLang="ja-JP" dirty="0"/>
          </a:p>
          <a:p>
            <a:pPr lvl="1"/>
            <a:r>
              <a:rPr lang="ja-JP" altLang="en-US" dirty="0"/>
              <a:t>レシピに「４つ切る」と最初から書いてある</a:t>
            </a:r>
            <a:endParaRPr lang="en-US" altLang="ja-JP" dirty="0"/>
          </a:p>
          <a:p>
            <a:r>
              <a:rPr lang="en-US" altLang="ja-JP" dirty="0"/>
              <a:t>SIMT</a:t>
            </a:r>
            <a:r>
              <a:rPr lang="ja-JP" altLang="en-US" dirty="0"/>
              <a:t>：</a:t>
            </a:r>
            <a:endParaRPr lang="en-US" altLang="ja-JP" dirty="0"/>
          </a:p>
          <a:p>
            <a:pPr lvl="1"/>
            <a:r>
              <a:rPr lang="ja-JP" altLang="en-US" dirty="0"/>
              <a:t>レシピ自体は「１つ切る」とだけ書いてある</a:t>
            </a:r>
            <a:endParaRPr lang="en-US" altLang="ja-JP" dirty="0"/>
          </a:p>
          <a:p>
            <a:pPr lvl="1"/>
            <a:r>
              <a:rPr lang="ja-JP" altLang="en-US" dirty="0"/>
              <a:t>かわりに「今ここ」を４つ持ち，都度いくつ同時にできるか考える</a:t>
            </a:r>
            <a:endParaRPr lang="en-US" altLang="ja-JP" dirty="0"/>
          </a:p>
          <a:p>
            <a:pPr lvl="1"/>
            <a:r>
              <a:rPr lang="ja-JP" altLang="en-US" dirty="0">
                <a:solidFill>
                  <a:schemeClr val="accent5"/>
                </a:solidFill>
              </a:rPr>
              <a:t>「今ここ」が同じところにある人達の分は，一括して出来る</a:t>
            </a:r>
            <a:endParaRPr lang="en-US" altLang="ja-JP" dirty="0">
              <a:solidFill>
                <a:schemeClr val="accent5"/>
              </a:solidFill>
            </a:endParaRPr>
          </a:p>
        </p:txBody>
      </p:sp>
      <p:sp>
        <p:nvSpPr>
          <p:cNvPr id="7" name="平行四辺形 6">
            <a:extLst>
              <a:ext uri="{FF2B5EF4-FFF2-40B4-BE49-F238E27FC236}">
                <a16:creationId xmlns:a16="http://schemas.microsoft.com/office/drawing/2014/main" id="{E70E97E0-4E17-B150-1142-9E6395B13500}"/>
              </a:ext>
            </a:extLst>
          </p:cNvPr>
          <p:cNvSpPr/>
          <p:nvPr/>
        </p:nvSpPr>
        <p:spPr bwMode="auto">
          <a:xfrm>
            <a:off x="7716018" y="2258987"/>
            <a:ext cx="15624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sp>
        <p:nvSpPr>
          <p:cNvPr id="8" name="平行四辺形 7">
            <a:extLst>
              <a:ext uri="{FF2B5EF4-FFF2-40B4-BE49-F238E27FC236}">
                <a16:creationId xmlns:a16="http://schemas.microsoft.com/office/drawing/2014/main" id="{4A226942-7524-B374-7498-4E7FC4A8C07E}"/>
              </a:ext>
            </a:extLst>
          </p:cNvPr>
          <p:cNvSpPr/>
          <p:nvPr/>
        </p:nvSpPr>
        <p:spPr bwMode="auto">
          <a:xfrm>
            <a:off x="7716018" y="2978995"/>
            <a:ext cx="15624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sp>
        <p:nvSpPr>
          <p:cNvPr id="9" name="平行四辺形 8">
            <a:extLst>
              <a:ext uri="{FF2B5EF4-FFF2-40B4-BE49-F238E27FC236}">
                <a16:creationId xmlns:a16="http://schemas.microsoft.com/office/drawing/2014/main" id="{243B6398-99F3-6A86-C65F-5316689DFBF9}"/>
              </a:ext>
            </a:extLst>
          </p:cNvPr>
          <p:cNvSpPr/>
          <p:nvPr/>
        </p:nvSpPr>
        <p:spPr bwMode="auto">
          <a:xfrm>
            <a:off x="7716018" y="4239009"/>
            <a:ext cx="15624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cxnSp>
        <p:nvCxnSpPr>
          <p:cNvPr id="11" name="直線矢印コネクタ 10">
            <a:extLst>
              <a:ext uri="{FF2B5EF4-FFF2-40B4-BE49-F238E27FC236}">
                <a16:creationId xmlns:a16="http://schemas.microsoft.com/office/drawing/2014/main" id="{3785D163-2D36-59FE-A3E5-E460550D9131}"/>
              </a:ext>
            </a:extLst>
          </p:cNvPr>
          <p:cNvCxnSpPr>
            <a:cxnSpLocks/>
          </p:cNvCxnSpPr>
          <p:nvPr/>
        </p:nvCxnSpPr>
        <p:spPr bwMode="auto">
          <a:xfrm>
            <a:off x="4205979" y="2258987"/>
            <a:ext cx="360004" cy="0"/>
          </a:xfrm>
          <a:prstGeom prst="straightConnector1">
            <a:avLst/>
          </a:prstGeom>
          <a:ln w="57150">
            <a:headEnd type="none" w="med" len="med"/>
            <a:tailEnd type="triangle"/>
          </a:ln>
        </p:spPr>
        <p:style>
          <a:lnRef idx="3">
            <a:schemeClr val="accent5"/>
          </a:lnRef>
          <a:fillRef idx="0">
            <a:schemeClr val="accent5"/>
          </a:fillRef>
          <a:effectRef idx="2">
            <a:schemeClr val="accent5"/>
          </a:effectRef>
          <a:fontRef idx="minor">
            <a:schemeClr val="tx1"/>
          </a:fontRef>
        </p:style>
      </p:cxnSp>
      <p:cxnSp>
        <p:nvCxnSpPr>
          <p:cNvPr id="12" name="直線矢印コネクタ 11">
            <a:extLst>
              <a:ext uri="{FF2B5EF4-FFF2-40B4-BE49-F238E27FC236}">
                <a16:creationId xmlns:a16="http://schemas.microsoft.com/office/drawing/2014/main" id="{347031D2-37EC-6DE4-41F0-72B426DDA55D}"/>
              </a:ext>
            </a:extLst>
          </p:cNvPr>
          <p:cNvCxnSpPr>
            <a:cxnSpLocks/>
          </p:cNvCxnSpPr>
          <p:nvPr/>
        </p:nvCxnSpPr>
        <p:spPr bwMode="auto">
          <a:xfrm>
            <a:off x="4205979" y="2888994"/>
            <a:ext cx="360004" cy="0"/>
          </a:xfrm>
          <a:prstGeom prst="straightConnector1">
            <a:avLst/>
          </a:prstGeom>
          <a:ln w="57150">
            <a:headEnd type="none" w="med" len="med"/>
            <a:tailEnd type="triangle"/>
          </a:ln>
        </p:spPr>
        <p:style>
          <a:lnRef idx="3">
            <a:schemeClr val="accent5"/>
          </a:lnRef>
          <a:fillRef idx="0">
            <a:schemeClr val="accent5"/>
          </a:fillRef>
          <a:effectRef idx="2">
            <a:schemeClr val="accent5"/>
          </a:effectRef>
          <a:fontRef idx="minor">
            <a:schemeClr val="tx1"/>
          </a:fontRef>
        </p:style>
      </p:cxnSp>
      <p:cxnSp>
        <p:nvCxnSpPr>
          <p:cNvPr id="15" name="直線矢印コネクタ 14">
            <a:extLst>
              <a:ext uri="{FF2B5EF4-FFF2-40B4-BE49-F238E27FC236}">
                <a16:creationId xmlns:a16="http://schemas.microsoft.com/office/drawing/2014/main" id="{0D9996BB-3CA4-4C29-DADA-86B86324A84A}"/>
              </a:ext>
            </a:extLst>
          </p:cNvPr>
          <p:cNvCxnSpPr>
            <a:cxnSpLocks/>
          </p:cNvCxnSpPr>
          <p:nvPr/>
        </p:nvCxnSpPr>
        <p:spPr bwMode="auto">
          <a:xfrm>
            <a:off x="3755974" y="2258987"/>
            <a:ext cx="360004" cy="0"/>
          </a:xfrm>
          <a:prstGeom prst="straightConnector1">
            <a:avLst/>
          </a:prstGeom>
          <a:ln w="57150">
            <a:headEnd type="none" w="med" len="med"/>
            <a:tailEnd type="triangle"/>
          </a:ln>
        </p:spPr>
        <p:style>
          <a:lnRef idx="3">
            <a:schemeClr val="accent5"/>
          </a:lnRef>
          <a:fillRef idx="0">
            <a:schemeClr val="accent5"/>
          </a:fillRef>
          <a:effectRef idx="2">
            <a:schemeClr val="accent5"/>
          </a:effectRef>
          <a:fontRef idx="minor">
            <a:schemeClr val="tx1"/>
          </a:fontRef>
        </p:style>
      </p:cxnSp>
      <p:cxnSp>
        <p:nvCxnSpPr>
          <p:cNvPr id="16" name="直線矢印コネクタ 15">
            <a:extLst>
              <a:ext uri="{FF2B5EF4-FFF2-40B4-BE49-F238E27FC236}">
                <a16:creationId xmlns:a16="http://schemas.microsoft.com/office/drawing/2014/main" id="{FE1CEC20-9513-8D32-B596-B65DDFB933B4}"/>
              </a:ext>
            </a:extLst>
          </p:cNvPr>
          <p:cNvCxnSpPr>
            <a:cxnSpLocks/>
          </p:cNvCxnSpPr>
          <p:nvPr/>
        </p:nvCxnSpPr>
        <p:spPr bwMode="auto">
          <a:xfrm>
            <a:off x="3305969" y="2258987"/>
            <a:ext cx="360004" cy="0"/>
          </a:xfrm>
          <a:prstGeom prst="straightConnector1">
            <a:avLst/>
          </a:prstGeom>
          <a:ln w="57150">
            <a:headEnd type="none" w="med" len="med"/>
            <a:tailEnd type="triangle"/>
          </a:ln>
        </p:spPr>
        <p:style>
          <a:lnRef idx="3">
            <a:schemeClr val="accent5"/>
          </a:lnRef>
          <a:fillRef idx="0">
            <a:schemeClr val="accent5"/>
          </a:fillRef>
          <a:effectRef idx="2">
            <a:schemeClr val="accent5"/>
          </a:effectRef>
          <a:fontRef idx="minor">
            <a:schemeClr val="tx1"/>
          </a:fontRef>
        </p:style>
      </p:cxnSp>
      <p:sp>
        <p:nvSpPr>
          <p:cNvPr id="17" name="角丸四角形吹き出し 44">
            <a:extLst>
              <a:ext uri="{FF2B5EF4-FFF2-40B4-BE49-F238E27FC236}">
                <a16:creationId xmlns:a16="http://schemas.microsoft.com/office/drawing/2014/main" id="{354C2773-775E-DF52-1349-FDB8FD46138D}"/>
              </a:ext>
            </a:extLst>
          </p:cNvPr>
          <p:cNvSpPr/>
          <p:nvPr/>
        </p:nvSpPr>
        <p:spPr bwMode="auto">
          <a:xfrm>
            <a:off x="6726007" y="1448978"/>
            <a:ext cx="1440016" cy="522648"/>
          </a:xfrm>
          <a:prstGeom prst="wedgeRoundRectCallout">
            <a:avLst>
              <a:gd name="adj1" fmla="val -41466"/>
              <a:gd name="adj2" fmla="val 84351"/>
              <a:gd name="adj3" fmla="val 16667"/>
            </a:avLst>
          </a:prstGeom>
          <a:ln>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400" dirty="0">
                <a:solidFill>
                  <a:schemeClr val="tx1">
                    <a:lumMod val="65000"/>
                    <a:lumOff val="35000"/>
                  </a:schemeClr>
                </a:solidFill>
                <a:latin typeface="Arial Narrow" panose="020B0606020202030204" pitchFamily="34" charset="0"/>
              </a:rPr>
              <a:t>上３人だけ玉葱</a:t>
            </a:r>
            <a:br>
              <a:rPr lang="en-US" altLang="ja-JP" sz="1400" dirty="0">
                <a:solidFill>
                  <a:schemeClr val="tx1">
                    <a:lumMod val="65000"/>
                    <a:lumOff val="35000"/>
                  </a:schemeClr>
                </a:solidFill>
                <a:latin typeface="Arial Narrow" panose="020B0606020202030204" pitchFamily="34" charset="0"/>
              </a:rPr>
            </a:br>
            <a:r>
              <a:rPr lang="ja-JP" altLang="en-US" sz="1400" dirty="0">
                <a:solidFill>
                  <a:schemeClr val="tx1">
                    <a:lumMod val="65000"/>
                    <a:lumOff val="35000"/>
                  </a:schemeClr>
                </a:solidFill>
                <a:latin typeface="Arial Narrow" panose="020B0606020202030204" pitchFamily="34" charset="0"/>
              </a:rPr>
              <a:t>切ってくれんか</a:t>
            </a:r>
          </a:p>
        </p:txBody>
      </p:sp>
      <p:sp>
        <p:nvSpPr>
          <p:cNvPr id="18" name="正方形/長方形 17">
            <a:extLst>
              <a:ext uri="{FF2B5EF4-FFF2-40B4-BE49-F238E27FC236}">
                <a16:creationId xmlns:a16="http://schemas.microsoft.com/office/drawing/2014/main" id="{18D6E4E5-B43A-5447-40C3-F3144F540371}"/>
              </a:ext>
            </a:extLst>
          </p:cNvPr>
          <p:cNvSpPr/>
          <p:nvPr/>
        </p:nvSpPr>
        <p:spPr bwMode="auto">
          <a:xfrm>
            <a:off x="2855964" y="1808982"/>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600" dirty="0">
                <a:solidFill>
                  <a:schemeClr val="tx1">
                    <a:lumMod val="75000"/>
                    <a:lumOff val="25000"/>
                  </a:schemeClr>
                </a:solidFill>
                <a:latin typeface="+mn-ea"/>
              </a:rPr>
              <a:t>今ここしおり </a:t>
            </a:r>
            <a:r>
              <a:rPr lang="en-US" altLang="ja-JP" sz="1600" dirty="0">
                <a:solidFill>
                  <a:schemeClr val="tx1">
                    <a:lumMod val="75000"/>
                    <a:lumOff val="25000"/>
                  </a:schemeClr>
                </a:solidFill>
                <a:latin typeface="+mn-ea"/>
              </a:rPr>
              <a:t>x4</a:t>
            </a:r>
            <a:endParaRPr lang="ja-JP" altLang="en-US" sz="1600" dirty="0">
              <a:solidFill>
                <a:schemeClr val="tx1">
                  <a:lumMod val="75000"/>
                  <a:lumOff val="25000"/>
                </a:schemeClr>
              </a:solidFill>
              <a:latin typeface="+mn-ea"/>
            </a:endParaRPr>
          </a:p>
        </p:txBody>
      </p:sp>
      <p:sp>
        <p:nvSpPr>
          <p:cNvPr id="5" name="正方形/長方形 4">
            <a:extLst>
              <a:ext uri="{FF2B5EF4-FFF2-40B4-BE49-F238E27FC236}">
                <a16:creationId xmlns:a16="http://schemas.microsoft.com/office/drawing/2014/main" id="{5EFFDFDB-1A3B-3025-816B-A21893B517D4}"/>
              </a:ext>
            </a:extLst>
          </p:cNvPr>
          <p:cNvSpPr/>
          <p:nvPr/>
        </p:nvSpPr>
        <p:spPr>
          <a:xfrm>
            <a:off x="8076022" y="3519001"/>
            <a:ext cx="865983" cy="738664"/>
          </a:xfrm>
          <a:prstGeom prst="rect">
            <a:avLst/>
          </a:prstGeom>
        </p:spPr>
        <p:txBody>
          <a:bodyPr wrap="square">
            <a:spAutoFit/>
          </a:bodyPr>
          <a:lstStyle/>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ﾟーﾟ</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cxnSp>
        <p:nvCxnSpPr>
          <p:cNvPr id="13" name="直線矢印コネクタ 12">
            <a:extLst>
              <a:ext uri="{FF2B5EF4-FFF2-40B4-BE49-F238E27FC236}">
                <a16:creationId xmlns:a16="http://schemas.microsoft.com/office/drawing/2014/main" id="{E51904B3-D416-A161-3148-491E2D4CF109}"/>
              </a:ext>
            </a:extLst>
          </p:cNvPr>
          <p:cNvCxnSpPr/>
          <p:nvPr/>
        </p:nvCxnSpPr>
        <p:spPr bwMode="auto">
          <a:xfrm flipV="1">
            <a:off x="7356014" y="1898983"/>
            <a:ext cx="810009" cy="450005"/>
          </a:xfrm>
          <a:prstGeom prst="straightConnector1">
            <a:avLst/>
          </a:prstGeom>
          <a:ln>
            <a:headEnd type="none" w="med" len="med"/>
            <a:tailEnd type="triangle"/>
          </a:ln>
        </p:spPr>
        <p:style>
          <a:lnRef idx="3">
            <a:schemeClr val="accent1"/>
          </a:lnRef>
          <a:fillRef idx="0">
            <a:schemeClr val="accent1"/>
          </a:fillRef>
          <a:effectRef idx="2">
            <a:schemeClr val="accent1"/>
          </a:effectRef>
          <a:fontRef idx="minor">
            <a:schemeClr val="tx1"/>
          </a:fontRef>
        </p:style>
      </p:cxnSp>
      <p:cxnSp>
        <p:nvCxnSpPr>
          <p:cNvPr id="14" name="直線矢印コネクタ 13">
            <a:extLst>
              <a:ext uri="{FF2B5EF4-FFF2-40B4-BE49-F238E27FC236}">
                <a16:creationId xmlns:a16="http://schemas.microsoft.com/office/drawing/2014/main" id="{687A873B-0357-FF93-5542-3921E8E8A4BD}"/>
              </a:ext>
            </a:extLst>
          </p:cNvPr>
          <p:cNvCxnSpPr>
            <a:cxnSpLocks/>
          </p:cNvCxnSpPr>
          <p:nvPr/>
        </p:nvCxnSpPr>
        <p:spPr bwMode="auto">
          <a:xfrm>
            <a:off x="7356014" y="2528990"/>
            <a:ext cx="810009" cy="0"/>
          </a:xfrm>
          <a:prstGeom prst="straightConnector1">
            <a:avLst/>
          </a:prstGeom>
          <a:ln>
            <a:headEnd type="none" w="med" len="med"/>
            <a:tailEnd type="triangle"/>
          </a:ln>
        </p:spPr>
        <p:style>
          <a:lnRef idx="3">
            <a:schemeClr val="accent1"/>
          </a:lnRef>
          <a:fillRef idx="0">
            <a:schemeClr val="accent1"/>
          </a:fillRef>
          <a:effectRef idx="2">
            <a:schemeClr val="accent1"/>
          </a:effectRef>
          <a:fontRef idx="minor">
            <a:schemeClr val="tx1"/>
          </a:fontRef>
        </p:style>
      </p:cxnSp>
      <p:cxnSp>
        <p:nvCxnSpPr>
          <p:cNvPr id="21" name="直線矢印コネクタ 20">
            <a:extLst>
              <a:ext uri="{FF2B5EF4-FFF2-40B4-BE49-F238E27FC236}">
                <a16:creationId xmlns:a16="http://schemas.microsoft.com/office/drawing/2014/main" id="{D2B3F384-80AC-1543-B7DE-E61C648AB47F}"/>
              </a:ext>
            </a:extLst>
          </p:cNvPr>
          <p:cNvCxnSpPr>
            <a:cxnSpLocks/>
          </p:cNvCxnSpPr>
          <p:nvPr/>
        </p:nvCxnSpPr>
        <p:spPr bwMode="auto">
          <a:xfrm>
            <a:off x="7356014" y="2798993"/>
            <a:ext cx="720008" cy="360004"/>
          </a:xfrm>
          <a:prstGeom prst="straightConnector1">
            <a:avLst/>
          </a:prstGeom>
          <a:ln>
            <a:headEnd type="none" w="med" len="med"/>
            <a:tailEnd type="triangle"/>
          </a:ln>
        </p:spPr>
        <p:style>
          <a:lnRef idx="3">
            <a:schemeClr val="accent1"/>
          </a:lnRef>
          <a:fillRef idx="0">
            <a:schemeClr val="accent1"/>
          </a:fillRef>
          <a:effectRef idx="2">
            <a:schemeClr val="accent1"/>
          </a:effectRef>
          <a:fontRef idx="minor">
            <a:schemeClr val="tx1"/>
          </a:fontRef>
        </p:style>
      </p:cxnSp>
      <p:sp>
        <p:nvSpPr>
          <p:cNvPr id="23" name="角丸四角形吹き出し 44">
            <a:extLst>
              <a:ext uri="{FF2B5EF4-FFF2-40B4-BE49-F238E27FC236}">
                <a16:creationId xmlns:a16="http://schemas.microsoft.com/office/drawing/2014/main" id="{5289AB0F-1D88-FFE1-A8F9-D2605F72D52A}"/>
              </a:ext>
            </a:extLst>
          </p:cNvPr>
          <p:cNvSpPr/>
          <p:nvPr/>
        </p:nvSpPr>
        <p:spPr bwMode="auto">
          <a:xfrm>
            <a:off x="8796030" y="3158997"/>
            <a:ext cx="1980022" cy="594057"/>
          </a:xfrm>
          <a:prstGeom prst="wedgeRoundRectCallout">
            <a:avLst>
              <a:gd name="adj1" fmla="val -43593"/>
              <a:gd name="adj2" fmla="val 97788"/>
              <a:gd name="adj3" fmla="val 16667"/>
            </a:avLst>
          </a:prstGeom>
          <a:ln>
            <a:headEnd/>
            <a:tailEnd type="triangle" w="sm" len="med"/>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400" dirty="0">
                <a:solidFill>
                  <a:schemeClr val="tx1">
                    <a:lumMod val="65000"/>
                    <a:lumOff val="35000"/>
                  </a:schemeClr>
                </a:solidFill>
                <a:latin typeface="Arial Narrow" panose="020B0606020202030204" pitchFamily="34" charset="0"/>
              </a:rPr>
              <a:t>お芋まで進んでるので</a:t>
            </a:r>
            <a:endParaRPr lang="en-US" altLang="ja-JP" sz="1400" dirty="0">
              <a:solidFill>
                <a:schemeClr val="tx1">
                  <a:lumMod val="65000"/>
                  <a:lumOff val="35000"/>
                </a:schemeClr>
              </a:solidFill>
              <a:latin typeface="Arial Narrow" panose="020B0606020202030204" pitchFamily="34" charset="0"/>
            </a:endParaRPr>
          </a:p>
          <a:p>
            <a:r>
              <a:rPr lang="ja-JP" altLang="en-US" sz="1400" dirty="0">
                <a:solidFill>
                  <a:schemeClr val="tx1">
                    <a:lumMod val="65000"/>
                    <a:lumOff val="35000"/>
                  </a:schemeClr>
                </a:solidFill>
                <a:latin typeface="Arial Narrow" panose="020B0606020202030204" pitchFamily="34" charset="0"/>
              </a:rPr>
              <a:t>今回はお休み</a:t>
            </a:r>
          </a:p>
        </p:txBody>
      </p:sp>
      <p:sp>
        <p:nvSpPr>
          <p:cNvPr id="24" name="角丸四角形吹き出し 44">
            <a:extLst>
              <a:ext uri="{FF2B5EF4-FFF2-40B4-BE49-F238E27FC236}">
                <a16:creationId xmlns:a16="http://schemas.microsoft.com/office/drawing/2014/main" id="{B9965BD4-A0F8-8E13-9FB1-32BD72AD8344}"/>
              </a:ext>
            </a:extLst>
          </p:cNvPr>
          <p:cNvSpPr/>
          <p:nvPr/>
        </p:nvSpPr>
        <p:spPr bwMode="auto">
          <a:xfrm>
            <a:off x="8706029" y="548968"/>
            <a:ext cx="720008" cy="414055"/>
          </a:xfrm>
          <a:prstGeom prst="wedgeRoundRectCallout">
            <a:avLst>
              <a:gd name="adj1" fmla="val -43593"/>
              <a:gd name="adj2" fmla="val 97788"/>
              <a:gd name="adj3" fmla="val 16667"/>
            </a:avLst>
          </a:prstGeom>
          <a:ln>
            <a:headEnd/>
            <a:tailEnd type="triangle" w="sm" len="med"/>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400" dirty="0">
                <a:solidFill>
                  <a:schemeClr val="tx1">
                    <a:lumMod val="65000"/>
                    <a:lumOff val="35000"/>
                  </a:schemeClr>
                </a:solidFill>
                <a:latin typeface="Arial Narrow" panose="020B0606020202030204" pitchFamily="34" charset="0"/>
              </a:rPr>
              <a:t>ハーイ</a:t>
            </a:r>
          </a:p>
        </p:txBody>
      </p:sp>
    </p:spTree>
    <p:extLst>
      <p:ext uri="{BB962C8B-B14F-4D97-AF65-F5344CB8AC3E}">
        <p14:creationId xmlns:p14="http://schemas.microsoft.com/office/powerpoint/2010/main" val="195164578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SIMT </a:t>
            </a:r>
            <a:r>
              <a:rPr kumimoji="1" lang="ja-JP" altLang="en-US" dirty="0"/>
              <a:t>の構造</a:t>
            </a:r>
          </a:p>
        </p:txBody>
      </p:sp>
      <p:sp>
        <p:nvSpPr>
          <p:cNvPr id="3" name="テキスト プレースホルダー 2"/>
          <p:cNvSpPr>
            <a:spLocks noGrp="1"/>
          </p:cNvSpPr>
          <p:nvPr>
            <p:ph type="body" sz="quarter" idx="10"/>
          </p:nvPr>
        </p:nvSpPr>
        <p:spPr>
          <a:xfrm>
            <a:off x="1235946" y="1088975"/>
            <a:ext cx="8280092" cy="5490061"/>
          </a:xfrm>
        </p:spPr>
        <p:txBody>
          <a:bodyPr/>
          <a:lstStyle/>
          <a:p>
            <a:r>
              <a:rPr kumimoji="1" lang="en-US" altLang="ja-JP" dirty="0"/>
              <a:t>PC </a:t>
            </a:r>
            <a:r>
              <a:rPr kumimoji="1" lang="ja-JP" altLang="en-US" dirty="0"/>
              <a:t>を演算器の分だけ持つ</a:t>
            </a:r>
            <a:endParaRPr kumimoji="1" lang="en-US" altLang="ja-JP" dirty="0"/>
          </a:p>
          <a:p>
            <a:pPr lvl="1"/>
            <a:r>
              <a:rPr kumimoji="1" lang="ja-JP" altLang="en-US" dirty="0"/>
              <a:t>命令メモリは１つのまま</a:t>
            </a:r>
            <a:endParaRPr kumimoji="1" lang="en-US" altLang="ja-JP" dirty="0"/>
          </a:p>
          <a:p>
            <a:r>
              <a:rPr lang="en-US" altLang="ja-JP" dirty="0"/>
              <a:t>SPMD</a:t>
            </a:r>
            <a:r>
              <a:rPr lang="ja-JP" altLang="en-US" dirty="0"/>
              <a:t> の各スレッドを </a:t>
            </a:r>
            <a:r>
              <a:rPr lang="en-US" altLang="ja-JP" dirty="0"/>
              <a:t>PC </a:t>
            </a:r>
            <a:r>
              <a:rPr lang="ja-JP" altLang="en-US" dirty="0"/>
              <a:t>に割り当てる</a:t>
            </a:r>
            <a:endParaRPr lang="en-US" altLang="ja-JP" dirty="0"/>
          </a:p>
          <a:p>
            <a:pPr lvl="1"/>
            <a:r>
              <a:rPr kumimoji="1" lang="ja-JP" altLang="en-US" dirty="0"/>
              <a:t>基本的にはスレッドを時分割で</a:t>
            </a:r>
            <a:br>
              <a:rPr kumimoji="1" lang="en-US" altLang="ja-JP" dirty="0"/>
            </a:br>
            <a:r>
              <a:rPr kumimoji="1" lang="ja-JP" altLang="en-US" dirty="0"/>
              <a:t>それぞれ実行</a:t>
            </a:r>
            <a:endParaRPr kumimoji="1" lang="en-US" altLang="ja-JP" dirty="0"/>
          </a:p>
          <a:p>
            <a:r>
              <a:rPr kumimoji="1" lang="ja-JP" altLang="en-US" dirty="0"/>
              <a:t>ポイント：</a:t>
            </a:r>
            <a:endParaRPr kumimoji="1" lang="en-US" altLang="ja-JP" dirty="0"/>
          </a:p>
          <a:p>
            <a:pPr lvl="1"/>
            <a:r>
              <a:rPr kumimoji="1" lang="ja-JP" altLang="en-US" dirty="0">
                <a:solidFill>
                  <a:schemeClr val="accent5"/>
                </a:solidFill>
              </a:rPr>
              <a:t>全スレッドの </a:t>
            </a:r>
            <a:r>
              <a:rPr kumimoji="1" lang="en-US" altLang="ja-JP" dirty="0">
                <a:solidFill>
                  <a:schemeClr val="accent5"/>
                </a:solidFill>
              </a:rPr>
              <a:t>PC </a:t>
            </a:r>
            <a:r>
              <a:rPr kumimoji="1" lang="ja-JP" altLang="en-US" dirty="0">
                <a:solidFill>
                  <a:schemeClr val="accent5"/>
                </a:solidFill>
              </a:rPr>
              <a:t>が同じアドレスを</a:t>
            </a:r>
            <a:br>
              <a:rPr kumimoji="1" lang="en-US" altLang="ja-JP" dirty="0">
                <a:solidFill>
                  <a:schemeClr val="accent5"/>
                </a:solidFill>
              </a:rPr>
            </a:br>
            <a:r>
              <a:rPr kumimoji="1" lang="ja-JP" altLang="en-US" dirty="0">
                <a:solidFill>
                  <a:schemeClr val="accent5"/>
                </a:solidFill>
              </a:rPr>
              <a:t>指している場合は </a:t>
            </a:r>
            <a:r>
              <a:rPr kumimoji="1" lang="en-US" altLang="ja-JP" dirty="0">
                <a:solidFill>
                  <a:schemeClr val="accent5"/>
                </a:solidFill>
              </a:rPr>
              <a:t>SIMD </a:t>
            </a:r>
            <a:r>
              <a:rPr kumimoji="1" lang="ja-JP" altLang="en-US" dirty="0">
                <a:solidFill>
                  <a:schemeClr val="accent5"/>
                </a:solidFill>
              </a:rPr>
              <a:t>プロセッサ</a:t>
            </a:r>
            <a:br>
              <a:rPr kumimoji="1" lang="en-US" altLang="ja-JP" dirty="0">
                <a:solidFill>
                  <a:schemeClr val="accent5"/>
                </a:solidFill>
              </a:rPr>
            </a:br>
            <a:r>
              <a:rPr kumimoji="1" lang="ja-JP" altLang="en-US" dirty="0">
                <a:solidFill>
                  <a:schemeClr val="accent5"/>
                </a:solidFill>
              </a:rPr>
              <a:t>として振る舞う</a:t>
            </a:r>
            <a:endParaRPr kumimoji="1" lang="en-US" altLang="ja-JP" dirty="0">
              <a:solidFill>
                <a:schemeClr val="accent5"/>
              </a:solidFill>
            </a:endParaRPr>
          </a:p>
          <a:p>
            <a:pPr lvl="2"/>
            <a:r>
              <a:rPr kumimoji="1" lang="ja-JP" altLang="en-US" dirty="0"/>
              <a:t>このまとまりを </a:t>
            </a:r>
            <a:r>
              <a:rPr kumimoji="1" lang="en-US" altLang="ja-JP" dirty="0">
                <a:solidFill>
                  <a:schemeClr val="accent5"/>
                </a:solidFill>
              </a:rPr>
              <a:t>Warp</a:t>
            </a:r>
            <a:r>
              <a:rPr kumimoji="1" lang="en-US" altLang="ja-JP" dirty="0"/>
              <a:t> or </a:t>
            </a:r>
            <a:r>
              <a:rPr kumimoji="1" lang="en-US" altLang="ja-JP" dirty="0">
                <a:solidFill>
                  <a:schemeClr val="accent5"/>
                </a:solidFill>
              </a:rPr>
              <a:t>Wavefront</a:t>
            </a:r>
            <a:r>
              <a:rPr kumimoji="1" lang="en-US" altLang="ja-JP" dirty="0"/>
              <a:t> </a:t>
            </a:r>
            <a:r>
              <a:rPr kumimoji="1" lang="ja-JP" altLang="en-US" dirty="0"/>
              <a:t>と呼ぶ</a:t>
            </a:r>
            <a:endParaRPr kumimoji="1" lang="en-US" altLang="ja-JP" dirty="0"/>
          </a:p>
          <a:p>
            <a:pPr lvl="1"/>
            <a:r>
              <a:rPr kumimoji="1" lang="ja-JP" altLang="en-US" dirty="0"/>
              <a:t>分岐しなければこの状態が保たれる</a:t>
            </a:r>
          </a:p>
        </p:txBody>
      </p:sp>
      <p:sp>
        <p:nvSpPr>
          <p:cNvPr id="31" name="正方形/長方形 30">
            <a:extLst>
              <a:ext uri="{FF2B5EF4-FFF2-40B4-BE49-F238E27FC236}">
                <a16:creationId xmlns:a16="http://schemas.microsoft.com/office/drawing/2014/main" id="{AAE971ED-9A48-2FB0-F7DF-2E627DAC2B13}"/>
              </a:ext>
            </a:extLst>
          </p:cNvPr>
          <p:cNvSpPr/>
          <p:nvPr/>
        </p:nvSpPr>
        <p:spPr bwMode="auto">
          <a:xfrm>
            <a:off x="7266014" y="2618991"/>
            <a:ext cx="3150035" cy="180002"/>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100" dirty="0">
                <a:solidFill>
                  <a:schemeClr val="tx1">
                    <a:lumMod val="75000"/>
                    <a:lumOff val="25000"/>
                  </a:schemeClr>
                </a:solidFill>
                <a:latin typeface="+mn-ea"/>
              </a:rPr>
              <a:t>Warp/Wavefront</a:t>
            </a:r>
            <a:endParaRPr lang="ja-JP" altLang="en-US" sz="1100" dirty="0">
              <a:solidFill>
                <a:schemeClr val="tx1">
                  <a:lumMod val="75000"/>
                  <a:lumOff val="25000"/>
                </a:schemeClr>
              </a:solidFill>
              <a:latin typeface="+mn-ea"/>
            </a:endParaRPr>
          </a:p>
        </p:txBody>
      </p:sp>
      <p:sp>
        <p:nvSpPr>
          <p:cNvPr id="40" name="正方形/長方形 39">
            <a:extLst>
              <a:ext uri="{FF2B5EF4-FFF2-40B4-BE49-F238E27FC236}">
                <a16:creationId xmlns:a16="http://schemas.microsoft.com/office/drawing/2014/main" id="{9E705AE3-3463-E8AC-4860-358279E73349}"/>
              </a:ext>
            </a:extLst>
          </p:cNvPr>
          <p:cNvSpPr/>
          <p:nvPr/>
        </p:nvSpPr>
        <p:spPr bwMode="auto">
          <a:xfrm>
            <a:off x="8526028" y="4239009"/>
            <a:ext cx="720008" cy="36000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命令メモリ</a:t>
            </a:r>
          </a:p>
        </p:txBody>
      </p:sp>
      <p:cxnSp>
        <p:nvCxnSpPr>
          <p:cNvPr id="41" name="直線矢印コネクタ 40">
            <a:extLst>
              <a:ext uri="{FF2B5EF4-FFF2-40B4-BE49-F238E27FC236}">
                <a16:creationId xmlns:a16="http://schemas.microsoft.com/office/drawing/2014/main" id="{9FA2D5D2-F6A8-7317-F837-6F10E07BEB9B}"/>
              </a:ext>
            </a:extLst>
          </p:cNvPr>
          <p:cNvCxnSpPr>
            <a:cxnSpLocks/>
          </p:cNvCxnSpPr>
          <p:nvPr/>
        </p:nvCxnSpPr>
        <p:spPr bwMode="auto">
          <a:xfrm>
            <a:off x="8886032" y="4041138"/>
            <a:ext cx="0" cy="197870"/>
          </a:xfrm>
          <a:prstGeom prst="straightConnector1">
            <a:avLst/>
          </a:pr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cxnSp>
      <p:sp>
        <p:nvSpPr>
          <p:cNvPr id="42" name="正方形/長方形 41">
            <a:extLst>
              <a:ext uri="{FF2B5EF4-FFF2-40B4-BE49-F238E27FC236}">
                <a16:creationId xmlns:a16="http://schemas.microsoft.com/office/drawing/2014/main" id="{8422841B-ECF4-6F5E-9598-EE65BE6CDAEF}"/>
              </a:ext>
            </a:extLst>
          </p:cNvPr>
          <p:cNvSpPr/>
          <p:nvPr/>
        </p:nvSpPr>
        <p:spPr bwMode="auto">
          <a:xfrm>
            <a:off x="8256025" y="3609001"/>
            <a:ext cx="360004" cy="36000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200" dirty="0">
                <a:solidFill>
                  <a:schemeClr val="tx1">
                    <a:lumMod val="75000"/>
                    <a:lumOff val="25000"/>
                  </a:schemeClr>
                </a:solidFill>
                <a:latin typeface="+mn-ea"/>
              </a:rPr>
              <a:t>PC1</a:t>
            </a:r>
            <a:endParaRPr lang="ja-JP" altLang="en-US" sz="1200" dirty="0">
              <a:solidFill>
                <a:schemeClr val="tx1">
                  <a:lumMod val="75000"/>
                  <a:lumOff val="25000"/>
                </a:schemeClr>
              </a:solidFill>
              <a:latin typeface="+mn-ea"/>
            </a:endParaRPr>
          </a:p>
        </p:txBody>
      </p:sp>
      <p:sp>
        <p:nvSpPr>
          <p:cNvPr id="45" name="フリーフォーム 10">
            <a:extLst>
              <a:ext uri="{FF2B5EF4-FFF2-40B4-BE49-F238E27FC236}">
                <a16:creationId xmlns:a16="http://schemas.microsoft.com/office/drawing/2014/main" id="{4DA52315-3446-841A-2AEC-BCB38DE3E40A}"/>
              </a:ext>
            </a:extLst>
          </p:cNvPr>
          <p:cNvSpPr>
            <a:spLocks noChangeArrowheads="1"/>
          </p:cNvSpPr>
          <p:nvPr/>
        </p:nvSpPr>
        <p:spPr bwMode="auto">
          <a:xfrm flipH="1">
            <a:off x="7266014" y="4959016"/>
            <a:ext cx="720008"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type="triangle" w="sm" len="med"/>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演算器</a:t>
            </a:r>
            <a:r>
              <a:rPr lang="en-US" altLang="ja-JP" sz="1100" dirty="0">
                <a:solidFill>
                  <a:schemeClr val="tx1">
                    <a:lumMod val="75000"/>
                    <a:lumOff val="25000"/>
                  </a:schemeClr>
                </a:solidFill>
                <a:latin typeface="+mn-ea"/>
              </a:rPr>
              <a:t>0</a:t>
            </a:r>
            <a:endParaRPr lang="ja-JP" altLang="en-US" sz="1100" dirty="0">
              <a:solidFill>
                <a:schemeClr val="tx1">
                  <a:lumMod val="75000"/>
                  <a:lumOff val="25000"/>
                </a:schemeClr>
              </a:solidFill>
              <a:latin typeface="+mn-ea"/>
            </a:endParaRPr>
          </a:p>
        </p:txBody>
      </p:sp>
      <p:cxnSp>
        <p:nvCxnSpPr>
          <p:cNvPr id="48" name="直線矢印コネクタ 47">
            <a:extLst>
              <a:ext uri="{FF2B5EF4-FFF2-40B4-BE49-F238E27FC236}">
                <a16:creationId xmlns:a16="http://schemas.microsoft.com/office/drawing/2014/main" id="{0CFE9B0E-F7AB-6049-1497-A0E4D7AE8231}"/>
              </a:ext>
            </a:extLst>
          </p:cNvPr>
          <p:cNvCxnSpPr>
            <a:cxnSpLocks/>
          </p:cNvCxnSpPr>
          <p:nvPr/>
        </p:nvCxnSpPr>
        <p:spPr bwMode="auto">
          <a:xfrm>
            <a:off x="8886032" y="4599012"/>
            <a:ext cx="0" cy="197870"/>
          </a:xfrm>
          <a:prstGeom prst="straightConnector1">
            <a:avLst/>
          </a:pr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cxnSp>
      <p:sp>
        <p:nvSpPr>
          <p:cNvPr id="49" name="Freeform 10">
            <a:extLst>
              <a:ext uri="{FF2B5EF4-FFF2-40B4-BE49-F238E27FC236}">
                <a16:creationId xmlns:a16="http://schemas.microsoft.com/office/drawing/2014/main" id="{B289741C-44C8-378D-304E-A093B9A96317}"/>
              </a:ext>
            </a:extLst>
          </p:cNvPr>
          <p:cNvSpPr>
            <a:spLocks/>
          </p:cNvSpPr>
          <p:nvPr/>
        </p:nvSpPr>
        <p:spPr bwMode="auto">
          <a:xfrm rot="5400000">
            <a:off x="8076023" y="4329010"/>
            <a:ext cx="180001" cy="1080012"/>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sp>
        <p:nvSpPr>
          <p:cNvPr id="52" name="フリーフォーム 10">
            <a:extLst>
              <a:ext uri="{FF2B5EF4-FFF2-40B4-BE49-F238E27FC236}">
                <a16:creationId xmlns:a16="http://schemas.microsoft.com/office/drawing/2014/main" id="{02F4AC50-BAAB-B5B9-D14D-C55511C72E43}"/>
              </a:ext>
            </a:extLst>
          </p:cNvPr>
          <p:cNvSpPr>
            <a:spLocks noChangeArrowheads="1"/>
          </p:cNvSpPr>
          <p:nvPr/>
        </p:nvSpPr>
        <p:spPr bwMode="auto">
          <a:xfrm flipH="1">
            <a:off x="8076023" y="4959016"/>
            <a:ext cx="720008"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type="triangle" w="sm" len="med"/>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演算器</a:t>
            </a:r>
            <a:r>
              <a:rPr lang="en-US" altLang="ja-JP" sz="1100" dirty="0">
                <a:solidFill>
                  <a:schemeClr val="tx1">
                    <a:lumMod val="75000"/>
                    <a:lumOff val="25000"/>
                  </a:schemeClr>
                </a:solidFill>
                <a:latin typeface="+mn-ea"/>
              </a:rPr>
              <a:t>1</a:t>
            </a:r>
            <a:endParaRPr lang="ja-JP" altLang="en-US" sz="1100" dirty="0">
              <a:solidFill>
                <a:schemeClr val="tx1">
                  <a:lumMod val="75000"/>
                  <a:lumOff val="25000"/>
                </a:schemeClr>
              </a:solidFill>
              <a:latin typeface="+mn-ea"/>
            </a:endParaRPr>
          </a:p>
        </p:txBody>
      </p:sp>
      <p:sp>
        <p:nvSpPr>
          <p:cNvPr id="53" name="フリーフォーム 10">
            <a:extLst>
              <a:ext uri="{FF2B5EF4-FFF2-40B4-BE49-F238E27FC236}">
                <a16:creationId xmlns:a16="http://schemas.microsoft.com/office/drawing/2014/main" id="{BC419B34-2A5A-4A80-F234-FEE54B74A110}"/>
              </a:ext>
            </a:extLst>
          </p:cNvPr>
          <p:cNvSpPr>
            <a:spLocks noChangeArrowheads="1"/>
          </p:cNvSpPr>
          <p:nvPr/>
        </p:nvSpPr>
        <p:spPr bwMode="auto">
          <a:xfrm flipH="1">
            <a:off x="8976033" y="4959016"/>
            <a:ext cx="720008"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type="triangle" w="sm" len="med"/>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演算器</a:t>
            </a:r>
            <a:r>
              <a:rPr lang="en-US" altLang="ja-JP" sz="1100" dirty="0">
                <a:solidFill>
                  <a:schemeClr val="tx1">
                    <a:lumMod val="75000"/>
                    <a:lumOff val="25000"/>
                  </a:schemeClr>
                </a:solidFill>
                <a:latin typeface="+mn-ea"/>
              </a:rPr>
              <a:t>2</a:t>
            </a:r>
            <a:endParaRPr lang="ja-JP" altLang="en-US" sz="1100" dirty="0">
              <a:solidFill>
                <a:schemeClr val="tx1">
                  <a:lumMod val="75000"/>
                  <a:lumOff val="25000"/>
                </a:schemeClr>
              </a:solidFill>
              <a:latin typeface="+mn-ea"/>
            </a:endParaRPr>
          </a:p>
        </p:txBody>
      </p:sp>
      <p:sp>
        <p:nvSpPr>
          <p:cNvPr id="54" name="フリーフォーム 10">
            <a:extLst>
              <a:ext uri="{FF2B5EF4-FFF2-40B4-BE49-F238E27FC236}">
                <a16:creationId xmlns:a16="http://schemas.microsoft.com/office/drawing/2014/main" id="{4AD2783B-42E3-48A9-AC8E-3730577B3541}"/>
              </a:ext>
            </a:extLst>
          </p:cNvPr>
          <p:cNvSpPr>
            <a:spLocks noChangeArrowheads="1"/>
          </p:cNvSpPr>
          <p:nvPr/>
        </p:nvSpPr>
        <p:spPr bwMode="auto">
          <a:xfrm flipH="1">
            <a:off x="9786042" y="4959016"/>
            <a:ext cx="720008"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type="triangle" w="sm" len="med"/>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演算器</a:t>
            </a:r>
            <a:r>
              <a:rPr lang="en-US" altLang="ja-JP" sz="1100" dirty="0">
                <a:solidFill>
                  <a:schemeClr val="tx1">
                    <a:lumMod val="75000"/>
                    <a:lumOff val="25000"/>
                  </a:schemeClr>
                </a:solidFill>
                <a:latin typeface="+mn-ea"/>
              </a:rPr>
              <a:t>3</a:t>
            </a:r>
            <a:endParaRPr lang="ja-JP" altLang="en-US" sz="1100" dirty="0">
              <a:solidFill>
                <a:schemeClr val="tx1">
                  <a:lumMod val="75000"/>
                  <a:lumOff val="25000"/>
                </a:schemeClr>
              </a:solidFill>
              <a:latin typeface="+mn-ea"/>
            </a:endParaRPr>
          </a:p>
        </p:txBody>
      </p:sp>
      <p:sp>
        <p:nvSpPr>
          <p:cNvPr id="55" name="Freeform 10">
            <a:extLst>
              <a:ext uri="{FF2B5EF4-FFF2-40B4-BE49-F238E27FC236}">
                <a16:creationId xmlns:a16="http://schemas.microsoft.com/office/drawing/2014/main" id="{16A3DDEA-C019-F270-0852-047655E1E5B0}"/>
              </a:ext>
            </a:extLst>
          </p:cNvPr>
          <p:cNvSpPr>
            <a:spLocks/>
          </p:cNvSpPr>
          <p:nvPr/>
        </p:nvSpPr>
        <p:spPr bwMode="auto">
          <a:xfrm rot="5400000">
            <a:off x="8481029" y="4734015"/>
            <a:ext cx="180000" cy="27000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sp>
        <p:nvSpPr>
          <p:cNvPr id="56" name="Freeform 10">
            <a:extLst>
              <a:ext uri="{FF2B5EF4-FFF2-40B4-BE49-F238E27FC236}">
                <a16:creationId xmlns:a16="http://schemas.microsoft.com/office/drawing/2014/main" id="{B28DAF69-4A31-9CBB-7295-54B0B9C8A9BB}"/>
              </a:ext>
            </a:extLst>
          </p:cNvPr>
          <p:cNvSpPr>
            <a:spLocks/>
          </p:cNvSpPr>
          <p:nvPr/>
        </p:nvSpPr>
        <p:spPr bwMode="auto">
          <a:xfrm rot="5400000" flipV="1">
            <a:off x="8931033" y="4554013"/>
            <a:ext cx="180000" cy="630007"/>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sp>
        <p:nvSpPr>
          <p:cNvPr id="57" name="Freeform 10">
            <a:extLst>
              <a:ext uri="{FF2B5EF4-FFF2-40B4-BE49-F238E27FC236}">
                <a16:creationId xmlns:a16="http://schemas.microsoft.com/office/drawing/2014/main" id="{02B8210F-2BCE-F0AE-6ABC-527AFDE68B70}"/>
              </a:ext>
            </a:extLst>
          </p:cNvPr>
          <p:cNvSpPr>
            <a:spLocks/>
          </p:cNvSpPr>
          <p:nvPr/>
        </p:nvSpPr>
        <p:spPr bwMode="auto">
          <a:xfrm rot="5400000" flipV="1">
            <a:off x="9561040" y="4374012"/>
            <a:ext cx="180002" cy="990011"/>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sp>
        <p:nvSpPr>
          <p:cNvPr id="58" name="正方形/長方形 57">
            <a:extLst>
              <a:ext uri="{FF2B5EF4-FFF2-40B4-BE49-F238E27FC236}">
                <a16:creationId xmlns:a16="http://schemas.microsoft.com/office/drawing/2014/main" id="{1F140CE8-4B94-1FE1-00D3-4904E79F8D42}"/>
              </a:ext>
            </a:extLst>
          </p:cNvPr>
          <p:cNvSpPr/>
          <p:nvPr/>
        </p:nvSpPr>
        <p:spPr bwMode="auto">
          <a:xfrm>
            <a:off x="7446016" y="3609001"/>
            <a:ext cx="360004" cy="36000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200" dirty="0">
                <a:solidFill>
                  <a:schemeClr val="tx1">
                    <a:lumMod val="75000"/>
                    <a:lumOff val="25000"/>
                  </a:schemeClr>
                </a:solidFill>
                <a:latin typeface="+mn-ea"/>
              </a:rPr>
              <a:t>PC0</a:t>
            </a:r>
            <a:endParaRPr lang="ja-JP" altLang="en-US" sz="1200" dirty="0">
              <a:solidFill>
                <a:schemeClr val="tx1">
                  <a:lumMod val="75000"/>
                  <a:lumOff val="25000"/>
                </a:schemeClr>
              </a:solidFill>
              <a:latin typeface="+mn-ea"/>
            </a:endParaRPr>
          </a:p>
        </p:txBody>
      </p:sp>
      <p:sp>
        <p:nvSpPr>
          <p:cNvPr id="59" name="正方形/長方形 58">
            <a:extLst>
              <a:ext uri="{FF2B5EF4-FFF2-40B4-BE49-F238E27FC236}">
                <a16:creationId xmlns:a16="http://schemas.microsoft.com/office/drawing/2014/main" id="{02D7D002-5775-1494-F4F3-63533E73D02F}"/>
              </a:ext>
            </a:extLst>
          </p:cNvPr>
          <p:cNvSpPr/>
          <p:nvPr/>
        </p:nvSpPr>
        <p:spPr bwMode="auto">
          <a:xfrm>
            <a:off x="9156035" y="3609002"/>
            <a:ext cx="360004" cy="36000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200" dirty="0">
                <a:solidFill>
                  <a:schemeClr val="tx1">
                    <a:lumMod val="75000"/>
                    <a:lumOff val="25000"/>
                  </a:schemeClr>
                </a:solidFill>
                <a:latin typeface="+mn-ea"/>
              </a:rPr>
              <a:t>PC2</a:t>
            </a:r>
            <a:endParaRPr lang="ja-JP" altLang="en-US" sz="1200" dirty="0">
              <a:solidFill>
                <a:schemeClr val="tx1">
                  <a:lumMod val="75000"/>
                  <a:lumOff val="25000"/>
                </a:schemeClr>
              </a:solidFill>
              <a:latin typeface="+mn-ea"/>
            </a:endParaRPr>
          </a:p>
        </p:txBody>
      </p:sp>
      <p:sp>
        <p:nvSpPr>
          <p:cNvPr id="60" name="正方形/長方形 59">
            <a:extLst>
              <a:ext uri="{FF2B5EF4-FFF2-40B4-BE49-F238E27FC236}">
                <a16:creationId xmlns:a16="http://schemas.microsoft.com/office/drawing/2014/main" id="{743E7C4F-2ECE-0B0D-ACB0-E89214F47DDF}"/>
              </a:ext>
            </a:extLst>
          </p:cNvPr>
          <p:cNvSpPr/>
          <p:nvPr/>
        </p:nvSpPr>
        <p:spPr bwMode="auto">
          <a:xfrm>
            <a:off x="9966044" y="3609002"/>
            <a:ext cx="360004" cy="36000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200" dirty="0">
                <a:solidFill>
                  <a:schemeClr val="tx1">
                    <a:lumMod val="75000"/>
                    <a:lumOff val="25000"/>
                  </a:schemeClr>
                </a:solidFill>
                <a:latin typeface="+mn-ea"/>
              </a:rPr>
              <a:t>PC3</a:t>
            </a:r>
            <a:endParaRPr lang="ja-JP" altLang="en-US" sz="1200" dirty="0">
              <a:solidFill>
                <a:schemeClr val="tx1">
                  <a:lumMod val="75000"/>
                  <a:lumOff val="25000"/>
                </a:schemeClr>
              </a:solidFill>
              <a:latin typeface="+mn-ea"/>
            </a:endParaRPr>
          </a:p>
        </p:txBody>
      </p:sp>
      <p:sp>
        <p:nvSpPr>
          <p:cNvPr id="61" name="Freeform 10">
            <a:extLst>
              <a:ext uri="{FF2B5EF4-FFF2-40B4-BE49-F238E27FC236}">
                <a16:creationId xmlns:a16="http://schemas.microsoft.com/office/drawing/2014/main" id="{AF2D8790-EE72-2B55-DE34-A0C0DFD86C8F}"/>
              </a:ext>
            </a:extLst>
          </p:cNvPr>
          <p:cNvSpPr>
            <a:spLocks/>
          </p:cNvSpPr>
          <p:nvPr/>
        </p:nvSpPr>
        <p:spPr bwMode="auto">
          <a:xfrm>
            <a:off x="7626019" y="3969006"/>
            <a:ext cx="1260014" cy="90001"/>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solidFill>
              <a:schemeClr val="tx1">
                <a:lumMod val="75000"/>
                <a:lumOff val="25000"/>
              </a:schemeClr>
            </a:solidFill>
            <a:headEnd type="none" w="med" len="med"/>
            <a:tailEnd type="none"/>
          </a:ln>
          <a:effectLst/>
        </p:spPr>
        <p:style>
          <a:lnRef idx="3">
            <a:schemeClr val="accent5"/>
          </a:lnRef>
          <a:fillRef idx="0">
            <a:schemeClr val="accent5"/>
          </a:fillRef>
          <a:effectRef idx="2">
            <a:schemeClr val="accent5"/>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sz="1400"/>
          </a:p>
        </p:txBody>
      </p:sp>
      <p:sp>
        <p:nvSpPr>
          <p:cNvPr id="62" name="Freeform 10">
            <a:extLst>
              <a:ext uri="{FF2B5EF4-FFF2-40B4-BE49-F238E27FC236}">
                <a16:creationId xmlns:a16="http://schemas.microsoft.com/office/drawing/2014/main" id="{12E4A52D-2778-B399-FCF1-0C7F5B16AE6A}"/>
              </a:ext>
            </a:extLst>
          </p:cNvPr>
          <p:cNvSpPr>
            <a:spLocks/>
          </p:cNvSpPr>
          <p:nvPr/>
        </p:nvSpPr>
        <p:spPr bwMode="auto">
          <a:xfrm>
            <a:off x="8436028" y="3969006"/>
            <a:ext cx="450006" cy="90001"/>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solidFill>
              <a:schemeClr val="tx1">
                <a:lumMod val="75000"/>
                <a:lumOff val="25000"/>
              </a:schemeClr>
            </a:solidFill>
            <a:headEnd type="none" w="med" len="med"/>
            <a:tailEnd type="none"/>
          </a:ln>
          <a:effectLst/>
        </p:spPr>
        <p:style>
          <a:lnRef idx="3">
            <a:schemeClr val="accent5"/>
          </a:lnRef>
          <a:fillRef idx="0">
            <a:schemeClr val="accent5"/>
          </a:fillRef>
          <a:effectRef idx="2">
            <a:schemeClr val="accent5"/>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sz="1400"/>
          </a:p>
        </p:txBody>
      </p:sp>
      <p:sp>
        <p:nvSpPr>
          <p:cNvPr id="63" name="Freeform 10">
            <a:extLst>
              <a:ext uri="{FF2B5EF4-FFF2-40B4-BE49-F238E27FC236}">
                <a16:creationId xmlns:a16="http://schemas.microsoft.com/office/drawing/2014/main" id="{2452A339-83DF-C740-75BD-24304E346327}"/>
              </a:ext>
            </a:extLst>
          </p:cNvPr>
          <p:cNvSpPr>
            <a:spLocks/>
          </p:cNvSpPr>
          <p:nvPr/>
        </p:nvSpPr>
        <p:spPr bwMode="auto">
          <a:xfrm flipH="1">
            <a:off x="8886032" y="3969006"/>
            <a:ext cx="450005" cy="90000"/>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solidFill>
              <a:schemeClr val="tx1">
                <a:lumMod val="75000"/>
                <a:lumOff val="25000"/>
              </a:schemeClr>
            </a:solidFill>
            <a:headEnd type="none" w="med" len="med"/>
            <a:tailEnd type="none"/>
          </a:ln>
          <a:effectLst/>
        </p:spPr>
        <p:style>
          <a:lnRef idx="3">
            <a:schemeClr val="accent5"/>
          </a:lnRef>
          <a:fillRef idx="0">
            <a:schemeClr val="accent5"/>
          </a:fillRef>
          <a:effectRef idx="2">
            <a:schemeClr val="accent5"/>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sz="1400"/>
          </a:p>
        </p:txBody>
      </p:sp>
      <p:sp>
        <p:nvSpPr>
          <p:cNvPr id="64" name="Freeform 10">
            <a:extLst>
              <a:ext uri="{FF2B5EF4-FFF2-40B4-BE49-F238E27FC236}">
                <a16:creationId xmlns:a16="http://schemas.microsoft.com/office/drawing/2014/main" id="{DEA0BF84-E98F-985F-66B2-7AB293EFF9BD}"/>
              </a:ext>
            </a:extLst>
          </p:cNvPr>
          <p:cNvSpPr>
            <a:spLocks/>
          </p:cNvSpPr>
          <p:nvPr/>
        </p:nvSpPr>
        <p:spPr bwMode="auto">
          <a:xfrm flipH="1">
            <a:off x="9156035" y="3969006"/>
            <a:ext cx="990011" cy="90000"/>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solidFill>
              <a:schemeClr val="tx1">
                <a:lumMod val="75000"/>
                <a:lumOff val="25000"/>
              </a:schemeClr>
            </a:solidFill>
            <a:headEnd type="none" w="med" len="med"/>
            <a:tailEnd type="none"/>
          </a:ln>
          <a:effectLst/>
        </p:spPr>
        <p:style>
          <a:lnRef idx="3">
            <a:schemeClr val="accent5"/>
          </a:lnRef>
          <a:fillRef idx="0">
            <a:schemeClr val="accent5"/>
          </a:fillRef>
          <a:effectRef idx="2">
            <a:schemeClr val="accent5"/>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sz="1400"/>
          </a:p>
        </p:txBody>
      </p:sp>
      <p:sp>
        <p:nvSpPr>
          <p:cNvPr id="65" name="正方形/長方形 64">
            <a:extLst>
              <a:ext uri="{FF2B5EF4-FFF2-40B4-BE49-F238E27FC236}">
                <a16:creationId xmlns:a16="http://schemas.microsoft.com/office/drawing/2014/main" id="{B3E63F16-CEA9-BF24-A996-7E3331DE3B7A}"/>
              </a:ext>
            </a:extLst>
          </p:cNvPr>
          <p:cNvSpPr/>
          <p:nvPr/>
        </p:nvSpPr>
        <p:spPr bwMode="auto">
          <a:xfrm>
            <a:off x="8526029" y="5400060"/>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tx1">
                    <a:lumMod val="75000"/>
                    <a:lumOff val="25000"/>
                  </a:schemeClr>
                </a:solidFill>
                <a:latin typeface="+mn-ea"/>
              </a:rPr>
              <a:t>SIMT</a:t>
            </a:r>
            <a:endParaRPr lang="ja-JP" altLang="en-US" sz="1600" dirty="0">
              <a:solidFill>
                <a:schemeClr val="tx1">
                  <a:lumMod val="75000"/>
                  <a:lumOff val="25000"/>
                </a:schemeClr>
              </a:solidFill>
              <a:latin typeface="+mn-ea"/>
            </a:endParaRPr>
          </a:p>
        </p:txBody>
      </p:sp>
      <p:cxnSp>
        <p:nvCxnSpPr>
          <p:cNvPr id="66" name="直線コネクタ 65">
            <a:extLst>
              <a:ext uri="{FF2B5EF4-FFF2-40B4-BE49-F238E27FC236}">
                <a16:creationId xmlns:a16="http://schemas.microsoft.com/office/drawing/2014/main" id="{A8F2F8FF-5FFF-FFC1-4247-44FEF0C7AA5C}"/>
              </a:ext>
            </a:extLst>
          </p:cNvPr>
          <p:cNvCxnSpPr>
            <a:cxnSpLocks/>
          </p:cNvCxnSpPr>
          <p:nvPr/>
        </p:nvCxnSpPr>
        <p:spPr bwMode="auto">
          <a:xfrm>
            <a:off x="7086012" y="3248998"/>
            <a:ext cx="3510039" cy="0"/>
          </a:xfrm>
          <a:prstGeom prst="line">
            <a:avLst/>
          </a:prstGeom>
          <a:noFill/>
          <a:ln w="9525" cap="flat" cmpd="sng" algn="ctr">
            <a:solidFill>
              <a:schemeClr val="bg1">
                <a:lumMod val="50000"/>
              </a:schemeClr>
            </a:solidFill>
            <a:prstDash val="solid"/>
            <a:round/>
            <a:headEnd type="none" w="med" len="med"/>
            <a:tailEnd type="none" w="med" len="med"/>
          </a:ln>
          <a:effectLst/>
        </p:spPr>
      </p:cxnSp>
      <p:sp>
        <p:nvSpPr>
          <p:cNvPr id="67" name="正方形/長方形 66">
            <a:extLst>
              <a:ext uri="{FF2B5EF4-FFF2-40B4-BE49-F238E27FC236}">
                <a16:creationId xmlns:a16="http://schemas.microsoft.com/office/drawing/2014/main" id="{6DE12F17-400D-2AE3-AACE-D207AD22A6E2}"/>
              </a:ext>
            </a:extLst>
          </p:cNvPr>
          <p:cNvSpPr/>
          <p:nvPr/>
        </p:nvSpPr>
        <p:spPr bwMode="auto">
          <a:xfrm>
            <a:off x="7176013" y="1718981"/>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tx1">
                    <a:lumMod val="75000"/>
                    <a:lumOff val="25000"/>
                  </a:schemeClr>
                </a:solidFill>
                <a:latin typeface="+mn-ea"/>
              </a:rPr>
              <a:t>// </a:t>
            </a:r>
            <a:r>
              <a:rPr lang="ja-JP" altLang="en-US" sz="1600" dirty="0">
                <a:solidFill>
                  <a:schemeClr val="tx1">
                    <a:lumMod val="75000"/>
                    <a:lumOff val="25000"/>
                  </a:schemeClr>
                </a:solidFill>
                <a:latin typeface="+mn-ea"/>
              </a:rPr>
              <a:t>スレッド内は逐次処理で記述</a:t>
            </a:r>
          </a:p>
          <a:p>
            <a:r>
              <a:rPr lang="en-US" altLang="ja-JP" sz="1600" dirty="0">
                <a:solidFill>
                  <a:schemeClr val="tx1">
                    <a:lumMod val="75000"/>
                    <a:lumOff val="25000"/>
                  </a:schemeClr>
                </a:solidFill>
                <a:latin typeface="Consolas" panose="020B0609020204030204" pitchFamily="49" charset="0"/>
              </a:rPr>
              <a:t>void add(*a, *b, *c){</a:t>
            </a:r>
          </a:p>
          <a:p>
            <a:r>
              <a:rPr lang="en-US" altLang="ja-JP" sz="1600" dirty="0">
                <a:solidFill>
                  <a:schemeClr val="tx1">
                    <a:lumMod val="75000"/>
                    <a:lumOff val="25000"/>
                  </a:schemeClr>
                </a:solidFill>
                <a:latin typeface="Consolas" panose="020B0609020204030204" pitchFamily="49" charset="0"/>
              </a:rPr>
              <a:t>    c[</a:t>
            </a:r>
            <a:r>
              <a:rPr lang="en-US" altLang="ja-JP" sz="1600" dirty="0" err="1">
                <a:solidFill>
                  <a:schemeClr val="tx1">
                    <a:lumMod val="75000"/>
                    <a:lumOff val="25000"/>
                  </a:schemeClr>
                </a:solidFill>
                <a:latin typeface="Consolas" panose="020B0609020204030204" pitchFamily="49" charset="0"/>
              </a:rPr>
              <a:t>t_id</a:t>
            </a:r>
            <a:r>
              <a:rPr lang="en-US" altLang="ja-JP" sz="1600" dirty="0">
                <a:solidFill>
                  <a:schemeClr val="tx1">
                    <a:lumMod val="75000"/>
                    <a:lumOff val="25000"/>
                  </a:schemeClr>
                </a:solidFill>
                <a:latin typeface="Consolas" panose="020B0609020204030204" pitchFamily="49" charset="0"/>
              </a:rPr>
              <a:t>] = a[</a:t>
            </a:r>
            <a:r>
              <a:rPr lang="en-US" altLang="ja-JP" sz="1600" dirty="0" err="1">
                <a:solidFill>
                  <a:schemeClr val="tx1">
                    <a:lumMod val="75000"/>
                    <a:lumOff val="25000"/>
                  </a:schemeClr>
                </a:solidFill>
                <a:latin typeface="Consolas" panose="020B0609020204030204" pitchFamily="49" charset="0"/>
              </a:rPr>
              <a:t>t_id</a:t>
            </a:r>
            <a:r>
              <a:rPr lang="en-US" altLang="ja-JP" sz="1600" dirty="0">
                <a:solidFill>
                  <a:schemeClr val="tx1">
                    <a:lumMod val="75000"/>
                    <a:lumOff val="25000"/>
                  </a:schemeClr>
                </a:solidFill>
                <a:latin typeface="Consolas" panose="020B0609020204030204" pitchFamily="49" charset="0"/>
              </a:rPr>
              <a:t>] + b[</a:t>
            </a:r>
            <a:r>
              <a:rPr lang="en-US" altLang="ja-JP" sz="1600" dirty="0" err="1">
                <a:solidFill>
                  <a:schemeClr val="tx1">
                    <a:lumMod val="75000"/>
                    <a:lumOff val="25000"/>
                  </a:schemeClr>
                </a:solidFill>
                <a:latin typeface="Consolas" panose="020B0609020204030204" pitchFamily="49" charset="0"/>
              </a:rPr>
              <a:t>t_id</a:t>
            </a:r>
            <a:r>
              <a:rPr lang="en-US" altLang="ja-JP" sz="1600" dirty="0">
                <a:solidFill>
                  <a:schemeClr val="tx1">
                    <a:lumMod val="75000"/>
                    <a:lumOff val="25000"/>
                  </a:schemeClr>
                </a:solidFill>
                <a:latin typeface="Consolas" panose="020B0609020204030204" pitchFamily="49" charset="0"/>
              </a:rPr>
              <a:t>];</a:t>
            </a:r>
          </a:p>
          <a:p>
            <a:r>
              <a:rPr lang="en-US" altLang="ja-JP" sz="1600" dirty="0">
                <a:solidFill>
                  <a:schemeClr val="tx1">
                    <a:lumMod val="75000"/>
                    <a:lumOff val="25000"/>
                  </a:schemeClr>
                </a:solidFill>
                <a:latin typeface="Consolas" panose="020B0609020204030204" pitchFamily="49" charset="0"/>
              </a:rPr>
              <a:t>}</a:t>
            </a:r>
            <a:endParaRPr lang="ja-JP" altLang="en-US" sz="1600" dirty="0">
              <a:solidFill>
                <a:schemeClr val="tx1">
                  <a:lumMod val="75000"/>
                  <a:lumOff val="25000"/>
                </a:schemeClr>
              </a:solidFill>
              <a:latin typeface="Consolas" panose="020B0609020204030204" pitchFamily="49" charset="0"/>
            </a:endParaRPr>
          </a:p>
        </p:txBody>
      </p:sp>
      <p:grpSp>
        <p:nvGrpSpPr>
          <p:cNvPr id="68" name="グループ化 67">
            <a:extLst>
              <a:ext uri="{FF2B5EF4-FFF2-40B4-BE49-F238E27FC236}">
                <a16:creationId xmlns:a16="http://schemas.microsoft.com/office/drawing/2014/main" id="{86A82C70-51A3-7415-7637-915751810288}"/>
              </a:ext>
            </a:extLst>
          </p:cNvPr>
          <p:cNvGrpSpPr/>
          <p:nvPr/>
        </p:nvGrpSpPr>
        <p:grpSpPr>
          <a:xfrm>
            <a:off x="7536017" y="2438990"/>
            <a:ext cx="90001" cy="630007"/>
            <a:chOff x="2411976" y="3068996"/>
            <a:chExt cx="90001" cy="630007"/>
          </a:xfrm>
        </p:grpSpPr>
        <p:cxnSp>
          <p:nvCxnSpPr>
            <p:cNvPr id="69" name="直線コネクタ 68">
              <a:extLst>
                <a:ext uri="{FF2B5EF4-FFF2-40B4-BE49-F238E27FC236}">
                  <a16:creationId xmlns:a16="http://schemas.microsoft.com/office/drawing/2014/main" id="{EBEFB68B-A519-A872-10EB-7A40C41A512D}"/>
                </a:ext>
              </a:extLst>
            </p:cNvPr>
            <p:cNvCxnSpPr/>
            <p:nvPr/>
          </p:nvCxnSpPr>
          <p:spPr bwMode="auto">
            <a:xfrm flipH="1">
              <a:off x="2411976" y="3068996"/>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70" name="直線コネクタ 69">
              <a:extLst>
                <a:ext uri="{FF2B5EF4-FFF2-40B4-BE49-F238E27FC236}">
                  <a16:creationId xmlns:a16="http://schemas.microsoft.com/office/drawing/2014/main" id="{9B1D2D2C-E231-6C87-AF07-105CBFB6A8AF}"/>
                </a:ext>
              </a:extLst>
            </p:cNvPr>
            <p:cNvCxnSpPr>
              <a:cxnSpLocks/>
            </p:cNvCxnSpPr>
            <p:nvPr/>
          </p:nvCxnSpPr>
          <p:spPr bwMode="auto">
            <a:xfrm>
              <a:off x="2411976" y="3158997"/>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71" name="直線コネクタ 70">
              <a:extLst>
                <a:ext uri="{FF2B5EF4-FFF2-40B4-BE49-F238E27FC236}">
                  <a16:creationId xmlns:a16="http://schemas.microsoft.com/office/drawing/2014/main" id="{63867C50-F79C-A70E-A9D9-6A86E19B3FEE}"/>
                </a:ext>
              </a:extLst>
            </p:cNvPr>
            <p:cNvCxnSpPr/>
            <p:nvPr/>
          </p:nvCxnSpPr>
          <p:spPr bwMode="auto">
            <a:xfrm flipH="1">
              <a:off x="2411976" y="3248998"/>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72" name="直線コネクタ 71">
              <a:extLst>
                <a:ext uri="{FF2B5EF4-FFF2-40B4-BE49-F238E27FC236}">
                  <a16:creationId xmlns:a16="http://schemas.microsoft.com/office/drawing/2014/main" id="{180D3A0C-E86D-5A0F-6690-2631A674DA0E}"/>
                </a:ext>
              </a:extLst>
            </p:cNvPr>
            <p:cNvCxnSpPr>
              <a:cxnSpLocks/>
            </p:cNvCxnSpPr>
            <p:nvPr/>
          </p:nvCxnSpPr>
          <p:spPr bwMode="auto">
            <a:xfrm>
              <a:off x="2411976" y="3338999"/>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73" name="直線コネクタ 72">
              <a:extLst>
                <a:ext uri="{FF2B5EF4-FFF2-40B4-BE49-F238E27FC236}">
                  <a16:creationId xmlns:a16="http://schemas.microsoft.com/office/drawing/2014/main" id="{4D775DD8-E598-3B62-6712-FBC58902EE2B}"/>
                </a:ext>
              </a:extLst>
            </p:cNvPr>
            <p:cNvCxnSpPr/>
            <p:nvPr/>
          </p:nvCxnSpPr>
          <p:spPr bwMode="auto">
            <a:xfrm flipH="1">
              <a:off x="2411976" y="3429000"/>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74" name="直線コネクタ 73">
              <a:extLst>
                <a:ext uri="{FF2B5EF4-FFF2-40B4-BE49-F238E27FC236}">
                  <a16:creationId xmlns:a16="http://schemas.microsoft.com/office/drawing/2014/main" id="{7FB77BC8-4250-2AD7-4B8D-63203F14D093}"/>
                </a:ext>
              </a:extLst>
            </p:cNvPr>
            <p:cNvCxnSpPr>
              <a:cxnSpLocks/>
            </p:cNvCxnSpPr>
            <p:nvPr/>
          </p:nvCxnSpPr>
          <p:spPr bwMode="auto">
            <a:xfrm>
              <a:off x="2411976" y="3519001"/>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75" name="直線コネクタ 74">
              <a:extLst>
                <a:ext uri="{FF2B5EF4-FFF2-40B4-BE49-F238E27FC236}">
                  <a16:creationId xmlns:a16="http://schemas.microsoft.com/office/drawing/2014/main" id="{AF2E8996-79F6-3071-B859-816A464242ED}"/>
                </a:ext>
              </a:extLst>
            </p:cNvPr>
            <p:cNvCxnSpPr/>
            <p:nvPr/>
          </p:nvCxnSpPr>
          <p:spPr bwMode="auto">
            <a:xfrm flipH="1">
              <a:off x="2411976" y="3609002"/>
              <a:ext cx="90001" cy="90001"/>
            </a:xfrm>
            <a:prstGeom prst="line">
              <a:avLst/>
            </a:prstGeom>
            <a:noFill/>
            <a:ln w="9525" cap="flat" cmpd="sng" algn="ctr">
              <a:solidFill>
                <a:schemeClr val="tx1"/>
              </a:solidFill>
              <a:prstDash val="solid"/>
              <a:round/>
              <a:headEnd type="none" w="med" len="med"/>
              <a:tailEnd type="triangle" w="med" len="med"/>
            </a:ln>
            <a:effectLst/>
          </p:spPr>
        </p:cxnSp>
      </p:grpSp>
      <p:grpSp>
        <p:nvGrpSpPr>
          <p:cNvPr id="76" name="グループ化 75">
            <a:extLst>
              <a:ext uri="{FF2B5EF4-FFF2-40B4-BE49-F238E27FC236}">
                <a16:creationId xmlns:a16="http://schemas.microsoft.com/office/drawing/2014/main" id="{3C9001D7-112C-DDC7-CDC7-ACB9B6D88960}"/>
              </a:ext>
            </a:extLst>
          </p:cNvPr>
          <p:cNvGrpSpPr/>
          <p:nvPr/>
        </p:nvGrpSpPr>
        <p:grpSpPr>
          <a:xfrm>
            <a:off x="8346026" y="2438990"/>
            <a:ext cx="90001" cy="630007"/>
            <a:chOff x="2411976" y="3068996"/>
            <a:chExt cx="90001" cy="630007"/>
          </a:xfrm>
        </p:grpSpPr>
        <p:cxnSp>
          <p:nvCxnSpPr>
            <p:cNvPr id="77" name="直線コネクタ 76">
              <a:extLst>
                <a:ext uri="{FF2B5EF4-FFF2-40B4-BE49-F238E27FC236}">
                  <a16:creationId xmlns:a16="http://schemas.microsoft.com/office/drawing/2014/main" id="{DC68A978-8FF6-FB4D-C331-D41FFC0AF4CD}"/>
                </a:ext>
              </a:extLst>
            </p:cNvPr>
            <p:cNvCxnSpPr/>
            <p:nvPr/>
          </p:nvCxnSpPr>
          <p:spPr bwMode="auto">
            <a:xfrm flipH="1">
              <a:off x="2411976" y="3068996"/>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78" name="直線コネクタ 77">
              <a:extLst>
                <a:ext uri="{FF2B5EF4-FFF2-40B4-BE49-F238E27FC236}">
                  <a16:creationId xmlns:a16="http://schemas.microsoft.com/office/drawing/2014/main" id="{3F5469C4-6D96-FFD4-A21B-35617A4E16D4}"/>
                </a:ext>
              </a:extLst>
            </p:cNvPr>
            <p:cNvCxnSpPr>
              <a:cxnSpLocks/>
            </p:cNvCxnSpPr>
            <p:nvPr/>
          </p:nvCxnSpPr>
          <p:spPr bwMode="auto">
            <a:xfrm>
              <a:off x="2411976" y="3158997"/>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79" name="直線コネクタ 78">
              <a:extLst>
                <a:ext uri="{FF2B5EF4-FFF2-40B4-BE49-F238E27FC236}">
                  <a16:creationId xmlns:a16="http://schemas.microsoft.com/office/drawing/2014/main" id="{57E0EC3B-D98D-A533-8975-08CCD4EA72F9}"/>
                </a:ext>
              </a:extLst>
            </p:cNvPr>
            <p:cNvCxnSpPr/>
            <p:nvPr/>
          </p:nvCxnSpPr>
          <p:spPr bwMode="auto">
            <a:xfrm flipH="1">
              <a:off x="2411976" y="3248998"/>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80" name="直線コネクタ 79">
              <a:extLst>
                <a:ext uri="{FF2B5EF4-FFF2-40B4-BE49-F238E27FC236}">
                  <a16:creationId xmlns:a16="http://schemas.microsoft.com/office/drawing/2014/main" id="{46090738-B523-82E2-0E5D-C055A5F088B4}"/>
                </a:ext>
              </a:extLst>
            </p:cNvPr>
            <p:cNvCxnSpPr>
              <a:cxnSpLocks/>
            </p:cNvCxnSpPr>
            <p:nvPr/>
          </p:nvCxnSpPr>
          <p:spPr bwMode="auto">
            <a:xfrm>
              <a:off x="2411976" y="3338999"/>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81" name="直線コネクタ 80">
              <a:extLst>
                <a:ext uri="{FF2B5EF4-FFF2-40B4-BE49-F238E27FC236}">
                  <a16:creationId xmlns:a16="http://schemas.microsoft.com/office/drawing/2014/main" id="{2DD206C2-C4C4-D27A-F42B-9BBA37AFBCA4}"/>
                </a:ext>
              </a:extLst>
            </p:cNvPr>
            <p:cNvCxnSpPr/>
            <p:nvPr/>
          </p:nvCxnSpPr>
          <p:spPr bwMode="auto">
            <a:xfrm flipH="1">
              <a:off x="2411976" y="3429000"/>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82" name="直線コネクタ 81">
              <a:extLst>
                <a:ext uri="{FF2B5EF4-FFF2-40B4-BE49-F238E27FC236}">
                  <a16:creationId xmlns:a16="http://schemas.microsoft.com/office/drawing/2014/main" id="{082D4118-C840-1BA8-7F82-7725D89C604A}"/>
                </a:ext>
              </a:extLst>
            </p:cNvPr>
            <p:cNvCxnSpPr>
              <a:cxnSpLocks/>
            </p:cNvCxnSpPr>
            <p:nvPr/>
          </p:nvCxnSpPr>
          <p:spPr bwMode="auto">
            <a:xfrm>
              <a:off x="2411976" y="3519001"/>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83" name="直線コネクタ 82">
              <a:extLst>
                <a:ext uri="{FF2B5EF4-FFF2-40B4-BE49-F238E27FC236}">
                  <a16:creationId xmlns:a16="http://schemas.microsoft.com/office/drawing/2014/main" id="{C73551CE-1E48-C3B8-9D5D-B238735F7C6D}"/>
                </a:ext>
              </a:extLst>
            </p:cNvPr>
            <p:cNvCxnSpPr/>
            <p:nvPr/>
          </p:nvCxnSpPr>
          <p:spPr bwMode="auto">
            <a:xfrm flipH="1">
              <a:off x="2411976" y="3609002"/>
              <a:ext cx="90001" cy="90001"/>
            </a:xfrm>
            <a:prstGeom prst="line">
              <a:avLst/>
            </a:prstGeom>
            <a:noFill/>
            <a:ln w="9525" cap="flat" cmpd="sng" algn="ctr">
              <a:solidFill>
                <a:schemeClr val="tx1"/>
              </a:solidFill>
              <a:prstDash val="solid"/>
              <a:round/>
              <a:headEnd type="none" w="med" len="med"/>
              <a:tailEnd type="triangle" w="med" len="med"/>
            </a:ln>
            <a:effectLst/>
          </p:spPr>
        </p:cxnSp>
      </p:grpSp>
      <p:grpSp>
        <p:nvGrpSpPr>
          <p:cNvPr id="84" name="グループ化 83">
            <a:extLst>
              <a:ext uri="{FF2B5EF4-FFF2-40B4-BE49-F238E27FC236}">
                <a16:creationId xmlns:a16="http://schemas.microsoft.com/office/drawing/2014/main" id="{F28640E6-76CE-94C2-DDF8-E5D34F4951E6}"/>
              </a:ext>
            </a:extLst>
          </p:cNvPr>
          <p:cNvGrpSpPr/>
          <p:nvPr/>
        </p:nvGrpSpPr>
        <p:grpSpPr>
          <a:xfrm>
            <a:off x="9246036" y="2438990"/>
            <a:ext cx="90001" cy="630007"/>
            <a:chOff x="2411976" y="3068996"/>
            <a:chExt cx="90001" cy="630007"/>
          </a:xfrm>
        </p:grpSpPr>
        <p:cxnSp>
          <p:nvCxnSpPr>
            <p:cNvPr id="85" name="直線コネクタ 84">
              <a:extLst>
                <a:ext uri="{FF2B5EF4-FFF2-40B4-BE49-F238E27FC236}">
                  <a16:creationId xmlns:a16="http://schemas.microsoft.com/office/drawing/2014/main" id="{9C54293C-2818-1A94-F89A-4E5516FC4070}"/>
                </a:ext>
              </a:extLst>
            </p:cNvPr>
            <p:cNvCxnSpPr/>
            <p:nvPr/>
          </p:nvCxnSpPr>
          <p:spPr bwMode="auto">
            <a:xfrm flipH="1">
              <a:off x="2411976" y="3068996"/>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86" name="直線コネクタ 85">
              <a:extLst>
                <a:ext uri="{FF2B5EF4-FFF2-40B4-BE49-F238E27FC236}">
                  <a16:creationId xmlns:a16="http://schemas.microsoft.com/office/drawing/2014/main" id="{41C9D2EB-7830-B381-0E8D-AEABD9BF45C4}"/>
                </a:ext>
              </a:extLst>
            </p:cNvPr>
            <p:cNvCxnSpPr>
              <a:cxnSpLocks/>
            </p:cNvCxnSpPr>
            <p:nvPr/>
          </p:nvCxnSpPr>
          <p:spPr bwMode="auto">
            <a:xfrm>
              <a:off x="2411976" y="3158997"/>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87" name="直線コネクタ 86">
              <a:extLst>
                <a:ext uri="{FF2B5EF4-FFF2-40B4-BE49-F238E27FC236}">
                  <a16:creationId xmlns:a16="http://schemas.microsoft.com/office/drawing/2014/main" id="{1CC4D2ED-2000-7BC1-A241-ED21563B70C4}"/>
                </a:ext>
              </a:extLst>
            </p:cNvPr>
            <p:cNvCxnSpPr/>
            <p:nvPr/>
          </p:nvCxnSpPr>
          <p:spPr bwMode="auto">
            <a:xfrm flipH="1">
              <a:off x="2411976" y="3248998"/>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88" name="直線コネクタ 87">
              <a:extLst>
                <a:ext uri="{FF2B5EF4-FFF2-40B4-BE49-F238E27FC236}">
                  <a16:creationId xmlns:a16="http://schemas.microsoft.com/office/drawing/2014/main" id="{7F78300C-B738-4BEA-E1C9-FCA0AF6F9290}"/>
                </a:ext>
              </a:extLst>
            </p:cNvPr>
            <p:cNvCxnSpPr>
              <a:cxnSpLocks/>
            </p:cNvCxnSpPr>
            <p:nvPr/>
          </p:nvCxnSpPr>
          <p:spPr bwMode="auto">
            <a:xfrm>
              <a:off x="2411976" y="3338999"/>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89" name="直線コネクタ 88">
              <a:extLst>
                <a:ext uri="{FF2B5EF4-FFF2-40B4-BE49-F238E27FC236}">
                  <a16:creationId xmlns:a16="http://schemas.microsoft.com/office/drawing/2014/main" id="{A249E249-B748-588A-E403-3229EC1C4B39}"/>
                </a:ext>
              </a:extLst>
            </p:cNvPr>
            <p:cNvCxnSpPr/>
            <p:nvPr/>
          </p:nvCxnSpPr>
          <p:spPr bwMode="auto">
            <a:xfrm flipH="1">
              <a:off x="2411976" y="3429000"/>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90" name="直線コネクタ 89">
              <a:extLst>
                <a:ext uri="{FF2B5EF4-FFF2-40B4-BE49-F238E27FC236}">
                  <a16:creationId xmlns:a16="http://schemas.microsoft.com/office/drawing/2014/main" id="{F93F3548-B0CF-C829-FF96-D0D4D44BD7A9}"/>
                </a:ext>
              </a:extLst>
            </p:cNvPr>
            <p:cNvCxnSpPr>
              <a:cxnSpLocks/>
            </p:cNvCxnSpPr>
            <p:nvPr/>
          </p:nvCxnSpPr>
          <p:spPr bwMode="auto">
            <a:xfrm>
              <a:off x="2411976" y="3519001"/>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91" name="直線コネクタ 90">
              <a:extLst>
                <a:ext uri="{FF2B5EF4-FFF2-40B4-BE49-F238E27FC236}">
                  <a16:creationId xmlns:a16="http://schemas.microsoft.com/office/drawing/2014/main" id="{12D6FB6D-004B-A7B5-11D8-AB3C1DC3DD3A}"/>
                </a:ext>
              </a:extLst>
            </p:cNvPr>
            <p:cNvCxnSpPr/>
            <p:nvPr/>
          </p:nvCxnSpPr>
          <p:spPr bwMode="auto">
            <a:xfrm flipH="1">
              <a:off x="2411976" y="3609002"/>
              <a:ext cx="90001" cy="90001"/>
            </a:xfrm>
            <a:prstGeom prst="line">
              <a:avLst/>
            </a:prstGeom>
            <a:noFill/>
            <a:ln w="9525" cap="flat" cmpd="sng" algn="ctr">
              <a:solidFill>
                <a:schemeClr val="tx1"/>
              </a:solidFill>
              <a:prstDash val="solid"/>
              <a:round/>
              <a:headEnd type="none" w="med" len="med"/>
              <a:tailEnd type="triangle" w="med" len="med"/>
            </a:ln>
            <a:effectLst/>
          </p:spPr>
        </p:cxnSp>
      </p:grpSp>
      <p:grpSp>
        <p:nvGrpSpPr>
          <p:cNvPr id="92" name="グループ化 91">
            <a:extLst>
              <a:ext uri="{FF2B5EF4-FFF2-40B4-BE49-F238E27FC236}">
                <a16:creationId xmlns:a16="http://schemas.microsoft.com/office/drawing/2014/main" id="{95A6EEBC-D097-EEDC-7289-04B95DBF80E0}"/>
              </a:ext>
            </a:extLst>
          </p:cNvPr>
          <p:cNvGrpSpPr/>
          <p:nvPr/>
        </p:nvGrpSpPr>
        <p:grpSpPr>
          <a:xfrm>
            <a:off x="10056045" y="2438990"/>
            <a:ext cx="90001" cy="630007"/>
            <a:chOff x="2411976" y="3068996"/>
            <a:chExt cx="90001" cy="630007"/>
          </a:xfrm>
        </p:grpSpPr>
        <p:cxnSp>
          <p:nvCxnSpPr>
            <p:cNvPr id="93" name="直線コネクタ 92">
              <a:extLst>
                <a:ext uri="{FF2B5EF4-FFF2-40B4-BE49-F238E27FC236}">
                  <a16:creationId xmlns:a16="http://schemas.microsoft.com/office/drawing/2014/main" id="{6F7B0918-B4C0-CE83-9034-A2E62731A30F}"/>
                </a:ext>
              </a:extLst>
            </p:cNvPr>
            <p:cNvCxnSpPr/>
            <p:nvPr/>
          </p:nvCxnSpPr>
          <p:spPr bwMode="auto">
            <a:xfrm flipH="1">
              <a:off x="2411976" y="3068996"/>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94" name="直線コネクタ 93">
              <a:extLst>
                <a:ext uri="{FF2B5EF4-FFF2-40B4-BE49-F238E27FC236}">
                  <a16:creationId xmlns:a16="http://schemas.microsoft.com/office/drawing/2014/main" id="{61C41D59-A105-9A2F-046E-C43398211870}"/>
                </a:ext>
              </a:extLst>
            </p:cNvPr>
            <p:cNvCxnSpPr>
              <a:cxnSpLocks/>
            </p:cNvCxnSpPr>
            <p:nvPr/>
          </p:nvCxnSpPr>
          <p:spPr bwMode="auto">
            <a:xfrm>
              <a:off x="2411976" y="3158997"/>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95" name="直線コネクタ 94">
              <a:extLst>
                <a:ext uri="{FF2B5EF4-FFF2-40B4-BE49-F238E27FC236}">
                  <a16:creationId xmlns:a16="http://schemas.microsoft.com/office/drawing/2014/main" id="{56FA6D6A-B9ED-41D6-44AC-558328359F34}"/>
                </a:ext>
              </a:extLst>
            </p:cNvPr>
            <p:cNvCxnSpPr/>
            <p:nvPr/>
          </p:nvCxnSpPr>
          <p:spPr bwMode="auto">
            <a:xfrm flipH="1">
              <a:off x="2411976" y="3248998"/>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96" name="直線コネクタ 95">
              <a:extLst>
                <a:ext uri="{FF2B5EF4-FFF2-40B4-BE49-F238E27FC236}">
                  <a16:creationId xmlns:a16="http://schemas.microsoft.com/office/drawing/2014/main" id="{FF83C95E-29F4-7874-E4FD-EFF321ED5307}"/>
                </a:ext>
              </a:extLst>
            </p:cNvPr>
            <p:cNvCxnSpPr>
              <a:cxnSpLocks/>
            </p:cNvCxnSpPr>
            <p:nvPr/>
          </p:nvCxnSpPr>
          <p:spPr bwMode="auto">
            <a:xfrm>
              <a:off x="2411976" y="3338999"/>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97" name="直線コネクタ 96">
              <a:extLst>
                <a:ext uri="{FF2B5EF4-FFF2-40B4-BE49-F238E27FC236}">
                  <a16:creationId xmlns:a16="http://schemas.microsoft.com/office/drawing/2014/main" id="{9E312F1D-1021-CAFD-9197-AE5F49F95748}"/>
                </a:ext>
              </a:extLst>
            </p:cNvPr>
            <p:cNvCxnSpPr/>
            <p:nvPr/>
          </p:nvCxnSpPr>
          <p:spPr bwMode="auto">
            <a:xfrm flipH="1">
              <a:off x="2411976" y="3429000"/>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98" name="直線コネクタ 97">
              <a:extLst>
                <a:ext uri="{FF2B5EF4-FFF2-40B4-BE49-F238E27FC236}">
                  <a16:creationId xmlns:a16="http://schemas.microsoft.com/office/drawing/2014/main" id="{4A226FF6-3B04-5CA2-4A7E-568462F8912E}"/>
                </a:ext>
              </a:extLst>
            </p:cNvPr>
            <p:cNvCxnSpPr>
              <a:cxnSpLocks/>
            </p:cNvCxnSpPr>
            <p:nvPr/>
          </p:nvCxnSpPr>
          <p:spPr bwMode="auto">
            <a:xfrm>
              <a:off x="2411976" y="3519001"/>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99" name="直線コネクタ 98">
              <a:extLst>
                <a:ext uri="{FF2B5EF4-FFF2-40B4-BE49-F238E27FC236}">
                  <a16:creationId xmlns:a16="http://schemas.microsoft.com/office/drawing/2014/main" id="{22F956DC-5E55-3E38-3F9E-407C57D8F799}"/>
                </a:ext>
              </a:extLst>
            </p:cNvPr>
            <p:cNvCxnSpPr/>
            <p:nvPr/>
          </p:nvCxnSpPr>
          <p:spPr bwMode="auto">
            <a:xfrm flipH="1">
              <a:off x="2411976" y="3609002"/>
              <a:ext cx="90001" cy="90001"/>
            </a:xfrm>
            <a:prstGeom prst="line">
              <a:avLst/>
            </a:prstGeom>
            <a:noFill/>
            <a:ln w="9525" cap="flat" cmpd="sng" algn="ctr">
              <a:solidFill>
                <a:schemeClr val="tx1"/>
              </a:solidFill>
              <a:prstDash val="solid"/>
              <a:round/>
              <a:headEnd type="none" w="med" len="med"/>
              <a:tailEnd type="triangle" w="med" len="med"/>
            </a:ln>
            <a:effectLst/>
          </p:spPr>
        </p:cxnSp>
      </p:grpSp>
      <p:cxnSp>
        <p:nvCxnSpPr>
          <p:cNvPr id="100" name="直線矢印コネクタ 99">
            <a:extLst>
              <a:ext uri="{FF2B5EF4-FFF2-40B4-BE49-F238E27FC236}">
                <a16:creationId xmlns:a16="http://schemas.microsoft.com/office/drawing/2014/main" id="{5AB5606E-8483-D654-1DED-DA0B055DBB41}"/>
              </a:ext>
            </a:extLst>
          </p:cNvPr>
          <p:cNvCxnSpPr>
            <a:cxnSpLocks/>
          </p:cNvCxnSpPr>
          <p:nvPr/>
        </p:nvCxnSpPr>
        <p:spPr bwMode="auto">
          <a:xfrm>
            <a:off x="8886031" y="3158997"/>
            <a:ext cx="0" cy="360004"/>
          </a:xfrm>
          <a:prstGeom prst="straightConnector1">
            <a:avLst/>
          </a:prstGeom>
          <a:noFill/>
          <a:ln w="31750" cap="flat" cmpd="sng" algn="ctr">
            <a:solidFill>
              <a:schemeClr val="tx1">
                <a:lumMod val="50000"/>
                <a:lumOff val="50000"/>
              </a:schemeClr>
            </a:solidFill>
            <a:prstDash val="solid"/>
            <a:round/>
            <a:headEnd type="none" w="med" len="med"/>
            <a:tailEnd type="arrow" w="sm" len="sm"/>
          </a:ln>
          <a:effectLst/>
        </p:spPr>
      </p:cxnSp>
    </p:spTree>
    <p:extLst>
      <p:ext uri="{BB962C8B-B14F-4D97-AF65-F5344CB8AC3E}">
        <p14:creationId xmlns:p14="http://schemas.microsoft.com/office/powerpoint/2010/main" val="186509433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779E8A82-4B38-AA4D-E9F8-FE460C52B488}"/>
              </a:ext>
            </a:extLst>
          </p:cNvPr>
          <p:cNvSpPr/>
          <p:nvPr/>
        </p:nvSpPr>
        <p:spPr bwMode="auto">
          <a:xfrm>
            <a:off x="2045956" y="1358978"/>
            <a:ext cx="8190091" cy="2070023"/>
          </a:xfrm>
          <a:prstGeom prst="rect">
            <a:avLst/>
          </a:prstGeom>
          <a:solidFill>
            <a:schemeClr val="accent5">
              <a:lumMod val="20000"/>
              <a:lumOff val="80000"/>
            </a:schemeClr>
          </a:solidFill>
          <a:ln>
            <a:noFill/>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sz="1200" dirty="0">
              <a:solidFill>
                <a:schemeClr val="tx1">
                  <a:lumMod val="75000"/>
                  <a:lumOff val="25000"/>
                </a:schemeClr>
              </a:solidFill>
              <a:latin typeface="+mn-ea"/>
            </a:endParaRPr>
          </a:p>
        </p:txBody>
      </p:sp>
      <p:sp>
        <p:nvSpPr>
          <p:cNvPr id="49" name="正方形/長方形 48">
            <a:extLst>
              <a:ext uri="{FF2B5EF4-FFF2-40B4-BE49-F238E27FC236}">
                <a16:creationId xmlns:a16="http://schemas.microsoft.com/office/drawing/2014/main" id="{DA2130DF-FE5E-BD60-E905-D93EC0378B7C}"/>
              </a:ext>
            </a:extLst>
          </p:cNvPr>
          <p:cNvSpPr/>
          <p:nvPr/>
        </p:nvSpPr>
        <p:spPr bwMode="auto">
          <a:xfrm>
            <a:off x="5735996" y="3429000"/>
            <a:ext cx="4500051" cy="990011"/>
          </a:xfrm>
          <a:prstGeom prst="rect">
            <a:avLst/>
          </a:prstGeom>
          <a:solidFill>
            <a:schemeClr val="accent5">
              <a:lumMod val="20000"/>
              <a:lumOff val="80000"/>
            </a:schemeClr>
          </a:solidFill>
          <a:ln>
            <a:noFill/>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sz="1200" dirty="0">
              <a:solidFill>
                <a:schemeClr val="accent5"/>
              </a:solidFill>
              <a:latin typeface="+mn-ea"/>
            </a:endParaRPr>
          </a:p>
        </p:txBody>
      </p:sp>
      <p:sp>
        <p:nvSpPr>
          <p:cNvPr id="2" name="タイトル 1">
            <a:extLst>
              <a:ext uri="{FF2B5EF4-FFF2-40B4-BE49-F238E27FC236}">
                <a16:creationId xmlns:a16="http://schemas.microsoft.com/office/drawing/2014/main" id="{99FEE23C-ED43-9D2A-796C-9C4DCD113CB0}"/>
              </a:ext>
            </a:extLst>
          </p:cNvPr>
          <p:cNvSpPr>
            <a:spLocks noGrp="1"/>
          </p:cNvSpPr>
          <p:nvPr>
            <p:ph type="title"/>
          </p:nvPr>
        </p:nvSpPr>
        <p:spPr/>
        <p:txBody>
          <a:bodyPr/>
          <a:lstStyle/>
          <a:p>
            <a:r>
              <a:rPr kumimoji="1" lang="en-US" altLang="ja-JP" dirty="0"/>
              <a:t>GPU </a:t>
            </a:r>
            <a:r>
              <a:rPr kumimoji="1" lang="ja-JP" altLang="en-US" dirty="0"/>
              <a:t>におけるソフトとハードの関係</a:t>
            </a:r>
            <a:br>
              <a:rPr kumimoji="1" lang="en-US" altLang="ja-JP" dirty="0"/>
            </a:br>
            <a:r>
              <a:rPr lang="ja-JP" altLang="en-US" sz="1400" dirty="0"/>
              <a:t>図は </a:t>
            </a:r>
            <a:r>
              <a:rPr lang="en-US" altLang="ja-JP" sz="1400" dirty="0"/>
              <a:t>Caroline </a:t>
            </a:r>
            <a:r>
              <a:rPr lang="en-US" altLang="ja-JP" sz="1400" dirty="0" err="1"/>
              <a:t>Collange</a:t>
            </a:r>
            <a:r>
              <a:rPr lang="en-US" altLang="ja-JP" sz="1400" dirty="0"/>
              <a:t> “GPU architecture part 2: SIMT control flow management” </a:t>
            </a:r>
            <a:r>
              <a:rPr lang="ja-JP" altLang="en-US" sz="1400" dirty="0"/>
              <a:t>より</a:t>
            </a:r>
            <a:endParaRPr kumimoji="1" lang="ja-JP" altLang="en-US" dirty="0"/>
          </a:p>
        </p:txBody>
      </p:sp>
      <p:sp>
        <p:nvSpPr>
          <p:cNvPr id="7" name="正方形/長方形 6">
            <a:extLst>
              <a:ext uri="{FF2B5EF4-FFF2-40B4-BE49-F238E27FC236}">
                <a16:creationId xmlns:a16="http://schemas.microsoft.com/office/drawing/2014/main" id="{649C34EF-F439-639A-CE9D-F59E75C0E9CD}"/>
              </a:ext>
            </a:extLst>
          </p:cNvPr>
          <p:cNvSpPr/>
          <p:nvPr/>
        </p:nvSpPr>
        <p:spPr bwMode="auto">
          <a:xfrm>
            <a:off x="2135957" y="1358978"/>
            <a:ext cx="2250025" cy="450005"/>
          </a:xfrm>
          <a:prstGeom prst="rect">
            <a:avLst/>
          </a:prstGeom>
          <a:noFill/>
          <a:ln>
            <a:noFill/>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tx1">
                    <a:lumMod val="75000"/>
                    <a:lumOff val="25000"/>
                  </a:schemeClr>
                </a:solidFill>
                <a:latin typeface="+mn-ea"/>
              </a:rPr>
              <a:t>Software: CUDA, Open CL ...</a:t>
            </a:r>
            <a:endParaRPr lang="ja-JP" altLang="en-US" sz="1600" dirty="0">
              <a:solidFill>
                <a:schemeClr val="tx1">
                  <a:lumMod val="75000"/>
                  <a:lumOff val="25000"/>
                </a:schemeClr>
              </a:solidFill>
              <a:latin typeface="+mn-ea"/>
            </a:endParaRPr>
          </a:p>
        </p:txBody>
      </p:sp>
      <p:sp>
        <p:nvSpPr>
          <p:cNvPr id="9" name="正方形/長方形 8">
            <a:extLst>
              <a:ext uri="{FF2B5EF4-FFF2-40B4-BE49-F238E27FC236}">
                <a16:creationId xmlns:a16="http://schemas.microsoft.com/office/drawing/2014/main" id="{36F5EB3E-42F6-60D7-1E6D-D76BC9C49673}"/>
              </a:ext>
            </a:extLst>
          </p:cNvPr>
          <p:cNvSpPr/>
          <p:nvPr/>
        </p:nvSpPr>
        <p:spPr bwMode="auto">
          <a:xfrm>
            <a:off x="3935977" y="1898984"/>
            <a:ext cx="1800021" cy="810009"/>
          </a:xfrm>
          <a:prstGeom prst="rect">
            <a:avLst/>
          </a:prstGeom>
          <a:solidFill>
            <a:srgbClr val="E8F5F8"/>
          </a:solidFill>
          <a:ln w="15875">
            <a:solidFill>
              <a:schemeClr val="tx1">
                <a:lumMod val="50000"/>
                <a:lumOff val="50000"/>
              </a:schemeClr>
            </a:solidFill>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fr-FR" altLang="ja-JP" sz="1600" dirty="0">
                <a:solidFill>
                  <a:schemeClr val="tx1">
                    <a:lumMod val="75000"/>
                    <a:lumOff val="25000"/>
                  </a:schemeClr>
                </a:solidFill>
                <a:latin typeface="Consolas" panose="020B0609020204030204" pitchFamily="49" charset="0"/>
              </a:rPr>
              <a:t>func(t_id) { </a:t>
            </a:r>
          </a:p>
          <a:p>
            <a:r>
              <a:rPr lang="fr-FR" altLang="ja-JP" sz="1600" dirty="0">
                <a:solidFill>
                  <a:schemeClr val="tx1">
                    <a:lumMod val="75000"/>
                    <a:lumOff val="25000"/>
                  </a:schemeClr>
                </a:solidFill>
                <a:latin typeface="Consolas" panose="020B0609020204030204" pitchFamily="49" charset="0"/>
              </a:rPr>
              <a:t>  a[t_id] += 1;</a:t>
            </a:r>
            <a:br>
              <a:rPr lang="fr-FR" altLang="ja-JP" sz="1600" dirty="0">
                <a:solidFill>
                  <a:schemeClr val="tx1">
                    <a:lumMod val="75000"/>
                    <a:lumOff val="25000"/>
                  </a:schemeClr>
                </a:solidFill>
                <a:latin typeface="Consolas" panose="020B0609020204030204" pitchFamily="49" charset="0"/>
              </a:rPr>
            </a:br>
            <a:r>
              <a:rPr lang="fr-FR" altLang="ja-JP" sz="1600" dirty="0">
                <a:solidFill>
                  <a:schemeClr val="tx1">
                    <a:lumMod val="75000"/>
                    <a:lumOff val="25000"/>
                  </a:schemeClr>
                </a:solidFill>
                <a:latin typeface="Consolas" panose="020B0609020204030204" pitchFamily="49" charset="0"/>
              </a:rPr>
              <a:t>}</a:t>
            </a:r>
            <a:endParaRPr lang="ja-JP" altLang="en-US" sz="1600" dirty="0">
              <a:solidFill>
                <a:schemeClr val="tx1">
                  <a:lumMod val="75000"/>
                  <a:lumOff val="25000"/>
                </a:schemeClr>
              </a:solidFill>
              <a:latin typeface="Consolas" panose="020B0609020204030204" pitchFamily="49" charset="0"/>
            </a:endParaRPr>
          </a:p>
        </p:txBody>
      </p:sp>
      <p:grpSp>
        <p:nvGrpSpPr>
          <p:cNvPr id="10" name="グループ化 9">
            <a:extLst>
              <a:ext uri="{FF2B5EF4-FFF2-40B4-BE49-F238E27FC236}">
                <a16:creationId xmlns:a16="http://schemas.microsoft.com/office/drawing/2014/main" id="{DAE82DCC-C291-03E3-BF99-A4ECADCC91D1}"/>
              </a:ext>
            </a:extLst>
          </p:cNvPr>
          <p:cNvGrpSpPr/>
          <p:nvPr/>
        </p:nvGrpSpPr>
        <p:grpSpPr>
          <a:xfrm>
            <a:off x="5915999" y="1988985"/>
            <a:ext cx="90001" cy="630007"/>
            <a:chOff x="2411976" y="3068996"/>
            <a:chExt cx="90001" cy="630007"/>
          </a:xfrm>
        </p:grpSpPr>
        <p:cxnSp>
          <p:nvCxnSpPr>
            <p:cNvPr id="11" name="直線コネクタ 10">
              <a:extLst>
                <a:ext uri="{FF2B5EF4-FFF2-40B4-BE49-F238E27FC236}">
                  <a16:creationId xmlns:a16="http://schemas.microsoft.com/office/drawing/2014/main" id="{D4D50623-BDD8-4AA5-F46F-E4F4DAB43856}"/>
                </a:ext>
              </a:extLst>
            </p:cNvPr>
            <p:cNvCxnSpPr/>
            <p:nvPr/>
          </p:nvCxnSpPr>
          <p:spPr bwMode="auto">
            <a:xfrm flipH="1">
              <a:off x="2411976" y="3068996"/>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12" name="直線コネクタ 11">
              <a:extLst>
                <a:ext uri="{FF2B5EF4-FFF2-40B4-BE49-F238E27FC236}">
                  <a16:creationId xmlns:a16="http://schemas.microsoft.com/office/drawing/2014/main" id="{40DB851B-1E90-5E56-1908-CCF3972CF613}"/>
                </a:ext>
              </a:extLst>
            </p:cNvPr>
            <p:cNvCxnSpPr>
              <a:cxnSpLocks/>
            </p:cNvCxnSpPr>
            <p:nvPr/>
          </p:nvCxnSpPr>
          <p:spPr bwMode="auto">
            <a:xfrm>
              <a:off x="2411976" y="3158997"/>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13" name="直線コネクタ 12">
              <a:extLst>
                <a:ext uri="{FF2B5EF4-FFF2-40B4-BE49-F238E27FC236}">
                  <a16:creationId xmlns:a16="http://schemas.microsoft.com/office/drawing/2014/main" id="{91D24EF1-5C37-9930-A3DB-3EF721854C70}"/>
                </a:ext>
              </a:extLst>
            </p:cNvPr>
            <p:cNvCxnSpPr/>
            <p:nvPr/>
          </p:nvCxnSpPr>
          <p:spPr bwMode="auto">
            <a:xfrm flipH="1">
              <a:off x="2411976" y="3248998"/>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14" name="直線コネクタ 13">
              <a:extLst>
                <a:ext uri="{FF2B5EF4-FFF2-40B4-BE49-F238E27FC236}">
                  <a16:creationId xmlns:a16="http://schemas.microsoft.com/office/drawing/2014/main" id="{516AF0BD-0C05-2FB2-3235-DBE5E08288F1}"/>
                </a:ext>
              </a:extLst>
            </p:cNvPr>
            <p:cNvCxnSpPr>
              <a:cxnSpLocks/>
            </p:cNvCxnSpPr>
            <p:nvPr/>
          </p:nvCxnSpPr>
          <p:spPr bwMode="auto">
            <a:xfrm>
              <a:off x="2411976" y="3338999"/>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15" name="直線コネクタ 14">
              <a:extLst>
                <a:ext uri="{FF2B5EF4-FFF2-40B4-BE49-F238E27FC236}">
                  <a16:creationId xmlns:a16="http://schemas.microsoft.com/office/drawing/2014/main" id="{ACB6E8D4-28DF-9D21-3688-C02AA3748D01}"/>
                </a:ext>
              </a:extLst>
            </p:cNvPr>
            <p:cNvCxnSpPr/>
            <p:nvPr/>
          </p:nvCxnSpPr>
          <p:spPr bwMode="auto">
            <a:xfrm flipH="1">
              <a:off x="2411976" y="3429000"/>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16" name="直線コネクタ 15">
              <a:extLst>
                <a:ext uri="{FF2B5EF4-FFF2-40B4-BE49-F238E27FC236}">
                  <a16:creationId xmlns:a16="http://schemas.microsoft.com/office/drawing/2014/main" id="{AD3E731D-8104-58BD-4518-5C8AB11ED0B6}"/>
                </a:ext>
              </a:extLst>
            </p:cNvPr>
            <p:cNvCxnSpPr>
              <a:cxnSpLocks/>
            </p:cNvCxnSpPr>
            <p:nvPr/>
          </p:nvCxnSpPr>
          <p:spPr bwMode="auto">
            <a:xfrm>
              <a:off x="2411976" y="3519001"/>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17" name="直線コネクタ 16">
              <a:extLst>
                <a:ext uri="{FF2B5EF4-FFF2-40B4-BE49-F238E27FC236}">
                  <a16:creationId xmlns:a16="http://schemas.microsoft.com/office/drawing/2014/main" id="{8834D5F3-C7A4-A6A4-4A16-7350FED93979}"/>
                </a:ext>
              </a:extLst>
            </p:cNvPr>
            <p:cNvCxnSpPr/>
            <p:nvPr/>
          </p:nvCxnSpPr>
          <p:spPr bwMode="auto">
            <a:xfrm flipH="1">
              <a:off x="2411976" y="3609002"/>
              <a:ext cx="90001" cy="90001"/>
            </a:xfrm>
            <a:prstGeom prst="line">
              <a:avLst/>
            </a:prstGeom>
            <a:noFill/>
            <a:ln w="9525" cap="flat" cmpd="sng" algn="ctr">
              <a:solidFill>
                <a:schemeClr val="tx1"/>
              </a:solidFill>
              <a:prstDash val="solid"/>
              <a:round/>
              <a:headEnd type="none" w="med" len="med"/>
              <a:tailEnd type="triangle" w="med" len="med"/>
            </a:ln>
            <a:effectLst/>
          </p:spPr>
        </p:cxnSp>
      </p:grpSp>
      <p:grpSp>
        <p:nvGrpSpPr>
          <p:cNvPr id="18" name="グループ化 17">
            <a:extLst>
              <a:ext uri="{FF2B5EF4-FFF2-40B4-BE49-F238E27FC236}">
                <a16:creationId xmlns:a16="http://schemas.microsoft.com/office/drawing/2014/main" id="{3AEF6DCF-A237-B897-5809-DD7E14129651}"/>
              </a:ext>
            </a:extLst>
          </p:cNvPr>
          <p:cNvGrpSpPr/>
          <p:nvPr/>
        </p:nvGrpSpPr>
        <p:grpSpPr>
          <a:xfrm>
            <a:off x="6096001" y="1988985"/>
            <a:ext cx="90001" cy="630007"/>
            <a:chOff x="2411976" y="3068996"/>
            <a:chExt cx="90001" cy="630007"/>
          </a:xfrm>
        </p:grpSpPr>
        <p:cxnSp>
          <p:nvCxnSpPr>
            <p:cNvPr id="19" name="直線コネクタ 18">
              <a:extLst>
                <a:ext uri="{FF2B5EF4-FFF2-40B4-BE49-F238E27FC236}">
                  <a16:creationId xmlns:a16="http://schemas.microsoft.com/office/drawing/2014/main" id="{030D81CE-FFC3-7916-906D-68F8B3291646}"/>
                </a:ext>
              </a:extLst>
            </p:cNvPr>
            <p:cNvCxnSpPr/>
            <p:nvPr/>
          </p:nvCxnSpPr>
          <p:spPr bwMode="auto">
            <a:xfrm flipH="1">
              <a:off x="2411976" y="3068996"/>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20" name="直線コネクタ 19">
              <a:extLst>
                <a:ext uri="{FF2B5EF4-FFF2-40B4-BE49-F238E27FC236}">
                  <a16:creationId xmlns:a16="http://schemas.microsoft.com/office/drawing/2014/main" id="{A7F68321-8D96-FED2-F63A-21980C6D05ED}"/>
                </a:ext>
              </a:extLst>
            </p:cNvPr>
            <p:cNvCxnSpPr>
              <a:cxnSpLocks/>
            </p:cNvCxnSpPr>
            <p:nvPr/>
          </p:nvCxnSpPr>
          <p:spPr bwMode="auto">
            <a:xfrm>
              <a:off x="2411976" y="3158997"/>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21" name="直線コネクタ 20">
              <a:extLst>
                <a:ext uri="{FF2B5EF4-FFF2-40B4-BE49-F238E27FC236}">
                  <a16:creationId xmlns:a16="http://schemas.microsoft.com/office/drawing/2014/main" id="{5E872B7C-19AA-860A-C79D-D1B32265408E}"/>
                </a:ext>
              </a:extLst>
            </p:cNvPr>
            <p:cNvCxnSpPr/>
            <p:nvPr/>
          </p:nvCxnSpPr>
          <p:spPr bwMode="auto">
            <a:xfrm flipH="1">
              <a:off x="2411976" y="3248998"/>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22" name="直線コネクタ 21">
              <a:extLst>
                <a:ext uri="{FF2B5EF4-FFF2-40B4-BE49-F238E27FC236}">
                  <a16:creationId xmlns:a16="http://schemas.microsoft.com/office/drawing/2014/main" id="{9D1CA219-C1CD-38F2-E812-3ADA9856C1B4}"/>
                </a:ext>
              </a:extLst>
            </p:cNvPr>
            <p:cNvCxnSpPr>
              <a:cxnSpLocks/>
            </p:cNvCxnSpPr>
            <p:nvPr/>
          </p:nvCxnSpPr>
          <p:spPr bwMode="auto">
            <a:xfrm>
              <a:off x="2411976" y="3338999"/>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23" name="直線コネクタ 22">
              <a:extLst>
                <a:ext uri="{FF2B5EF4-FFF2-40B4-BE49-F238E27FC236}">
                  <a16:creationId xmlns:a16="http://schemas.microsoft.com/office/drawing/2014/main" id="{C3F70AC5-371A-EEE1-47E1-ED0D35542640}"/>
                </a:ext>
              </a:extLst>
            </p:cNvPr>
            <p:cNvCxnSpPr/>
            <p:nvPr/>
          </p:nvCxnSpPr>
          <p:spPr bwMode="auto">
            <a:xfrm flipH="1">
              <a:off x="2411976" y="3429000"/>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24" name="直線コネクタ 23">
              <a:extLst>
                <a:ext uri="{FF2B5EF4-FFF2-40B4-BE49-F238E27FC236}">
                  <a16:creationId xmlns:a16="http://schemas.microsoft.com/office/drawing/2014/main" id="{51C570AC-49D8-E5C2-F6A3-877BF15A1405}"/>
                </a:ext>
              </a:extLst>
            </p:cNvPr>
            <p:cNvCxnSpPr>
              <a:cxnSpLocks/>
            </p:cNvCxnSpPr>
            <p:nvPr/>
          </p:nvCxnSpPr>
          <p:spPr bwMode="auto">
            <a:xfrm>
              <a:off x="2411976" y="3519001"/>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25" name="直線コネクタ 24">
              <a:extLst>
                <a:ext uri="{FF2B5EF4-FFF2-40B4-BE49-F238E27FC236}">
                  <a16:creationId xmlns:a16="http://schemas.microsoft.com/office/drawing/2014/main" id="{3E750288-02C8-7164-88B7-E9A7396FB2C6}"/>
                </a:ext>
              </a:extLst>
            </p:cNvPr>
            <p:cNvCxnSpPr/>
            <p:nvPr/>
          </p:nvCxnSpPr>
          <p:spPr bwMode="auto">
            <a:xfrm flipH="1">
              <a:off x="2411976" y="3609002"/>
              <a:ext cx="90001" cy="90001"/>
            </a:xfrm>
            <a:prstGeom prst="line">
              <a:avLst/>
            </a:prstGeom>
            <a:noFill/>
            <a:ln w="9525" cap="flat" cmpd="sng" algn="ctr">
              <a:solidFill>
                <a:schemeClr val="tx1"/>
              </a:solidFill>
              <a:prstDash val="solid"/>
              <a:round/>
              <a:headEnd type="none" w="med" len="med"/>
              <a:tailEnd type="triangle" w="med" len="med"/>
            </a:ln>
            <a:effectLst/>
          </p:spPr>
        </p:cxnSp>
      </p:grpSp>
      <p:sp>
        <p:nvSpPr>
          <p:cNvPr id="26" name="正方形/長方形 25">
            <a:extLst>
              <a:ext uri="{FF2B5EF4-FFF2-40B4-BE49-F238E27FC236}">
                <a16:creationId xmlns:a16="http://schemas.microsoft.com/office/drawing/2014/main" id="{89881E89-DC9F-FF75-4FE7-41F2E9F6CE3F}"/>
              </a:ext>
            </a:extLst>
          </p:cNvPr>
          <p:cNvSpPr/>
          <p:nvPr/>
        </p:nvSpPr>
        <p:spPr bwMode="auto">
          <a:xfrm>
            <a:off x="6276003" y="1628980"/>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200" dirty="0">
                <a:solidFill>
                  <a:schemeClr val="tx1">
                    <a:lumMod val="75000"/>
                    <a:lumOff val="25000"/>
                  </a:schemeClr>
                </a:solidFill>
                <a:latin typeface="+mn-ea"/>
              </a:rPr>
              <a:t>スレッド</a:t>
            </a:r>
          </a:p>
        </p:txBody>
      </p:sp>
      <p:grpSp>
        <p:nvGrpSpPr>
          <p:cNvPr id="28" name="グループ化 27">
            <a:extLst>
              <a:ext uri="{FF2B5EF4-FFF2-40B4-BE49-F238E27FC236}">
                <a16:creationId xmlns:a16="http://schemas.microsoft.com/office/drawing/2014/main" id="{C62E68A7-54F7-6FB0-A3DC-40D0E90506EA}"/>
              </a:ext>
            </a:extLst>
          </p:cNvPr>
          <p:cNvGrpSpPr/>
          <p:nvPr/>
        </p:nvGrpSpPr>
        <p:grpSpPr>
          <a:xfrm>
            <a:off x="6276003" y="1988985"/>
            <a:ext cx="90001" cy="630007"/>
            <a:chOff x="2411976" y="3068996"/>
            <a:chExt cx="90001" cy="630007"/>
          </a:xfrm>
        </p:grpSpPr>
        <p:cxnSp>
          <p:nvCxnSpPr>
            <p:cNvPr id="29" name="直線コネクタ 28">
              <a:extLst>
                <a:ext uri="{FF2B5EF4-FFF2-40B4-BE49-F238E27FC236}">
                  <a16:creationId xmlns:a16="http://schemas.microsoft.com/office/drawing/2014/main" id="{9A3D31C2-D20A-DF20-1040-953A8EC509EF}"/>
                </a:ext>
              </a:extLst>
            </p:cNvPr>
            <p:cNvCxnSpPr/>
            <p:nvPr/>
          </p:nvCxnSpPr>
          <p:spPr bwMode="auto">
            <a:xfrm flipH="1">
              <a:off x="2411976" y="3068996"/>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30" name="直線コネクタ 29">
              <a:extLst>
                <a:ext uri="{FF2B5EF4-FFF2-40B4-BE49-F238E27FC236}">
                  <a16:creationId xmlns:a16="http://schemas.microsoft.com/office/drawing/2014/main" id="{660630E9-9D75-10E6-C808-23C550BB7B7E}"/>
                </a:ext>
              </a:extLst>
            </p:cNvPr>
            <p:cNvCxnSpPr>
              <a:cxnSpLocks/>
            </p:cNvCxnSpPr>
            <p:nvPr/>
          </p:nvCxnSpPr>
          <p:spPr bwMode="auto">
            <a:xfrm>
              <a:off x="2411976" y="3158997"/>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31" name="直線コネクタ 30">
              <a:extLst>
                <a:ext uri="{FF2B5EF4-FFF2-40B4-BE49-F238E27FC236}">
                  <a16:creationId xmlns:a16="http://schemas.microsoft.com/office/drawing/2014/main" id="{D0E25F03-D59C-4336-FDA6-B96F53DD9726}"/>
                </a:ext>
              </a:extLst>
            </p:cNvPr>
            <p:cNvCxnSpPr/>
            <p:nvPr/>
          </p:nvCxnSpPr>
          <p:spPr bwMode="auto">
            <a:xfrm flipH="1">
              <a:off x="2411976" y="3248998"/>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32" name="直線コネクタ 31">
              <a:extLst>
                <a:ext uri="{FF2B5EF4-FFF2-40B4-BE49-F238E27FC236}">
                  <a16:creationId xmlns:a16="http://schemas.microsoft.com/office/drawing/2014/main" id="{B0DC4B26-7051-11BC-0FC2-EEC424CF1E8F}"/>
                </a:ext>
              </a:extLst>
            </p:cNvPr>
            <p:cNvCxnSpPr>
              <a:cxnSpLocks/>
            </p:cNvCxnSpPr>
            <p:nvPr/>
          </p:nvCxnSpPr>
          <p:spPr bwMode="auto">
            <a:xfrm>
              <a:off x="2411976" y="3338999"/>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33" name="直線コネクタ 32">
              <a:extLst>
                <a:ext uri="{FF2B5EF4-FFF2-40B4-BE49-F238E27FC236}">
                  <a16:creationId xmlns:a16="http://schemas.microsoft.com/office/drawing/2014/main" id="{B0333041-7A93-30CD-81C5-B2AFF551C84D}"/>
                </a:ext>
              </a:extLst>
            </p:cNvPr>
            <p:cNvCxnSpPr/>
            <p:nvPr/>
          </p:nvCxnSpPr>
          <p:spPr bwMode="auto">
            <a:xfrm flipH="1">
              <a:off x="2411976" y="3429000"/>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34" name="直線コネクタ 33">
              <a:extLst>
                <a:ext uri="{FF2B5EF4-FFF2-40B4-BE49-F238E27FC236}">
                  <a16:creationId xmlns:a16="http://schemas.microsoft.com/office/drawing/2014/main" id="{1EBA9024-6224-5901-49B6-B0B1CA5E9B15}"/>
                </a:ext>
              </a:extLst>
            </p:cNvPr>
            <p:cNvCxnSpPr>
              <a:cxnSpLocks/>
            </p:cNvCxnSpPr>
            <p:nvPr/>
          </p:nvCxnSpPr>
          <p:spPr bwMode="auto">
            <a:xfrm>
              <a:off x="2411976" y="3519001"/>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35" name="直線コネクタ 34">
              <a:extLst>
                <a:ext uri="{FF2B5EF4-FFF2-40B4-BE49-F238E27FC236}">
                  <a16:creationId xmlns:a16="http://schemas.microsoft.com/office/drawing/2014/main" id="{CADDF6F4-51B7-8698-353B-9BB631FC738F}"/>
                </a:ext>
              </a:extLst>
            </p:cNvPr>
            <p:cNvCxnSpPr/>
            <p:nvPr/>
          </p:nvCxnSpPr>
          <p:spPr bwMode="auto">
            <a:xfrm flipH="1">
              <a:off x="2411976" y="3609002"/>
              <a:ext cx="90001" cy="90001"/>
            </a:xfrm>
            <a:prstGeom prst="line">
              <a:avLst/>
            </a:prstGeom>
            <a:noFill/>
            <a:ln w="9525" cap="flat" cmpd="sng" algn="ctr">
              <a:solidFill>
                <a:schemeClr val="tx1"/>
              </a:solidFill>
              <a:prstDash val="solid"/>
              <a:round/>
              <a:headEnd type="none" w="med" len="med"/>
              <a:tailEnd type="triangle" w="med" len="med"/>
            </a:ln>
            <a:effectLst/>
          </p:spPr>
        </p:cxnSp>
      </p:grpSp>
      <p:grpSp>
        <p:nvGrpSpPr>
          <p:cNvPr id="36" name="グループ化 35">
            <a:extLst>
              <a:ext uri="{FF2B5EF4-FFF2-40B4-BE49-F238E27FC236}">
                <a16:creationId xmlns:a16="http://schemas.microsoft.com/office/drawing/2014/main" id="{42E6727D-AC7E-9688-FF79-1AAFF71A28A5}"/>
              </a:ext>
            </a:extLst>
          </p:cNvPr>
          <p:cNvGrpSpPr/>
          <p:nvPr/>
        </p:nvGrpSpPr>
        <p:grpSpPr>
          <a:xfrm>
            <a:off x="6456005" y="1988985"/>
            <a:ext cx="90001" cy="630007"/>
            <a:chOff x="2411976" y="3068996"/>
            <a:chExt cx="90001" cy="630007"/>
          </a:xfrm>
        </p:grpSpPr>
        <p:cxnSp>
          <p:nvCxnSpPr>
            <p:cNvPr id="37" name="直線コネクタ 36">
              <a:extLst>
                <a:ext uri="{FF2B5EF4-FFF2-40B4-BE49-F238E27FC236}">
                  <a16:creationId xmlns:a16="http://schemas.microsoft.com/office/drawing/2014/main" id="{EB5CE1B3-6AE2-1E5B-0CFA-4654D75CA84E}"/>
                </a:ext>
              </a:extLst>
            </p:cNvPr>
            <p:cNvCxnSpPr/>
            <p:nvPr/>
          </p:nvCxnSpPr>
          <p:spPr bwMode="auto">
            <a:xfrm flipH="1">
              <a:off x="2411976" y="3068996"/>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38" name="直線コネクタ 37">
              <a:extLst>
                <a:ext uri="{FF2B5EF4-FFF2-40B4-BE49-F238E27FC236}">
                  <a16:creationId xmlns:a16="http://schemas.microsoft.com/office/drawing/2014/main" id="{E8F503EE-CB0D-FE48-0416-CA9C29F0F8B2}"/>
                </a:ext>
              </a:extLst>
            </p:cNvPr>
            <p:cNvCxnSpPr>
              <a:cxnSpLocks/>
            </p:cNvCxnSpPr>
            <p:nvPr/>
          </p:nvCxnSpPr>
          <p:spPr bwMode="auto">
            <a:xfrm>
              <a:off x="2411976" y="3158997"/>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39" name="直線コネクタ 38">
              <a:extLst>
                <a:ext uri="{FF2B5EF4-FFF2-40B4-BE49-F238E27FC236}">
                  <a16:creationId xmlns:a16="http://schemas.microsoft.com/office/drawing/2014/main" id="{1EE7CEDB-AF1A-0C56-F18C-24E895F82995}"/>
                </a:ext>
              </a:extLst>
            </p:cNvPr>
            <p:cNvCxnSpPr/>
            <p:nvPr/>
          </p:nvCxnSpPr>
          <p:spPr bwMode="auto">
            <a:xfrm flipH="1">
              <a:off x="2411976" y="3248998"/>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40" name="直線コネクタ 39">
              <a:extLst>
                <a:ext uri="{FF2B5EF4-FFF2-40B4-BE49-F238E27FC236}">
                  <a16:creationId xmlns:a16="http://schemas.microsoft.com/office/drawing/2014/main" id="{4E802146-D58B-FD9E-2B8F-732F32C95DB9}"/>
                </a:ext>
              </a:extLst>
            </p:cNvPr>
            <p:cNvCxnSpPr>
              <a:cxnSpLocks/>
            </p:cNvCxnSpPr>
            <p:nvPr/>
          </p:nvCxnSpPr>
          <p:spPr bwMode="auto">
            <a:xfrm>
              <a:off x="2411976" y="3338999"/>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41" name="直線コネクタ 40">
              <a:extLst>
                <a:ext uri="{FF2B5EF4-FFF2-40B4-BE49-F238E27FC236}">
                  <a16:creationId xmlns:a16="http://schemas.microsoft.com/office/drawing/2014/main" id="{C38D0A36-0B92-F43F-5699-E247290EEFF9}"/>
                </a:ext>
              </a:extLst>
            </p:cNvPr>
            <p:cNvCxnSpPr/>
            <p:nvPr/>
          </p:nvCxnSpPr>
          <p:spPr bwMode="auto">
            <a:xfrm flipH="1">
              <a:off x="2411976" y="3429000"/>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42" name="直線コネクタ 41">
              <a:extLst>
                <a:ext uri="{FF2B5EF4-FFF2-40B4-BE49-F238E27FC236}">
                  <a16:creationId xmlns:a16="http://schemas.microsoft.com/office/drawing/2014/main" id="{7843AFB7-A918-A6D6-B6F9-F0114D8A8835}"/>
                </a:ext>
              </a:extLst>
            </p:cNvPr>
            <p:cNvCxnSpPr>
              <a:cxnSpLocks/>
            </p:cNvCxnSpPr>
            <p:nvPr/>
          </p:nvCxnSpPr>
          <p:spPr bwMode="auto">
            <a:xfrm>
              <a:off x="2411976" y="3519001"/>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43" name="直線コネクタ 42">
              <a:extLst>
                <a:ext uri="{FF2B5EF4-FFF2-40B4-BE49-F238E27FC236}">
                  <a16:creationId xmlns:a16="http://schemas.microsoft.com/office/drawing/2014/main" id="{BF8E20D9-6880-8B32-CF4A-A804093A2E54}"/>
                </a:ext>
              </a:extLst>
            </p:cNvPr>
            <p:cNvCxnSpPr/>
            <p:nvPr/>
          </p:nvCxnSpPr>
          <p:spPr bwMode="auto">
            <a:xfrm flipH="1">
              <a:off x="2411976" y="3609002"/>
              <a:ext cx="90001" cy="90001"/>
            </a:xfrm>
            <a:prstGeom prst="line">
              <a:avLst/>
            </a:prstGeom>
            <a:noFill/>
            <a:ln w="9525" cap="flat" cmpd="sng" algn="ctr">
              <a:solidFill>
                <a:schemeClr val="tx1"/>
              </a:solidFill>
              <a:prstDash val="solid"/>
              <a:round/>
              <a:headEnd type="none" w="med" len="med"/>
              <a:tailEnd type="triangle" w="med" len="med"/>
            </a:ln>
            <a:effectLst/>
          </p:spPr>
        </p:cxnSp>
      </p:grpSp>
      <p:sp>
        <p:nvSpPr>
          <p:cNvPr id="44" name="正方形/長方形 43">
            <a:extLst>
              <a:ext uri="{FF2B5EF4-FFF2-40B4-BE49-F238E27FC236}">
                <a16:creationId xmlns:a16="http://schemas.microsoft.com/office/drawing/2014/main" id="{4A3EA007-98C2-8EDE-B996-7B0F426281FA}"/>
              </a:ext>
            </a:extLst>
          </p:cNvPr>
          <p:cNvSpPr/>
          <p:nvPr/>
        </p:nvSpPr>
        <p:spPr bwMode="auto">
          <a:xfrm>
            <a:off x="8166024" y="1898984"/>
            <a:ext cx="1440017" cy="630007"/>
          </a:xfrm>
          <a:prstGeom prst="rect">
            <a:avLst/>
          </a:prstGeom>
          <a:noFill/>
          <a:ln>
            <a:noFill/>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fr-FR" altLang="ja-JP" sz="1200" dirty="0">
                <a:solidFill>
                  <a:schemeClr val="tx1">
                    <a:lumMod val="75000"/>
                    <a:lumOff val="25000"/>
                  </a:schemeClr>
                </a:solidFill>
                <a:latin typeface="Consolas" panose="020B0609020204030204" pitchFamily="49" charset="0"/>
              </a:rPr>
              <a:t>func() { </a:t>
            </a:r>
          </a:p>
          <a:p>
            <a:r>
              <a:rPr lang="fr-FR" altLang="ja-JP" sz="1200" dirty="0">
                <a:solidFill>
                  <a:schemeClr val="tx1">
                    <a:lumMod val="75000"/>
                    <a:lumOff val="25000"/>
                  </a:schemeClr>
                </a:solidFill>
                <a:latin typeface="Consolas" panose="020B0609020204030204" pitchFamily="49" charset="0"/>
              </a:rPr>
              <a:t>  add_x4(a, b);</a:t>
            </a:r>
            <a:br>
              <a:rPr lang="fr-FR" altLang="ja-JP" sz="1200" dirty="0">
                <a:solidFill>
                  <a:schemeClr val="tx1">
                    <a:lumMod val="75000"/>
                    <a:lumOff val="25000"/>
                  </a:schemeClr>
                </a:solidFill>
                <a:latin typeface="Consolas" panose="020B0609020204030204" pitchFamily="49" charset="0"/>
              </a:rPr>
            </a:br>
            <a:r>
              <a:rPr lang="fr-FR" altLang="ja-JP" sz="1200" dirty="0">
                <a:solidFill>
                  <a:schemeClr val="tx1">
                    <a:lumMod val="75000"/>
                    <a:lumOff val="25000"/>
                  </a:schemeClr>
                </a:solidFill>
                <a:latin typeface="Consolas" panose="020B0609020204030204" pitchFamily="49" charset="0"/>
              </a:rPr>
              <a:t>}</a:t>
            </a:r>
            <a:endParaRPr lang="ja-JP" altLang="en-US" sz="1200" dirty="0">
              <a:solidFill>
                <a:schemeClr val="tx1">
                  <a:lumMod val="75000"/>
                  <a:lumOff val="25000"/>
                </a:schemeClr>
              </a:solidFill>
              <a:latin typeface="Consolas" panose="020B0609020204030204" pitchFamily="49" charset="0"/>
            </a:endParaRPr>
          </a:p>
        </p:txBody>
      </p:sp>
      <p:sp>
        <p:nvSpPr>
          <p:cNvPr id="45" name="正方形/長方形 44">
            <a:extLst>
              <a:ext uri="{FF2B5EF4-FFF2-40B4-BE49-F238E27FC236}">
                <a16:creationId xmlns:a16="http://schemas.microsoft.com/office/drawing/2014/main" id="{2EE3BCE8-F495-4A52-B117-CFFBF2568EBD}"/>
              </a:ext>
            </a:extLst>
          </p:cNvPr>
          <p:cNvSpPr/>
          <p:nvPr/>
        </p:nvSpPr>
        <p:spPr bwMode="auto">
          <a:xfrm>
            <a:off x="8346026" y="1628981"/>
            <a:ext cx="810009" cy="450005"/>
          </a:xfrm>
          <a:prstGeom prst="rect">
            <a:avLst/>
          </a:prstGeom>
          <a:noFill/>
          <a:ln>
            <a:noFill/>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200" dirty="0">
                <a:solidFill>
                  <a:schemeClr val="tx1">
                    <a:lumMod val="75000"/>
                    <a:lumOff val="25000"/>
                  </a:schemeClr>
                </a:solidFill>
                <a:latin typeface="+mn-ea"/>
              </a:rPr>
              <a:t>組み込み関数</a:t>
            </a:r>
          </a:p>
        </p:txBody>
      </p:sp>
      <p:sp>
        <p:nvSpPr>
          <p:cNvPr id="46" name="正方形/長方形 45">
            <a:extLst>
              <a:ext uri="{FF2B5EF4-FFF2-40B4-BE49-F238E27FC236}">
                <a16:creationId xmlns:a16="http://schemas.microsoft.com/office/drawing/2014/main" id="{2D9566B1-4C50-B3F7-43FC-86F355F95374}"/>
              </a:ext>
            </a:extLst>
          </p:cNvPr>
          <p:cNvSpPr/>
          <p:nvPr/>
        </p:nvSpPr>
        <p:spPr bwMode="auto">
          <a:xfrm>
            <a:off x="2045956" y="4419012"/>
            <a:ext cx="8190091" cy="1800019"/>
          </a:xfrm>
          <a:prstGeom prst="rect">
            <a:avLst/>
          </a:prstGeom>
          <a:solidFill>
            <a:schemeClr val="accent6">
              <a:lumMod val="20000"/>
              <a:lumOff val="80000"/>
            </a:schemeClr>
          </a:solidFill>
          <a:ln>
            <a:noFill/>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sz="1200" dirty="0">
              <a:solidFill>
                <a:schemeClr val="tx1">
                  <a:lumMod val="75000"/>
                  <a:lumOff val="25000"/>
                </a:schemeClr>
              </a:solidFill>
              <a:latin typeface="+mn-ea"/>
            </a:endParaRPr>
          </a:p>
        </p:txBody>
      </p:sp>
      <p:sp>
        <p:nvSpPr>
          <p:cNvPr id="47" name="正方形/長方形 46">
            <a:extLst>
              <a:ext uri="{FF2B5EF4-FFF2-40B4-BE49-F238E27FC236}">
                <a16:creationId xmlns:a16="http://schemas.microsoft.com/office/drawing/2014/main" id="{05596368-201C-C88F-C682-269FF1B15D3B}"/>
              </a:ext>
            </a:extLst>
          </p:cNvPr>
          <p:cNvSpPr/>
          <p:nvPr/>
        </p:nvSpPr>
        <p:spPr bwMode="auto">
          <a:xfrm>
            <a:off x="2135957" y="5409023"/>
            <a:ext cx="2250025" cy="450005"/>
          </a:xfrm>
          <a:prstGeom prst="rect">
            <a:avLst/>
          </a:prstGeom>
          <a:noFill/>
          <a:ln>
            <a:noFill/>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tx1">
                    <a:lumMod val="75000"/>
                    <a:lumOff val="25000"/>
                  </a:schemeClr>
                </a:solidFill>
                <a:latin typeface="+mn-ea"/>
              </a:rPr>
              <a:t>Hardware: SIMD</a:t>
            </a:r>
            <a:endParaRPr lang="ja-JP" altLang="en-US" sz="1600" dirty="0">
              <a:solidFill>
                <a:schemeClr val="tx1">
                  <a:lumMod val="75000"/>
                  <a:lumOff val="25000"/>
                </a:schemeClr>
              </a:solidFill>
              <a:latin typeface="+mn-ea"/>
            </a:endParaRPr>
          </a:p>
        </p:txBody>
      </p:sp>
      <p:sp>
        <p:nvSpPr>
          <p:cNvPr id="48" name="正方形/長方形 47">
            <a:extLst>
              <a:ext uri="{FF2B5EF4-FFF2-40B4-BE49-F238E27FC236}">
                <a16:creationId xmlns:a16="http://schemas.microsoft.com/office/drawing/2014/main" id="{C81DF4CD-B70F-2A45-1EBD-1B15A0BADD80}"/>
              </a:ext>
            </a:extLst>
          </p:cNvPr>
          <p:cNvSpPr/>
          <p:nvPr/>
        </p:nvSpPr>
        <p:spPr bwMode="auto">
          <a:xfrm>
            <a:off x="2045956" y="3429001"/>
            <a:ext cx="3690041" cy="990011"/>
          </a:xfrm>
          <a:prstGeom prst="rect">
            <a:avLst/>
          </a:prstGeom>
          <a:solidFill>
            <a:schemeClr val="accent6">
              <a:lumMod val="20000"/>
              <a:lumOff val="80000"/>
            </a:schemeClr>
          </a:solidFill>
          <a:ln>
            <a:noFill/>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sz="1200" dirty="0">
              <a:solidFill>
                <a:schemeClr val="tx1">
                  <a:lumMod val="75000"/>
                  <a:lumOff val="25000"/>
                </a:schemeClr>
              </a:solidFill>
              <a:latin typeface="+mn-ea"/>
            </a:endParaRPr>
          </a:p>
        </p:txBody>
      </p:sp>
      <p:cxnSp>
        <p:nvCxnSpPr>
          <p:cNvPr id="51" name="直線コネクタ 50">
            <a:extLst>
              <a:ext uri="{FF2B5EF4-FFF2-40B4-BE49-F238E27FC236}">
                <a16:creationId xmlns:a16="http://schemas.microsoft.com/office/drawing/2014/main" id="{D1155B93-8290-98B4-6BDE-4F471F890BDE}"/>
              </a:ext>
            </a:extLst>
          </p:cNvPr>
          <p:cNvCxnSpPr/>
          <p:nvPr/>
        </p:nvCxnSpPr>
        <p:spPr bwMode="auto">
          <a:xfrm>
            <a:off x="2045956" y="3429000"/>
            <a:ext cx="3690041" cy="0"/>
          </a:xfrm>
          <a:prstGeom prst="line">
            <a:avLst/>
          </a:prstGeom>
          <a:noFill/>
          <a:ln w="19050" cap="flat" cmpd="sng" algn="ctr">
            <a:solidFill>
              <a:schemeClr val="tx1">
                <a:lumMod val="75000"/>
                <a:lumOff val="25000"/>
              </a:schemeClr>
            </a:solidFill>
            <a:prstDash val="solid"/>
            <a:round/>
            <a:headEnd type="none" w="med" len="med"/>
            <a:tailEnd type="none" w="med" len="med"/>
          </a:ln>
          <a:effectLst/>
        </p:spPr>
      </p:cxnSp>
      <p:cxnSp>
        <p:nvCxnSpPr>
          <p:cNvPr id="52" name="直線コネクタ 51">
            <a:extLst>
              <a:ext uri="{FF2B5EF4-FFF2-40B4-BE49-F238E27FC236}">
                <a16:creationId xmlns:a16="http://schemas.microsoft.com/office/drawing/2014/main" id="{0F7941D0-6EB4-E02D-17B0-26767E0CD114}"/>
              </a:ext>
            </a:extLst>
          </p:cNvPr>
          <p:cNvCxnSpPr>
            <a:cxnSpLocks/>
          </p:cNvCxnSpPr>
          <p:nvPr/>
        </p:nvCxnSpPr>
        <p:spPr bwMode="auto">
          <a:xfrm flipV="1">
            <a:off x="5735996" y="3429001"/>
            <a:ext cx="0" cy="990011"/>
          </a:xfrm>
          <a:prstGeom prst="line">
            <a:avLst/>
          </a:prstGeom>
          <a:noFill/>
          <a:ln w="19050" cap="flat" cmpd="sng" algn="ctr">
            <a:solidFill>
              <a:schemeClr val="tx1">
                <a:lumMod val="75000"/>
                <a:lumOff val="25000"/>
              </a:schemeClr>
            </a:solidFill>
            <a:prstDash val="solid"/>
            <a:round/>
            <a:headEnd type="none" w="med" len="med"/>
            <a:tailEnd type="none" w="med" len="med"/>
          </a:ln>
          <a:effectLst/>
        </p:spPr>
      </p:cxnSp>
      <p:cxnSp>
        <p:nvCxnSpPr>
          <p:cNvPr id="55" name="直線コネクタ 54">
            <a:extLst>
              <a:ext uri="{FF2B5EF4-FFF2-40B4-BE49-F238E27FC236}">
                <a16:creationId xmlns:a16="http://schemas.microsoft.com/office/drawing/2014/main" id="{17F67610-AA57-365D-7251-5B80B949DAD2}"/>
              </a:ext>
            </a:extLst>
          </p:cNvPr>
          <p:cNvCxnSpPr>
            <a:cxnSpLocks/>
          </p:cNvCxnSpPr>
          <p:nvPr/>
        </p:nvCxnSpPr>
        <p:spPr bwMode="auto">
          <a:xfrm>
            <a:off x="5735996" y="4419011"/>
            <a:ext cx="4500050" cy="0"/>
          </a:xfrm>
          <a:prstGeom prst="line">
            <a:avLst/>
          </a:prstGeom>
          <a:noFill/>
          <a:ln w="19050" cap="flat" cmpd="sng" algn="ctr">
            <a:solidFill>
              <a:schemeClr val="tx1">
                <a:lumMod val="75000"/>
                <a:lumOff val="25000"/>
              </a:schemeClr>
            </a:solidFill>
            <a:prstDash val="solid"/>
            <a:round/>
            <a:headEnd type="none" w="med" len="med"/>
            <a:tailEnd type="none" w="med" len="med"/>
          </a:ln>
          <a:effectLst/>
        </p:spPr>
      </p:cxnSp>
      <p:sp>
        <p:nvSpPr>
          <p:cNvPr id="57" name="正方形/長方形 56">
            <a:extLst>
              <a:ext uri="{FF2B5EF4-FFF2-40B4-BE49-F238E27FC236}">
                <a16:creationId xmlns:a16="http://schemas.microsoft.com/office/drawing/2014/main" id="{65D46ED6-79B9-8C82-DDF3-9543B3F5AE62}"/>
              </a:ext>
            </a:extLst>
          </p:cNvPr>
          <p:cNvSpPr/>
          <p:nvPr/>
        </p:nvSpPr>
        <p:spPr bwMode="auto">
          <a:xfrm>
            <a:off x="6096000" y="3609003"/>
            <a:ext cx="1800020" cy="450005"/>
          </a:xfrm>
          <a:prstGeom prst="rect">
            <a:avLst/>
          </a:prstGeom>
          <a:noFill/>
          <a:ln w="15875">
            <a:noFill/>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b="1" dirty="0">
                <a:solidFill>
                  <a:schemeClr val="accent5"/>
                </a:solidFill>
                <a:latin typeface="Consolas" panose="020B0609020204030204" pitchFamily="49" charset="0"/>
              </a:rPr>
              <a:t>SIMD </a:t>
            </a:r>
            <a:r>
              <a:rPr lang="ja-JP" altLang="en-US" sz="1600" b="1" dirty="0">
                <a:solidFill>
                  <a:schemeClr val="accent5"/>
                </a:solidFill>
                <a:latin typeface="Consolas" panose="020B0609020204030204" pitchFamily="49" charset="0"/>
              </a:rPr>
              <a:t>コンパイラ</a:t>
            </a:r>
            <a:endParaRPr lang="en-US" altLang="ja-JP" sz="1600" b="1" dirty="0">
              <a:solidFill>
                <a:schemeClr val="accent5"/>
              </a:solidFill>
              <a:latin typeface="Consolas" panose="020B0609020204030204" pitchFamily="49" charset="0"/>
            </a:endParaRPr>
          </a:p>
          <a:p>
            <a:r>
              <a:rPr lang="en-US" altLang="ja-JP" sz="1600" b="1" dirty="0">
                <a:solidFill>
                  <a:schemeClr val="accent5"/>
                </a:solidFill>
                <a:latin typeface="Consolas" panose="020B0609020204030204" pitchFamily="49" charset="0"/>
              </a:rPr>
              <a:t>Intel/AMD</a:t>
            </a:r>
            <a:endParaRPr lang="ja-JP" altLang="en-US" sz="1600" b="1" dirty="0">
              <a:solidFill>
                <a:schemeClr val="accent5"/>
              </a:solidFill>
              <a:latin typeface="Consolas" panose="020B0609020204030204" pitchFamily="49" charset="0"/>
            </a:endParaRPr>
          </a:p>
        </p:txBody>
      </p:sp>
      <p:grpSp>
        <p:nvGrpSpPr>
          <p:cNvPr id="58" name="グループ化 57">
            <a:extLst>
              <a:ext uri="{FF2B5EF4-FFF2-40B4-BE49-F238E27FC236}">
                <a16:creationId xmlns:a16="http://schemas.microsoft.com/office/drawing/2014/main" id="{AC45BF05-6C71-0016-A2CD-69712BA3F37B}"/>
              </a:ext>
            </a:extLst>
          </p:cNvPr>
          <p:cNvGrpSpPr/>
          <p:nvPr/>
        </p:nvGrpSpPr>
        <p:grpSpPr>
          <a:xfrm>
            <a:off x="6636007" y="1988985"/>
            <a:ext cx="90001" cy="630007"/>
            <a:chOff x="2411976" y="3068996"/>
            <a:chExt cx="90001" cy="630007"/>
          </a:xfrm>
        </p:grpSpPr>
        <p:cxnSp>
          <p:nvCxnSpPr>
            <p:cNvPr id="59" name="直線コネクタ 58">
              <a:extLst>
                <a:ext uri="{FF2B5EF4-FFF2-40B4-BE49-F238E27FC236}">
                  <a16:creationId xmlns:a16="http://schemas.microsoft.com/office/drawing/2014/main" id="{7994786A-D464-F7E2-9EC3-ED84677DF506}"/>
                </a:ext>
              </a:extLst>
            </p:cNvPr>
            <p:cNvCxnSpPr/>
            <p:nvPr/>
          </p:nvCxnSpPr>
          <p:spPr bwMode="auto">
            <a:xfrm flipH="1">
              <a:off x="2411976" y="3068996"/>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60" name="直線コネクタ 59">
              <a:extLst>
                <a:ext uri="{FF2B5EF4-FFF2-40B4-BE49-F238E27FC236}">
                  <a16:creationId xmlns:a16="http://schemas.microsoft.com/office/drawing/2014/main" id="{A6996399-CE5E-66C4-6500-7C315227D659}"/>
                </a:ext>
              </a:extLst>
            </p:cNvPr>
            <p:cNvCxnSpPr>
              <a:cxnSpLocks/>
            </p:cNvCxnSpPr>
            <p:nvPr/>
          </p:nvCxnSpPr>
          <p:spPr bwMode="auto">
            <a:xfrm>
              <a:off x="2411976" y="3158997"/>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61" name="直線コネクタ 60">
              <a:extLst>
                <a:ext uri="{FF2B5EF4-FFF2-40B4-BE49-F238E27FC236}">
                  <a16:creationId xmlns:a16="http://schemas.microsoft.com/office/drawing/2014/main" id="{9E0674D6-E20F-7326-F520-9F878EE43F2A}"/>
                </a:ext>
              </a:extLst>
            </p:cNvPr>
            <p:cNvCxnSpPr/>
            <p:nvPr/>
          </p:nvCxnSpPr>
          <p:spPr bwMode="auto">
            <a:xfrm flipH="1">
              <a:off x="2411976" y="3248998"/>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62" name="直線コネクタ 61">
              <a:extLst>
                <a:ext uri="{FF2B5EF4-FFF2-40B4-BE49-F238E27FC236}">
                  <a16:creationId xmlns:a16="http://schemas.microsoft.com/office/drawing/2014/main" id="{4D6707ED-EAFE-B3A4-087A-EBD4931F2752}"/>
                </a:ext>
              </a:extLst>
            </p:cNvPr>
            <p:cNvCxnSpPr>
              <a:cxnSpLocks/>
            </p:cNvCxnSpPr>
            <p:nvPr/>
          </p:nvCxnSpPr>
          <p:spPr bwMode="auto">
            <a:xfrm>
              <a:off x="2411976" y="3338999"/>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63" name="直線コネクタ 62">
              <a:extLst>
                <a:ext uri="{FF2B5EF4-FFF2-40B4-BE49-F238E27FC236}">
                  <a16:creationId xmlns:a16="http://schemas.microsoft.com/office/drawing/2014/main" id="{00B6F72C-83C1-8438-E7E3-29246AFBBAEC}"/>
                </a:ext>
              </a:extLst>
            </p:cNvPr>
            <p:cNvCxnSpPr/>
            <p:nvPr/>
          </p:nvCxnSpPr>
          <p:spPr bwMode="auto">
            <a:xfrm flipH="1">
              <a:off x="2411976" y="3429000"/>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64" name="直線コネクタ 63">
              <a:extLst>
                <a:ext uri="{FF2B5EF4-FFF2-40B4-BE49-F238E27FC236}">
                  <a16:creationId xmlns:a16="http://schemas.microsoft.com/office/drawing/2014/main" id="{71BA6963-D97E-27E3-936C-706B7F65A227}"/>
                </a:ext>
              </a:extLst>
            </p:cNvPr>
            <p:cNvCxnSpPr>
              <a:cxnSpLocks/>
            </p:cNvCxnSpPr>
            <p:nvPr/>
          </p:nvCxnSpPr>
          <p:spPr bwMode="auto">
            <a:xfrm>
              <a:off x="2411976" y="3519001"/>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65" name="直線コネクタ 64">
              <a:extLst>
                <a:ext uri="{FF2B5EF4-FFF2-40B4-BE49-F238E27FC236}">
                  <a16:creationId xmlns:a16="http://schemas.microsoft.com/office/drawing/2014/main" id="{C6E448FB-3455-CB72-6F97-1557F7CB6B20}"/>
                </a:ext>
              </a:extLst>
            </p:cNvPr>
            <p:cNvCxnSpPr/>
            <p:nvPr/>
          </p:nvCxnSpPr>
          <p:spPr bwMode="auto">
            <a:xfrm flipH="1">
              <a:off x="2411976" y="3609002"/>
              <a:ext cx="90001" cy="90001"/>
            </a:xfrm>
            <a:prstGeom prst="line">
              <a:avLst/>
            </a:prstGeom>
            <a:noFill/>
            <a:ln w="9525" cap="flat" cmpd="sng" algn="ctr">
              <a:solidFill>
                <a:schemeClr val="tx1"/>
              </a:solidFill>
              <a:prstDash val="solid"/>
              <a:round/>
              <a:headEnd type="none" w="med" len="med"/>
              <a:tailEnd type="triangle" w="med" len="med"/>
            </a:ln>
            <a:effectLst/>
          </p:spPr>
        </p:cxnSp>
      </p:grpSp>
      <p:grpSp>
        <p:nvGrpSpPr>
          <p:cNvPr id="66" name="グループ化 65">
            <a:extLst>
              <a:ext uri="{FF2B5EF4-FFF2-40B4-BE49-F238E27FC236}">
                <a16:creationId xmlns:a16="http://schemas.microsoft.com/office/drawing/2014/main" id="{C9D9D6EE-2F50-40BA-1070-144A254A13B0}"/>
              </a:ext>
            </a:extLst>
          </p:cNvPr>
          <p:cNvGrpSpPr/>
          <p:nvPr/>
        </p:nvGrpSpPr>
        <p:grpSpPr>
          <a:xfrm>
            <a:off x="6816009" y="1988985"/>
            <a:ext cx="90001" cy="630007"/>
            <a:chOff x="2411976" y="3068996"/>
            <a:chExt cx="90001" cy="630007"/>
          </a:xfrm>
        </p:grpSpPr>
        <p:cxnSp>
          <p:nvCxnSpPr>
            <p:cNvPr id="67" name="直線コネクタ 66">
              <a:extLst>
                <a:ext uri="{FF2B5EF4-FFF2-40B4-BE49-F238E27FC236}">
                  <a16:creationId xmlns:a16="http://schemas.microsoft.com/office/drawing/2014/main" id="{7020AE43-5BF7-609D-183B-543B97B67449}"/>
                </a:ext>
              </a:extLst>
            </p:cNvPr>
            <p:cNvCxnSpPr/>
            <p:nvPr/>
          </p:nvCxnSpPr>
          <p:spPr bwMode="auto">
            <a:xfrm flipH="1">
              <a:off x="2411976" y="3068996"/>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68" name="直線コネクタ 67">
              <a:extLst>
                <a:ext uri="{FF2B5EF4-FFF2-40B4-BE49-F238E27FC236}">
                  <a16:creationId xmlns:a16="http://schemas.microsoft.com/office/drawing/2014/main" id="{351728BD-1594-DAFC-B51D-9D9C1D0261A7}"/>
                </a:ext>
              </a:extLst>
            </p:cNvPr>
            <p:cNvCxnSpPr>
              <a:cxnSpLocks/>
            </p:cNvCxnSpPr>
            <p:nvPr/>
          </p:nvCxnSpPr>
          <p:spPr bwMode="auto">
            <a:xfrm>
              <a:off x="2411976" y="3158997"/>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69" name="直線コネクタ 68">
              <a:extLst>
                <a:ext uri="{FF2B5EF4-FFF2-40B4-BE49-F238E27FC236}">
                  <a16:creationId xmlns:a16="http://schemas.microsoft.com/office/drawing/2014/main" id="{370A7163-7746-4FF9-C971-7916B20E1263}"/>
                </a:ext>
              </a:extLst>
            </p:cNvPr>
            <p:cNvCxnSpPr/>
            <p:nvPr/>
          </p:nvCxnSpPr>
          <p:spPr bwMode="auto">
            <a:xfrm flipH="1">
              <a:off x="2411976" y="3248998"/>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70" name="直線コネクタ 69">
              <a:extLst>
                <a:ext uri="{FF2B5EF4-FFF2-40B4-BE49-F238E27FC236}">
                  <a16:creationId xmlns:a16="http://schemas.microsoft.com/office/drawing/2014/main" id="{B0A0BE0C-A3E7-981A-CDC6-00D3D1B6780B}"/>
                </a:ext>
              </a:extLst>
            </p:cNvPr>
            <p:cNvCxnSpPr>
              <a:cxnSpLocks/>
            </p:cNvCxnSpPr>
            <p:nvPr/>
          </p:nvCxnSpPr>
          <p:spPr bwMode="auto">
            <a:xfrm>
              <a:off x="2411976" y="3338999"/>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71" name="直線コネクタ 70">
              <a:extLst>
                <a:ext uri="{FF2B5EF4-FFF2-40B4-BE49-F238E27FC236}">
                  <a16:creationId xmlns:a16="http://schemas.microsoft.com/office/drawing/2014/main" id="{5F9F50CD-7BFB-E7EF-CDCC-03F3DD749554}"/>
                </a:ext>
              </a:extLst>
            </p:cNvPr>
            <p:cNvCxnSpPr/>
            <p:nvPr/>
          </p:nvCxnSpPr>
          <p:spPr bwMode="auto">
            <a:xfrm flipH="1">
              <a:off x="2411976" y="3429000"/>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72" name="直線コネクタ 71">
              <a:extLst>
                <a:ext uri="{FF2B5EF4-FFF2-40B4-BE49-F238E27FC236}">
                  <a16:creationId xmlns:a16="http://schemas.microsoft.com/office/drawing/2014/main" id="{23915662-6954-593B-59C6-1B7A3CC5D560}"/>
                </a:ext>
              </a:extLst>
            </p:cNvPr>
            <p:cNvCxnSpPr>
              <a:cxnSpLocks/>
            </p:cNvCxnSpPr>
            <p:nvPr/>
          </p:nvCxnSpPr>
          <p:spPr bwMode="auto">
            <a:xfrm>
              <a:off x="2411976" y="3519001"/>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73" name="直線コネクタ 72">
              <a:extLst>
                <a:ext uri="{FF2B5EF4-FFF2-40B4-BE49-F238E27FC236}">
                  <a16:creationId xmlns:a16="http://schemas.microsoft.com/office/drawing/2014/main" id="{928DD207-9122-7EB5-89FC-704B06CC202E}"/>
                </a:ext>
              </a:extLst>
            </p:cNvPr>
            <p:cNvCxnSpPr/>
            <p:nvPr/>
          </p:nvCxnSpPr>
          <p:spPr bwMode="auto">
            <a:xfrm flipH="1">
              <a:off x="2411976" y="3609002"/>
              <a:ext cx="90001" cy="90001"/>
            </a:xfrm>
            <a:prstGeom prst="line">
              <a:avLst/>
            </a:prstGeom>
            <a:noFill/>
            <a:ln w="9525" cap="flat" cmpd="sng" algn="ctr">
              <a:solidFill>
                <a:schemeClr val="tx1"/>
              </a:solidFill>
              <a:prstDash val="solid"/>
              <a:round/>
              <a:headEnd type="none" w="med" len="med"/>
              <a:tailEnd type="triangle" w="med" len="med"/>
            </a:ln>
            <a:effectLst/>
          </p:spPr>
        </p:cxnSp>
      </p:grpSp>
      <p:grpSp>
        <p:nvGrpSpPr>
          <p:cNvPr id="74" name="グループ化 73">
            <a:extLst>
              <a:ext uri="{FF2B5EF4-FFF2-40B4-BE49-F238E27FC236}">
                <a16:creationId xmlns:a16="http://schemas.microsoft.com/office/drawing/2014/main" id="{F3D82A00-A93B-6CCF-85BE-4A9FB6C3BBB6}"/>
              </a:ext>
            </a:extLst>
          </p:cNvPr>
          <p:cNvGrpSpPr/>
          <p:nvPr/>
        </p:nvGrpSpPr>
        <p:grpSpPr>
          <a:xfrm>
            <a:off x="6996011" y="1988985"/>
            <a:ext cx="90001" cy="630007"/>
            <a:chOff x="2411976" y="3068996"/>
            <a:chExt cx="90001" cy="630007"/>
          </a:xfrm>
        </p:grpSpPr>
        <p:cxnSp>
          <p:nvCxnSpPr>
            <p:cNvPr id="75" name="直線コネクタ 74">
              <a:extLst>
                <a:ext uri="{FF2B5EF4-FFF2-40B4-BE49-F238E27FC236}">
                  <a16:creationId xmlns:a16="http://schemas.microsoft.com/office/drawing/2014/main" id="{DB5CF2CF-E7AF-4600-74E5-794B6F9E5671}"/>
                </a:ext>
              </a:extLst>
            </p:cNvPr>
            <p:cNvCxnSpPr/>
            <p:nvPr/>
          </p:nvCxnSpPr>
          <p:spPr bwMode="auto">
            <a:xfrm flipH="1">
              <a:off x="2411976" y="3068996"/>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76" name="直線コネクタ 75">
              <a:extLst>
                <a:ext uri="{FF2B5EF4-FFF2-40B4-BE49-F238E27FC236}">
                  <a16:creationId xmlns:a16="http://schemas.microsoft.com/office/drawing/2014/main" id="{997E73C5-38D0-2F7B-8827-EDB205E23B99}"/>
                </a:ext>
              </a:extLst>
            </p:cNvPr>
            <p:cNvCxnSpPr>
              <a:cxnSpLocks/>
            </p:cNvCxnSpPr>
            <p:nvPr/>
          </p:nvCxnSpPr>
          <p:spPr bwMode="auto">
            <a:xfrm>
              <a:off x="2411976" y="3158997"/>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77" name="直線コネクタ 76">
              <a:extLst>
                <a:ext uri="{FF2B5EF4-FFF2-40B4-BE49-F238E27FC236}">
                  <a16:creationId xmlns:a16="http://schemas.microsoft.com/office/drawing/2014/main" id="{39A65110-0D13-E7A4-2C48-4C9D0FA8E952}"/>
                </a:ext>
              </a:extLst>
            </p:cNvPr>
            <p:cNvCxnSpPr/>
            <p:nvPr/>
          </p:nvCxnSpPr>
          <p:spPr bwMode="auto">
            <a:xfrm flipH="1">
              <a:off x="2411976" y="3248998"/>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78" name="直線コネクタ 77">
              <a:extLst>
                <a:ext uri="{FF2B5EF4-FFF2-40B4-BE49-F238E27FC236}">
                  <a16:creationId xmlns:a16="http://schemas.microsoft.com/office/drawing/2014/main" id="{CF302DA0-46F6-FDA9-A994-CBAA19F2BC32}"/>
                </a:ext>
              </a:extLst>
            </p:cNvPr>
            <p:cNvCxnSpPr>
              <a:cxnSpLocks/>
            </p:cNvCxnSpPr>
            <p:nvPr/>
          </p:nvCxnSpPr>
          <p:spPr bwMode="auto">
            <a:xfrm>
              <a:off x="2411976" y="3338999"/>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79" name="直線コネクタ 78">
              <a:extLst>
                <a:ext uri="{FF2B5EF4-FFF2-40B4-BE49-F238E27FC236}">
                  <a16:creationId xmlns:a16="http://schemas.microsoft.com/office/drawing/2014/main" id="{2BB6FC01-CA00-6396-BB3D-0457E1E730B9}"/>
                </a:ext>
              </a:extLst>
            </p:cNvPr>
            <p:cNvCxnSpPr/>
            <p:nvPr/>
          </p:nvCxnSpPr>
          <p:spPr bwMode="auto">
            <a:xfrm flipH="1">
              <a:off x="2411976" y="3429000"/>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80" name="直線コネクタ 79">
              <a:extLst>
                <a:ext uri="{FF2B5EF4-FFF2-40B4-BE49-F238E27FC236}">
                  <a16:creationId xmlns:a16="http://schemas.microsoft.com/office/drawing/2014/main" id="{691DA796-A336-EEDE-E05F-C3983BD61357}"/>
                </a:ext>
              </a:extLst>
            </p:cNvPr>
            <p:cNvCxnSpPr>
              <a:cxnSpLocks/>
            </p:cNvCxnSpPr>
            <p:nvPr/>
          </p:nvCxnSpPr>
          <p:spPr bwMode="auto">
            <a:xfrm>
              <a:off x="2411976" y="3519001"/>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81" name="直線コネクタ 80">
              <a:extLst>
                <a:ext uri="{FF2B5EF4-FFF2-40B4-BE49-F238E27FC236}">
                  <a16:creationId xmlns:a16="http://schemas.microsoft.com/office/drawing/2014/main" id="{FF1732D2-8569-74A9-992A-E17C986A72B7}"/>
                </a:ext>
              </a:extLst>
            </p:cNvPr>
            <p:cNvCxnSpPr/>
            <p:nvPr/>
          </p:nvCxnSpPr>
          <p:spPr bwMode="auto">
            <a:xfrm flipH="1">
              <a:off x="2411976" y="3609002"/>
              <a:ext cx="90001" cy="90001"/>
            </a:xfrm>
            <a:prstGeom prst="line">
              <a:avLst/>
            </a:prstGeom>
            <a:noFill/>
            <a:ln w="9525" cap="flat" cmpd="sng" algn="ctr">
              <a:solidFill>
                <a:schemeClr val="tx1"/>
              </a:solidFill>
              <a:prstDash val="solid"/>
              <a:round/>
              <a:headEnd type="none" w="med" len="med"/>
              <a:tailEnd type="triangle" w="med" len="med"/>
            </a:ln>
            <a:effectLst/>
          </p:spPr>
        </p:cxnSp>
      </p:grpSp>
      <p:grpSp>
        <p:nvGrpSpPr>
          <p:cNvPr id="82" name="グループ化 81">
            <a:extLst>
              <a:ext uri="{FF2B5EF4-FFF2-40B4-BE49-F238E27FC236}">
                <a16:creationId xmlns:a16="http://schemas.microsoft.com/office/drawing/2014/main" id="{6FEC9FBD-C720-39BB-9035-5DC899EFE78E}"/>
              </a:ext>
            </a:extLst>
          </p:cNvPr>
          <p:cNvGrpSpPr/>
          <p:nvPr/>
        </p:nvGrpSpPr>
        <p:grpSpPr>
          <a:xfrm>
            <a:off x="7176013" y="1988985"/>
            <a:ext cx="90001" cy="630007"/>
            <a:chOff x="2411976" y="3068996"/>
            <a:chExt cx="90001" cy="630007"/>
          </a:xfrm>
        </p:grpSpPr>
        <p:cxnSp>
          <p:nvCxnSpPr>
            <p:cNvPr id="83" name="直線コネクタ 82">
              <a:extLst>
                <a:ext uri="{FF2B5EF4-FFF2-40B4-BE49-F238E27FC236}">
                  <a16:creationId xmlns:a16="http://schemas.microsoft.com/office/drawing/2014/main" id="{41810B92-8D5F-77EA-B992-D24424242AD5}"/>
                </a:ext>
              </a:extLst>
            </p:cNvPr>
            <p:cNvCxnSpPr/>
            <p:nvPr/>
          </p:nvCxnSpPr>
          <p:spPr bwMode="auto">
            <a:xfrm flipH="1">
              <a:off x="2411976" y="3068996"/>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84" name="直線コネクタ 83">
              <a:extLst>
                <a:ext uri="{FF2B5EF4-FFF2-40B4-BE49-F238E27FC236}">
                  <a16:creationId xmlns:a16="http://schemas.microsoft.com/office/drawing/2014/main" id="{0E2F8A26-720E-1183-8D0F-96886E33919F}"/>
                </a:ext>
              </a:extLst>
            </p:cNvPr>
            <p:cNvCxnSpPr>
              <a:cxnSpLocks/>
            </p:cNvCxnSpPr>
            <p:nvPr/>
          </p:nvCxnSpPr>
          <p:spPr bwMode="auto">
            <a:xfrm>
              <a:off x="2411976" y="3158997"/>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85" name="直線コネクタ 84">
              <a:extLst>
                <a:ext uri="{FF2B5EF4-FFF2-40B4-BE49-F238E27FC236}">
                  <a16:creationId xmlns:a16="http://schemas.microsoft.com/office/drawing/2014/main" id="{86118DD2-5903-CBC9-A4D2-07C72D8596FD}"/>
                </a:ext>
              </a:extLst>
            </p:cNvPr>
            <p:cNvCxnSpPr/>
            <p:nvPr/>
          </p:nvCxnSpPr>
          <p:spPr bwMode="auto">
            <a:xfrm flipH="1">
              <a:off x="2411976" y="3248998"/>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86" name="直線コネクタ 85">
              <a:extLst>
                <a:ext uri="{FF2B5EF4-FFF2-40B4-BE49-F238E27FC236}">
                  <a16:creationId xmlns:a16="http://schemas.microsoft.com/office/drawing/2014/main" id="{91ACD959-21D8-87B7-12B6-D4A12743E254}"/>
                </a:ext>
              </a:extLst>
            </p:cNvPr>
            <p:cNvCxnSpPr>
              <a:cxnSpLocks/>
            </p:cNvCxnSpPr>
            <p:nvPr/>
          </p:nvCxnSpPr>
          <p:spPr bwMode="auto">
            <a:xfrm>
              <a:off x="2411976" y="3338999"/>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87" name="直線コネクタ 86">
              <a:extLst>
                <a:ext uri="{FF2B5EF4-FFF2-40B4-BE49-F238E27FC236}">
                  <a16:creationId xmlns:a16="http://schemas.microsoft.com/office/drawing/2014/main" id="{5A6A85B2-A048-955A-46D4-32E3F2B2FD3B}"/>
                </a:ext>
              </a:extLst>
            </p:cNvPr>
            <p:cNvCxnSpPr/>
            <p:nvPr/>
          </p:nvCxnSpPr>
          <p:spPr bwMode="auto">
            <a:xfrm flipH="1">
              <a:off x="2411976" y="3429000"/>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88" name="直線コネクタ 87">
              <a:extLst>
                <a:ext uri="{FF2B5EF4-FFF2-40B4-BE49-F238E27FC236}">
                  <a16:creationId xmlns:a16="http://schemas.microsoft.com/office/drawing/2014/main" id="{41639A5C-092C-3257-0C04-49F474BB23F7}"/>
                </a:ext>
              </a:extLst>
            </p:cNvPr>
            <p:cNvCxnSpPr>
              <a:cxnSpLocks/>
            </p:cNvCxnSpPr>
            <p:nvPr/>
          </p:nvCxnSpPr>
          <p:spPr bwMode="auto">
            <a:xfrm>
              <a:off x="2411976" y="3519001"/>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89" name="直線コネクタ 88">
              <a:extLst>
                <a:ext uri="{FF2B5EF4-FFF2-40B4-BE49-F238E27FC236}">
                  <a16:creationId xmlns:a16="http://schemas.microsoft.com/office/drawing/2014/main" id="{B2B73938-336D-C752-FF9C-220207DBFDBD}"/>
                </a:ext>
              </a:extLst>
            </p:cNvPr>
            <p:cNvCxnSpPr/>
            <p:nvPr/>
          </p:nvCxnSpPr>
          <p:spPr bwMode="auto">
            <a:xfrm flipH="1">
              <a:off x="2411976" y="3609002"/>
              <a:ext cx="90001" cy="90001"/>
            </a:xfrm>
            <a:prstGeom prst="line">
              <a:avLst/>
            </a:prstGeom>
            <a:noFill/>
            <a:ln w="9525" cap="flat" cmpd="sng" algn="ctr">
              <a:solidFill>
                <a:schemeClr val="tx1"/>
              </a:solidFill>
              <a:prstDash val="solid"/>
              <a:round/>
              <a:headEnd type="none" w="med" len="med"/>
              <a:tailEnd type="triangle" w="med" len="med"/>
            </a:ln>
            <a:effectLst/>
          </p:spPr>
        </p:cxnSp>
      </p:grpSp>
      <p:sp>
        <p:nvSpPr>
          <p:cNvPr id="90" name="正方形/長方形 89">
            <a:extLst>
              <a:ext uri="{FF2B5EF4-FFF2-40B4-BE49-F238E27FC236}">
                <a16:creationId xmlns:a16="http://schemas.microsoft.com/office/drawing/2014/main" id="{C1F6AF58-511F-600D-CB8E-FF9BF7291C9A}"/>
              </a:ext>
            </a:extLst>
          </p:cNvPr>
          <p:cNvSpPr/>
          <p:nvPr/>
        </p:nvSpPr>
        <p:spPr bwMode="auto">
          <a:xfrm>
            <a:off x="3125968" y="3158997"/>
            <a:ext cx="1530017" cy="360004"/>
          </a:xfrm>
          <a:prstGeom prst="rect">
            <a:avLst/>
          </a:prstGeom>
          <a:noFill/>
          <a:ln>
            <a:noFill/>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600" b="1" dirty="0">
                <a:solidFill>
                  <a:schemeClr val="tx1">
                    <a:lumMod val="75000"/>
                    <a:lumOff val="25000"/>
                  </a:schemeClr>
                </a:solidFill>
                <a:latin typeface="+mn-ea"/>
              </a:rPr>
              <a:t>スカラ命令</a:t>
            </a:r>
          </a:p>
        </p:txBody>
      </p:sp>
      <p:sp>
        <p:nvSpPr>
          <p:cNvPr id="91" name="正方形/長方形 90">
            <a:extLst>
              <a:ext uri="{FF2B5EF4-FFF2-40B4-BE49-F238E27FC236}">
                <a16:creationId xmlns:a16="http://schemas.microsoft.com/office/drawing/2014/main" id="{93AAD169-1DCD-C79B-1196-BEFD5E93628E}"/>
              </a:ext>
            </a:extLst>
          </p:cNvPr>
          <p:cNvSpPr/>
          <p:nvPr/>
        </p:nvSpPr>
        <p:spPr bwMode="auto">
          <a:xfrm>
            <a:off x="7086012" y="4149008"/>
            <a:ext cx="1530017" cy="360004"/>
          </a:xfrm>
          <a:prstGeom prst="rect">
            <a:avLst/>
          </a:prstGeom>
          <a:noFill/>
          <a:ln>
            <a:noFill/>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b="1" dirty="0">
                <a:solidFill>
                  <a:schemeClr val="tx1">
                    <a:lumMod val="75000"/>
                    <a:lumOff val="25000"/>
                  </a:schemeClr>
                </a:solidFill>
                <a:latin typeface="+mn-ea"/>
              </a:rPr>
              <a:t>SIMD </a:t>
            </a:r>
            <a:r>
              <a:rPr lang="ja-JP" altLang="en-US" sz="1600" b="1" dirty="0">
                <a:solidFill>
                  <a:schemeClr val="tx1">
                    <a:lumMod val="75000"/>
                    <a:lumOff val="25000"/>
                  </a:schemeClr>
                </a:solidFill>
                <a:latin typeface="+mn-ea"/>
              </a:rPr>
              <a:t>命令</a:t>
            </a:r>
          </a:p>
        </p:txBody>
      </p:sp>
      <p:cxnSp>
        <p:nvCxnSpPr>
          <p:cNvPr id="93" name="直線矢印コネクタ 92">
            <a:extLst>
              <a:ext uri="{FF2B5EF4-FFF2-40B4-BE49-F238E27FC236}">
                <a16:creationId xmlns:a16="http://schemas.microsoft.com/office/drawing/2014/main" id="{F1F2A63B-59E2-24EC-AB55-7BB931A70E49}"/>
              </a:ext>
            </a:extLst>
          </p:cNvPr>
          <p:cNvCxnSpPr/>
          <p:nvPr/>
        </p:nvCxnSpPr>
        <p:spPr bwMode="auto">
          <a:xfrm>
            <a:off x="2495960" y="1808982"/>
            <a:ext cx="0" cy="1620018"/>
          </a:xfrm>
          <a:prstGeom prst="straightConnector1">
            <a:avLst/>
          </a:prstGeom>
          <a:noFill/>
          <a:ln w="9525" cap="flat" cmpd="sng" algn="ctr">
            <a:solidFill>
              <a:schemeClr val="tx1"/>
            </a:solidFill>
            <a:prstDash val="solid"/>
            <a:round/>
            <a:headEnd type="none" w="med" len="med"/>
            <a:tailEnd type="triangle"/>
          </a:ln>
          <a:effectLst/>
        </p:spPr>
      </p:cxnSp>
      <p:cxnSp>
        <p:nvCxnSpPr>
          <p:cNvPr id="94" name="直線矢印コネクタ 93">
            <a:extLst>
              <a:ext uri="{FF2B5EF4-FFF2-40B4-BE49-F238E27FC236}">
                <a16:creationId xmlns:a16="http://schemas.microsoft.com/office/drawing/2014/main" id="{A4CCF16C-7D61-1E9F-03DE-9F1CFB040911}"/>
              </a:ext>
            </a:extLst>
          </p:cNvPr>
          <p:cNvCxnSpPr>
            <a:cxnSpLocks/>
          </p:cNvCxnSpPr>
          <p:nvPr/>
        </p:nvCxnSpPr>
        <p:spPr bwMode="auto">
          <a:xfrm flipV="1">
            <a:off x="2495960" y="3429000"/>
            <a:ext cx="0" cy="1620018"/>
          </a:xfrm>
          <a:prstGeom prst="straightConnector1">
            <a:avLst/>
          </a:prstGeom>
          <a:noFill/>
          <a:ln w="9525" cap="flat" cmpd="sng" algn="ctr">
            <a:solidFill>
              <a:schemeClr val="tx1"/>
            </a:solidFill>
            <a:prstDash val="solid"/>
            <a:round/>
            <a:headEnd type="none" w="med" len="med"/>
            <a:tailEnd type="triangle"/>
          </a:ln>
          <a:effectLst/>
        </p:spPr>
      </p:cxnSp>
      <p:sp>
        <p:nvSpPr>
          <p:cNvPr id="97" name="正方形/長方形 96">
            <a:extLst>
              <a:ext uri="{FF2B5EF4-FFF2-40B4-BE49-F238E27FC236}">
                <a16:creationId xmlns:a16="http://schemas.microsoft.com/office/drawing/2014/main" id="{B6446BED-1323-A009-758D-D43B59F23C73}"/>
              </a:ext>
            </a:extLst>
          </p:cNvPr>
          <p:cNvSpPr/>
          <p:nvPr/>
        </p:nvSpPr>
        <p:spPr bwMode="auto">
          <a:xfrm>
            <a:off x="2945966" y="3609003"/>
            <a:ext cx="2250025" cy="450005"/>
          </a:xfrm>
          <a:prstGeom prst="rect">
            <a:avLst/>
          </a:prstGeom>
          <a:noFill/>
          <a:ln w="15875">
            <a:noFill/>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b="1" dirty="0">
                <a:solidFill>
                  <a:schemeClr val="accent2"/>
                </a:solidFill>
                <a:latin typeface="Consolas" panose="020B0609020204030204" pitchFamily="49" charset="0"/>
              </a:rPr>
              <a:t>SIMT </a:t>
            </a:r>
            <a:r>
              <a:rPr lang="ja-JP" altLang="en-US" sz="1600" b="1" dirty="0">
                <a:solidFill>
                  <a:schemeClr val="accent2"/>
                </a:solidFill>
                <a:latin typeface="Consolas" panose="020B0609020204030204" pitchFamily="49" charset="0"/>
              </a:rPr>
              <a:t>アーキテクチャ</a:t>
            </a:r>
            <a:endParaRPr lang="en-US" altLang="ja-JP" sz="1600" b="1" dirty="0">
              <a:solidFill>
                <a:schemeClr val="accent2"/>
              </a:solidFill>
              <a:latin typeface="Consolas" panose="020B0609020204030204" pitchFamily="49" charset="0"/>
            </a:endParaRPr>
          </a:p>
          <a:p>
            <a:r>
              <a:rPr lang="en-US" altLang="ja-JP" sz="1600" b="1" dirty="0">
                <a:solidFill>
                  <a:schemeClr val="accent2"/>
                </a:solidFill>
                <a:latin typeface="Consolas" panose="020B0609020204030204" pitchFamily="49" charset="0"/>
              </a:rPr>
              <a:t>NVIDIA</a:t>
            </a:r>
            <a:endParaRPr lang="ja-JP" altLang="en-US" sz="1600" b="1" dirty="0">
              <a:solidFill>
                <a:schemeClr val="accent2"/>
              </a:solidFill>
              <a:latin typeface="Consolas" panose="020B0609020204030204" pitchFamily="49" charset="0"/>
            </a:endParaRPr>
          </a:p>
        </p:txBody>
      </p:sp>
      <p:cxnSp>
        <p:nvCxnSpPr>
          <p:cNvPr id="98" name="直線矢印コネクタ 97">
            <a:extLst>
              <a:ext uri="{FF2B5EF4-FFF2-40B4-BE49-F238E27FC236}">
                <a16:creationId xmlns:a16="http://schemas.microsoft.com/office/drawing/2014/main" id="{091C1196-8405-0EDC-3ED0-4F3C2C87D6E7}"/>
              </a:ext>
            </a:extLst>
          </p:cNvPr>
          <p:cNvCxnSpPr>
            <a:cxnSpLocks/>
          </p:cNvCxnSpPr>
          <p:nvPr/>
        </p:nvCxnSpPr>
        <p:spPr bwMode="auto">
          <a:xfrm>
            <a:off x="9876042" y="1808982"/>
            <a:ext cx="0" cy="2700030"/>
          </a:xfrm>
          <a:prstGeom prst="straightConnector1">
            <a:avLst/>
          </a:prstGeom>
          <a:noFill/>
          <a:ln w="9525" cap="flat" cmpd="sng" algn="ctr">
            <a:solidFill>
              <a:schemeClr val="tx1"/>
            </a:solidFill>
            <a:prstDash val="solid"/>
            <a:round/>
            <a:headEnd type="none" w="med" len="med"/>
            <a:tailEnd type="triangle"/>
          </a:ln>
          <a:effectLst/>
        </p:spPr>
      </p:cxnSp>
      <p:cxnSp>
        <p:nvCxnSpPr>
          <p:cNvPr id="99" name="直線矢印コネクタ 98">
            <a:extLst>
              <a:ext uri="{FF2B5EF4-FFF2-40B4-BE49-F238E27FC236}">
                <a16:creationId xmlns:a16="http://schemas.microsoft.com/office/drawing/2014/main" id="{D49951BE-29DF-35A4-38CC-D723770540CD}"/>
              </a:ext>
            </a:extLst>
          </p:cNvPr>
          <p:cNvCxnSpPr>
            <a:cxnSpLocks/>
          </p:cNvCxnSpPr>
          <p:nvPr/>
        </p:nvCxnSpPr>
        <p:spPr bwMode="auto">
          <a:xfrm flipV="1">
            <a:off x="9876042" y="4509013"/>
            <a:ext cx="0" cy="810009"/>
          </a:xfrm>
          <a:prstGeom prst="straightConnector1">
            <a:avLst/>
          </a:prstGeom>
          <a:noFill/>
          <a:ln w="9525" cap="flat" cmpd="sng" algn="ctr">
            <a:solidFill>
              <a:schemeClr val="tx1"/>
            </a:solidFill>
            <a:prstDash val="solid"/>
            <a:round/>
            <a:headEnd type="none" w="med" len="med"/>
            <a:tailEnd type="triangle"/>
          </a:ln>
          <a:effectLst/>
        </p:spPr>
      </p:cxnSp>
      <p:sp>
        <p:nvSpPr>
          <p:cNvPr id="102" name="正方形/長方形 101">
            <a:extLst>
              <a:ext uri="{FF2B5EF4-FFF2-40B4-BE49-F238E27FC236}">
                <a16:creationId xmlns:a16="http://schemas.microsoft.com/office/drawing/2014/main" id="{4FA43F9F-80AD-B070-2BA4-394EC4BF7C4E}"/>
              </a:ext>
            </a:extLst>
          </p:cNvPr>
          <p:cNvSpPr/>
          <p:nvPr/>
        </p:nvSpPr>
        <p:spPr bwMode="auto">
          <a:xfrm>
            <a:off x="9156034" y="5229021"/>
            <a:ext cx="1260014" cy="450005"/>
          </a:xfrm>
          <a:prstGeom prst="rect">
            <a:avLst/>
          </a:prstGeom>
          <a:noFill/>
          <a:ln>
            <a:noFill/>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tx1">
                    <a:lumMod val="75000"/>
                    <a:lumOff val="25000"/>
                  </a:schemeClr>
                </a:solidFill>
                <a:latin typeface="+mn-ea"/>
              </a:rPr>
              <a:t>Hardware</a:t>
            </a:r>
            <a:endParaRPr lang="ja-JP" altLang="en-US" sz="1600" dirty="0">
              <a:solidFill>
                <a:schemeClr val="tx1">
                  <a:lumMod val="75000"/>
                  <a:lumOff val="25000"/>
                </a:schemeClr>
              </a:solidFill>
              <a:latin typeface="+mn-ea"/>
            </a:endParaRPr>
          </a:p>
        </p:txBody>
      </p:sp>
      <p:grpSp>
        <p:nvGrpSpPr>
          <p:cNvPr id="124" name="グループ化 123">
            <a:extLst>
              <a:ext uri="{FF2B5EF4-FFF2-40B4-BE49-F238E27FC236}">
                <a16:creationId xmlns:a16="http://schemas.microsoft.com/office/drawing/2014/main" id="{A04CA355-74DC-0777-94F8-373543DC1AFE}"/>
              </a:ext>
            </a:extLst>
          </p:cNvPr>
          <p:cNvGrpSpPr/>
          <p:nvPr/>
        </p:nvGrpSpPr>
        <p:grpSpPr>
          <a:xfrm>
            <a:off x="4925988" y="4779015"/>
            <a:ext cx="2340026" cy="1350016"/>
            <a:chOff x="2861981" y="4509012"/>
            <a:chExt cx="3150035" cy="1710019"/>
          </a:xfrm>
        </p:grpSpPr>
        <p:sp>
          <p:nvSpPr>
            <p:cNvPr id="104" name="正方形/長方形 103">
              <a:extLst>
                <a:ext uri="{FF2B5EF4-FFF2-40B4-BE49-F238E27FC236}">
                  <a16:creationId xmlns:a16="http://schemas.microsoft.com/office/drawing/2014/main" id="{C546FF7E-4A04-F102-0836-9B30D70402FC}"/>
                </a:ext>
              </a:extLst>
            </p:cNvPr>
            <p:cNvSpPr/>
            <p:nvPr/>
          </p:nvSpPr>
          <p:spPr bwMode="auto">
            <a:xfrm>
              <a:off x="4121995" y="4509012"/>
              <a:ext cx="720008" cy="360004"/>
            </a:xfrm>
            <a:prstGeom prst="rect">
              <a:avLst/>
            </a:prstGeom>
            <a:solidFill>
              <a:srgbClr val="FAF2F2"/>
            </a:solidFill>
            <a:ln>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600" dirty="0">
                  <a:solidFill>
                    <a:schemeClr val="tx1">
                      <a:lumMod val="75000"/>
                      <a:lumOff val="25000"/>
                    </a:schemeClr>
                  </a:solidFill>
                  <a:latin typeface="+mn-ea"/>
                </a:rPr>
                <a:t>命令メモリ</a:t>
              </a:r>
            </a:p>
          </p:txBody>
        </p:sp>
        <p:sp>
          <p:nvSpPr>
            <p:cNvPr id="107" name="フリーフォーム 10">
              <a:extLst>
                <a:ext uri="{FF2B5EF4-FFF2-40B4-BE49-F238E27FC236}">
                  <a16:creationId xmlns:a16="http://schemas.microsoft.com/office/drawing/2014/main" id="{A2382C7C-9E18-A52B-3897-431F85FF7072}"/>
                </a:ext>
              </a:extLst>
            </p:cNvPr>
            <p:cNvSpPr>
              <a:spLocks noChangeArrowheads="1"/>
            </p:cNvSpPr>
            <p:nvPr/>
          </p:nvSpPr>
          <p:spPr bwMode="auto">
            <a:xfrm flipH="1">
              <a:off x="2861981" y="5859027"/>
              <a:ext cx="720008"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solidFill>
              <a:srgbClr val="FAF2F2"/>
            </a:solidFill>
            <a:ln>
              <a:headEnd/>
              <a:tailEnd type="triangle" w="sm" len="med"/>
            </a:ln>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600" dirty="0">
                  <a:solidFill>
                    <a:schemeClr val="tx1">
                      <a:lumMod val="75000"/>
                      <a:lumOff val="25000"/>
                    </a:schemeClr>
                  </a:solidFill>
                  <a:latin typeface="+mn-ea"/>
                </a:rPr>
                <a:t>演算器</a:t>
              </a:r>
            </a:p>
          </p:txBody>
        </p:sp>
        <p:cxnSp>
          <p:nvCxnSpPr>
            <p:cNvPr id="108" name="直線矢印コネクタ 107">
              <a:extLst>
                <a:ext uri="{FF2B5EF4-FFF2-40B4-BE49-F238E27FC236}">
                  <a16:creationId xmlns:a16="http://schemas.microsoft.com/office/drawing/2014/main" id="{1EC7904F-4ABE-9A6B-A885-3C71F0590AEC}"/>
                </a:ext>
              </a:extLst>
            </p:cNvPr>
            <p:cNvCxnSpPr>
              <a:cxnSpLocks/>
            </p:cNvCxnSpPr>
            <p:nvPr/>
          </p:nvCxnSpPr>
          <p:spPr bwMode="auto">
            <a:xfrm>
              <a:off x="4481999" y="4869015"/>
              <a:ext cx="0" cy="197870"/>
            </a:xfrm>
            <a:prstGeom prst="straightConnector1">
              <a:avLst/>
            </a:prstGeom>
            <a:ln w="6350">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cxnSp>
        <p:sp>
          <p:nvSpPr>
            <p:cNvPr id="109" name="Freeform 10">
              <a:extLst>
                <a:ext uri="{FF2B5EF4-FFF2-40B4-BE49-F238E27FC236}">
                  <a16:creationId xmlns:a16="http://schemas.microsoft.com/office/drawing/2014/main" id="{581EB4D8-8C89-6DC3-10A9-DDBBEFDDD2AC}"/>
                </a:ext>
              </a:extLst>
            </p:cNvPr>
            <p:cNvSpPr>
              <a:spLocks/>
            </p:cNvSpPr>
            <p:nvPr/>
          </p:nvSpPr>
          <p:spPr bwMode="auto">
            <a:xfrm rot="5400000">
              <a:off x="3671989" y="4599013"/>
              <a:ext cx="180001" cy="1080012"/>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w="6350">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sz="1000"/>
            </a:p>
          </p:txBody>
        </p:sp>
        <p:sp>
          <p:nvSpPr>
            <p:cNvPr id="110" name="フリーフォーム 10">
              <a:extLst>
                <a:ext uri="{FF2B5EF4-FFF2-40B4-BE49-F238E27FC236}">
                  <a16:creationId xmlns:a16="http://schemas.microsoft.com/office/drawing/2014/main" id="{70199A39-99DB-09A4-41FB-CAB3196698D9}"/>
                </a:ext>
              </a:extLst>
            </p:cNvPr>
            <p:cNvSpPr>
              <a:spLocks noChangeArrowheads="1"/>
            </p:cNvSpPr>
            <p:nvPr/>
          </p:nvSpPr>
          <p:spPr bwMode="auto">
            <a:xfrm flipH="1">
              <a:off x="3671990" y="5859027"/>
              <a:ext cx="720008"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solidFill>
              <a:srgbClr val="FAF2F2"/>
            </a:solidFill>
            <a:ln>
              <a:headEnd/>
              <a:tailEnd type="triangle" w="sm" len="med"/>
            </a:ln>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600" dirty="0">
                  <a:solidFill>
                    <a:schemeClr val="tx1">
                      <a:lumMod val="75000"/>
                      <a:lumOff val="25000"/>
                    </a:schemeClr>
                  </a:solidFill>
                  <a:latin typeface="+mn-ea"/>
                </a:rPr>
                <a:t>演算器</a:t>
              </a:r>
            </a:p>
          </p:txBody>
        </p:sp>
        <p:sp>
          <p:nvSpPr>
            <p:cNvPr id="111" name="フリーフォーム 10">
              <a:extLst>
                <a:ext uri="{FF2B5EF4-FFF2-40B4-BE49-F238E27FC236}">
                  <a16:creationId xmlns:a16="http://schemas.microsoft.com/office/drawing/2014/main" id="{8984912E-09BD-5FC4-E83E-28FEDB596B98}"/>
                </a:ext>
              </a:extLst>
            </p:cNvPr>
            <p:cNvSpPr>
              <a:spLocks noChangeArrowheads="1"/>
            </p:cNvSpPr>
            <p:nvPr/>
          </p:nvSpPr>
          <p:spPr bwMode="auto">
            <a:xfrm flipH="1">
              <a:off x="4481999" y="5859027"/>
              <a:ext cx="720008"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solidFill>
              <a:srgbClr val="FAF2F2"/>
            </a:solidFill>
            <a:ln>
              <a:headEnd/>
              <a:tailEnd type="triangle" w="sm" len="med"/>
            </a:ln>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600" dirty="0">
                  <a:solidFill>
                    <a:schemeClr val="tx1">
                      <a:lumMod val="75000"/>
                      <a:lumOff val="25000"/>
                    </a:schemeClr>
                  </a:solidFill>
                  <a:latin typeface="+mn-ea"/>
                </a:rPr>
                <a:t>演算器</a:t>
              </a:r>
            </a:p>
          </p:txBody>
        </p:sp>
        <p:sp>
          <p:nvSpPr>
            <p:cNvPr id="112" name="フリーフォーム 10">
              <a:extLst>
                <a:ext uri="{FF2B5EF4-FFF2-40B4-BE49-F238E27FC236}">
                  <a16:creationId xmlns:a16="http://schemas.microsoft.com/office/drawing/2014/main" id="{24F1532A-D41B-17C0-5B94-6EA8B0CAE770}"/>
                </a:ext>
              </a:extLst>
            </p:cNvPr>
            <p:cNvSpPr>
              <a:spLocks noChangeArrowheads="1"/>
            </p:cNvSpPr>
            <p:nvPr/>
          </p:nvSpPr>
          <p:spPr bwMode="auto">
            <a:xfrm flipH="1">
              <a:off x="5292008" y="5859027"/>
              <a:ext cx="720008"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solidFill>
              <a:srgbClr val="FAF2F2"/>
            </a:solidFill>
            <a:ln>
              <a:headEnd/>
              <a:tailEnd type="triangle" w="sm" len="med"/>
            </a:ln>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600" dirty="0">
                  <a:solidFill>
                    <a:schemeClr val="tx1">
                      <a:lumMod val="75000"/>
                      <a:lumOff val="25000"/>
                    </a:schemeClr>
                  </a:solidFill>
                  <a:latin typeface="+mn-ea"/>
                </a:rPr>
                <a:t>演算器</a:t>
              </a:r>
            </a:p>
          </p:txBody>
        </p:sp>
        <p:sp>
          <p:nvSpPr>
            <p:cNvPr id="113" name="Freeform 10">
              <a:extLst>
                <a:ext uri="{FF2B5EF4-FFF2-40B4-BE49-F238E27FC236}">
                  <a16:creationId xmlns:a16="http://schemas.microsoft.com/office/drawing/2014/main" id="{69EF0D9A-4EF0-2699-0ACD-4A24A81DFCAF}"/>
                </a:ext>
              </a:extLst>
            </p:cNvPr>
            <p:cNvSpPr>
              <a:spLocks/>
            </p:cNvSpPr>
            <p:nvPr/>
          </p:nvSpPr>
          <p:spPr bwMode="auto">
            <a:xfrm rot="5400000">
              <a:off x="4076996" y="5004017"/>
              <a:ext cx="180000" cy="27000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w="6350">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sz="1000"/>
            </a:p>
          </p:txBody>
        </p:sp>
        <p:sp>
          <p:nvSpPr>
            <p:cNvPr id="114" name="Freeform 10">
              <a:extLst>
                <a:ext uri="{FF2B5EF4-FFF2-40B4-BE49-F238E27FC236}">
                  <a16:creationId xmlns:a16="http://schemas.microsoft.com/office/drawing/2014/main" id="{AD6235C5-F0B0-C93D-E099-433A6EFF396F}"/>
                </a:ext>
              </a:extLst>
            </p:cNvPr>
            <p:cNvSpPr>
              <a:spLocks/>
            </p:cNvSpPr>
            <p:nvPr/>
          </p:nvSpPr>
          <p:spPr bwMode="auto">
            <a:xfrm rot="5400000" flipV="1">
              <a:off x="4482002" y="4869015"/>
              <a:ext cx="180000" cy="540008"/>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w="6350">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sz="1000"/>
            </a:p>
          </p:txBody>
        </p:sp>
        <p:sp>
          <p:nvSpPr>
            <p:cNvPr id="115" name="Freeform 10">
              <a:extLst>
                <a:ext uri="{FF2B5EF4-FFF2-40B4-BE49-F238E27FC236}">
                  <a16:creationId xmlns:a16="http://schemas.microsoft.com/office/drawing/2014/main" id="{09BFF8B0-342D-77E7-4D00-EF7DCE9854C3}"/>
                </a:ext>
              </a:extLst>
            </p:cNvPr>
            <p:cNvSpPr>
              <a:spLocks/>
            </p:cNvSpPr>
            <p:nvPr/>
          </p:nvSpPr>
          <p:spPr bwMode="auto">
            <a:xfrm rot="5400000" flipV="1">
              <a:off x="5112007" y="4689014"/>
              <a:ext cx="180001" cy="900011"/>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w="6350">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sz="1000"/>
            </a:p>
          </p:txBody>
        </p:sp>
        <p:sp>
          <p:nvSpPr>
            <p:cNvPr id="116" name="正方形/長方形 115">
              <a:extLst>
                <a:ext uri="{FF2B5EF4-FFF2-40B4-BE49-F238E27FC236}">
                  <a16:creationId xmlns:a16="http://schemas.microsoft.com/office/drawing/2014/main" id="{70EF70F9-9E66-CEEF-0242-97087C1583FC}"/>
                </a:ext>
              </a:extLst>
            </p:cNvPr>
            <p:cNvSpPr/>
            <p:nvPr/>
          </p:nvSpPr>
          <p:spPr bwMode="auto">
            <a:xfrm>
              <a:off x="2861981" y="5229020"/>
              <a:ext cx="720008" cy="360004"/>
            </a:xfrm>
            <a:prstGeom prst="rect">
              <a:avLst/>
            </a:prstGeom>
            <a:solidFill>
              <a:srgbClr val="FAF2F2"/>
            </a:solidFill>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700" dirty="0">
                  <a:solidFill>
                    <a:schemeClr val="tx1">
                      <a:lumMod val="75000"/>
                      <a:lumOff val="25000"/>
                    </a:schemeClr>
                  </a:solidFill>
                  <a:latin typeface="+mn-ea"/>
                </a:rPr>
                <a:t>レジスタ</a:t>
              </a:r>
            </a:p>
          </p:txBody>
        </p:sp>
        <p:sp>
          <p:nvSpPr>
            <p:cNvPr id="117" name="正方形/長方形 116">
              <a:extLst>
                <a:ext uri="{FF2B5EF4-FFF2-40B4-BE49-F238E27FC236}">
                  <a16:creationId xmlns:a16="http://schemas.microsoft.com/office/drawing/2014/main" id="{19736586-C37A-D2CD-143F-804BBB8110C6}"/>
                </a:ext>
              </a:extLst>
            </p:cNvPr>
            <p:cNvSpPr/>
            <p:nvPr/>
          </p:nvSpPr>
          <p:spPr bwMode="auto">
            <a:xfrm>
              <a:off x="3671990" y="5229020"/>
              <a:ext cx="720008" cy="360004"/>
            </a:xfrm>
            <a:prstGeom prst="rect">
              <a:avLst/>
            </a:prstGeom>
            <a:solidFill>
              <a:srgbClr val="FAF2F2"/>
            </a:solidFill>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700" dirty="0">
                  <a:solidFill>
                    <a:schemeClr val="tx1">
                      <a:lumMod val="75000"/>
                      <a:lumOff val="25000"/>
                    </a:schemeClr>
                  </a:solidFill>
                  <a:latin typeface="+mn-ea"/>
                </a:rPr>
                <a:t>レジスタ</a:t>
              </a:r>
            </a:p>
          </p:txBody>
        </p:sp>
        <p:sp>
          <p:nvSpPr>
            <p:cNvPr id="118" name="正方形/長方形 117">
              <a:extLst>
                <a:ext uri="{FF2B5EF4-FFF2-40B4-BE49-F238E27FC236}">
                  <a16:creationId xmlns:a16="http://schemas.microsoft.com/office/drawing/2014/main" id="{E174300C-1D15-3A8B-7B3B-17643E9195E4}"/>
                </a:ext>
              </a:extLst>
            </p:cNvPr>
            <p:cNvSpPr/>
            <p:nvPr/>
          </p:nvSpPr>
          <p:spPr bwMode="auto">
            <a:xfrm>
              <a:off x="4481999" y="5229020"/>
              <a:ext cx="720008" cy="360004"/>
            </a:xfrm>
            <a:prstGeom prst="rect">
              <a:avLst/>
            </a:prstGeom>
            <a:solidFill>
              <a:srgbClr val="FAF2F2"/>
            </a:solidFill>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700" dirty="0">
                  <a:solidFill>
                    <a:schemeClr val="tx1">
                      <a:lumMod val="75000"/>
                      <a:lumOff val="25000"/>
                    </a:schemeClr>
                  </a:solidFill>
                  <a:latin typeface="+mn-ea"/>
                </a:rPr>
                <a:t>レジスタ</a:t>
              </a:r>
            </a:p>
          </p:txBody>
        </p:sp>
        <p:sp>
          <p:nvSpPr>
            <p:cNvPr id="119" name="正方形/長方形 118">
              <a:extLst>
                <a:ext uri="{FF2B5EF4-FFF2-40B4-BE49-F238E27FC236}">
                  <a16:creationId xmlns:a16="http://schemas.microsoft.com/office/drawing/2014/main" id="{B6C9A626-78EF-33C6-8F8A-0074A6CAE8A5}"/>
                </a:ext>
              </a:extLst>
            </p:cNvPr>
            <p:cNvSpPr/>
            <p:nvPr/>
          </p:nvSpPr>
          <p:spPr bwMode="auto">
            <a:xfrm>
              <a:off x="5292008" y="5229020"/>
              <a:ext cx="720008" cy="360004"/>
            </a:xfrm>
            <a:prstGeom prst="rect">
              <a:avLst/>
            </a:prstGeom>
            <a:solidFill>
              <a:srgbClr val="FAF2F2"/>
            </a:solidFill>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700" dirty="0">
                  <a:solidFill>
                    <a:schemeClr val="tx1">
                      <a:lumMod val="75000"/>
                      <a:lumOff val="25000"/>
                    </a:schemeClr>
                  </a:solidFill>
                  <a:latin typeface="+mn-ea"/>
                </a:rPr>
                <a:t>レジスタ</a:t>
              </a:r>
            </a:p>
          </p:txBody>
        </p:sp>
        <p:cxnSp>
          <p:nvCxnSpPr>
            <p:cNvPr id="120" name="直線矢印コネクタ 119">
              <a:extLst>
                <a:ext uri="{FF2B5EF4-FFF2-40B4-BE49-F238E27FC236}">
                  <a16:creationId xmlns:a16="http://schemas.microsoft.com/office/drawing/2014/main" id="{1C373DFF-CB66-9578-A6D4-810A5D558F83}"/>
                </a:ext>
              </a:extLst>
            </p:cNvPr>
            <p:cNvCxnSpPr>
              <a:cxnSpLocks/>
              <a:stCxn id="116" idx="2"/>
            </p:cNvCxnSpPr>
            <p:nvPr/>
          </p:nvCxnSpPr>
          <p:spPr bwMode="auto">
            <a:xfrm>
              <a:off x="3221985" y="5589024"/>
              <a:ext cx="0" cy="287871"/>
            </a:xfrm>
            <a:prstGeom prst="straightConnector1">
              <a:avLst/>
            </a:prstGeom>
            <a:ln w="6350">
              <a:solidFill>
                <a:schemeClr val="tx1">
                  <a:lumMod val="75000"/>
                  <a:lumOff val="25000"/>
                </a:schemeClr>
              </a:solidFill>
              <a:headEnd type="triangle" w="med" len="med"/>
              <a:tailEnd type="triangle"/>
            </a:ln>
            <a:effectLst/>
          </p:spPr>
          <p:style>
            <a:lnRef idx="3">
              <a:schemeClr val="accent5"/>
            </a:lnRef>
            <a:fillRef idx="0">
              <a:schemeClr val="accent5"/>
            </a:fillRef>
            <a:effectRef idx="2">
              <a:schemeClr val="accent5"/>
            </a:effectRef>
            <a:fontRef idx="minor">
              <a:schemeClr val="tx1"/>
            </a:fontRef>
          </p:style>
        </p:cxnSp>
        <p:cxnSp>
          <p:nvCxnSpPr>
            <p:cNvPr id="121" name="直線矢印コネクタ 120">
              <a:extLst>
                <a:ext uri="{FF2B5EF4-FFF2-40B4-BE49-F238E27FC236}">
                  <a16:creationId xmlns:a16="http://schemas.microsoft.com/office/drawing/2014/main" id="{9534D715-F3C9-6DBA-E1BA-752126466AED}"/>
                </a:ext>
              </a:extLst>
            </p:cNvPr>
            <p:cNvCxnSpPr>
              <a:cxnSpLocks/>
            </p:cNvCxnSpPr>
            <p:nvPr/>
          </p:nvCxnSpPr>
          <p:spPr bwMode="auto">
            <a:xfrm>
              <a:off x="4031994" y="5589024"/>
              <a:ext cx="0" cy="287871"/>
            </a:xfrm>
            <a:prstGeom prst="straightConnector1">
              <a:avLst/>
            </a:prstGeom>
            <a:ln w="6350">
              <a:solidFill>
                <a:schemeClr val="tx1">
                  <a:lumMod val="75000"/>
                  <a:lumOff val="25000"/>
                </a:schemeClr>
              </a:solidFill>
              <a:headEnd type="triangle" w="med" len="med"/>
              <a:tailEnd type="triangle"/>
            </a:ln>
            <a:effectLst/>
          </p:spPr>
          <p:style>
            <a:lnRef idx="3">
              <a:schemeClr val="accent5"/>
            </a:lnRef>
            <a:fillRef idx="0">
              <a:schemeClr val="accent5"/>
            </a:fillRef>
            <a:effectRef idx="2">
              <a:schemeClr val="accent5"/>
            </a:effectRef>
            <a:fontRef idx="minor">
              <a:schemeClr val="tx1"/>
            </a:fontRef>
          </p:style>
        </p:cxnSp>
        <p:cxnSp>
          <p:nvCxnSpPr>
            <p:cNvPr id="122" name="直線矢印コネクタ 121">
              <a:extLst>
                <a:ext uri="{FF2B5EF4-FFF2-40B4-BE49-F238E27FC236}">
                  <a16:creationId xmlns:a16="http://schemas.microsoft.com/office/drawing/2014/main" id="{0BD764BF-ABFB-1C01-2AA3-0F1E5F8FE58E}"/>
                </a:ext>
              </a:extLst>
            </p:cNvPr>
            <p:cNvCxnSpPr>
              <a:cxnSpLocks/>
            </p:cNvCxnSpPr>
            <p:nvPr/>
          </p:nvCxnSpPr>
          <p:spPr bwMode="auto">
            <a:xfrm>
              <a:off x="4842003" y="5589024"/>
              <a:ext cx="0" cy="287871"/>
            </a:xfrm>
            <a:prstGeom prst="straightConnector1">
              <a:avLst/>
            </a:prstGeom>
            <a:ln w="6350">
              <a:solidFill>
                <a:schemeClr val="tx1">
                  <a:lumMod val="75000"/>
                  <a:lumOff val="25000"/>
                </a:schemeClr>
              </a:solidFill>
              <a:headEnd type="triangle" w="med" len="med"/>
              <a:tailEnd type="triangle"/>
            </a:ln>
            <a:effectLst/>
          </p:spPr>
          <p:style>
            <a:lnRef idx="3">
              <a:schemeClr val="accent5"/>
            </a:lnRef>
            <a:fillRef idx="0">
              <a:schemeClr val="accent5"/>
            </a:fillRef>
            <a:effectRef idx="2">
              <a:schemeClr val="accent5"/>
            </a:effectRef>
            <a:fontRef idx="minor">
              <a:schemeClr val="tx1"/>
            </a:fontRef>
          </p:style>
        </p:cxnSp>
        <p:cxnSp>
          <p:nvCxnSpPr>
            <p:cNvPr id="123" name="直線矢印コネクタ 122">
              <a:extLst>
                <a:ext uri="{FF2B5EF4-FFF2-40B4-BE49-F238E27FC236}">
                  <a16:creationId xmlns:a16="http://schemas.microsoft.com/office/drawing/2014/main" id="{C297DE25-0DDD-688D-9199-2912BA6DB5C8}"/>
                </a:ext>
              </a:extLst>
            </p:cNvPr>
            <p:cNvCxnSpPr>
              <a:cxnSpLocks/>
            </p:cNvCxnSpPr>
            <p:nvPr/>
          </p:nvCxnSpPr>
          <p:spPr bwMode="auto">
            <a:xfrm>
              <a:off x="5652012" y="5589024"/>
              <a:ext cx="0" cy="287871"/>
            </a:xfrm>
            <a:prstGeom prst="straightConnector1">
              <a:avLst/>
            </a:prstGeom>
            <a:ln w="6350">
              <a:solidFill>
                <a:schemeClr val="tx1">
                  <a:lumMod val="75000"/>
                  <a:lumOff val="25000"/>
                </a:schemeClr>
              </a:solidFill>
              <a:headEnd type="triangle" w="med" len="med"/>
              <a:tailEnd type="triangle"/>
            </a:ln>
            <a:effectLst/>
          </p:spPr>
          <p:style>
            <a:lnRef idx="3">
              <a:schemeClr val="accent5"/>
            </a:lnRef>
            <a:fillRef idx="0">
              <a:schemeClr val="accent5"/>
            </a:fillRef>
            <a:effectRef idx="2">
              <a:schemeClr val="accent5"/>
            </a:effectRef>
            <a:fontRef idx="minor">
              <a:schemeClr val="tx1"/>
            </a:fontRef>
          </p:style>
        </p:cxnSp>
      </p:grpSp>
      <p:sp>
        <p:nvSpPr>
          <p:cNvPr id="126" name="正方形/長方形 125">
            <a:extLst>
              <a:ext uri="{FF2B5EF4-FFF2-40B4-BE49-F238E27FC236}">
                <a16:creationId xmlns:a16="http://schemas.microsoft.com/office/drawing/2014/main" id="{A222387C-BE56-4695-8D44-5E27DCFE3D06}"/>
              </a:ext>
            </a:extLst>
          </p:cNvPr>
          <p:cNvSpPr/>
          <p:nvPr/>
        </p:nvSpPr>
        <p:spPr bwMode="auto">
          <a:xfrm>
            <a:off x="9066034" y="1358978"/>
            <a:ext cx="990011" cy="450005"/>
          </a:xfrm>
          <a:prstGeom prst="rect">
            <a:avLst/>
          </a:prstGeom>
          <a:noFill/>
          <a:ln>
            <a:noFill/>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tx1">
                    <a:lumMod val="75000"/>
                    <a:lumOff val="25000"/>
                  </a:schemeClr>
                </a:solidFill>
                <a:latin typeface="+mn-ea"/>
              </a:rPr>
              <a:t>Software</a:t>
            </a:r>
            <a:endParaRPr lang="ja-JP" altLang="en-US" sz="1600" dirty="0">
              <a:solidFill>
                <a:schemeClr val="tx1">
                  <a:lumMod val="75000"/>
                  <a:lumOff val="25000"/>
                </a:schemeClr>
              </a:solidFill>
              <a:latin typeface="+mn-ea"/>
            </a:endParaRPr>
          </a:p>
        </p:txBody>
      </p:sp>
    </p:spTree>
    <p:extLst>
      <p:ext uri="{BB962C8B-B14F-4D97-AF65-F5344CB8AC3E}">
        <p14:creationId xmlns:p14="http://schemas.microsoft.com/office/powerpoint/2010/main" val="363158455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835F9EE-CB9C-AC80-CE9C-5A6857C9232C}"/>
              </a:ext>
            </a:extLst>
          </p:cNvPr>
          <p:cNvSpPr>
            <a:spLocks noGrp="1"/>
          </p:cNvSpPr>
          <p:nvPr>
            <p:ph type="title"/>
          </p:nvPr>
        </p:nvSpPr>
        <p:spPr/>
        <p:txBody>
          <a:bodyPr/>
          <a:lstStyle/>
          <a:p>
            <a:r>
              <a:rPr kumimoji="1" lang="ja-JP" altLang="en-US" dirty="0"/>
              <a:t>カレー屋さんにおける </a:t>
            </a:r>
            <a:r>
              <a:rPr kumimoji="1" lang="en-US" altLang="ja-JP" dirty="0"/>
              <a:t>SIMD </a:t>
            </a:r>
            <a:r>
              <a:rPr kumimoji="1" lang="ja-JP" altLang="en-US" dirty="0"/>
              <a:t>命令と </a:t>
            </a:r>
            <a:r>
              <a:rPr kumimoji="1" lang="en-US" altLang="ja-JP" dirty="0"/>
              <a:t>SIMT</a:t>
            </a:r>
            <a:endParaRPr kumimoji="1" lang="ja-JP" altLang="en-US" dirty="0"/>
          </a:p>
        </p:txBody>
      </p:sp>
      <p:sp>
        <p:nvSpPr>
          <p:cNvPr id="3" name="テキスト プレースホルダー 2">
            <a:extLst>
              <a:ext uri="{FF2B5EF4-FFF2-40B4-BE49-F238E27FC236}">
                <a16:creationId xmlns:a16="http://schemas.microsoft.com/office/drawing/2014/main" id="{52D011F1-3631-DDD0-B632-D353F8053783}"/>
              </a:ext>
            </a:extLst>
          </p:cNvPr>
          <p:cNvSpPr>
            <a:spLocks noGrp="1"/>
          </p:cNvSpPr>
          <p:nvPr>
            <p:ph type="body" sz="quarter" idx="10"/>
          </p:nvPr>
        </p:nvSpPr>
        <p:spPr>
          <a:xfrm>
            <a:off x="6276002" y="5949028"/>
            <a:ext cx="4140046" cy="630007"/>
          </a:xfrm>
        </p:spPr>
        <p:txBody>
          <a:bodyPr/>
          <a:lstStyle/>
          <a:p>
            <a:pPr marL="0" indent="0">
              <a:buNone/>
            </a:pPr>
            <a:r>
              <a:rPr kumimoji="1" lang="ja-JP" altLang="en-US" sz="1400" dirty="0"/>
              <a:t>同じところを処理している場合に，指示を</a:t>
            </a:r>
            <a:br>
              <a:rPr kumimoji="1" lang="en-US" altLang="ja-JP" sz="1400" dirty="0"/>
            </a:br>
            <a:r>
              <a:rPr kumimoji="1" lang="ja-JP" altLang="en-US" sz="1400" dirty="0"/>
              <a:t>ブロードキャストするのが </a:t>
            </a:r>
            <a:r>
              <a:rPr kumimoji="1" lang="en-US" altLang="ja-JP" sz="1400" dirty="0"/>
              <a:t>SIMT</a:t>
            </a:r>
            <a:r>
              <a:rPr kumimoji="1" lang="ja-JP" altLang="en-US" sz="1400" dirty="0"/>
              <a:t>．</a:t>
            </a:r>
            <a:br>
              <a:rPr lang="en-US" altLang="ja-JP" sz="1400" dirty="0"/>
            </a:br>
            <a:r>
              <a:rPr lang="ja-JP" altLang="en-US" sz="1400" dirty="0"/>
              <a:t>ハードの形としては </a:t>
            </a:r>
            <a:r>
              <a:rPr lang="en-US" altLang="ja-JP" sz="1400" dirty="0"/>
              <a:t>SIMD </a:t>
            </a:r>
            <a:r>
              <a:rPr lang="ja-JP" altLang="en-US" sz="1400" dirty="0"/>
              <a:t>ハードウェアであり，</a:t>
            </a:r>
            <a:br>
              <a:rPr lang="en-US" altLang="ja-JP" sz="1400" dirty="0"/>
            </a:br>
            <a:r>
              <a:rPr lang="ja-JP" altLang="en-US" sz="1400" dirty="0"/>
              <a:t>この方式のことを</a:t>
            </a:r>
            <a:r>
              <a:rPr lang="en-US" altLang="ja-JP" sz="1400" dirty="0"/>
              <a:t> SIMT </a:t>
            </a:r>
            <a:r>
              <a:rPr lang="ja-JP" altLang="en-US" sz="1400" dirty="0"/>
              <a:t>と言う．</a:t>
            </a:r>
            <a:endParaRPr kumimoji="1" lang="ja-JP" altLang="en-US" sz="1400" dirty="0"/>
          </a:p>
        </p:txBody>
      </p:sp>
      <p:sp>
        <p:nvSpPr>
          <p:cNvPr id="4" name="平行四辺形 3">
            <a:extLst>
              <a:ext uri="{FF2B5EF4-FFF2-40B4-BE49-F238E27FC236}">
                <a16:creationId xmlns:a16="http://schemas.microsoft.com/office/drawing/2014/main" id="{4C69D315-BC1D-A7AD-6EDA-063C15720E1E}"/>
              </a:ext>
            </a:extLst>
          </p:cNvPr>
          <p:cNvSpPr/>
          <p:nvPr/>
        </p:nvSpPr>
        <p:spPr bwMode="auto">
          <a:xfrm>
            <a:off x="2225957" y="4149008"/>
            <a:ext cx="15624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5" name="正方形/長方形 4">
            <a:extLst>
              <a:ext uri="{FF2B5EF4-FFF2-40B4-BE49-F238E27FC236}">
                <a16:creationId xmlns:a16="http://schemas.microsoft.com/office/drawing/2014/main" id="{5CCF9D13-6F45-C158-4BA1-C820A9548D46}"/>
              </a:ext>
            </a:extLst>
          </p:cNvPr>
          <p:cNvSpPr/>
          <p:nvPr/>
        </p:nvSpPr>
        <p:spPr>
          <a:xfrm>
            <a:off x="2675962" y="3338999"/>
            <a:ext cx="1440016" cy="738664"/>
          </a:xfrm>
          <a:prstGeom prst="rect">
            <a:avLst/>
          </a:prstGeom>
        </p:spPr>
        <p:txBody>
          <a:bodyPr wrap="squar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6" name="平行四辺形 5">
            <a:extLst>
              <a:ext uri="{FF2B5EF4-FFF2-40B4-BE49-F238E27FC236}">
                <a16:creationId xmlns:a16="http://schemas.microsoft.com/office/drawing/2014/main" id="{35D563B5-FD56-FACD-CE80-E80A2DF0976A}"/>
              </a:ext>
            </a:extLst>
          </p:cNvPr>
          <p:cNvSpPr/>
          <p:nvPr/>
        </p:nvSpPr>
        <p:spPr bwMode="auto">
          <a:xfrm>
            <a:off x="3845975" y="3519001"/>
            <a:ext cx="15624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7" name="正方形/長方形 6">
            <a:extLst>
              <a:ext uri="{FF2B5EF4-FFF2-40B4-BE49-F238E27FC236}">
                <a16:creationId xmlns:a16="http://schemas.microsoft.com/office/drawing/2014/main" id="{4C8FE50C-49DB-6011-3F78-AC2F21BA26E2}"/>
              </a:ext>
            </a:extLst>
          </p:cNvPr>
          <p:cNvSpPr/>
          <p:nvPr/>
        </p:nvSpPr>
        <p:spPr>
          <a:xfrm>
            <a:off x="4205979" y="2708992"/>
            <a:ext cx="865983" cy="738664"/>
          </a:xfrm>
          <a:prstGeom prst="rect">
            <a:avLst/>
          </a:prstGeom>
        </p:spPr>
        <p:txBody>
          <a:bodyPr wrap="square">
            <a:spAutoFit/>
          </a:bodyPr>
          <a:lstStyle/>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ﾟーﾟ</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8" name="角丸四角形吹き出し 44">
            <a:extLst>
              <a:ext uri="{FF2B5EF4-FFF2-40B4-BE49-F238E27FC236}">
                <a16:creationId xmlns:a16="http://schemas.microsoft.com/office/drawing/2014/main" id="{7418B6DF-E755-9B79-2A45-04EE9CC6B030}"/>
              </a:ext>
            </a:extLst>
          </p:cNvPr>
          <p:cNvSpPr/>
          <p:nvPr/>
        </p:nvSpPr>
        <p:spPr bwMode="auto">
          <a:xfrm>
            <a:off x="3125967" y="2528990"/>
            <a:ext cx="990011" cy="522648"/>
          </a:xfrm>
          <a:prstGeom prst="wedgeRoundRectCallout">
            <a:avLst>
              <a:gd name="adj1" fmla="val -32299"/>
              <a:gd name="adj2" fmla="val 154333"/>
              <a:gd name="adj3" fmla="val 16667"/>
            </a:avLst>
          </a:prstGeom>
          <a:ln>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400" dirty="0">
                <a:solidFill>
                  <a:schemeClr val="tx1">
                    <a:lumMod val="65000"/>
                    <a:lumOff val="35000"/>
                  </a:schemeClr>
                </a:solidFill>
                <a:latin typeface="Arial Narrow" panose="020B0606020202030204" pitchFamily="34" charset="0"/>
              </a:rPr>
              <a:t>炒め</a:t>
            </a:r>
            <a:r>
              <a:rPr lang="ja-JP" altLang="en-US" sz="1400" dirty="0">
                <a:solidFill>
                  <a:schemeClr val="accent5"/>
                </a:solidFill>
                <a:latin typeface="Arial Narrow" panose="020B0606020202030204" pitchFamily="34" charset="0"/>
              </a:rPr>
              <a:t>３つ</a:t>
            </a:r>
            <a:br>
              <a:rPr lang="en-US" altLang="ja-JP" sz="1400" dirty="0">
                <a:solidFill>
                  <a:schemeClr val="tx1">
                    <a:lumMod val="65000"/>
                    <a:lumOff val="35000"/>
                  </a:schemeClr>
                </a:solidFill>
                <a:latin typeface="Arial Narrow" panose="020B0606020202030204" pitchFamily="34" charset="0"/>
              </a:rPr>
            </a:br>
            <a:r>
              <a:rPr lang="ja-JP" altLang="en-US" sz="1400" dirty="0">
                <a:solidFill>
                  <a:schemeClr val="tx1">
                    <a:lumMod val="65000"/>
                    <a:lumOff val="35000"/>
                  </a:schemeClr>
                </a:solidFill>
                <a:latin typeface="Arial Narrow" panose="020B0606020202030204" pitchFamily="34" charset="0"/>
              </a:rPr>
              <a:t>たのむで！</a:t>
            </a:r>
          </a:p>
        </p:txBody>
      </p:sp>
      <p:sp>
        <p:nvSpPr>
          <p:cNvPr id="10" name="平行四辺形 9">
            <a:extLst>
              <a:ext uri="{FF2B5EF4-FFF2-40B4-BE49-F238E27FC236}">
                <a16:creationId xmlns:a16="http://schemas.microsoft.com/office/drawing/2014/main" id="{ACCCC2B8-6ACA-BAEF-032A-0306C65065CF}"/>
              </a:ext>
            </a:extLst>
          </p:cNvPr>
          <p:cNvSpPr/>
          <p:nvPr/>
        </p:nvSpPr>
        <p:spPr bwMode="auto">
          <a:xfrm>
            <a:off x="3845975" y="4149008"/>
            <a:ext cx="15624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1" name="平行四辺形 10">
            <a:extLst>
              <a:ext uri="{FF2B5EF4-FFF2-40B4-BE49-F238E27FC236}">
                <a16:creationId xmlns:a16="http://schemas.microsoft.com/office/drawing/2014/main" id="{9A102087-3193-5F36-C1F0-B0A533247D4F}"/>
              </a:ext>
            </a:extLst>
          </p:cNvPr>
          <p:cNvSpPr/>
          <p:nvPr/>
        </p:nvSpPr>
        <p:spPr bwMode="auto">
          <a:xfrm>
            <a:off x="3755974" y="4787977"/>
            <a:ext cx="15624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cxnSp>
        <p:nvCxnSpPr>
          <p:cNvPr id="12" name="直線矢印コネクタ 11">
            <a:extLst>
              <a:ext uri="{FF2B5EF4-FFF2-40B4-BE49-F238E27FC236}">
                <a16:creationId xmlns:a16="http://schemas.microsoft.com/office/drawing/2014/main" id="{C5EDE7F5-A62E-A3DE-61F1-27AC7DDFE5BF}"/>
              </a:ext>
            </a:extLst>
          </p:cNvPr>
          <p:cNvCxnSpPr>
            <a:cxnSpLocks/>
          </p:cNvCxnSpPr>
          <p:nvPr/>
        </p:nvCxnSpPr>
        <p:spPr bwMode="auto">
          <a:xfrm flipV="1">
            <a:off x="3575972" y="3789004"/>
            <a:ext cx="540006" cy="450005"/>
          </a:xfrm>
          <a:prstGeom prst="straightConnector1">
            <a:avLst/>
          </a:prstGeom>
          <a:ln w="57150">
            <a:solidFill>
              <a:schemeClr val="accent1"/>
            </a:solidFill>
            <a:headEnd type="none" w="med" len="med"/>
            <a:tailEnd type="triangle"/>
          </a:ln>
        </p:spPr>
        <p:style>
          <a:lnRef idx="2">
            <a:schemeClr val="accent5"/>
          </a:lnRef>
          <a:fillRef idx="0">
            <a:schemeClr val="accent5"/>
          </a:fillRef>
          <a:effectRef idx="1">
            <a:schemeClr val="accent5"/>
          </a:effectRef>
          <a:fontRef idx="minor">
            <a:schemeClr val="tx1"/>
          </a:fontRef>
        </p:style>
      </p:cxnSp>
      <p:cxnSp>
        <p:nvCxnSpPr>
          <p:cNvPr id="13" name="直線矢印コネクタ 12">
            <a:extLst>
              <a:ext uri="{FF2B5EF4-FFF2-40B4-BE49-F238E27FC236}">
                <a16:creationId xmlns:a16="http://schemas.microsoft.com/office/drawing/2014/main" id="{54F25BDF-71AA-9717-3423-7E4A1EC2D806}"/>
              </a:ext>
            </a:extLst>
          </p:cNvPr>
          <p:cNvCxnSpPr>
            <a:cxnSpLocks/>
          </p:cNvCxnSpPr>
          <p:nvPr/>
        </p:nvCxnSpPr>
        <p:spPr bwMode="auto">
          <a:xfrm>
            <a:off x="3575972" y="4419011"/>
            <a:ext cx="540006" cy="0"/>
          </a:xfrm>
          <a:prstGeom prst="straightConnector1">
            <a:avLst/>
          </a:prstGeom>
          <a:ln w="57150">
            <a:solidFill>
              <a:schemeClr val="accent1"/>
            </a:solidFill>
            <a:headEnd type="none" w="med" len="med"/>
            <a:tailEnd type="triangle"/>
          </a:ln>
        </p:spPr>
        <p:style>
          <a:lnRef idx="2">
            <a:schemeClr val="accent5"/>
          </a:lnRef>
          <a:fillRef idx="0">
            <a:schemeClr val="accent5"/>
          </a:fillRef>
          <a:effectRef idx="1">
            <a:schemeClr val="accent5"/>
          </a:effectRef>
          <a:fontRef idx="minor">
            <a:schemeClr val="tx1"/>
          </a:fontRef>
        </p:style>
      </p:cxnSp>
      <p:cxnSp>
        <p:nvCxnSpPr>
          <p:cNvPr id="14" name="直線矢印コネクタ 13">
            <a:extLst>
              <a:ext uri="{FF2B5EF4-FFF2-40B4-BE49-F238E27FC236}">
                <a16:creationId xmlns:a16="http://schemas.microsoft.com/office/drawing/2014/main" id="{041E3F43-1F8A-10DB-3ADC-4310EB7C0A5D}"/>
              </a:ext>
            </a:extLst>
          </p:cNvPr>
          <p:cNvCxnSpPr>
            <a:cxnSpLocks/>
          </p:cNvCxnSpPr>
          <p:nvPr/>
        </p:nvCxnSpPr>
        <p:spPr bwMode="auto">
          <a:xfrm>
            <a:off x="3575972" y="4509012"/>
            <a:ext cx="540006" cy="540006"/>
          </a:xfrm>
          <a:prstGeom prst="straightConnector1">
            <a:avLst/>
          </a:prstGeom>
          <a:ln w="57150">
            <a:solidFill>
              <a:schemeClr val="accent1"/>
            </a:solidFill>
            <a:headEnd type="none" w="med" len="med"/>
            <a:tailEnd type="triangle"/>
          </a:ln>
        </p:spPr>
        <p:style>
          <a:lnRef idx="2">
            <a:schemeClr val="accent5"/>
          </a:lnRef>
          <a:fillRef idx="0">
            <a:schemeClr val="accent5"/>
          </a:fillRef>
          <a:effectRef idx="1">
            <a:schemeClr val="accent5"/>
          </a:effectRef>
          <a:fontRef idx="minor">
            <a:schemeClr val="tx1"/>
          </a:fontRef>
        </p:style>
      </p:cxnSp>
      <p:sp>
        <p:nvSpPr>
          <p:cNvPr id="16" name="正方形/長方形 15">
            <a:extLst>
              <a:ext uri="{FF2B5EF4-FFF2-40B4-BE49-F238E27FC236}">
                <a16:creationId xmlns:a16="http://schemas.microsoft.com/office/drawing/2014/main" id="{0B1F9AD1-B025-E71D-D6C1-D73F9BBB026A}"/>
              </a:ext>
            </a:extLst>
          </p:cNvPr>
          <p:cNvSpPr/>
          <p:nvPr/>
        </p:nvSpPr>
        <p:spPr bwMode="auto">
          <a:xfrm>
            <a:off x="2405959" y="4689014"/>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accent5"/>
                </a:solidFill>
                <a:latin typeface="+mn-ea"/>
              </a:rPr>
              <a:t>SIMD </a:t>
            </a:r>
            <a:r>
              <a:rPr lang="ja-JP" altLang="en-US" sz="1600" dirty="0">
                <a:solidFill>
                  <a:schemeClr val="accent5"/>
                </a:solidFill>
                <a:latin typeface="+mn-ea"/>
              </a:rPr>
              <a:t>命令</a:t>
            </a:r>
          </a:p>
        </p:txBody>
      </p:sp>
      <p:sp>
        <p:nvSpPr>
          <p:cNvPr id="17" name="正方形/長方形 16">
            <a:extLst>
              <a:ext uri="{FF2B5EF4-FFF2-40B4-BE49-F238E27FC236}">
                <a16:creationId xmlns:a16="http://schemas.microsoft.com/office/drawing/2014/main" id="{198C0994-04FA-A9F0-93C6-2C9586B9A327}"/>
              </a:ext>
            </a:extLst>
          </p:cNvPr>
          <p:cNvSpPr/>
          <p:nvPr/>
        </p:nvSpPr>
        <p:spPr bwMode="auto">
          <a:xfrm>
            <a:off x="2765963" y="5409022"/>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accent5"/>
                </a:solidFill>
                <a:latin typeface="+mn-ea"/>
              </a:rPr>
              <a:t>SIMD </a:t>
            </a:r>
            <a:r>
              <a:rPr lang="ja-JP" altLang="en-US" sz="1600" dirty="0">
                <a:solidFill>
                  <a:schemeClr val="accent5"/>
                </a:solidFill>
                <a:latin typeface="+mn-ea"/>
              </a:rPr>
              <a:t>ハードウェア</a:t>
            </a:r>
          </a:p>
        </p:txBody>
      </p:sp>
      <p:sp>
        <p:nvSpPr>
          <p:cNvPr id="18" name="正方形/長方形 17">
            <a:extLst>
              <a:ext uri="{FF2B5EF4-FFF2-40B4-BE49-F238E27FC236}">
                <a16:creationId xmlns:a16="http://schemas.microsoft.com/office/drawing/2014/main" id="{FC41180A-5A4F-3047-C21A-E2EA09A133CB}"/>
              </a:ext>
            </a:extLst>
          </p:cNvPr>
          <p:cNvSpPr/>
          <p:nvPr/>
        </p:nvSpPr>
        <p:spPr bwMode="auto">
          <a:xfrm>
            <a:off x="515937" y="3429000"/>
            <a:ext cx="1710019" cy="1710019"/>
          </a:xfrm>
          <a:prstGeom prst="rect">
            <a:avLst/>
          </a:prstGeom>
          <a:solidFill>
            <a:schemeClr val="bg1"/>
          </a:solidFill>
          <a:ln>
            <a:solidFill>
              <a:schemeClr val="accent4"/>
            </a:solidFill>
            <a:headEnd/>
            <a:tailEnd type="none" w="sm" len="med"/>
          </a:ln>
        </p:spPr>
        <p:style>
          <a:lnRef idx="2">
            <a:schemeClr val="accent4">
              <a:shade val="15000"/>
            </a:schemeClr>
          </a:lnRef>
          <a:fillRef idx="1">
            <a:schemeClr val="accent4"/>
          </a:fillRef>
          <a:effectRef idx="0">
            <a:schemeClr val="accent4"/>
          </a:effectRef>
          <a:fontRef idx="minor">
            <a:schemeClr val="lt1"/>
          </a:fontRef>
        </p:style>
        <p:txBody>
          <a:bodyPr rot="0" spcFirstLastPara="0" vertOverflow="overflow" horzOverflow="overflow" vert="horz" wrap="none" lIns="91440" tIns="45720" rIns="91440" bIns="45720" numCol="1" spcCol="0" rtlCol="0" fromWordArt="0" anchor="t" anchorCtr="0" forceAA="0" compatLnSpc="1">
            <a:prstTxWarp prst="textNoShape">
              <a:avLst/>
            </a:prstTxWarp>
            <a:noAutofit/>
          </a:bodyPr>
          <a:lstStyle/>
          <a:p>
            <a:r>
              <a:rPr lang="en-US" altLang="ja-JP" sz="1400" dirty="0">
                <a:solidFill>
                  <a:schemeClr val="accent4"/>
                </a:solidFill>
                <a:latin typeface="Arial Narrow" panose="020B0606020202030204" pitchFamily="34" charset="0"/>
              </a:rPr>
              <a:t>1. </a:t>
            </a:r>
            <a:r>
              <a:rPr lang="ja-JP" altLang="en-US" sz="1400" dirty="0">
                <a:solidFill>
                  <a:schemeClr val="accent4"/>
                </a:solidFill>
                <a:latin typeface="Arial Narrow" panose="020B0606020202030204" pitchFamily="34" charset="0"/>
              </a:rPr>
              <a:t>人参を３つ切る</a:t>
            </a:r>
            <a:endParaRPr lang="en-US" altLang="ja-JP" sz="1400" dirty="0">
              <a:solidFill>
                <a:schemeClr val="accent4"/>
              </a:solidFill>
              <a:latin typeface="Arial Narrow" panose="020B0606020202030204" pitchFamily="34" charset="0"/>
            </a:endParaRPr>
          </a:p>
          <a:p>
            <a:r>
              <a:rPr lang="en-US" altLang="ja-JP" sz="1400" dirty="0">
                <a:solidFill>
                  <a:schemeClr val="accent4"/>
                </a:solidFill>
                <a:latin typeface="Arial Narrow" panose="020B0606020202030204" pitchFamily="34" charset="0"/>
              </a:rPr>
              <a:t>2. </a:t>
            </a:r>
            <a:r>
              <a:rPr lang="ja-JP" altLang="en-US" sz="1400" dirty="0">
                <a:solidFill>
                  <a:schemeClr val="accent4"/>
                </a:solidFill>
                <a:latin typeface="Arial Narrow" panose="020B0606020202030204" pitchFamily="34" charset="0"/>
              </a:rPr>
              <a:t>玉葱を３つ切る</a:t>
            </a:r>
            <a:endParaRPr lang="en-US" altLang="ja-JP" sz="1400" dirty="0">
              <a:solidFill>
                <a:schemeClr val="accent4"/>
              </a:solidFill>
              <a:latin typeface="Arial Narrow" panose="020B0606020202030204" pitchFamily="34" charset="0"/>
            </a:endParaRPr>
          </a:p>
          <a:p>
            <a:r>
              <a:rPr lang="en-US" altLang="ja-JP" sz="1400" dirty="0">
                <a:solidFill>
                  <a:schemeClr val="accent4"/>
                </a:solidFill>
                <a:latin typeface="Arial Narrow" panose="020B0606020202030204" pitchFamily="34" charset="0"/>
              </a:rPr>
              <a:t>3. </a:t>
            </a:r>
            <a:r>
              <a:rPr lang="ja-JP" altLang="en-US" sz="1400" dirty="0">
                <a:solidFill>
                  <a:schemeClr val="accent4"/>
                </a:solidFill>
                <a:latin typeface="Arial Narrow" panose="020B0606020202030204" pitchFamily="34" charset="0"/>
              </a:rPr>
              <a:t>肉を３つ切る</a:t>
            </a:r>
            <a:endParaRPr lang="en-US" altLang="ja-JP" sz="1400" dirty="0">
              <a:solidFill>
                <a:schemeClr val="accent4"/>
              </a:solidFill>
              <a:latin typeface="Arial Narrow" panose="020B0606020202030204" pitchFamily="34" charset="0"/>
            </a:endParaRPr>
          </a:p>
          <a:p>
            <a:r>
              <a:rPr lang="en-US" altLang="ja-JP" sz="1400" dirty="0">
                <a:solidFill>
                  <a:schemeClr val="accent4"/>
                </a:solidFill>
                <a:latin typeface="Arial Narrow" panose="020B0606020202030204" pitchFamily="34" charset="0"/>
              </a:rPr>
              <a:t>4. </a:t>
            </a:r>
            <a:r>
              <a:rPr lang="ja-JP" altLang="en-US" sz="1400" dirty="0">
                <a:solidFill>
                  <a:schemeClr val="accent4"/>
                </a:solidFill>
                <a:latin typeface="Arial Narrow" panose="020B0606020202030204" pitchFamily="34" charset="0"/>
              </a:rPr>
              <a:t>芋を３つ切る</a:t>
            </a:r>
            <a:endParaRPr lang="en-US" altLang="ja-JP" sz="1400" dirty="0">
              <a:solidFill>
                <a:schemeClr val="accent4"/>
              </a:solidFill>
              <a:latin typeface="Arial Narrow" panose="020B0606020202030204" pitchFamily="34" charset="0"/>
            </a:endParaRPr>
          </a:p>
          <a:p>
            <a:r>
              <a:rPr lang="en-US" altLang="ja-JP" sz="1400" dirty="0">
                <a:solidFill>
                  <a:schemeClr val="accent4"/>
                </a:solidFill>
                <a:latin typeface="Arial Narrow" panose="020B0606020202030204" pitchFamily="34" charset="0"/>
              </a:rPr>
              <a:t>5. </a:t>
            </a:r>
            <a:r>
              <a:rPr lang="ja-JP" altLang="en-US" sz="1400" dirty="0">
                <a:solidFill>
                  <a:schemeClr val="accent4"/>
                </a:solidFill>
                <a:latin typeface="Arial Narrow" panose="020B0606020202030204" pitchFamily="34" charset="0"/>
              </a:rPr>
              <a:t>玉葱３つ炒める</a:t>
            </a:r>
          </a:p>
        </p:txBody>
      </p:sp>
      <p:cxnSp>
        <p:nvCxnSpPr>
          <p:cNvPr id="33" name="直線矢印コネクタ 32">
            <a:extLst>
              <a:ext uri="{FF2B5EF4-FFF2-40B4-BE49-F238E27FC236}">
                <a16:creationId xmlns:a16="http://schemas.microsoft.com/office/drawing/2014/main" id="{F08E1928-FC0F-8934-4387-E8C6746277F4}"/>
              </a:ext>
            </a:extLst>
          </p:cNvPr>
          <p:cNvCxnSpPr>
            <a:cxnSpLocks/>
          </p:cNvCxnSpPr>
          <p:nvPr/>
        </p:nvCxnSpPr>
        <p:spPr bwMode="auto">
          <a:xfrm>
            <a:off x="245935" y="4419011"/>
            <a:ext cx="360004" cy="0"/>
          </a:xfrm>
          <a:prstGeom prst="straightConnector1">
            <a:avLst/>
          </a:prstGeom>
          <a:ln w="76200">
            <a:headEnd type="none" w="med" len="med"/>
            <a:tailEnd type="triangle"/>
          </a:ln>
        </p:spPr>
        <p:style>
          <a:lnRef idx="3">
            <a:schemeClr val="accent5"/>
          </a:lnRef>
          <a:fillRef idx="0">
            <a:schemeClr val="accent5"/>
          </a:fillRef>
          <a:effectRef idx="2">
            <a:schemeClr val="accent5"/>
          </a:effectRef>
          <a:fontRef idx="minor">
            <a:schemeClr val="tx1"/>
          </a:fontRef>
        </p:style>
      </p:cxnSp>
      <p:sp>
        <p:nvSpPr>
          <p:cNvPr id="37" name="正方形/長方形 36">
            <a:extLst>
              <a:ext uri="{FF2B5EF4-FFF2-40B4-BE49-F238E27FC236}">
                <a16:creationId xmlns:a16="http://schemas.microsoft.com/office/drawing/2014/main" id="{B5AEE07E-8044-20FD-09F4-8FD04920CAD7}"/>
              </a:ext>
            </a:extLst>
          </p:cNvPr>
          <p:cNvSpPr/>
          <p:nvPr/>
        </p:nvSpPr>
        <p:spPr bwMode="auto">
          <a:xfrm>
            <a:off x="204918" y="4509012"/>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600" dirty="0">
                <a:solidFill>
                  <a:schemeClr val="accent5"/>
                </a:solidFill>
                <a:latin typeface="+mn-ea"/>
              </a:rPr>
              <a:t>今ここしおり </a:t>
            </a:r>
            <a:r>
              <a:rPr lang="en-US" altLang="ja-JP" sz="1600" dirty="0">
                <a:solidFill>
                  <a:schemeClr val="accent5"/>
                </a:solidFill>
                <a:latin typeface="+mn-ea"/>
              </a:rPr>
              <a:t>x1</a:t>
            </a:r>
            <a:endParaRPr lang="ja-JP" altLang="en-US" sz="1600" dirty="0">
              <a:solidFill>
                <a:schemeClr val="accent5"/>
              </a:solidFill>
              <a:latin typeface="+mn-ea"/>
            </a:endParaRPr>
          </a:p>
        </p:txBody>
      </p:sp>
      <p:sp>
        <p:nvSpPr>
          <p:cNvPr id="40" name="角丸四角形 46">
            <a:extLst>
              <a:ext uri="{FF2B5EF4-FFF2-40B4-BE49-F238E27FC236}">
                <a16:creationId xmlns:a16="http://schemas.microsoft.com/office/drawing/2014/main" id="{A4053000-45AC-C0CB-DE80-25EA267C6F32}"/>
              </a:ext>
            </a:extLst>
          </p:cNvPr>
          <p:cNvSpPr/>
          <p:nvPr/>
        </p:nvSpPr>
        <p:spPr bwMode="auto">
          <a:xfrm>
            <a:off x="2585961" y="4059007"/>
            <a:ext cx="720008" cy="360004"/>
          </a:xfrm>
          <a:prstGeom prst="roundRect">
            <a:avLst/>
          </a:prstGeom>
          <a:ln>
            <a:headEnd/>
            <a:tailEnd type="triangle" w="sm" len="med"/>
          </a:ln>
        </p:spPr>
        <p:style>
          <a:lnRef idx="2">
            <a:schemeClr val="accent4">
              <a:shade val="15000"/>
            </a:schemeClr>
          </a:lnRef>
          <a:fillRef idx="1">
            <a:schemeClr val="accent4"/>
          </a:fillRef>
          <a:effectRef idx="0">
            <a:schemeClr val="accent4"/>
          </a:effectRef>
          <a:fontRef idx="minor">
            <a:schemeClr val="lt1"/>
          </a:fontRef>
        </p:style>
        <p:txBody>
          <a:bodyPr wrap="none" rtlCol="0" anchor="ctr"/>
          <a:lstStyle/>
          <a:p>
            <a:pPr algn="ctr"/>
            <a:r>
              <a:rPr kumimoji="1" lang="ja-JP" altLang="en-US" sz="1200" b="1" dirty="0">
                <a:solidFill>
                  <a:schemeClr val="bg1"/>
                </a:solidFill>
                <a:latin typeface="Arial Narrow" panose="020B0606020202030204" pitchFamily="34" charset="0"/>
              </a:rPr>
              <a:t>３つ</a:t>
            </a:r>
            <a:br>
              <a:rPr kumimoji="1" lang="en-US" altLang="ja-JP" sz="1200" b="1" dirty="0">
                <a:solidFill>
                  <a:schemeClr val="bg1"/>
                </a:solidFill>
                <a:latin typeface="Arial Narrow" panose="020B0606020202030204" pitchFamily="34" charset="0"/>
              </a:rPr>
            </a:br>
            <a:r>
              <a:rPr lang="ja-JP" altLang="en-US" sz="1200" b="1" dirty="0">
                <a:solidFill>
                  <a:schemeClr val="bg1"/>
                </a:solidFill>
                <a:latin typeface="Arial Narrow" panose="020B0606020202030204" pitchFamily="34" charset="0"/>
              </a:rPr>
              <a:t>炒める</a:t>
            </a:r>
            <a:endParaRPr kumimoji="1" lang="ja-JP" altLang="en-US" sz="1200" b="1" dirty="0">
              <a:solidFill>
                <a:schemeClr val="bg1"/>
              </a:solidFill>
              <a:latin typeface="Arial Narrow" panose="020B0606020202030204" pitchFamily="34" charset="0"/>
            </a:endParaRPr>
          </a:p>
        </p:txBody>
      </p:sp>
      <p:sp>
        <p:nvSpPr>
          <p:cNvPr id="42" name="平行四辺形 41">
            <a:extLst>
              <a:ext uri="{FF2B5EF4-FFF2-40B4-BE49-F238E27FC236}">
                <a16:creationId xmlns:a16="http://schemas.microsoft.com/office/drawing/2014/main" id="{0B6A77AB-847E-04BB-EB34-4A97B1BD9740}"/>
              </a:ext>
            </a:extLst>
          </p:cNvPr>
          <p:cNvSpPr/>
          <p:nvPr/>
        </p:nvSpPr>
        <p:spPr bwMode="auto">
          <a:xfrm>
            <a:off x="8673646" y="4149008"/>
            <a:ext cx="15624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43" name="正方形/長方形 42">
            <a:extLst>
              <a:ext uri="{FF2B5EF4-FFF2-40B4-BE49-F238E27FC236}">
                <a16:creationId xmlns:a16="http://schemas.microsoft.com/office/drawing/2014/main" id="{77D69279-0B10-C4E4-9D44-A30E37981328}"/>
              </a:ext>
            </a:extLst>
          </p:cNvPr>
          <p:cNvSpPr/>
          <p:nvPr/>
        </p:nvSpPr>
        <p:spPr>
          <a:xfrm>
            <a:off x="9123651" y="3338999"/>
            <a:ext cx="1440016" cy="738664"/>
          </a:xfrm>
          <a:prstGeom prst="rect">
            <a:avLst/>
          </a:prstGeom>
        </p:spPr>
        <p:txBody>
          <a:bodyPr wrap="squar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44" name="平行四辺形 43">
            <a:extLst>
              <a:ext uri="{FF2B5EF4-FFF2-40B4-BE49-F238E27FC236}">
                <a16:creationId xmlns:a16="http://schemas.microsoft.com/office/drawing/2014/main" id="{845F5EFB-3774-9626-3FFC-30AAACC2F5AB}"/>
              </a:ext>
            </a:extLst>
          </p:cNvPr>
          <p:cNvSpPr/>
          <p:nvPr/>
        </p:nvSpPr>
        <p:spPr bwMode="auto">
          <a:xfrm>
            <a:off x="10293664" y="3519001"/>
            <a:ext cx="15624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45" name="正方形/長方形 44">
            <a:extLst>
              <a:ext uri="{FF2B5EF4-FFF2-40B4-BE49-F238E27FC236}">
                <a16:creationId xmlns:a16="http://schemas.microsoft.com/office/drawing/2014/main" id="{859E93D5-8DC9-7F13-31DF-9ABBA5408903}"/>
              </a:ext>
            </a:extLst>
          </p:cNvPr>
          <p:cNvSpPr/>
          <p:nvPr/>
        </p:nvSpPr>
        <p:spPr>
          <a:xfrm>
            <a:off x="10653668" y="2708992"/>
            <a:ext cx="865983" cy="738664"/>
          </a:xfrm>
          <a:prstGeom prst="rect">
            <a:avLst/>
          </a:prstGeom>
        </p:spPr>
        <p:txBody>
          <a:bodyPr wrap="square">
            <a:spAutoFit/>
          </a:bodyPr>
          <a:lstStyle/>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ﾟーﾟ</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46" name="角丸四角形吹き出し 44">
            <a:extLst>
              <a:ext uri="{FF2B5EF4-FFF2-40B4-BE49-F238E27FC236}">
                <a16:creationId xmlns:a16="http://schemas.microsoft.com/office/drawing/2014/main" id="{0087478B-AF8D-2EC0-2208-3B3B490224BC}"/>
              </a:ext>
            </a:extLst>
          </p:cNvPr>
          <p:cNvSpPr/>
          <p:nvPr/>
        </p:nvSpPr>
        <p:spPr bwMode="auto">
          <a:xfrm>
            <a:off x="8673646" y="2528990"/>
            <a:ext cx="1620017" cy="522648"/>
          </a:xfrm>
          <a:prstGeom prst="wedgeRoundRectCallout">
            <a:avLst>
              <a:gd name="adj1" fmla="val -6189"/>
              <a:gd name="adj2" fmla="val 107803"/>
              <a:gd name="adj3" fmla="val 16667"/>
            </a:avLst>
          </a:prstGeom>
          <a:ln>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400" dirty="0">
                <a:solidFill>
                  <a:schemeClr val="tx1">
                    <a:lumMod val="65000"/>
                    <a:lumOff val="35000"/>
                  </a:schemeClr>
                </a:solidFill>
                <a:latin typeface="Arial Narrow" panose="020B0606020202030204" pitchFamily="34" charset="0"/>
              </a:rPr>
              <a:t>３人同じ所やし</a:t>
            </a:r>
            <a:br>
              <a:rPr lang="en-US" altLang="ja-JP" sz="1400" dirty="0">
                <a:solidFill>
                  <a:schemeClr val="tx1">
                    <a:lumMod val="65000"/>
                    <a:lumOff val="35000"/>
                  </a:schemeClr>
                </a:solidFill>
                <a:latin typeface="Arial Narrow" panose="020B0606020202030204" pitchFamily="34" charset="0"/>
              </a:rPr>
            </a:br>
            <a:r>
              <a:rPr lang="ja-JP" altLang="en-US" sz="1400" dirty="0">
                <a:solidFill>
                  <a:schemeClr val="tx1">
                    <a:lumMod val="65000"/>
                    <a:lumOff val="35000"/>
                  </a:schemeClr>
                </a:solidFill>
                <a:latin typeface="Arial Narrow" panose="020B0606020202030204" pitchFamily="34" charset="0"/>
              </a:rPr>
              <a:t>炒め</a:t>
            </a:r>
            <a:r>
              <a:rPr lang="ja-JP" altLang="en-US" sz="1400" dirty="0">
                <a:solidFill>
                  <a:schemeClr val="accent5"/>
                </a:solidFill>
                <a:latin typeface="Arial Narrow" panose="020B0606020202030204" pitchFamily="34" charset="0"/>
              </a:rPr>
              <a:t>３つ</a:t>
            </a:r>
            <a:r>
              <a:rPr lang="ja-JP" altLang="en-US" sz="1400" dirty="0">
                <a:solidFill>
                  <a:schemeClr val="tx1">
                    <a:lumMod val="65000"/>
                    <a:lumOff val="35000"/>
                  </a:schemeClr>
                </a:solidFill>
                <a:latin typeface="Arial Narrow" panose="020B0606020202030204" pitchFamily="34" charset="0"/>
              </a:rPr>
              <a:t>いくで！</a:t>
            </a:r>
          </a:p>
        </p:txBody>
      </p:sp>
      <p:sp>
        <p:nvSpPr>
          <p:cNvPr id="48" name="平行四辺形 47">
            <a:extLst>
              <a:ext uri="{FF2B5EF4-FFF2-40B4-BE49-F238E27FC236}">
                <a16:creationId xmlns:a16="http://schemas.microsoft.com/office/drawing/2014/main" id="{5E8122CA-B605-9FE0-1240-07F50A004DF4}"/>
              </a:ext>
            </a:extLst>
          </p:cNvPr>
          <p:cNvSpPr/>
          <p:nvPr/>
        </p:nvSpPr>
        <p:spPr bwMode="auto">
          <a:xfrm>
            <a:off x="10293664" y="4149008"/>
            <a:ext cx="15624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49" name="平行四辺形 48">
            <a:extLst>
              <a:ext uri="{FF2B5EF4-FFF2-40B4-BE49-F238E27FC236}">
                <a16:creationId xmlns:a16="http://schemas.microsoft.com/office/drawing/2014/main" id="{8C8C07A2-744D-3E9B-A3E1-90FEB315DE8A}"/>
              </a:ext>
            </a:extLst>
          </p:cNvPr>
          <p:cNvSpPr/>
          <p:nvPr/>
        </p:nvSpPr>
        <p:spPr bwMode="auto">
          <a:xfrm>
            <a:off x="10203663" y="4787977"/>
            <a:ext cx="15624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cxnSp>
        <p:nvCxnSpPr>
          <p:cNvPr id="50" name="直線矢印コネクタ 49">
            <a:extLst>
              <a:ext uri="{FF2B5EF4-FFF2-40B4-BE49-F238E27FC236}">
                <a16:creationId xmlns:a16="http://schemas.microsoft.com/office/drawing/2014/main" id="{386DFAE6-8E59-67F2-6891-EDBD0D23C30E}"/>
              </a:ext>
            </a:extLst>
          </p:cNvPr>
          <p:cNvCxnSpPr>
            <a:cxnSpLocks/>
          </p:cNvCxnSpPr>
          <p:nvPr/>
        </p:nvCxnSpPr>
        <p:spPr bwMode="auto">
          <a:xfrm flipV="1">
            <a:off x="10023661" y="3789004"/>
            <a:ext cx="540006" cy="450005"/>
          </a:xfrm>
          <a:prstGeom prst="straightConnector1">
            <a:avLst/>
          </a:prstGeom>
          <a:ln w="57150">
            <a:solidFill>
              <a:schemeClr val="accent1"/>
            </a:solidFill>
            <a:headEnd type="none" w="med" len="med"/>
            <a:tailEnd type="triangle"/>
          </a:ln>
        </p:spPr>
        <p:style>
          <a:lnRef idx="2">
            <a:schemeClr val="accent5"/>
          </a:lnRef>
          <a:fillRef idx="0">
            <a:schemeClr val="accent5"/>
          </a:fillRef>
          <a:effectRef idx="1">
            <a:schemeClr val="accent5"/>
          </a:effectRef>
          <a:fontRef idx="minor">
            <a:schemeClr val="tx1"/>
          </a:fontRef>
        </p:style>
      </p:cxnSp>
      <p:cxnSp>
        <p:nvCxnSpPr>
          <p:cNvPr id="51" name="直線矢印コネクタ 50">
            <a:extLst>
              <a:ext uri="{FF2B5EF4-FFF2-40B4-BE49-F238E27FC236}">
                <a16:creationId xmlns:a16="http://schemas.microsoft.com/office/drawing/2014/main" id="{7217A643-EA22-80F3-13DF-1D820445B70F}"/>
              </a:ext>
            </a:extLst>
          </p:cNvPr>
          <p:cNvCxnSpPr>
            <a:cxnSpLocks/>
          </p:cNvCxnSpPr>
          <p:nvPr/>
        </p:nvCxnSpPr>
        <p:spPr bwMode="auto">
          <a:xfrm>
            <a:off x="10023661" y="4419011"/>
            <a:ext cx="540006" cy="0"/>
          </a:xfrm>
          <a:prstGeom prst="straightConnector1">
            <a:avLst/>
          </a:prstGeom>
          <a:ln w="57150">
            <a:solidFill>
              <a:schemeClr val="accent1"/>
            </a:solidFill>
            <a:headEnd type="none" w="med" len="med"/>
            <a:tailEnd type="triangle"/>
          </a:ln>
        </p:spPr>
        <p:style>
          <a:lnRef idx="2">
            <a:schemeClr val="accent5"/>
          </a:lnRef>
          <a:fillRef idx="0">
            <a:schemeClr val="accent5"/>
          </a:fillRef>
          <a:effectRef idx="1">
            <a:schemeClr val="accent5"/>
          </a:effectRef>
          <a:fontRef idx="minor">
            <a:schemeClr val="tx1"/>
          </a:fontRef>
        </p:style>
      </p:cxnSp>
      <p:cxnSp>
        <p:nvCxnSpPr>
          <p:cNvPr id="52" name="直線矢印コネクタ 51">
            <a:extLst>
              <a:ext uri="{FF2B5EF4-FFF2-40B4-BE49-F238E27FC236}">
                <a16:creationId xmlns:a16="http://schemas.microsoft.com/office/drawing/2014/main" id="{43A87524-71E0-57CA-9F16-7ACE42FA3F07}"/>
              </a:ext>
            </a:extLst>
          </p:cNvPr>
          <p:cNvCxnSpPr>
            <a:cxnSpLocks/>
          </p:cNvCxnSpPr>
          <p:nvPr/>
        </p:nvCxnSpPr>
        <p:spPr bwMode="auto">
          <a:xfrm>
            <a:off x="10023661" y="4509012"/>
            <a:ext cx="540006" cy="540006"/>
          </a:xfrm>
          <a:prstGeom prst="straightConnector1">
            <a:avLst/>
          </a:prstGeom>
          <a:ln w="57150">
            <a:solidFill>
              <a:schemeClr val="accent1"/>
            </a:solidFill>
            <a:headEnd type="none" w="med" len="med"/>
            <a:tailEnd type="triangle"/>
          </a:ln>
        </p:spPr>
        <p:style>
          <a:lnRef idx="2">
            <a:schemeClr val="accent5"/>
          </a:lnRef>
          <a:fillRef idx="0">
            <a:schemeClr val="accent5"/>
          </a:fillRef>
          <a:effectRef idx="1">
            <a:schemeClr val="accent5"/>
          </a:effectRef>
          <a:fontRef idx="minor">
            <a:schemeClr val="tx1"/>
          </a:fontRef>
        </p:style>
      </p:cxnSp>
      <p:sp>
        <p:nvSpPr>
          <p:cNvPr id="53" name="正方形/長方形 52">
            <a:extLst>
              <a:ext uri="{FF2B5EF4-FFF2-40B4-BE49-F238E27FC236}">
                <a16:creationId xmlns:a16="http://schemas.microsoft.com/office/drawing/2014/main" id="{77D54B97-3364-D5F4-D439-BCE58383E783}"/>
              </a:ext>
            </a:extLst>
          </p:cNvPr>
          <p:cNvSpPr/>
          <p:nvPr/>
        </p:nvSpPr>
        <p:spPr bwMode="auto">
          <a:xfrm>
            <a:off x="8763647" y="4689014"/>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600" dirty="0">
                <a:solidFill>
                  <a:schemeClr val="accent5"/>
                </a:solidFill>
                <a:latin typeface="+mn-ea"/>
              </a:rPr>
              <a:t>スカラ</a:t>
            </a:r>
            <a:r>
              <a:rPr lang="en-US" altLang="ja-JP" sz="1600" dirty="0">
                <a:solidFill>
                  <a:schemeClr val="accent5"/>
                </a:solidFill>
                <a:latin typeface="+mn-ea"/>
              </a:rPr>
              <a:t> </a:t>
            </a:r>
            <a:r>
              <a:rPr lang="ja-JP" altLang="en-US" sz="1600" dirty="0">
                <a:solidFill>
                  <a:schemeClr val="accent5"/>
                </a:solidFill>
                <a:latin typeface="+mn-ea"/>
              </a:rPr>
              <a:t>命令</a:t>
            </a:r>
          </a:p>
        </p:txBody>
      </p:sp>
      <p:sp>
        <p:nvSpPr>
          <p:cNvPr id="54" name="正方形/長方形 53">
            <a:extLst>
              <a:ext uri="{FF2B5EF4-FFF2-40B4-BE49-F238E27FC236}">
                <a16:creationId xmlns:a16="http://schemas.microsoft.com/office/drawing/2014/main" id="{9A046BF3-7454-B706-607F-678A7AFEE3A8}"/>
              </a:ext>
            </a:extLst>
          </p:cNvPr>
          <p:cNvSpPr/>
          <p:nvPr/>
        </p:nvSpPr>
        <p:spPr bwMode="auto">
          <a:xfrm>
            <a:off x="9393654" y="5409022"/>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accent5"/>
                </a:solidFill>
                <a:latin typeface="+mn-ea"/>
              </a:rPr>
              <a:t>SIMD </a:t>
            </a:r>
            <a:r>
              <a:rPr lang="ja-JP" altLang="en-US" sz="1600" dirty="0">
                <a:solidFill>
                  <a:schemeClr val="accent5"/>
                </a:solidFill>
                <a:latin typeface="+mn-ea"/>
              </a:rPr>
              <a:t>ハードウェア</a:t>
            </a:r>
          </a:p>
        </p:txBody>
      </p:sp>
      <p:sp>
        <p:nvSpPr>
          <p:cNvPr id="55" name="正方形/長方形 54">
            <a:extLst>
              <a:ext uri="{FF2B5EF4-FFF2-40B4-BE49-F238E27FC236}">
                <a16:creationId xmlns:a16="http://schemas.microsoft.com/office/drawing/2014/main" id="{55509913-CDAA-DD63-C865-7E07F6AD1515}"/>
              </a:ext>
            </a:extLst>
          </p:cNvPr>
          <p:cNvSpPr/>
          <p:nvPr/>
        </p:nvSpPr>
        <p:spPr bwMode="auto">
          <a:xfrm>
            <a:off x="6963627" y="3429000"/>
            <a:ext cx="1620018" cy="1710019"/>
          </a:xfrm>
          <a:prstGeom prst="rect">
            <a:avLst/>
          </a:prstGeom>
          <a:solidFill>
            <a:schemeClr val="bg1"/>
          </a:solidFill>
          <a:ln>
            <a:solidFill>
              <a:schemeClr val="accent4"/>
            </a:solidFill>
            <a:headEnd/>
            <a:tailEnd type="none" w="sm" len="med"/>
          </a:ln>
        </p:spPr>
        <p:style>
          <a:lnRef idx="2">
            <a:schemeClr val="accent4">
              <a:shade val="15000"/>
            </a:schemeClr>
          </a:lnRef>
          <a:fillRef idx="1">
            <a:schemeClr val="accent4"/>
          </a:fillRef>
          <a:effectRef idx="0">
            <a:schemeClr val="accent4"/>
          </a:effectRef>
          <a:fontRef idx="minor">
            <a:schemeClr val="lt1"/>
          </a:fontRef>
        </p:style>
        <p:txBody>
          <a:bodyPr rot="0" spcFirstLastPara="0" vertOverflow="overflow" horzOverflow="overflow" vert="horz" wrap="none" lIns="91440" tIns="45720" rIns="91440" bIns="45720" numCol="1" spcCol="0" rtlCol="0" fromWordArt="0" anchor="t" anchorCtr="0" forceAA="0" compatLnSpc="1">
            <a:prstTxWarp prst="textNoShape">
              <a:avLst/>
            </a:prstTxWarp>
            <a:noAutofit/>
          </a:bodyPr>
          <a:lstStyle/>
          <a:p>
            <a:r>
              <a:rPr lang="en-US" altLang="ja-JP" sz="1400" dirty="0">
                <a:solidFill>
                  <a:schemeClr val="accent4"/>
                </a:solidFill>
                <a:latin typeface="Arial Narrow" panose="020B0606020202030204" pitchFamily="34" charset="0"/>
              </a:rPr>
              <a:t>1. </a:t>
            </a:r>
            <a:r>
              <a:rPr lang="ja-JP" altLang="en-US" sz="1400" dirty="0">
                <a:solidFill>
                  <a:schemeClr val="accent4"/>
                </a:solidFill>
                <a:latin typeface="Arial Narrow" panose="020B0606020202030204" pitchFamily="34" charset="0"/>
              </a:rPr>
              <a:t>人参を１つ切る</a:t>
            </a:r>
            <a:endParaRPr lang="en-US" altLang="ja-JP" sz="1400" dirty="0">
              <a:solidFill>
                <a:schemeClr val="accent4"/>
              </a:solidFill>
              <a:latin typeface="Arial Narrow" panose="020B0606020202030204" pitchFamily="34" charset="0"/>
            </a:endParaRPr>
          </a:p>
          <a:p>
            <a:r>
              <a:rPr lang="en-US" altLang="ja-JP" sz="1400" dirty="0">
                <a:solidFill>
                  <a:schemeClr val="accent4"/>
                </a:solidFill>
                <a:latin typeface="Arial Narrow" panose="020B0606020202030204" pitchFamily="34" charset="0"/>
              </a:rPr>
              <a:t>2. </a:t>
            </a:r>
            <a:r>
              <a:rPr lang="ja-JP" altLang="en-US" sz="1400" dirty="0">
                <a:solidFill>
                  <a:schemeClr val="accent4"/>
                </a:solidFill>
                <a:latin typeface="Arial Narrow" panose="020B0606020202030204" pitchFamily="34" charset="0"/>
              </a:rPr>
              <a:t>玉葱を１つ切る</a:t>
            </a:r>
            <a:endParaRPr lang="en-US" altLang="ja-JP" sz="1400" dirty="0">
              <a:solidFill>
                <a:schemeClr val="accent4"/>
              </a:solidFill>
              <a:latin typeface="Arial Narrow" panose="020B0606020202030204" pitchFamily="34" charset="0"/>
            </a:endParaRPr>
          </a:p>
          <a:p>
            <a:r>
              <a:rPr lang="en-US" altLang="ja-JP" sz="1400" dirty="0">
                <a:solidFill>
                  <a:schemeClr val="accent4"/>
                </a:solidFill>
                <a:latin typeface="Arial Narrow" panose="020B0606020202030204" pitchFamily="34" charset="0"/>
              </a:rPr>
              <a:t>3. </a:t>
            </a:r>
            <a:r>
              <a:rPr lang="ja-JP" altLang="en-US" sz="1400" dirty="0">
                <a:solidFill>
                  <a:schemeClr val="accent4"/>
                </a:solidFill>
                <a:latin typeface="Arial Narrow" panose="020B0606020202030204" pitchFamily="34" charset="0"/>
              </a:rPr>
              <a:t>肉を１つ切る</a:t>
            </a:r>
            <a:endParaRPr lang="en-US" altLang="ja-JP" sz="1400" dirty="0">
              <a:solidFill>
                <a:schemeClr val="accent4"/>
              </a:solidFill>
              <a:latin typeface="Arial Narrow" panose="020B0606020202030204" pitchFamily="34" charset="0"/>
            </a:endParaRPr>
          </a:p>
          <a:p>
            <a:r>
              <a:rPr lang="en-US" altLang="ja-JP" sz="1400" dirty="0">
                <a:solidFill>
                  <a:schemeClr val="accent4"/>
                </a:solidFill>
                <a:latin typeface="Arial Narrow" panose="020B0606020202030204" pitchFamily="34" charset="0"/>
              </a:rPr>
              <a:t>4. </a:t>
            </a:r>
            <a:r>
              <a:rPr lang="ja-JP" altLang="en-US" sz="1400" dirty="0">
                <a:solidFill>
                  <a:schemeClr val="accent4"/>
                </a:solidFill>
                <a:latin typeface="Arial Narrow" panose="020B0606020202030204" pitchFamily="34" charset="0"/>
              </a:rPr>
              <a:t>芋を１つ切る</a:t>
            </a:r>
            <a:endParaRPr lang="en-US" altLang="ja-JP" sz="1400" dirty="0">
              <a:solidFill>
                <a:schemeClr val="accent4"/>
              </a:solidFill>
              <a:latin typeface="Arial Narrow" panose="020B0606020202030204" pitchFamily="34" charset="0"/>
            </a:endParaRPr>
          </a:p>
          <a:p>
            <a:r>
              <a:rPr lang="en-US" altLang="ja-JP" sz="1400" dirty="0">
                <a:solidFill>
                  <a:schemeClr val="accent4"/>
                </a:solidFill>
                <a:latin typeface="Arial Narrow" panose="020B0606020202030204" pitchFamily="34" charset="0"/>
              </a:rPr>
              <a:t>5. </a:t>
            </a:r>
            <a:r>
              <a:rPr lang="ja-JP" altLang="en-US" sz="1400" dirty="0">
                <a:solidFill>
                  <a:schemeClr val="accent4"/>
                </a:solidFill>
                <a:latin typeface="Arial Narrow" panose="020B0606020202030204" pitchFamily="34" charset="0"/>
              </a:rPr>
              <a:t>炒める</a:t>
            </a:r>
          </a:p>
        </p:txBody>
      </p:sp>
      <p:cxnSp>
        <p:nvCxnSpPr>
          <p:cNvPr id="56" name="直線矢印コネクタ 55">
            <a:extLst>
              <a:ext uri="{FF2B5EF4-FFF2-40B4-BE49-F238E27FC236}">
                <a16:creationId xmlns:a16="http://schemas.microsoft.com/office/drawing/2014/main" id="{F59E1691-E3A2-3D1E-981C-C20BEF1EF7AA}"/>
              </a:ext>
            </a:extLst>
          </p:cNvPr>
          <p:cNvCxnSpPr>
            <a:cxnSpLocks/>
          </p:cNvCxnSpPr>
          <p:nvPr/>
        </p:nvCxnSpPr>
        <p:spPr bwMode="auto">
          <a:xfrm>
            <a:off x="6243619" y="4419011"/>
            <a:ext cx="360004" cy="0"/>
          </a:xfrm>
          <a:prstGeom prst="straightConnector1">
            <a:avLst/>
          </a:prstGeom>
          <a:ln w="76200">
            <a:headEnd type="none" w="med" len="med"/>
            <a:tailEnd type="triangle"/>
          </a:ln>
        </p:spPr>
        <p:style>
          <a:lnRef idx="3">
            <a:schemeClr val="accent5"/>
          </a:lnRef>
          <a:fillRef idx="0">
            <a:schemeClr val="accent5"/>
          </a:fillRef>
          <a:effectRef idx="2">
            <a:schemeClr val="accent5"/>
          </a:effectRef>
          <a:fontRef idx="minor">
            <a:schemeClr val="tx1"/>
          </a:fontRef>
        </p:style>
      </p:cxnSp>
      <p:cxnSp>
        <p:nvCxnSpPr>
          <p:cNvPr id="57" name="直線矢印コネクタ 56">
            <a:extLst>
              <a:ext uri="{FF2B5EF4-FFF2-40B4-BE49-F238E27FC236}">
                <a16:creationId xmlns:a16="http://schemas.microsoft.com/office/drawing/2014/main" id="{B4817F21-DA51-70C6-ED4A-D15324C9E20F}"/>
              </a:ext>
            </a:extLst>
          </p:cNvPr>
          <p:cNvCxnSpPr>
            <a:cxnSpLocks/>
          </p:cNvCxnSpPr>
          <p:nvPr/>
        </p:nvCxnSpPr>
        <p:spPr bwMode="auto">
          <a:xfrm>
            <a:off x="5793614" y="4419011"/>
            <a:ext cx="360004" cy="0"/>
          </a:xfrm>
          <a:prstGeom prst="straightConnector1">
            <a:avLst/>
          </a:prstGeom>
          <a:ln w="76200">
            <a:headEnd type="none" w="med" len="med"/>
            <a:tailEnd type="triangle"/>
          </a:ln>
        </p:spPr>
        <p:style>
          <a:lnRef idx="3">
            <a:schemeClr val="accent5"/>
          </a:lnRef>
          <a:fillRef idx="0">
            <a:schemeClr val="accent5"/>
          </a:fillRef>
          <a:effectRef idx="2">
            <a:schemeClr val="accent5"/>
          </a:effectRef>
          <a:fontRef idx="minor">
            <a:schemeClr val="tx1"/>
          </a:fontRef>
        </p:style>
      </p:cxnSp>
      <p:cxnSp>
        <p:nvCxnSpPr>
          <p:cNvPr id="58" name="直線矢印コネクタ 57">
            <a:extLst>
              <a:ext uri="{FF2B5EF4-FFF2-40B4-BE49-F238E27FC236}">
                <a16:creationId xmlns:a16="http://schemas.microsoft.com/office/drawing/2014/main" id="{928D086B-ACC1-F986-0C9B-DC635D041A63}"/>
              </a:ext>
            </a:extLst>
          </p:cNvPr>
          <p:cNvCxnSpPr>
            <a:cxnSpLocks/>
          </p:cNvCxnSpPr>
          <p:nvPr/>
        </p:nvCxnSpPr>
        <p:spPr bwMode="auto">
          <a:xfrm>
            <a:off x="6644640" y="4419011"/>
            <a:ext cx="360004" cy="0"/>
          </a:xfrm>
          <a:prstGeom prst="straightConnector1">
            <a:avLst/>
          </a:prstGeom>
          <a:ln w="76200">
            <a:headEnd type="none" w="med" len="med"/>
            <a:tailEnd type="triangle"/>
          </a:ln>
        </p:spPr>
        <p:style>
          <a:lnRef idx="3">
            <a:schemeClr val="accent5"/>
          </a:lnRef>
          <a:fillRef idx="0">
            <a:schemeClr val="accent5"/>
          </a:fillRef>
          <a:effectRef idx="2">
            <a:schemeClr val="accent5"/>
          </a:effectRef>
          <a:fontRef idx="minor">
            <a:schemeClr val="tx1"/>
          </a:fontRef>
        </p:style>
      </p:cxnSp>
      <p:sp>
        <p:nvSpPr>
          <p:cNvPr id="59" name="正方形/長方形 58">
            <a:extLst>
              <a:ext uri="{FF2B5EF4-FFF2-40B4-BE49-F238E27FC236}">
                <a16:creationId xmlns:a16="http://schemas.microsoft.com/office/drawing/2014/main" id="{1D1C796D-AF0E-8A72-E628-94202FBE033C}"/>
              </a:ext>
            </a:extLst>
          </p:cNvPr>
          <p:cNvSpPr/>
          <p:nvPr/>
        </p:nvSpPr>
        <p:spPr bwMode="auto">
          <a:xfrm>
            <a:off x="6603623" y="4509012"/>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600" dirty="0">
                <a:solidFill>
                  <a:schemeClr val="accent5"/>
                </a:solidFill>
                <a:latin typeface="+mn-ea"/>
              </a:rPr>
              <a:t>今ここしおり </a:t>
            </a:r>
            <a:r>
              <a:rPr lang="en-US" altLang="ja-JP" sz="1600" dirty="0">
                <a:solidFill>
                  <a:schemeClr val="accent5"/>
                </a:solidFill>
                <a:latin typeface="+mn-ea"/>
              </a:rPr>
              <a:t>x</a:t>
            </a:r>
            <a:r>
              <a:rPr lang="ja-JP" altLang="en-US" sz="1600" dirty="0">
                <a:solidFill>
                  <a:schemeClr val="accent5"/>
                </a:solidFill>
                <a:latin typeface="+mn-ea"/>
              </a:rPr>
              <a:t>３</a:t>
            </a:r>
          </a:p>
        </p:txBody>
      </p:sp>
      <p:sp>
        <p:nvSpPr>
          <p:cNvPr id="60" name="角丸四角形 46">
            <a:extLst>
              <a:ext uri="{FF2B5EF4-FFF2-40B4-BE49-F238E27FC236}">
                <a16:creationId xmlns:a16="http://schemas.microsoft.com/office/drawing/2014/main" id="{12159B00-A864-9952-41E4-991A3842BB1F}"/>
              </a:ext>
            </a:extLst>
          </p:cNvPr>
          <p:cNvSpPr/>
          <p:nvPr/>
        </p:nvSpPr>
        <p:spPr bwMode="auto">
          <a:xfrm>
            <a:off x="9033650" y="4059007"/>
            <a:ext cx="720008" cy="360004"/>
          </a:xfrm>
          <a:prstGeom prst="roundRect">
            <a:avLst/>
          </a:prstGeom>
          <a:ln>
            <a:headEnd/>
            <a:tailEnd type="triangle" w="sm" len="med"/>
          </a:ln>
        </p:spPr>
        <p:style>
          <a:lnRef idx="2">
            <a:schemeClr val="accent4">
              <a:shade val="15000"/>
            </a:schemeClr>
          </a:lnRef>
          <a:fillRef idx="1">
            <a:schemeClr val="accent4"/>
          </a:fillRef>
          <a:effectRef idx="0">
            <a:schemeClr val="accent4"/>
          </a:effectRef>
          <a:fontRef idx="minor">
            <a:schemeClr val="lt1"/>
          </a:fontRef>
        </p:style>
        <p:txBody>
          <a:bodyPr wrap="none" rtlCol="0" anchor="ctr"/>
          <a:lstStyle/>
          <a:p>
            <a:pPr algn="ctr"/>
            <a:r>
              <a:rPr kumimoji="1" lang="ja-JP" altLang="en-US" sz="1200" b="1" dirty="0">
                <a:solidFill>
                  <a:schemeClr val="bg1"/>
                </a:solidFill>
                <a:latin typeface="Arial Narrow" panose="020B0606020202030204" pitchFamily="34" charset="0"/>
              </a:rPr>
              <a:t>１つ</a:t>
            </a:r>
            <a:br>
              <a:rPr kumimoji="1" lang="en-US" altLang="ja-JP" sz="1200" b="1" dirty="0">
                <a:solidFill>
                  <a:schemeClr val="bg1"/>
                </a:solidFill>
                <a:latin typeface="Arial Narrow" panose="020B0606020202030204" pitchFamily="34" charset="0"/>
              </a:rPr>
            </a:br>
            <a:r>
              <a:rPr lang="ja-JP" altLang="en-US" sz="1200" b="1" dirty="0">
                <a:solidFill>
                  <a:schemeClr val="bg1"/>
                </a:solidFill>
                <a:latin typeface="Arial Narrow" panose="020B0606020202030204" pitchFamily="34" charset="0"/>
              </a:rPr>
              <a:t>炒める</a:t>
            </a:r>
            <a:endParaRPr kumimoji="1" lang="ja-JP" altLang="en-US" sz="1200" b="1" dirty="0">
              <a:solidFill>
                <a:schemeClr val="bg1"/>
              </a:solidFill>
              <a:latin typeface="Arial Narrow" panose="020B0606020202030204" pitchFamily="34" charset="0"/>
            </a:endParaRPr>
          </a:p>
        </p:txBody>
      </p:sp>
      <p:cxnSp>
        <p:nvCxnSpPr>
          <p:cNvPr id="62" name="直線コネクタ 61">
            <a:extLst>
              <a:ext uri="{FF2B5EF4-FFF2-40B4-BE49-F238E27FC236}">
                <a16:creationId xmlns:a16="http://schemas.microsoft.com/office/drawing/2014/main" id="{8B8B0D38-981F-21DD-0EEC-9EF2FFD61151}"/>
              </a:ext>
            </a:extLst>
          </p:cNvPr>
          <p:cNvCxnSpPr/>
          <p:nvPr/>
        </p:nvCxnSpPr>
        <p:spPr bwMode="auto">
          <a:xfrm>
            <a:off x="5555994" y="2168986"/>
            <a:ext cx="0" cy="4680052"/>
          </a:xfrm>
          <a:prstGeom prst="line">
            <a:avLst/>
          </a:prstGeom>
          <a:noFill/>
          <a:ln w="9525" cap="flat" cmpd="sng" algn="ctr">
            <a:solidFill>
              <a:schemeClr val="tx1"/>
            </a:solidFill>
            <a:prstDash val="solid"/>
            <a:round/>
            <a:headEnd type="none" w="med" len="med"/>
            <a:tailEnd type="none" w="med" len="med"/>
          </a:ln>
          <a:effectLst/>
        </p:spPr>
      </p:cxnSp>
      <p:sp>
        <p:nvSpPr>
          <p:cNvPr id="65" name="正方形/長方形 64">
            <a:extLst>
              <a:ext uri="{FF2B5EF4-FFF2-40B4-BE49-F238E27FC236}">
                <a16:creationId xmlns:a16="http://schemas.microsoft.com/office/drawing/2014/main" id="{9E834D35-F1E2-46D9-7B8F-CD552883865B}"/>
              </a:ext>
            </a:extLst>
          </p:cNvPr>
          <p:cNvSpPr/>
          <p:nvPr/>
        </p:nvSpPr>
        <p:spPr>
          <a:xfrm>
            <a:off x="65934" y="2618991"/>
            <a:ext cx="937991" cy="738664"/>
          </a:xfrm>
          <a:prstGeom prst="rect">
            <a:avLst/>
          </a:prstGeom>
        </p:spPr>
        <p:txBody>
          <a:bodyPr wrap="square">
            <a:spAutoFit/>
          </a:bodyPr>
          <a:lstStyle/>
          <a:p>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ω</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66" name="角丸四角形吹き出し 42">
            <a:extLst>
              <a:ext uri="{FF2B5EF4-FFF2-40B4-BE49-F238E27FC236}">
                <a16:creationId xmlns:a16="http://schemas.microsoft.com/office/drawing/2014/main" id="{77D26FF6-E170-E589-AA9E-66FAE408912E}"/>
              </a:ext>
            </a:extLst>
          </p:cNvPr>
          <p:cNvSpPr/>
          <p:nvPr/>
        </p:nvSpPr>
        <p:spPr bwMode="auto">
          <a:xfrm>
            <a:off x="785941" y="2078985"/>
            <a:ext cx="2250025" cy="558598"/>
          </a:xfrm>
          <a:prstGeom prst="wedgeRoundRectCallout">
            <a:avLst>
              <a:gd name="adj1" fmla="val -46134"/>
              <a:gd name="adj2" fmla="val 94815"/>
              <a:gd name="adj3" fmla="val 16667"/>
            </a:avLst>
          </a:prstGeom>
          <a:ln>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600" dirty="0">
                <a:solidFill>
                  <a:schemeClr val="tx1">
                    <a:lumMod val="65000"/>
                    <a:lumOff val="35000"/>
                  </a:schemeClr>
                </a:solidFill>
                <a:latin typeface="Arial Narrow" panose="020B0606020202030204" pitchFamily="34" charset="0"/>
              </a:rPr>
              <a:t>３つに揃えたレシピは</a:t>
            </a:r>
            <a:endParaRPr lang="en-US" altLang="ja-JP" sz="1600" dirty="0">
              <a:solidFill>
                <a:schemeClr val="tx1">
                  <a:lumMod val="65000"/>
                  <a:lumOff val="35000"/>
                </a:schemeClr>
              </a:solidFill>
              <a:latin typeface="Arial Narrow" panose="020B0606020202030204" pitchFamily="34" charset="0"/>
            </a:endParaRPr>
          </a:p>
          <a:p>
            <a:r>
              <a:rPr lang="ja-JP" altLang="en-US" sz="1600" dirty="0">
                <a:solidFill>
                  <a:schemeClr val="tx1">
                    <a:lumMod val="65000"/>
                    <a:lumOff val="35000"/>
                  </a:schemeClr>
                </a:solidFill>
                <a:latin typeface="Arial Narrow" panose="020B0606020202030204" pitchFamily="34" charset="0"/>
              </a:rPr>
              <a:t>作るのが大変だよう</a:t>
            </a:r>
          </a:p>
        </p:txBody>
      </p:sp>
    </p:spTree>
    <p:extLst>
      <p:ext uri="{BB962C8B-B14F-4D97-AF65-F5344CB8AC3E}">
        <p14:creationId xmlns:p14="http://schemas.microsoft.com/office/powerpoint/2010/main" val="273027527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6A8BDF0-59EC-6250-F23A-CFEBD92897D5}"/>
              </a:ext>
            </a:extLst>
          </p:cNvPr>
          <p:cNvSpPr>
            <a:spLocks noGrp="1"/>
          </p:cNvSpPr>
          <p:nvPr>
            <p:ph type="title"/>
          </p:nvPr>
        </p:nvSpPr>
        <p:spPr/>
        <p:txBody>
          <a:bodyPr/>
          <a:lstStyle/>
          <a:p>
            <a:r>
              <a:rPr kumimoji="1" lang="en-US" altLang="ja-JP" dirty="0"/>
              <a:t>SIMT </a:t>
            </a:r>
            <a:r>
              <a:rPr kumimoji="1" lang="ja-JP" altLang="en-US" dirty="0"/>
              <a:t>の利点と問題点</a:t>
            </a:r>
          </a:p>
        </p:txBody>
      </p:sp>
      <p:sp>
        <p:nvSpPr>
          <p:cNvPr id="3" name="テキスト プレースホルダー 2">
            <a:extLst>
              <a:ext uri="{FF2B5EF4-FFF2-40B4-BE49-F238E27FC236}">
                <a16:creationId xmlns:a16="http://schemas.microsoft.com/office/drawing/2014/main" id="{3C8A3B78-3D88-8492-94E7-28CA765107AB}"/>
              </a:ext>
            </a:extLst>
          </p:cNvPr>
          <p:cNvSpPr>
            <a:spLocks noGrp="1"/>
          </p:cNvSpPr>
          <p:nvPr>
            <p:ph type="body" sz="quarter" idx="10"/>
          </p:nvPr>
        </p:nvSpPr>
        <p:spPr>
          <a:xfrm>
            <a:off x="1235946" y="998973"/>
            <a:ext cx="10170113" cy="5490061"/>
          </a:xfrm>
        </p:spPr>
        <p:txBody>
          <a:bodyPr/>
          <a:lstStyle/>
          <a:p>
            <a:r>
              <a:rPr kumimoji="1" lang="ja-JP" altLang="en-US" dirty="0"/>
              <a:t>利点：</a:t>
            </a:r>
            <a:endParaRPr kumimoji="1" lang="en-US" altLang="ja-JP" dirty="0"/>
          </a:p>
          <a:p>
            <a:pPr lvl="1"/>
            <a:r>
              <a:rPr kumimoji="1" lang="ja-JP" altLang="en-US" dirty="0"/>
              <a:t>マルチスレッドで書かれたプログラムが </a:t>
            </a:r>
            <a:r>
              <a:rPr kumimoji="1" lang="en-US" altLang="ja-JP" dirty="0"/>
              <a:t>SIMD</a:t>
            </a:r>
            <a:r>
              <a:rPr lang="ja-JP" altLang="en-US" dirty="0"/>
              <a:t> プロセッサでそのまま実行できる</a:t>
            </a:r>
            <a:endParaRPr lang="en-US" altLang="ja-JP" dirty="0"/>
          </a:p>
          <a:p>
            <a:pPr lvl="1"/>
            <a:r>
              <a:rPr lang="en-US" altLang="ja-JP" dirty="0"/>
              <a:t>= </a:t>
            </a:r>
            <a:r>
              <a:rPr kumimoji="1" lang="ja-JP" altLang="en-US" dirty="0"/>
              <a:t>難しいコンパイラがいらない</a:t>
            </a:r>
            <a:endParaRPr kumimoji="1" lang="en-US" altLang="ja-JP" dirty="0"/>
          </a:p>
          <a:p>
            <a:pPr lvl="2"/>
            <a:r>
              <a:rPr kumimoji="1" lang="en-US" altLang="ja-JP" dirty="0"/>
              <a:t>CPU </a:t>
            </a:r>
            <a:r>
              <a:rPr kumimoji="1" lang="ja-JP" altLang="en-US" dirty="0"/>
              <a:t>命令セットである </a:t>
            </a:r>
            <a:r>
              <a:rPr kumimoji="1" lang="en-US" altLang="ja-JP" dirty="0"/>
              <a:t>RISC-V </a:t>
            </a:r>
            <a:r>
              <a:rPr kumimoji="1" lang="ja-JP" altLang="en-US" dirty="0"/>
              <a:t>ベースの </a:t>
            </a:r>
            <a:r>
              <a:rPr kumimoji="1" lang="en-US" altLang="ja-JP" dirty="0"/>
              <a:t>SIMT </a:t>
            </a:r>
            <a:r>
              <a:rPr kumimoji="1" lang="ja-JP" altLang="en-US" dirty="0"/>
              <a:t>プロセッサも提案されている</a:t>
            </a:r>
            <a:endParaRPr kumimoji="1" lang="en-US" altLang="ja-JP" dirty="0"/>
          </a:p>
          <a:p>
            <a:r>
              <a:rPr kumimoji="1" lang="ja-JP" altLang="en-US" dirty="0"/>
              <a:t>問題点：</a:t>
            </a:r>
            <a:endParaRPr kumimoji="1" lang="en-US" altLang="ja-JP" dirty="0"/>
          </a:p>
          <a:p>
            <a:pPr lvl="1"/>
            <a:r>
              <a:rPr kumimoji="1" lang="ja-JP" altLang="en-US" dirty="0"/>
              <a:t>スレッド間で違う方向に分岐すると実行速度が落ちる </a:t>
            </a:r>
            <a:endParaRPr kumimoji="1" lang="en-US" altLang="ja-JP" dirty="0"/>
          </a:p>
          <a:p>
            <a:pPr lvl="2"/>
            <a:r>
              <a:rPr lang="en-US" altLang="ja-JP" dirty="0"/>
              <a:t>branch divergence </a:t>
            </a:r>
            <a:r>
              <a:rPr lang="ja-JP" altLang="en-US" dirty="0"/>
              <a:t>と呼ぶ</a:t>
            </a:r>
            <a:endParaRPr lang="en-US" altLang="ja-JP" dirty="0"/>
          </a:p>
          <a:p>
            <a:pPr lvl="1"/>
            <a:r>
              <a:rPr kumimoji="1" lang="ja-JP" altLang="en-US" dirty="0"/>
              <a:t>水平方向の演算が自然には表現できない</a:t>
            </a:r>
          </a:p>
        </p:txBody>
      </p:sp>
    </p:spTree>
    <p:extLst>
      <p:ext uri="{BB962C8B-B14F-4D97-AF65-F5344CB8AC3E}">
        <p14:creationId xmlns:p14="http://schemas.microsoft.com/office/powerpoint/2010/main" val="276749350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22550CC-5297-6598-DD0F-1A0B6B8513EC}"/>
              </a:ext>
            </a:extLst>
          </p:cNvPr>
          <p:cNvSpPr>
            <a:spLocks noGrp="1"/>
          </p:cNvSpPr>
          <p:nvPr>
            <p:ph type="title"/>
          </p:nvPr>
        </p:nvSpPr>
        <p:spPr/>
        <p:txBody>
          <a:bodyPr/>
          <a:lstStyle/>
          <a:p>
            <a:r>
              <a:rPr kumimoji="1" lang="ja-JP" altLang="en-US" sz="2400" dirty="0"/>
              <a:t>問題１：スレッド間で違う方向に分岐すると実行速度が落ちる </a:t>
            </a:r>
            <a:br>
              <a:rPr kumimoji="1" lang="en-US" altLang="ja-JP" sz="2400" dirty="0"/>
            </a:br>
            <a:r>
              <a:rPr kumimoji="1" lang="ja-JP" altLang="en-US" sz="2400" dirty="0"/>
              <a:t>（</a:t>
            </a:r>
            <a:r>
              <a:rPr lang="en-US" altLang="ja-JP" sz="2400" dirty="0"/>
              <a:t>Branch divergence</a:t>
            </a:r>
            <a:r>
              <a:rPr lang="ja-JP" altLang="en-US" sz="2400" dirty="0"/>
              <a:t>）</a:t>
            </a:r>
            <a:endParaRPr kumimoji="1" lang="ja-JP" altLang="en-US" sz="2400" dirty="0"/>
          </a:p>
        </p:txBody>
      </p:sp>
      <p:sp>
        <p:nvSpPr>
          <p:cNvPr id="4" name="正方形/長方形 3">
            <a:extLst>
              <a:ext uri="{FF2B5EF4-FFF2-40B4-BE49-F238E27FC236}">
                <a16:creationId xmlns:a16="http://schemas.microsoft.com/office/drawing/2014/main" id="{49F6A659-8747-3DDF-47AD-F4206C0C4EC3}"/>
              </a:ext>
            </a:extLst>
          </p:cNvPr>
          <p:cNvSpPr/>
          <p:nvPr/>
        </p:nvSpPr>
        <p:spPr bwMode="auto">
          <a:xfrm>
            <a:off x="8346025" y="2258988"/>
            <a:ext cx="720008" cy="36000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命令メモリ</a:t>
            </a:r>
          </a:p>
        </p:txBody>
      </p:sp>
      <p:cxnSp>
        <p:nvCxnSpPr>
          <p:cNvPr id="5" name="直線矢印コネクタ 4">
            <a:extLst>
              <a:ext uri="{FF2B5EF4-FFF2-40B4-BE49-F238E27FC236}">
                <a16:creationId xmlns:a16="http://schemas.microsoft.com/office/drawing/2014/main" id="{214511AE-06F0-E68B-844C-2B4CFC3F4EAF}"/>
              </a:ext>
            </a:extLst>
          </p:cNvPr>
          <p:cNvCxnSpPr>
            <a:cxnSpLocks/>
          </p:cNvCxnSpPr>
          <p:nvPr/>
        </p:nvCxnSpPr>
        <p:spPr bwMode="auto">
          <a:xfrm>
            <a:off x="8706029" y="2061117"/>
            <a:ext cx="0" cy="197870"/>
          </a:xfrm>
          <a:prstGeom prst="straightConnector1">
            <a:avLst/>
          </a:pr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cxnSp>
      <p:sp>
        <p:nvSpPr>
          <p:cNvPr id="6" name="正方形/長方形 5">
            <a:extLst>
              <a:ext uri="{FF2B5EF4-FFF2-40B4-BE49-F238E27FC236}">
                <a16:creationId xmlns:a16="http://schemas.microsoft.com/office/drawing/2014/main" id="{4709B1C2-7D75-607A-95F3-EA4510E8BB20}"/>
              </a:ext>
            </a:extLst>
          </p:cNvPr>
          <p:cNvSpPr/>
          <p:nvPr/>
        </p:nvSpPr>
        <p:spPr bwMode="auto">
          <a:xfrm>
            <a:off x="8076022" y="1628980"/>
            <a:ext cx="360004" cy="36000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200" dirty="0">
                <a:solidFill>
                  <a:schemeClr val="tx1">
                    <a:lumMod val="75000"/>
                    <a:lumOff val="25000"/>
                  </a:schemeClr>
                </a:solidFill>
                <a:latin typeface="+mn-ea"/>
              </a:rPr>
              <a:t>PC1</a:t>
            </a:r>
            <a:endParaRPr lang="ja-JP" altLang="en-US" sz="1200" dirty="0">
              <a:solidFill>
                <a:schemeClr val="tx1">
                  <a:lumMod val="75000"/>
                  <a:lumOff val="25000"/>
                </a:schemeClr>
              </a:solidFill>
              <a:latin typeface="+mn-ea"/>
            </a:endParaRPr>
          </a:p>
        </p:txBody>
      </p:sp>
      <p:sp>
        <p:nvSpPr>
          <p:cNvPr id="7" name="フリーフォーム 10">
            <a:extLst>
              <a:ext uri="{FF2B5EF4-FFF2-40B4-BE49-F238E27FC236}">
                <a16:creationId xmlns:a16="http://schemas.microsoft.com/office/drawing/2014/main" id="{FC17FF0E-5B21-5A3A-C388-B44103B9EB92}"/>
              </a:ext>
            </a:extLst>
          </p:cNvPr>
          <p:cNvSpPr>
            <a:spLocks noChangeArrowheads="1"/>
          </p:cNvSpPr>
          <p:nvPr/>
        </p:nvSpPr>
        <p:spPr bwMode="auto">
          <a:xfrm flipH="1">
            <a:off x="7086011" y="2978995"/>
            <a:ext cx="720008"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type="triangle" w="sm" len="med"/>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演算器</a:t>
            </a:r>
          </a:p>
        </p:txBody>
      </p:sp>
      <p:cxnSp>
        <p:nvCxnSpPr>
          <p:cNvPr id="8" name="直線矢印コネクタ 7">
            <a:extLst>
              <a:ext uri="{FF2B5EF4-FFF2-40B4-BE49-F238E27FC236}">
                <a16:creationId xmlns:a16="http://schemas.microsoft.com/office/drawing/2014/main" id="{872B08F0-FFB9-DB16-92BB-3D2C9EB5170A}"/>
              </a:ext>
            </a:extLst>
          </p:cNvPr>
          <p:cNvCxnSpPr>
            <a:cxnSpLocks/>
          </p:cNvCxnSpPr>
          <p:nvPr/>
        </p:nvCxnSpPr>
        <p:spPr bwMode="auto">
          <a:xfrm>
            <a:off x="8706029" y="2618991"/>
            <a:ext cx="0" cy="197870"/>
          </a:xfrm>
          <a:prstGeom prst="straightConnector1">
            <a:avLst/>
          </a:pr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cxnSp>
      <p:sp>
        <p:nvSpPr>
          <p:cNvPr id="9" name="Freeform 10">
            <a:extLst>
              <a:ext uri="{FF2B5EF4-FFF2-40B4-BE49-F238E27FC236}">
                <a16:creationId xmlns:a16="http://schemas.microsoft.com/office/drawing/2014/main" id="{E88B5999-2E30-AA05-1435-CDB612BD84D6}"/>
              </a:ext>
            </a:extLst>
          </p:cNvPr>
          <p:cNvSpPr>
            <a:spLocks/>
          </p:cNvSpPr>
          <p:nvPr/>
        </p:nvSpPr>
        <p:spPr bwMode="auto">
          <a:xfrm rot="5400000">
            <a:off x="7896020" y="2348989"/>
            <a:ext cx="180001" cy="1080012"/>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sp>
        <p:nvSpPr>
          <p:cNvPr id="10" name="フリーフォーム 10">
            <a:extLst>
              <a:ext uri="{FF2B5EF4-FFF2-40B4-BE49-F238E27FC236}">
                <a16:creationId xmlns:a16="http://schemas.microsoft.com/office/drawing/2014/main" id="{A9542D4F-BB34-300C-4812-AACB04A542F5}"/>
              </a:ext>
            </a:extLst>
          </p:cNvPr>
          <p:cNvSpPr>
            <a:spLocks noChangeArrowheads="1"/>
          </p:cNvSpPr>
          <p:nvPr/>
        </p:nvSpPr>
        <p:spPr bwMode="auto">
          <a:xfrm flipH="1">
            <a:off x="7896020" y="2978995"/>
            <a:ext cx="720008"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type="triangle" w="sm" len="med"/>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演算器</a:t>
            </a:r>
          </a:p>
        </p:txBody>
      </p:sp>
      <p:sp>
        <p:nvSpPr>
          <p:cNvPr id="11" name="フリーフォーム 10">
            <a:extLst>
              <a:ext uri="{FF2B5EF4-FFF2-40B4-BE49-F238E27FC236}">
                <a16:creationId xmlns:a16="http://schemas.microsoft.com/office/drawing/2014/main" id="{B6765A49-F026-CBBE-3177-CEC92D2F89C5}"/>
              </a:ext>
            </a:extLst>
          </p:cNvPr>
          <p:cNvSpPr>
            <a:spLocks noChangeArrowheads="1"/>
          </p:cNvSpPr>
          <p:nvPr/>
        </p:nvSpPr>
        <p:spPr bwMode="auto">
          <a:xfrm flipH="1">
            <a:off x="8796030" y="2978995"/>
            <a:ext cx="720008"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noFill/>
          <a:ln>
            <a:prstDash val="solid"/>
            <a:headEnd/>
            <a:tailEnd type="triangle" w="sm" len="med"/>
          </a:ln>
          <a:effectLst/>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200" dirty="0">
                <a:solidFill>
                  <a:schemeClr val="bg1">
                    <a:lumMod val="65000"/>
                  </a:schemeClr>
                </a:solidFill>
                <a:latin typeface="+mn-ea"/>
              </a:rPr>
              <a:t>演算器</a:t>
            </a:r>
          </a:p>
        </p:txBody>
      </p:sp>
      <p:sp>
        <p:nvSpPr>
          <p:cNvPr id="12" name="フリーフォーム 10">
            <a:extLst>
              <a:ext uri="{FF2B5EF4-FFF2-40B4-BE49-F238E27FC236}">
                <a16:creationId xmlns:a16="http://schemas.microsoft.com/office/drawing/2014/main" id="{B8F1B7C2-6F01-BBBF-5D49-B6B6A75AA913}"/>
              </a:ext>
            </a:extLst>
          </p:cNvPr>
          <p:cNvSpPr>
            <a:spLocks noChangeArrowheads="1"/>
          </p:cNvSpPr>
          <p:nvPr/>
        </p:nvSpPr>
        <p:spPr bwMode="auto">
          <a:xfrm flipH="1">
            <a:off x="9606039" y="2978995"/>
            <a:ext cx="720008"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type="triangle" w="sm" len="med"/>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演算器</a:t>
            </a:r>
          </a:p>
        </p:txBody>
      </p:sp>
      <p:sp>
        <p:nvSpPr>
          <p:cNvPr id="13" name="Freeform 10">
            <a:extLst>
              <a:ext uri="{FF2B5EF4-FFF2-40B4-BE49-F238E27FC236}">
                <a16:creationId xmlns:a16="http://schemas.microsoft.com/office/drawing/2014/main" id="{66AF1062-1BC8-F821-7476-59BD9D90D4A4}"/>
              </a:ext>
            </a:extLst>
          </p:cNvPr>
          <p:cNvSpPr>
            <a:spLocks/>
          </p:cNvSpPr>
          <p:nvPr/>
        </p:nvSpPr>
        <p:spPr bwMode="auto">
          <a:xfrm rot="5400000">
            <a:off x="8301026" y="2753994"/>
            <a:ext cx="180000" cy="27000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sp>
        <p:nvSpPr>
          <p:cNvPr id="14" name="Freeform 10">
            <a:extLst>
              <a:ext uri="{FF2B5EF4-FFF2-40B4-BE49-F238E27FC236}">
                <a16:creationId xmlns:a16="http://schemas.microsoft.com/office/drawing/2014/main" id="{2915E53F-0EF7-5B72-E0FE-2753C0C9F582}"/>
              </a:ext>
            </a:extLst>
          </p:cNvPr>
          <p:cNvSpPr>
            <a:spLocks/>
          </p:cNvSpPr>
          <p:nvPr/>
        </p:nvSpPr>
        <p:spPr bwMode="auto">
          <a:xfrm rot="5400000" flipV="1">
            <a:off x="8751030" y="2573992"/>
            <a:ext cx="180000" cy="630007"/>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sp>
        <p:nvSpPr>
          <p:cNvPr id="15" name="Freeform 10">
            <a:extLst>
              <a:ext uri="{FF2B5EF4-FFF2-40B4-BE49-F238E27FC236}">
                <a16:creationId xmlns:a16="http://schemas.microsoft.com/office/drawing/2014/main" id="{2BC8C311-4B80-ADBB-4996-31F843A2CF4E}"/>
              </a:ext>
            </a:extLst>
          </p:cNvPr>
          <p:cNvSpPr>
            <a:spLocks/>
          </p:cNvSpPr>
          <p:nvPr/>
        </p:nvSpPr>
        <p:spPr bwMode="auto">
          <a:xfrm rot="5400000" flipV="1">
            <a:off x="9381037" y="2393990"/>
            <a:ext cx="180003" cy="990011"/>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sp>
        <p:nvSpPr>
          <p:cNvPr id="16" name="正方形/長方形 15">
            <a:extLst>
              <a:ext uri="{FF2B5EF4-FFF2-40B4-BE49-F238E27FC236}">
                <a16:creationId xmlns:a16="http://schemas.microsoft.com/office/drawing/2014/main" id="{0176FEC3-4634-DD8C-2698-CE40EFFF5D0D}"/>
              </a:ext>
            </a:extLst>
          </p:cNvPr>
          <p:cNvSpPr/>
          <p:nvPr/>
        </p:nvSpPr>
        <p:spPr bwMode="auto">
          <a:xfrm>
            <a:off x="7266013" y="1628980"/>
            <a:ext cx="360004" cy="36000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200" dirty="0">
                <a:solidFill>
                  <a:schemeClr val="tx1">
                    <a:lumMod val="75000"/>
                    <a:lumOff val="25000"/>
                  </a:schemeClr>
                </a:solidFill>
                <a:latin typeface="+mn-ea"/>
              </a:rPr>
              <a:t>PC0</a:t>
            </a:r>
            <a:endParaRPr lang="ja-JP" altLang="en-US" sz="1200" dirty="0">
              <a:solidFill>
                <a:schemeClr val="tx1">
                  <a:lumMod val="75000"/>
                  <a:lumOff val="25000"/>
                </a:schemeClr>
              </a:solidFill>
              <a:latin typeface="+mn-ea"/>
            </a:endParaRPr>
          </a:p>
        </p:txBody>
      </p:sp>
      <p:sp>
        <p:nvSpPr>
          <p:cNvPr id="17" name="正方形/長方形 16">
            <a:extLst>
              <a:ext uri="{FF2B5EF4-FFF2-40B4-BE49-F238E27FC236}">
                <a16:creationId xmlns:a16="http://schemas.microsoft.com/office/drawing/2014/main" id="{5ACDD423-5741-0820-C885-8C98D0FB7215}"/>
              </a:ext>
            </a:extLst>
          </p:cNvPr>
          <p:cNvSpPr/>
          <p:nvPr/>
        </p:nvSpPr>
        <p:spPr bwMode="auto">
          <a:xfrm>
            <a:off x="8976032" y="1628980"/>
            <a:ext cx="360004" cy="360004"/>
          </a:xfrm>
          <a:prstGeom prst="rect">
            <a:avLst/>
          </a:prstGeom>
          <a:noFill/>
          <a:ln>
            <a:prstDash val="solid"/>
            <a:headEnd/>
            <a:tailEnd type="triangle" w="sm" len="med"/>
          </a:ln>
          <a:effectLst/>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200" dirty="0">
                <a:solidFill>
                  <a:schemeClr val="bg1">
                    <a:lumMod val="65000"/>
                  </a:schemeClr>
                </a:solidFill>
                <a:latin typeface="+mn-ea"/>
              </a:rPr>
              <a:t>PC2</a:t>
            </a:r>
            <a:endParaRPr lang="ja-JP" altLang="en-US" sz="1200" dirty="0">
              <a:solidFill>
                <a:schemeClr val="bg1">
                  <a:lumMod val="65000"/>
                </a:schemeClr>
              </a:solidFill>
              <a:latin typeface="+mn-ea"/>
            </a:endParaRPr>
          </a:p>
        </p:txBody>
      </p:sp>
      <p:sp>
        <p:nvSpPr>
          <p:cNvPr id="18" name="正方形/長方形 17">
            <a:extLst>
              <a:ext uri="{FF2B5EF4-FFF2-40B4-BE49-F238E27FC236}">
                <a16:creationId xmlns:a16="http://schemas.microsoft.com/office/drawing/2014/main" id="{0907E1BB-F63A-312F-784B-677E6FAFF63F}"/>
              </a:ext>
            </a:extLst>
          </p:cNvPr>
          <p:cNvSpPr/>
          <p:nvPr/>
        </p:nvSpPr>
        <p:spPr bwMode="auto">
          <a:xfrm>
            <a:off x="9786041" y="1628980"/>
            <a:ext cx="360004" cy="36000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200" dirty="0">
                <a:solidFill>
                  <a:schemeClr val="tx1">
                    <a:lumMod val="75000"/>
                    <a:lumOff val="25000"/>
                  </a:schemeClr>
                </a:solidFill>
                <a:latin typeface="+mn-ea"/>
              </a:rPr>
              <a:t>PC3</a:t>
            </a:r>
            <a:endParaRPr lang="ja-JP" altLang="en-US" sz="1200" dirty="0">
              <a:solidFill>
                <a:schemeClr val="tx1">
                  <a:lumMod val="75000"/>
                  <a:lumOff val="25000"/>
                </a:schemeClr>
              </a:solidFill>
              <a:latin typeface="+mn-ea"/>
            </a:endParaRPr>
          </a:p>
        </p:txBody>
      </p:sp>
      <p:sp>
        <p:nvSpPr>
          <p:cNvPr id="19" name="Freeform 10">
            <a:extLst>
              <a:ext uri="{FF2B5EF4-FFF2-40B4-BE49-F238E27FC236}">
                <a16:creationId xmlns:a16="http://schemas.microsoft.com/office/drawing/2014/main" id="{77F9DF01-D77D-9DD8-420C-D34A734AE34B}"/>
              </a:ext>
            </a:extLst>
          </p:cNvPr>
          <p:cNvSpPr>
            <a:spLocks/>
          </p:cNvSpPr>
          <p:nvPr/>
        </p:nvSpPr>
        <p:spPr bwMode="auto">
          <a:xfrm>
            <a:off x="7446016" y="1988985"/>
            <a:ext cx="1260014" cy="90001"/>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solidFill>
              <a:schemeClr val="tx1">
                <a:lumMod val="75000"/>
                <a:lumOff val="25000"/>
              </a:schemeClr>
            </a:solidFill>
            <a:headEnd type="none" w="med" len="med"/>
            <a:tailEnd type="none"/>
          </a:ln>
          <a:effectLst/>
        </p:spPr>
        <p:style>
          <a:lnRef idx="3">
            <a:schemeClr val="accent5"/>
          </a:lnRef>
          <a:fillRef idx="0">
            <a:schemeClr val="accent5"/>
          </a:fillRef>
          <a:effectRef idx="2">
            <a:schemeClr val="accent5"/>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sz="1400"/>
          </a:p>
        </p:txBody>
      </p:sp>
      <p:sp>
        <p:nvSpPr>
          <p:cNvPr id="20" name="Freeform 10">
            <a:extLst>
              <a:ext uri="{FF2B5EF4-FFF2-40B4-BE49-F238E27FC236}">
                <a16:creationId xmlns:a16="http://schemas.microsoft.com/office/drawing/2014/main" id="{A4D0181A-3CA2-0258-2B4A-C80704867482}"/>
              </a:ext>
            </a:extLst>
          </p:cNvPr>
          <p:cNvSpPr>
            <a:spLocks/>
          </p:cNvSpPr>
          <p:nvPr/>
        </p:nvSpPr>
        <p:spPr bwMode="auto">
          <a:xfrm>
            <a:off x="8256025" y="1988985"/>
            <a:ext cx="450006" cy="90001"/>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solidFill>
              <a:schemeClr val="tx1">
                <a:lumMod val="75000"/>
                <a:lumOff val="25000"/>
              </a:schemeClr>
            </a:solidFill>
            <a:headEnd type="none" w="med" len="med"/>
            <a:tailEnd type="none"/>
          </a:ln>
          <a:effectLst/>
        </p:spPr>
        <p:style>
          <a:lnRef idx="3">
            <a:schemeClr val="accent5"/>
          </a:lnRef>
          <a:fillRef idx="0">
            <a:schemeClr val="accent5"/>
          </a:fillRef>
          <a:effectRef idx="2">
            <a:schemeClr val="accent5"/>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sz="1400"/>
          </a:p>
        </p:txBody>
      </p:sp>
      <p:sp>
        <p:nvSpPr>
          <p:cNvPr id="21" name="Freeform 10">
            <a:extLst>
              <a:ext uri="{FF2B5EF4-FFF2-40B4-BE49-F238E27FC236}">
                <a16:creationId xmlns:a16="http://schemas.microsoft.com/office/drawing/2014/main" id="{66493711-1781-0806-6185-B17FE6EABDFD}"/>
              </a:ext>
            </a:extLst>
          </p:cNvPr>
          <p:cNvSpPr>
            <a:spLocks/>
          </p:cNvSpPr>
          <p:nvPr/>
        </p:nvSpPr>
        <p:spPr bwMode="auto">
          <a:xfrm flipH="1">
            <a:off x="8706029" y="1988985"/>
            <a:ext cx="450005" cy="90001"/>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solidFill>
              <a:schemeClr val="tx1">
                <a:lumMod val="75000"/>
                <a:lumOff val="25000"/>
              </a:schemeClr>
            </a:solidFill>
            <a:headEnd type="none" w="med" len="med"/>
            <a:tailEnd type="none"/>
          </a:ln>
          <a:effectLst/>
        </p:spPr>
        <p:style>
          <a:lnRef idx="3">
            <a:schemeClr val="accent5"/>
          </a:lnRef>
          <a:fillRef idx="0">
            <a:schemeClr val="accent5"/>
          </a:fillRef>
          <a:effectRef idx="2">
            <a:schemeClr val="accent5"/>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sz="1400"/>
          </a:p>
        </p:txBody>
      </p:sp>
      <p:sp>
        <p:nvSpPr>
          <p:cNvPr id="22" name="Freeform 10">
            <a:extLst>
              <a:ext uri="{FF2B5EF4-FFF2-40B4-BE49-F238E27FC236}">
                <a16:creationId xmlns:a16="http://schemas.microsoft.com/office/drawing/2014/main" id="{2C0237D5-A981-4693-8E8F-D90505433BBF}"/>
              </a:ext>
            </a:extLst>
          </p:cNvPr>
          <p:cNvSpPr>
            <a:spLocks/>
          </p:cNvSpPr>
          <p:nvPr/>
        </p:nvSpPr>
        <p:spPr bwMode="auto">
          <a:xfrm flipH="1">
            <a:off x="8976032" y="1988985"/>
            <a:ext cx="990011" cy="90001"/>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solidFill>
              <a:schemeClr val="tx1">
                <a:lumMod val="75000"/>
                <a:lumOff val="25000"/>
              </a:schemeClr>
            </a:solidFill>
            <a:headEnd type="none" w="med" len="med"/>
            <a:tailEnd type="none"/>
          </a:ln>
          <a:effectLst/>
        </p:spPr>
        <p:style>
          <a:lnRef idx="3">
            <a:schemeClr val="accent5"/>
          </a:lnRef>
          <a:fillRef idx="0">
            <a:schemeClr val="accent5"/>
          </a:fillRef>
          <a:effectRef idx="2">
            <a:schemeClr val="accent5"/>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sz="1400"/>
          </a:p>
        </p:txBody>
      </p:sp>
      <p:sp>
        <p:nvSpPr>
          <p:cNvPr id="23" name="正方形/長方形 22">
            <a:extLst>
              <a:ext uri="{FF2B5EF4-FFF2-40B4-BE49-F238E27FC236}">
                <a16:creationId xmlns:a16="http://schemas.microsoft.com/office/drawing/2014/main" id="{E008D35F-1260-41FA-E515-7B975DDD9BD5}"/>
              </a:ext>
            </a:extLst>
          </p:cNvPr>
          <p:cNvSpPr/>
          <p:nvPr/>
        </p:nvSpPr>
        <p:spPr bwMode="auto">
          <a:xfrm>
            <a:off x="8346025" y="4689015"/>
            <a:ext cx="720008" cy="36000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命令メモリ</a:t>
            </a:r>
          </a:p>
        </p:txBody>
      </p:sp>
      <p:cxnSp>
        <p:nvCxnSpPr>
          <p:cNvPr id="24" name="直線矢印コネクタ 23">
            <a:extLst>
              <a:ext uri="{FF2B5EF4-FFF2-40B4-BE49-F238E27FC236}">
                <a16:creationId xmlns:a16="http://schemas.microsoft.com/office/drawing/2014/main" id="{41F592F7-0395-AB37-AFC6-0F77D9A090C6}"/>
              </a:ext>
            </a:extLst>
          </p:cNvPr>
          <p:cNvCxnSpPr>
            <a:cxnSpLocks/>
          </p:cNvCxnSpPr>
          <p:nvPr/>
        </p:nvCxnSpPr>
        <p:spPr bwMode="auto">
          <a:xfrm>
            <a:off x="8706029" y="4491144"/>
            <a:ext cx="0" cy="197870"/>
          </a:xfrm>
          <a:prstGeom prst="straightConnector1">
            <a:avLst/>
          </a:pr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cxnSp>
      <p:sp>
        <p:nvSpPr>
          <p:cNvPr id="25" name="正方形/長方形 24">
            <a:extLst>
              <a:ext uri="{FF2B5EF4-FFF2-40B4-BE49-F238E27FC236}">
                <a16:creationId xmlns:a16="http://schemas.microsoft.com/office/drawing/2014/main" id="{816F04C7-C2BE-4E69-7F20-F79A9C9636CE}"/>
              </a:ext>
            </a:extLst>
          </p:cNvPr>
          <p:cNvSpPr/>
          <p:nvPr/>
        </p:nvSpPr>
        <p:spPr bwMode="auto">
          <a:xfrm>
            <a:off x="8076022" y="4059007"/>
            <a:ext cx="360004" cy="360004"/>
          </a:xfrm>
          <a:prstGeom prst="rect">
            <a:avLst/>
          </a:prstGeom>
          <a:noFill/>
          <a:ln>
            <a:prstDash val="solid"/>
            <a:headEnd/>
            <a:tailEnd type="triangle" w="sm" len="med"/>
          </a:ln>
          <a:effectLst/>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200" dirty="0">
                <a:solidFill>
                  <a:schemeClr val="bg1">
                    <a:lumMod val="65000"/>
                  </a:schemeClr>
                </a:solidFill>
                <a:latin typeface="+mn-ea"/>
              </a:rPr>
              <a:t>PC1</a:t>
            </a:r>
            <a:endParaRPr lang="ja-JP" altLang="en-US" sz="1200" dirty="0">
              <a:solidFill>
                <a:schemeClr val="bg1">
                  <a:lumMod val="65000"/>
                </a:schemeClr>
              </a:solidFill>
              <a:latin typeface="+mn-ea"/>
            </a:endParaRPr>
          </a:p>
        </p:txBody>
      </p:sp>
      <p:cxnSp>
        <p:nvCxnSpPr>
          <p:cNvPr id="26" name="直線矢印コネクタ 25">
            <a:extLst>
              <a:ext uri="{FF2B5EF4-FFF2-40B4-BE49-F238E27FC236}">
                <a16:creationId xmlns:a16="http://schemas.microsoft.com/office/drawing/2014/main" id="{80933DC3-4143-F658-2B8E-B12D8FB3364B}"/>
              </a:ext>
            </a:extLst>
          </p:cNvPr>
          <p:cNvCxnSpPr>
            <a:cxnSpLocks/>
          </p:cNvCxnSpPr>
          <p:nvPr/>
        </p:nvCxnSpPr>
        <p:spPr bwMode="auto">
          <a:xfrm>
            <a:off x="8706029" y="5049018"/>
            <a:ext cx="0" cy="197870"/>
          </a:xfrm>
          <a:prstGeom prst="straightConnector1">
            <a:avLst/>
          </a:pr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cxnSp>
      <p:sp>
        <p:nvSpPr>
          <p:cNvPr id="27" name="Freeform 10">
            <a:extLst>
              <a:ext uri="{FF2B5EF4-FFF2-40B4-BE49-F238E27FC236}">
                <a16:creationId xmlns:a16="http://schemas.microsoft.com/office/drawing/2014/main" id="{1AE7A65B-10A5-429E-3062-03F7EE8A71AE}"/>
              </a:ext>
            </a:extLst>
          </p:cNvPr>
          <p:cNvSpPr>
            <a:spLocks/>
          </p:cNvSpPr>
          <p:nvPr/>
        </p:nvSpPr>
        <p:spPr bwMode="auto">
          <a:xfrm rot="5400000">
            <a:off x="7896020" y="4779016"/>
            <a:ext cx="180001" cy="1080012"/>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sp>
        <p:nvSpPr>
          <p:cNvPr id="28" name="フリーフォーム 10">
            <a:extLst>
              <a:ext uri="{FF2B5EF4-FFF2-40B4-BE49-F238E27FC236}">
                <a16:creationId xmlns:a16="http://schemas.microsoft.com/office/drawing/2014/main" id="{736E2573-9C1F-8EF5-6AD2-521C56750647}"/>
              </a:ext>
            </a:extLst>
          </p:cNvPr>
          <p:cNvSpPr>
            <a:spLocks noChangeArrowheads="1"/>
          </p:cNvSpPr>
          <p:nvPr/>
        </p:nvSpPr>
        <p:spPr bwMode="auto">
          <a:xfrm flipH="1">
            <a:off x="9606039" y="5409022"/>
            <a:ext cx="720008"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noFill/>
          <a:ln>
            <a:prstDash val="solid"/>
            <a:headEnd/>
            <a:tailEnd type="triangle" w="sm" len="med"/>
          </a:ln>
          <a:effectLst/>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200" dirty="0">
                <a:solidFill>
                  <a:schemeClr val="bg1">
                    <a:lumMod val="65000"/>
                  </a:schemeClr>
                </a:solidFill>
                <a:latin typeface="+mn-ea"/>
              </a:rPr>
              <a:t>演算器</a:t>
            </a:r>
          </a:p>
        </p:txBody>
      </p:sp>
      <p:sp>
        <p:nvSpPr>
          <p:cNvPr id="29" name="フリーフォーム 10">
            <a:extLst>
              <a:ext uri="{FF2B5EF4-FFF2-40B4-BE49-F238E27FC236}">
                <a16:creationId xmlns:a16="http://schemas.microsoft.com/office/drawing/2014/main" id="{C4FE92A2-4A94-9326-A51B-4A7D7F8424AE}"/>
              </a:ext>
            </a:extLst>
          </p:cNvPr>
          <p:cNvSpPr>
            <a:spLocks noChangeArrowheads="1"/>
          </p:cNvSpPr>
          <p:nvPr/>
        </p:nvSpPr>
        <p:spPr bwMode="auto">
          <a:xfrm flipH="1">
            <a:off x="8796030" y="5409022"/>
            <a:ext cx="720008"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type="triangle" w="sm" len="med"/>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演算器</a:t>
            </a:r>
          </a:p>
        </p:txBody>
      </p:sp>
      <p:sp>
        <p:nvSpPr>
          <p:cNvPr id="30" name="Freeform 10">
            <a:extLst>
              <a:ext uri="{FF2B5EF4-FFF2-40B4-BE49-F238E27FC236}">
                <a16:creationId xmlns:a16="http://schemas.microsoft.com/office/drawing/2014/main" id="{FEFFC05F-0EBA-F112-9B9B-1F05117D3FE0}"/>
              </a:ext>
            </a:extLst>
          </p:cNvPr>
          <p:cNvSpPr>
            <a:spLocks/>
          </p:cNvSpPr>
          <p:nvPr/>
        </p:nvSpPr>
        <p:spPr bwMode="auto">
          <a:xfrm rot="5400000">
            <a:off x="8301026" y="5184021"/>
            <a:ext cx="180000" cy="27000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sp>
        <p:nvSpPr>
          <p:cNvPr id="31" name="Freeform 10">
            <a:extLst>
              <a:ext uri="{FF2B5EF4-FFF2-40B4-BE49-F238E27FC236}">
                <a16:creationId xmlns:a16="http://schemas.microsoft.com/office/drawing/2014/main" id="{F30D843C-5C3B-F4FB-AF7C-77D5385B4C1E}"/>
              </a:ext>
            </a:extLst>
          </p:cNvPr>
          <p:cNvSpPr>
            <a:spLocks/>
          </p:cNvSpPr>
          <p:nvPr/>
        </p:nvSpPr>
        <p:spPr bwMode="auto">
          <a:xfrm rot="5400000" flipV="1">
            <a:off x="8751030" y="5004019"/>
            <a:ext cx="180000" cy="630007"/>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sp>
        <p:nvSpPr>
          <p:cNvPr id="32" name="Freeform 10">
            <a:extLst>
              <a:ext uri="{FF2B5EF4-FFF2-40B4-BE49-F238E27FC236}">
                <a16:creationId xmlns:a16="http://schemas.microsoft.com/office/drawing/2014/main" id="{3E13A3F3-84FE-0263-9C01-84F187F5ECA8}"/>
              </a:ext>
            </a:extLst>
          </p:cNvPr>
          <p:cNvSpPr>
            <a:spLocks/>
          </p:cNvSpPr>
          <p:nvPr/>
        </p:nvSpPr>
        <p:spPr bwMode="auto">
          <a:xfrm rot="5400000" flipV="1">
            <a:off x="9381037" y="4824017"/>
            <a:ext cx="180003" cy="990011"/>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sp>
        <p:nvSpPr>
          <p:cNvPr id="33" name="正方形/長方形 32">
            <a:extLst>
              <a:ext uri="{FF2B5EF4-FFF2-40B4-BE49-F238E27FC236}">
                <a16:creationId xmlns:a16="http://schemas.microsoft.com/office/drawing/2014/main" id="{5556F761-FF80-81D1-173E-0C8CC198C68B}"/>
              </a:ext>
            </a:extLst>
          </p:cNvPr>
          <p:cNvSpPr/>
          <p:nvPr/>
        </p:nvSpPr>
        <p:spPr bwMode="auto">
          <a:xfrm>
            <a:off x="7266013" y="4059007"/>
            <a:ext cx="360004" cy="360004"/>
          </a:xfrm>
          <a:prstGeom prst="rect">
            <a:avLst/>
          </a:prstGeom>
          <a:noFill/>
          <a:ln>
            <a:prstDash val="solid"/>
            <a:headEnd/>
            <a:tailEnd type="triangle" w="sm" len="med"/>
          </a:ln>
          <a:effectLst/>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200" dirty="0">
                <a:solidFill>
                  <a:schemeClr val="bg1">
                    <a:lumMod val="65000"/>
                  </a:schemeClr>
                </a:solidFill>
                <a:latin typeface="+mn-ea"/>
              </a:rPr>
              <a:t>PC0</a:t>
            </a:r>
            <a:endParaRPr lang="ja-JP" altLang="en-US" sz="1200" dirty="0">
              <a:solidFill>
                <a:schemeClr val="bg1">
                  <a:lumMod val="65000"/>
                </a:schemeClr>
              </a:solidFill>
              <a:latin typeface="+mn-ea"/>
            </a:endParaRPr>
          </a:p>
        </p:txBody>
      </p:sp>
      <p:sp>
        <p:nvSpPr>
          <p:cNvPr id="34" name="正方形/長方形 33">
            <a:extLst>
              <a:ext uri="{FF2B5EF4-FFF2-40B4-BE49-F238E27FC236}">
                <a16:creationId xmlns:a16="http://schemas.microsoft.com/office/drawing/2014/main" id="{F51DA4DD-CFFA-8D7B-B3DB-EDCEF8AD01F5}"/>
              </a:ext>
            </a:extLst>
          </p:cNvPr>
          <p:cNvSpPr/>
          <p:nvPr/>
        </p:nvSpPr>
        <p:spPr bwMode="auto">
          <a:xfrm>
            <a:off x="8976032" y="4059007"/>
            <a:ext cx="360004" cy="36000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200" dirty="0">
                <a:solidFill>
                  <a:schemeClr val="tx1">
                    <a:lumMod val="75000"/>
                    <a:lumOff val="25000"/>
                  </a:schemeClr>
                </a:solidFill>
                <a:latin typeface="+mn-ea"/>
              </a:rPr>
              <a:t>PC2</a:t>
            </a:r>
            <a:endParaRPr lang="ja-JP" altLang="en-US" sz="1200" dirty="0">
              <a:solidFill>
                <a:schemeClr val="tx1">
                  <a:lumMod val="75000"/>
                  <a:lumOff val="25000"/>
                </a:schemeClr>
              </a:solidFill>
              <a:latin typeface="+mn-ea"/>
            </a:endParaRPr>
          </a:p>
        </p:txBody>
      </p:sp>
      <p:sp>
        <p:nvSpPr>
          <p:cNvPr id="35" name="正方形/長方形 34">
            <a:extLst>
              <a:ext uri="{FF2B5EF4-FFF2-40B4-BE49-F238E27FC236}">
                <a16:creationId xmlns:a16="http://schemas.microsoft.com/office/drawing/2014/main" id="{CFBBF20E-4FE3-9285-0670-26F0F6E517AE}"/>
              </a:ext>
            </a:extLst>
          </p:cNvPr>
          <p:cNvSpPr/>
          <p:nvPr/>
        </p:nvSpPr>
        <p:spPr bwMode="auto">
          <a:xfrm>
            <a:off x="9786041" y="4059007"/>
            <a:ext cx="360004" cy="360004"/>
          </a:xfrm>
          <a:prstGeom prst="rect">
            <a:avLst/>
          </a:prstGeom>
          <a:noFill/>
          <a:ln>
            <a:prstDash val="solid"/>
            <a:headEnd/>
            <a:tailEnd type="triangle" w="sm" len="med"/>
          </a:ln>
          <a:effectLst/>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200" dirty="0">
                <a:solidFill>
                  <a:schemeClr val="bg1">
                    <a:lumMod val="65000"/>
                  </a:schemeClr>
                </a:solidFill>
                <a:latin typeface="+mn-ea"/>
              </a:rPr>
              <a:t>PC3</a:t>
            </a:r>
            <a:endParaRPr lang="ja-JP" altLang="en-US" sz="1200" dirty="0">
              <a:solidFill>
                <a:schemeClr val="bg1">
                  <a:lumMod val="65000"/>
                </a:schemeClr>
              </a:solidFill>
              <a:latin typeface="+mn-ea"/>
            </a:endParaRPr>
          </a:p>
        </p:txBody>
      </p:sp>
      <p:sp>
        <p:nvSpPr>
          <p:cNvPr id="36" name="Freeform 10">
            <a:extLst>
              <a:ext uri="{FF2B5EF4-FFF2-40B4-BE49-F238E27FC236}">
                <a16:creationId xmlns:a16="http://schemas.microsoft.com/office/drawing/2014/main" id="{8F27284E-E919-7C72-A61B-C92F3BBD8835}"/>
              </a:ext>
            </a:extLst>
          </p:cNvPr>
          <p:cNvSpPr>
            <a:spLocks/>
          </p:cNvSpPr>
          <p:nvPr/>
        </p:nvSpPr>
        <p:spPr bwMode="auto">
          <a:xfrm>
            <a:off x="7446016" y="4419012"/>
            <a:ext cx="1260014" cy="90001"/>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solidFill>
              <a:schemeClr val="tx1">
                <a:lumMod val="75000"/>
                <a:lumOff val="25000"/>
              </a:schemeClr>
            </a:solidFill>
            <a:headEnd type="none" w="med" len="med"/>
            <a:tailEnd type="none"/>
          </a:ln>
          <a:effectLst/>
        </p:spPr>
        <p:style>
          <a:lnRef idx="3">
            <a:schemeClr val="accent5"/>
          </a:lnRef>
          <a:fillRef idx="0">
            <a:schemeClr val="accent5"/>
          </a:fillRef>
          <a:effectRef idx="2">
            <a:schemeClr val="accent5"/>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sz="1400"/>
          </a:p>
        </p:txBody>
      </p:sp>
      <p:sp>
        <p:nvSpPr>
          <p:cNvPr id="37" name="Freeform 10">
            <a:extLst>
              <a:ext uri="{FF2B5EF4-FFF2-40B4-BE49-F238E27FC236}">
                <a16:creationId xmlns:a16="http://schemas.microsoft.com/office/drawing/2014/main" id="{092B9177-DEA2-3769-6AD2-4592F9B599C1}"/>
              </a:ext>
            </a:extLst>
          </p:cNvPr>
          <p:cNvSpPr>
            <a:spLocks/>
          </p:cNvSpPr>
          <p:nvPr/>
        </p:nvSpPr>
        <p:spPr bwMode="auto">
          <a:xfrm>
            <a:off x="8256025" y="4419012"/>
            <a:ext cx="450006" cy="90001"/>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solidFill>
              <a:schemeClr val="tx1">
                <a:lumMod val="75000"/>
                <a:lumOff val="25000"/>
              </a:schemeClr>
            </a:solidFill>
            <a:headEnd type="none" w="med" len="med"/>
            <a:tailEnd type="none"/>
          </a:ln>
          <a:effectLst/>
        </p:spPr>
        <p:style>
          <a:lnRef idx="3">
            <a:schemeClr val="accent5"/>
          </a:lnRef>
          <a:fillRef idx="0">
            <a:schemeClr val="accent5"/>
          </a:fillRef>
          <a:effectRef idx="2">
            <a:schemeClr val="accent5"/>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sz="1400"/>
          </a:p>
        </p:txBody>
      </p:sp>
      <p:sp>
        <p:nvSpPr>
          <p:cNvPr id="38" name="Freeform 10">
            <a:extLst>
              <a:ext uri="{FF2B5EF4-FFF2-40B4-BE49-F238E27FC236}">
                <a16:creationId xmlns:a16="http://schemas.microsoft.com/office/drawing/2014/main" id="{8A1ADCD5-89F5-F465-EC7B-BF1CE31695CA}"/>
              </a:ext>
            </a:extLst>
          </p:cNvPr>
          <p:cNvSpPr>
            <a:spLocks/>
          </p:cNvSpPr>
          <p:nvPr/>
        </p:nvSpPr>
        <p:spPr bwMode="auto">
          <a:xfrm flipH="1">
            <a:off x="8706029" y="4419012"/>
            <a:ext cx="450005" cy="90001"/>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solidFill>
              <a:schemeClr val="tx1">
                <a:lumMod val="75000"/>
                <a:lumOff val="25000"/>
              </a:schemeClr>
            </a:solidFill>
            <a:headEnd type="none" w="med" len="med"/>
            <a:tailEnd type="none"/>
          </a:ln>
          <a:effectLst/>
        </p:spPr>
        <p:style>
          <a:lnRef idx="3">
            <a:schemeClr val="accent5"/>
          </a:lnRef>
          <a:fillRef idx="0">
            <a:schemeClr val="accent5"/>
          </a:fillRef>
          <a:effectRef idx="2">
            <a:schemeClr val="accent5"/>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sz="1400"/>
          </a:p>
        </p:txBody>
      </p:sp>
      <p:sp>
        <p:nvSpPr>
          <p:cNvPr id="39" name="Freeform 10">
            <a:extLst>
              <a:ext uri="{FF2B5EF4-FFF2-40B4-BE49-F238E27FC236}">
                <a16:creationId xmlns:a16="http://schemas.microsoft.com/office/drawing/2014/main" id="{6C88E324-4ABB-B7F6-C914-9A06534846D1}"/>
              </a:ext>
            </a:extLst>
          </p:cNvPr>
          <p:cNvSpPr>
            <a:spLocks/>
          </p:cNvSpPr>
          <p:nvPr/>
        </p:nvSpPr>
        <p:spPr bwMode="auto">
          <a:xfrm flipH="1">
            <a:off x="8976032" y="4419012"/>
            <a:ext cx="990011" cy="90001"/>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solidFill>
              <a:schemeClr val="tx1">
                <a:lumMod val="75000"/>
                <a:lumOff val="25000"/>
              </a:schemeClr>
            </a:solidFill>
            <a:headEnd type="none" w="med" len="med"/>
            <a:tailEnd type="none"/>
          </a:ln>
          <a:effectLst/>
        </p:spPr>
        <p:style>
          <a:lnRef idx="3">
            <a:schemeClr val="accent5"/>
          </a:lnRef>
          <a:fillRef idx="0">
            <a:schemeClr val="accent5"/>
          </a:fillRef>
          <a:effectRef idx="2">
            <a:schemeClr val="accent5"/>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sz="1400"/>
          </a:p>
        </p:txBody>
      </p:sp>
      <p:sp>
        <p:nvSpPr>
          <p:cNvPr id="40" name="フリーフォーム 10">
            <a:extLst>
              <a:ext uri="{FF2B5EF4-FFF2-40B4-BE49-F238E27FC236}">
                <a16:creationId xmlns:a16="http://schemas.microsoft.com/office/drawing/2014/main" id="{1162991A-0959-8B51-229B-D2AAAE89B6A4}"/>
              </a:ext>
            </a:extLst>
          </p:cNvPr>
          <p:cNvSpPr>
            <a:spLocks noChangeArrowheads="1"/>
          </p:cNvSpPr>
          <p:nvPr/>
        </p:nvSpPr>
        <p:spPr bwMode="auto">
          <a:xfrm flipH="1">
            <a:off x="7086011" y="5409022"/>
            <a:ext cx="720008"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noFill/>
          <a:ln>
            <a:prstDash val="solid"/>
            <a:headEnd/>
            <a:tailEnd type="triangle" w="sm" len="med"/>
          </a:ln>
          <a:effectLst/>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200" dirty="0">
                <a:solidFill>
                  <a:schemeClr val="bg1">
                    <a:lumMod val="65000"/>
                  </a:schemeClr>
                </a:solidFill>
                <a:latin typeface="+mn-ea"/>
              </a:rPr>
              <a:t>演算器</a:t>
            </a:r>
          </a:p>
        </p:txBody>
      </p:sp>
      <p:sp>
        <p:nvSpPr>
          <p:cNvPr id="41" name="フリーフォーム 10">
            <a:extLst>
              <a:ext uri="{FF2B5EF4-FFF2-40B4-BE49-F238E27FC236}">
                <a16:creationId xmlns:a16="http://schemas.microsoft.com/office/drawing/2014/main" id="{F6BD27E5-4359-543F-2969-07CFB82702B9}"/>
              </a:ext>
            </a:extLst>
          </p:cNvPr>
          <p:cNvSpPr>
            <a:spLocks noChangeArrowheads="1"/>
          </p:cNvSpPr>
          <p:nvPr/>
        </p:nvSpPr>
        <p:spPr bwMode="auto">
          <a:xfrm flipH="1">
            <a:off x="7896020" y="5409022"/>
            <a:ext cx="720008"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noFill/>
          <a:ln>
            <a:prstDash val="solid"/>
            <a:headEnd/>
            <a:tailEnd type="triangle" w="sm" len="med"/>
          </a:ln>
          <a:effectLst/>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200" dirty="0">
                <a:solidFill>
                  <a:schemeClr val="bg1">
                    <a:lumMod val="65000"/>
                  </a:schemeClr>
                </a:solidFill>
                <a:latin typeface="+mn-ea"/>
              </a:rPr>
              <a:t>演算器</a:t>
            </a:r>
          </a:p>
        </p:txBody>
      </p:sp>
      <p:sp>
        <p:nvSpPr>
          <p:cNvPr id="42" name="正方形/長方形 41">
            <a:extLst>
              <a:ext uri="{FF2B5EF4-FFF2-40B4-BE49-F238E27FC236}">
                <a16:creationId xmlns:a16="http://schemas.microsoft.com/office/drawing/2014/main" id="{82C19965-695E-73F5-050B-D151ED2CF91A}"/>
              </a:ext>
            </a:extLst>
          </p:cNvPr>
          <p:cNvSpPr/>
          <p:nvPr/>
        </p:nvSpPr>
        <p:spPr bwMode="auto">
          <a:xfrm>
            <a:off x="7896021" y="1268976"/>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tx1">
                    <a:lumMod val="75000"/>
                    <a:lumOff val="25000"/>
                  </a:schemeClr>
                </a:solidFill>
                <a:latin typeface="+mn-ea"/>
              </a:rPr>
              <a:t>else </a:t>
            </a:r>
            <a:r>
              <a:rPr lang="ja-JP" altLang="en-US" sz="1600" dirty="0">
                <a:solidFill>
                  <a:schemeClr val="tx1">
                    <a:lumMod val="75000"/>
                    <a:lumOff val="25000"/>
                  </a:schemeClr>
                </a:solidFill>
                <a:latin typeface="+mn-ea"/>
              </a:rPr>
              <a:t>節の実行</a:t>
            </a:r>
          </a:p>
        </p:txBody>
      </p:sp>
      <p:sp>
        <p:nvSpPr>
          <p:cNvPr id="43" name="正方形/長方形 42">
            <a:extLst>
              <a:ext uri="{FF2B5EF4-FFF2-40B4-BE49-F238E27FC236}">
                <a16:creationId xmlns:a16="http://schemas.microsoft.com/office/drawing/2014/main" id="{CD3A74A6-E7E5-C629-D31D-986622126BE9}"/>
              </a:ext>
            </a:extLst>
          </p:cNvPr>
          <p:cNvSpPr/>
          <p:nvPr/>
        </p:nvSpPr>
        <p:spPr bwMode="auto">
          <a:xfrm>
            <a:off x="8076023" y="3699003"/>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tx1">
                    <a:lumMod val="75000"/>
                    <a:lumOff val="25000"/>
                  </a:schemeClr>
                </a:solidFill>
                <a:latin typeface="+mn-ea"/>
              </a:rPr>
              <a:t>if </a:t>
            </a:r>
            <a:r>
              <a:rPr lang="ja-JP" altLang="en-US" sz="1600" dirty="0">
                <a:solidFill>
                  <a:schemeClr val="tx1">
                    <a:lumMod val="75000"/>
                    <a:lumOff val="25000"/>
                  </a:schemeClr>
                </a:solidFill>
                <a:latin typeface="+mn-ea"/>
              </a:rPr>
              <a:t>節の実行</a:t>
            </a:r>
          </a:p>
        </p:txBody>
      </p:sp>
      <p:sp>
        <p:nvSpPr>
          <p:cNvPr id="46" name="正方形/長方形 45">
            <a:extLst>
              <a:ext uri="{FF2B5EF4-FFF2-40B4-BE49-F238E27FC236}">
                <a16:creationId xmlns:a16="http://schemas.microsoft.com/office/drawing/2014/main" id="{0DC019C0-5106-7E5C-90C1-30655AEB724B}"/>
              </a:ext>
            </a:extLst>
          </p:cNvPr>
          <p:cNvSpPr/>
          <p:nvPr/>
        </p:nvSpPr>
        <p:spPr bwMode="auto">
          <a:xfrm>
            <a:off x="1955954" y="818972"/>
            <a:ext cx="3780042" cy="2790031"/>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tx1">
                    <a:lumMod val="75000"/>
                    <a:lumOff val="25000"/>
                  </a:schemeClr>
                </a:solidFill>
                <a:latin typeface="Consolas" panose="020B0609020204030204" pitchFamily="49" charset="0"/>
              </a:rPr>
              <a:t>int </a:t>
            </a:r>
            <a:r>
              <a:rPr lang="en-US" altLang="ja-JP" sz="1600" dirty="0" err="1">
                <a:solidFill>
                  <a:schemeClr val="tx1">
                    <a:lumMod val="75000"/>
                    <a:lumOff val="25000"/>
                  </a:schemeClr>
                </a:solidFill>
                <a:latin typeface="Consolas" panose="020B0609020204030204" pitchFamily="49" charset="0"/>
              </a:rPr>
              <a:t>branch_func</a:t>
            </a:r>
            <a:r>
              <a:rPr lang="en-US" altLang="ja-JP" sz="1600" dirty="0">
                <a:solidFill>
                  <a:schemeClr val="tx1">
                    <a:lumMod val="75000"/>
                    <a:lumOff val="25000"/>
                  </a:schemeClr>
                </a:solidFill>
                <a:latin typeface="Consolas" panose="020B0609020204030204" pitchFamily="49" charset="0"/>
              </a:rPr>
              <a:t>(int </a:t>
            </a:r>
            <a:r>
              <a:rPr lang="en-US" altLang="ja-JP" sz="1600" dirty="0" err="1">
                <a:solidFill>
                  <a:schemeClr val="tx1">
                    <a:lumMod val="75000"/>
                    <a:lumOff val="25000"/>
                  </a:schemeClr>
                </a:solidFill>
                <a:latin typeface="Consolas" panose="020B0609020204030204" pitchFamily="49" charset="0"/>
              </a:rPr>
              <a:t>t_id</a:t>
            </a:r>
            <a:r>
              <a:rPr lang="en-US" altLang="ja-JP" sz="1600" dirty="0">
                <a:solidFill>
                  <a:schemeClr val="tx1">
                    <a:lumMod val="75000"/>
                    <a:lumOff val="25000"/>
                  </a:schemeClr>
                </a:solidFill>
                <a:latin typeface="Consolas" panose="020B0609020204030204" pitchFamily="49" charset="0"/>
              </a:rPr>
              <a:t>, int i) {</a:t>
            </a:r>
          </a:p>
          <a:p>
            <a:r>
              <a:rPr lang="ja-JP" altLang="en-US" sz="1600" dirty="0">
                <a:solidFill>
                  <a:schemeClr val="tx1">
                    <a:lumMod val="75000"/>
                    <a:lumOff val="25000"/>
                  </a:schemeClr>
                </a:solidFill>
                <a:latin typeface="Consolas" panose="020B0609020204030204" pitchFamily="49" charset="0"/>
              </a:rPr>
              <a:t>    </a:t>
            </a:r>
            <a:r>
              <a:rPr lang="en-US" altLang="ja-JP" sz="1600" dirty="0">
                <a:solidFill>
                  <a:schemeClr val="tx1">
                    <a:lumMod val="75000"/>
                    <a:lumOff val="25000"/>
                  </a:schemeClr>
                </a:solidFill>
                <a:latin typeface="Consolas" panose="020B0609020204030204" pitchFamily="49" charset="0"/>
              </a:rPr>
              <a:t>if (</a:t>
            </a:r>
            <a:r>
              <a:rPr lang="en-US" altLang="ja-JP" sz="1600" dirty="0" err="1">
                <a:solidFill>
                  <a:schemeClr val="tx1">
                    <a:lumMod val="75000"/>
                    <a:lumOff val="25000"/>
                  </a:schemeClr>
                </a:solidFill>
                <a:latin typeface="Consolas" panose="020B0609020204030204" pitchFamily="49" charset="0"/>
              </a:rPr>
              <a:t>t_id</a:t>
            </a:r>
            <a:r>
              <a:rPr lang="en-US" altLang="ja-JP" sz="1600" dirty="0">
                <a:solidFill>
                  <a:schemeClr val="tx1">
                    <a:lumMod val="75000"/>
                    <a:lumOff val="25000"/>
                  </a:schemeClr>
                </a:solidFill>
                <a:latin typeface="Consolas" panose="020B0609020204030204" pitchFamily="49" charset="0"/>
              </a:rPr>
              <a:t> == 2)</a:t>
            </a:r>
          </a:p>
          <a:p>
            <a:r>
              <a:rPr lang="en-US" altLang="ja-JP" sz="1600" dirty="0">
                <a:solidFill>
                  <a:schemeClr val="tx1">
                    <a:lumMod val="75000"/>
                    <a:lumOff val="25000"/>
                  </a:schemeClr>
                </a:solidFill>
                <a:latin typeface="Consolas" panose="020B0609020204030204" pitchFamily="49" charset="0"/>
              </a:rPr>
              <a:t>       i++;        </a:t>
            </a:r>
          </a:p>
          <a:p>
            <a:r>
              <a:rPr lang="en-US" altLang="ja-JP" sz="1600" dirty="0">
                <a:solidFill>
                  <a:schemeClr val="tx1">
                    <a:lumMod val="75000"/>
                    <a:lumOff val="25000"/>
                  </a:schemeClr>
                </a:solidFill>
                <a:latin typeface="Consolas" panose="020B0609020204030204" pitchFamily="49" charset="0"/>
              </a:rPr>
              <a:t>    else            </a:t>
            </a:r>
          </a:p>
          <a:p>
            <a:r>
              <a:rPr lang="en-US" altLang="ja-JP" sz="1600" dirty="0">
                <a:solidFill>
                  <a:schemeClr val="tx1">
                    <a:lumMod val="75000"/>
                    <a:lumOff val="25000"/>
                  </a:schemeClr>
                </a:solidFill>
                <a:latin typeface="Consolas" panose="020B0609020204030204" pitchFamily="49" charset="0"/>
              </a:rPr>
              <a:t>       i--;        </a:t>
            </a:r>
          </a:p>
          <a:p>
            <a:r>
              <a:rPr lang="en-US" altLang="ja-JP" sz="1600" dirty="0">
                <a:solidFill>
                  <a:schemeClr val="tx1">
                    <a:lumMod val="75000"/>
                    <a:lumOff val="25000"/>
                  </a:schemeClr>
                </a:solidFill>
                <a:latin typeface="Consolas" panose="020B0609020204030204" pitchFamily="49" charset="0"/>
              </a:rPr>
              <a:t>    return i;    </a:t>
            </a:r>
          </a:p>
          <a:p>
            <a:r>
              <a:rPr lang="en-US" altLang="ja-JP" sz="1600" dirty="0">
                <a:solidFill>
                  <a:schemeClr val="tx1">
                    <a:lumMod val="75000"/>
                    <a:lumOff val="25000"/>
                  </a:schemeClr>
                </a:solidFill>
                <a:latin typeface="Consolas" panose="020B0609020204030204" pitchFamily="49" charset="0"/>
              </a:rPr>
              <a:t>}</a:t>
            </a:r>
            <a:endParaRPr lang="ja-JP" altLang="en-US" sz="1600" dirty="0">
              <a:solidFill>
                <a:schemeClr val="tx1">
                  <a:lumMod val="75000"/>
                  <a:lumOff val="25000"/>
                </a:schemeClr>
              </a:solidFill>
              <a:latin typeface="Consolas" panose="020B0609020204030204" pitchFamily="49" charset="0"/>
            </a:endParaRPr>
          </a:p>
        </p:txBody>
      </p:sp>
      <p:sp>
        <p:nvSpPr>
          <p:cNvPr id="47" name="テキスト プレースホルダー 2">
            <a:extLst>
              <a:ext uri="{FF2B5EF4-FFF2-40B4-BE49-F238E27FC236}">
                <a16:creationId xmlns:a16="http://schemas.microsoft.com/office/drawing/2014/main" id="{96D6D80B-FA8C-0DF9-FD0D-6A622393DBB3}"/>
              </a:ext>
            </a:extLst>
          </p:cNvPr>
          <p:cNvSpPr>
            <a:spLocks noGrp="1"/>
          </p:cNvSpPr>
          <p:nvPr>
            <p:ph type="body" sz="quarter" idx="10"/>
          </p:nvPr>
        </p:nvSpPr>
        <p:spPr>
          <a:xfrm>
            <a:off x="2135957" y="3338999"/>
            <a:ext cx="4950055" cy="2969726"/>
          </a:xfrm>
        </p:spPr>
        <p:txBody>
          <a:bodyPr/>
          <a:lstStyle/>
          <a:p>
            <a:r>
              <a:rPr kumimoji="1" lang="en-US" altLang="ja-JP" dirty="0"/>
              <a:t>else </a:t>
            </a:r>
            <a:r>
              <a:rPr kumimoji="1" lang="ja-JP" altLang="en-US" dirty="0"/>
              <a:t>と </a:t>
            </a:r>
            <a:r>
              <a:rPr kumimoji="1" lang="en-US" altLang="ja-JP" dirty="0"/>
              <a:t>if </a:t>
            </a:r>
            <a:r>
              <a:rPr kumimoji="1" lang="ja-JP" altLang="en-US" dirty="0"/>
              <a:t>の ２回に分けて実行される</a:t>
            </a:r>
            <a:endParaRPr kumimoji="1" lang="en-US" altLang="ja-JP" dirty="0"/>
          </a:p>
          <a:p>
            <a:pPr lvl="1"/>
            <a:r>
              <a:rPr kumimoji="1" lang="ja-JP" altLang="en-US" dirty="0"/>
              <a:t>この例では実行速度が </a:t>
            </a:r>
            <a:r>
              <a:rPr kumimoji="1" lang="en-US" altLang="ja-JP" dirty="0"/>
              <a:t>½ </a:t>
            </a:r>
            <a:r>
              <a:rPr kumimoji="1" lang="ja-JP" altLang="en-US" dirty="0"/>
              <a:t>に</a:t>
            </a:r>
            <a:endParaRPr kumimoji="1" lang="en-US" altLang="ja-JP" dirty="0"/>
          </a:p>
        </p:txBody>
      </p:sp>
    </p:spTree>
    <p:extLst>
      <p:ext uri="{BB962C8B-B14F-4D97-AF65-F5344CB8AC3E}">
        <p14:creationId xmlns:p14="http://schemas.microsoft.com/office/powerpoint/2010/main" val="388366504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E62E807-F7A0-A62B-79FC-9477A70D980E}"/>
              </a:ext>
            </a:extLst>
          </p:cNvPr>
          <p:cNvSpPr>
            <a:spLocks noGrp="1"/>
          </p:cNvSpPr>
          <p:nvPr>
            <p:ph type="title"/>
          </p:nvPr>
        </p:nvSpPr>
        <p:spPr/>
        <p:txBody>
          <a:bodyPr/>
          <a:lstStyle/>
          <a:p>
            <a:r>
              <a:rPr kumimoji="1" lang="ja-JP" altLang="en-US" dirty="0"/>
              <a:t>カレー屋さんにおける </a:t>
            </a:r>
            <a:r>
              <a:rPr kumimoji="1" lang="en-US" altLang="ja-JP" dirty="0"/>
              <a:t>branch divergence </a:t>
            </a:r>
            <a:endParaRPr kumimoji="1" lang="ja-JP" altLang="en-US" dirty="0"/>
          </a:p>
        </p:txBody>
      </p:sp>
      <p:sp>
        <p:nvSpPr>
          <p:cNvPr id="3" name="テキスト プレースホルダー 2">
            <a:extLst>
              <a:ext uri="{FF2B5EF4-FFF2-40B4-BE49-F238E27FC236}">
                <a16:creationId xmlns:a16="http://schemas.microsoft.com/office/drawing/2014/main" id="{7D7A7172-4B4F-C73C-AB41-733900823878}"/>
              </a:ext>
            </a:extLst>
          </p:cNvPr>
          <p:cNvSpPr>
            <a:spLocks noGrp="1"/>
          </p:cNvSpPr>
          <p:nvPr>
            <p:ph type="body" sz="quarter" idx="10"/>
          </p:nvPr>
        </p:nvSpPr>
        <p:spPr>
          <a:xfrm>
            <a:off x="155934" y="908972"/>
            <a:ext cx="4590051" cy="5490061"/>
          </a:xfrm>
        </p:spPr>
        <p:txBody>
          <a:bodyPr/>
          <a:lstStyle/>
          <a:p>
            <a:r>
              <a:rPr kumimoji="1" lang="ja-JP" altLang="en-US" dirty="0"/>
              <a:t>レシピに分岐があるとする</a:t>
            </a:r>
            <a:endParaRPr kumimoji="1" lang="en-US" altLang="ja-JP" dirty="0"/>
          </a:p>
          <a:p>
            <a:pPr lvl="1"/>
            <a:r>
              <a:rPr lang="ja-JP" altLang="en-US" dirty="0"/>
              <a:t>鶏肉か？牛肉か？</a:t>
            </a:r>
            <a:endParaRPr lang="en-US" altLang="ja-JP" dirty="0"/>
          </a:p>
          <a:p>
            <a:r>
              <a:rPr kumimoji="1" lang="ja-JP" altLang="en-US" dirty="0"/>
              <a:t>レシピの「今ここやってます」が分散する</a:t>
            </a:r>
            <a:endParaRPr kumimoji="1" lang="en-US" altLang="ja-JP" dirty="0"/>
          </a:p>
          <a:p>
            <a:pPr lvl="1"/>
            <a:r>
              <a:rPr lang="ja-JP" altLang="en-US" dirty="0"/>
              <a:t>レシピ読み上げ指示の一人は一箇所しか読めない</a:t>
            </a:r>
            <a:endParaRPr lang="en-US" altLang="ja-JP" dirty="0"/>
          </a:p>
          <a:p>
            <a:r>
              <a:rPr kumimoji="1" lang="ja-JP" altLang="en-US" dirty="0"/>
              <a:t>鶏肉の処理をやってから，</a:t>
            </a:r>
            <a:br>
              <a:rPr kumimoji="1" lang="en-US" altLang="ja-JP" dirty="0"/>
            </a:br>
            <a:r>
              <a:rPr kumimoji="1" lang="ja-JP" altLang="en-US" dirty="0"/>
              <a:t>牛肉の処理を時分割でやる</a:t>
            </a:r>
            <a:endParaRPr kumimoji="1" lang="en-US" altLang="ja-JP" dirty="0"/>
          </a:p>
          <a:p>
            <a:pPr lvl="1"/>
            <a:r>
              <a:rPr kumimoji="1" lang="ja-JP" altLang="en-US" dirty="0"/>
              <a:t>鶏肉の処理をしている間</a:t>
            </a:r>
            <a:r>
              <a:rPr lang="ja-JP" altLang="en-US" dirty="0"/>
              <a:t>は</a:t>
            </a:r>
            <a:br>
              <a:rPr lang="en-US" altLang="ja-JP" dirty="0"/>
            </a:br>
            <a:r>
              <a:rPr lang="ja-JP" altLang="en-US" dirty="0"/>
              <a:t>下の２本は何もせず無駄</a:t>
            </a:r>
            <a:endParaRPr kumimoji="1" lang="ja-JP" altLang="en-US" dirty="0"/>
          </a:p>
        </p:txBody>
      </p:sp>
      <p:sp>
        <p:nvSpPr>
          <p:cNvPr id="22" name="平行四辺形 21">
            <a:extLst>
              <a:ext uri="{FF2B5EF4-FFF2-40B4-BE49-F238E27FC236}">
                <a16:creationId xmlns:a16="http://schemas.microsoft.com/office/drawing/2014/main" id="{2562AFD0-35D7-5E26-09FD-DFEFDD8BB360}"/>
              </a:ext>
            </a:extLst>
          </p:cNvPr>
          <p:cNvSpPr/>
          <p:nvPr/>
        </p:nvSpPr>
        <p:spPr bwMode="auto">
          <a:xfrm>
            <a:off x="8436027" y="2465977"/>
            <a:ext cx="15624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23" name="正方形/長方形 22">
            <a:extLst>
              <a:ext uri="{FF2B5EF4-FFF2-40B4-BE49-F238E27FC236}">
                <a16:creationId xmlns:a16="http://schemas.microsoft.com/office/drawing/2014/main" id="{33D714F3-BAD7-928B-EE3D-3616D0384A97}"/>
              </a:ext>
            </a:extLst>
          </p:cNvPr>
          <p:cNvSpPr/>
          <p:nvPr/>
        </p:nvSpPr>
        <p:spPr>
          <a:xfrm>
            <a:off x="8886032" y="1655968"/>
            <a:ext cx="1440016" cy="738664"/>
          </a:xfrm>
          <a:prstGeom prst="rect">
            <a:avLst/>
          </a:prstGeom>
        </p:spPr>
        <p:txBody>
          <a:bodyPr wrap="squar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24" name="平行四辺形 23">
            <a:extLst>
              <a:ext uri="{FF2B5EF4-FFF2-40B4-BE49-F238E27FC236}">
                <a16:creationId xmlns:a16="http://schemas.microsoft.com/office/drawing/2014/main" id="{A2E9BB60-E24A-174E-424D-734F9E00CF8E}"/>
              </a:ext>
            </a:extLst>
          </p:cNvPr>
          <p:cNvSpPr/>
          <p:nvPr/>
        </p:nvSpPr>
        <p:spPr bwMode="auto">
          <a:xfrm>
            <a:off x="10056045" y="1835970"/>
            <a:ext cx="15624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25" name="正方形/長方形 24">
            <a:extLst>
              <a:ext uri="{FF2B5EF4-FFF2-40B4-BE49-F238E27FC236}">
                <a16:creationId xmlns:a16="http://schemas.microsoft.com/office/drawing/2014/main" id="{C8CB0951-B1B4-318A-6039-BF7637EEF8DB}"/>
              </a:ext>
            </a:extLst>
          </p:cNvPr>
          <p:cNvSpPr/>
          <p:nvPr/>
        </p:nvSpPr>
        <p:spPr>
          <a:xfrm>
            <a:off x="10416049" y="1025961"/>
            <a:ext cx="865983" cy="738664"/>
          </a:xfrm>
          <a:prstGeom prst="rect">
            <a:avLst/>
          </a:prstGeom>
        </p:spPr>
        <p:txBody>
          <a:bodyPr wrap="square">
            <a:spAutoFit/>
          </a:bodyPr>
          <a:lstStyle/>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ﾟーﾟ</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26" name="角丸四角形吹き出し 44">
            <a:extLst>
              <a:ext uri="{FF2B5EF4-FFF2-40B4-BE49-F238E27FC236}">
                <a16:creationId xmlns:a16="http://schemas.microsoft.com/office/drawing/2014/main" id="{6CF46585-9A7A-B506-4C28-E1AC88623884}"/>
              </a:ext>
            </a:extLst>
          </p:cNvPr>
          <p:cNvSpPr/>
          <p:nvPr/>
        </p:nvSpPr>
        <p:spPr bwMode="auto">
          <a:xfrm>
            <a:off x="9156034" y="935960"/>
            <a:ext cx="1170012" cy="522648"/>
          </a:xfrm>
          <a:prstGeom prst="wedgeRoundRectCallout">
            <a:avLst>
              <a:gd name="adj1" fmla="val -36493"/>
              <a:gd name="adj2" fmla="val 100662"/>
              <a:gd name="adj3" fmla="val 16667"/>
            </a:avLst>
          </a:prstGeom>
          <a:ln>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400" dirty="0">
                <a:solidFill>
                  <a:schemeClr val="tx1">
                    <a:lumMod val="65000"/>
                    <a:lumOff val="35000"/>
                  </a:schemeClr>
                </a:solidFill>
                <a:latin typeface="Arial Narrow" panose="020B0606020202030204" pitchFamily="34" charset="0"/>
              </a:rPr>
              <a:t>鶏肉かい？</a:t>
            </a:r>
          </a:p>
        </p:txBody>
      </p:sp>
      <p:sp>
        <p:nvSpPr>
          <p:cNvPr id="27" name="平行四辺形 26">
            <a:extLst>
              <a:ext uri="{FF2B5EF4-FFF2-40B4-BE49-F238E27FC236}">
                <a16:creationId xmlns:a16="http://schemas.microsoft.com/office/drawing/2014/main" id="{CBFCE05D-19A5-7196-6DC0-7E6288044B18}"/>
              </a:ext>
            </a:extLst>
          </p:cNvPr>
          <p:cNvSpPr/>
          <p:nvPr/>
        </p:nvSpPr>
        <p:spPr bwMode="auto">
          <a:xfrm>
            <a:off x="10056045" y="2465977"/>
            <a:ext cx="15624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28" name="平行四辺形 27">
            <a:extLst>
              <a:ext uri="{FF2B5EF4-FFF2-40B4-BE49-F238E27FC236}">
                <a16:creationId xmlns:a16="http://schemas.microsoft.com/office/drawing/2014/main" id="{9FA79FB5-FFF6-8875-73FD-561DCEF34B99}"/>
              </a:ext>
            </a:extLst>
          </p:cNvPr>
          <p:cNvSpPr/>
          <p:nvPr/>
        </p:nvSpPr>
        <p:spPr bwMode="auto">
          <a:xfrm>
            <a:off x="9966044" y="3104946"/>
            <a:ext cx="15624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cxnSp>
        <p:nvCxnSpPr>
          <p:cNvPr id="29" name="直線矢印コネクタ 28">
            <a:extLst>
              <a:ext uri="{FF2B5EF4-FFF2-40B4-BE49-F238E27FC236}">
                <a16:creationId xmlns:a16="http://schemas.microsoft.com/office/drawing/2014/main" id="{561E45C5-4DE6-F6AA-352F-63CB5284C660}"/>
              </a:ext>
            </a:extLst>
          </p:cNvPr>
          <p:cNvCxnSpPr>
            <a:cxnSpLocks/>
          </p:cNvCxnSpPr>
          <p:nvPr/>
        </p:nvCxnSpPr>
        <p:spPr bwMode="auto">
          <a:xfrm flipV="1">
            <a:off x="9786042" y="2105973"/>
            <a:ext cx="540006" cy="450005"/>
          </a:xfrm>
          <a:prstGeom prst="straightConnector1">
            <a:avLst/>
          </a:prstGeom>
          <a:ln w="57150">
            <a:headEnd type="none" w="med" len="med"/>
            <a:tailEnd type="triangle"/>
          </a:ln>
        </p:spPr>
        <p:style>
          <a:lnRef idx="2">
            <a:schemeClr val="accent5"/>
          </a:lnRef>
          <a:fillRef idx="0">
            <a:schemeClr val="accent5"/>
          </a:fillRef>
          <a:effectRef idx="1">
            <a:schemeClr val="accent5"/>
          </a:effectRef>
          <a:fontRef idx="minor">
            <a:schemeClr val="tx1"/>
          </a:fontRef>
        </p:style>
      </p:cxnSp>
      <p:cxnSp>
        <p:nvCxnSpPr>
          <p:cNvPr id="30" name="直線矢印コネクタ 29">
            <a:extLst>
              <a:ext uri="{FF2B5EF4-FFF2-40B4-BE49-F238E27FC236}">
                <a16:creationId xmlns:a16="http://schemas.microsoft.com/office/drawing/2014/main" id="{399D1826-3B05-ED77-4BAF-49A6CDCDA7B7}"/>
              </a:ext>
            </a:extLst>
          </p:cNvPr>
          <p:cNvCxnSpPr>
            <a:cxnSpLocks/>
          </p:cNvCxnSpPr>
          <p:nvPr/>
        </p:nvCxnSpPr>
        <p:spPr bwMode="auto">
          <a:xfrm>
            <a:off x="9786042" y="2735980"/>
            <a:ext cx="540006" cy="0"/>
          </a:xfrm>
          <a:prstGeom prst="straightConnector1">
            <a:avLst/>
          </a:prstGeom>
          <a:ln w="57150">
            <a:headEnd type="none" w="med" len="med"/>
            <a:tailEnd type="triangle"/>
          </a:ln>
        </p:spPr>
        <p:style>
          <a:lnRef idx="2">
            <a:schemeClr val="accent5"/>
          </a:lnRef>
          <a:fillRef idx="0">
            <a:schemeClr val="accent5"/>
          </a:fillRef>
          <a:effectRef idx="1">
            <a:schemeClr val="accent5"/>
          </a:effectRef>
          <a:fontRef idx="minor">
            <a:schemeClr val="tx1"/>
          </a:fontRef>
        </p:style>
      </p:cxnSp>
      <p:cxnSp>
        <p:nvCxnSpPr>
          <p:cNvPr id="31" name="直線矢印コネクタ 30">
            <a:extLst>
              <a:ext uri="{FF2B5EF4-FFF2-40B4-BE49-F238E27FC236}">
                <a16:creationId xmlns:a16="http://schemas.microsoft.com/office/drawing/2014/main" id="{9A9D7FAA-92C1-FB38-F1F5-AF870AA4BA38}"/>
              </a:ext>
            </a:extLst>
          </p:cNvPr>
          <p:cNvCxnSpPr>
            <a:cxnSpLocks/>
          </p:cNvCxnSpPr>
          <p:nvPr/>
        </p:nvCxnSpPr>
        <p:spPr bwMode="auto">
          <a:xfrm>
            <a:off x="9786042" y="2825981"/>
            <a:ext cx="540006" cy="540006"/>
          </a:xfrm>
          <a:prstGeom prst="straightConnector1">
            <a:avLst/>
          </a:prstGeom>
          <a:ln w="57150">
            <a:headEnd type="none" w="med" len="med"/>
            <a:tailEnd type="triangle"/>
          </a:ln>
        </p:spPr>
        <p:style>
          <a:lnRef idx="2">
            <a:schemeClr val="accent5"/>
          </a:lnRef>
          <a:fillRef idx="0">
            <a:schemeClr val="accent5"/>
          </a:fillRef>
          <a:effectRef idx="1">
            <a:schemeClr val="accent5"/>
          </a:effectRef>
          <a:fontRef idx="minor">
            <a:schemeClr val="tx1"/>
          </a:fontRef>
        </p:style>
      </p:cxnSp>
      <p:sp>
        <p:nvSpPr>
          <p:cNvPr id="34" name="正方形/長方形 33">
            <a:extLst>
              <a:ext uri="{FF2B5EF4-FFF2-40B4-BE49-F238E27FC236}">
                <a16:creationId xmlns:a16="http://schemas.microsoft.com/office/drawing/2014/main" id="{6513FC4C-2DA3-04DC-B256-F12E79472296}"/>
              </a:ext>
            </a:extLst>
          </p:cNvPr>
          <p:cNvSpPr/>
          <p:nvPr/>
        </p:nvSpPr>
        <p:spPr bwMode="auto">
          <a:xfrm>
            <a:off x="5555994" y="1295965"/>
            <a:ext cx="2790031" cy="1980022"/>
          </a:xfrm>
          <a:prstGeom prst="rect">
            <a:avLst/>
          </a:prstGeom>
          <a:solidFill>
            <a:schemeClr val="bg1"/>
          </a:solidFill>
          <a:ln>
            <a:solidFill>
              <a:schemeClr val="accent4"/>
            </a:solidFill>
            <a:headEnd/>
            <a:tailEnd type="none" w="sm" len="med"/>
          </a:ln>
        </p:spPr>
        <p:style>
          <a:lnRef idx="2">
            <a:schemeClr val="accent4">
              <a:shade val="15000"/>
            </a:schemeClr>
          </a:lnRef>
          <a:fillRef idx="1">
            <a:schemeClr val="accent4"/>
          </a:fillRef>
          <a:effectRef idx="0">
            <a:schemeClr val="accent4"/>
          </a:effectRef>
          <a:fontRef idx="minor">
            <a:schemeClr val="lt1"/>
          </a:fontRef>
        </p:style>
        <p:txBody>
          <a:bodyPr rot="0" spcFirstLastPara="0" vertOverflow="overflow" horzOverflow="overflow" vert="horz" wrap="none" lIns="91440" tIns="45720" rIns="91440" bIns="45720" numCol="1" spcCol="0" rtlCol="0" fromWordArt="0" anchor="t" anchorCtr="0" forceAA="0" compatLnSpc="1">
            <a:prstTxWarp prst="textNoShape">
              <a:avLst/>
            </a:prstTxWarp>
            <a:noAutofit/>
          </a:bodyPr>
          <a:lstStyle/>
          <a:p>
            <a:pPr>
              <a:lnSpc>
                <a:spcPct val="150000"/>
              </a:lnSpc>
            </a:pPr>
            <a:r>
              <a:rPr lang="en-US" altLang="ja-JP" sz="1600" dirty="0">
                <a:solidFill>
                  <a:schemeClr val="accent4"/>
                </a:solidFill>
                <a:latin typeface="Arial Narrow" panose="020B0606020202030204" pitchFamily="34" charset="0"/>
              </a:rPr>
              <a:t>1. </a:t>
            </a:r>
            <a:r>
              <a:rPr lang="ja-JP" altLang="en-US" sz="1600" dirty="0">
                <a:solidFill>
                  <a:schemeClr val="accent4"/>
                </a:solidFill>
                <a:latin typeface="Arial Narrow" panose="020B0606020202030204" pitchFamily="34" charset="0"/>
              </a:rPr>
              <a:t>人参を切る</a:t>
            </a:r>
            <a:endParaRPr lang="en-US" altLang="ja-JP" sz="1600" dirty="0">
              <a:solidFill>
                <a:schemeClr val="accent4"/>
              </a:solidFill>
              <a:latin typeface="Arial Narrow" panose="020B0606020202030204" pitchFamily="34" charset="0"/>
            </a:endParaRPr>
          </a:p>
          <a:p>
            <a:pPr>
              <a:lnSpc>
                <a:spcPct val="150000"/>
              </a:lnSpc>
            </a:pPr>
            <a:r>
              <a:rPr lang="en-US" altLang="ja-JP" sz="1600" dirty="0">
                <a:solidFill>
                  <a:schemeClr val="accent4"/>
                </a:solidFill>
                <a:latin typeface="Arial Narrow" panose="020B0606020202030204" pitchFamily="34" charset="0"/>
              </a:rPr>
              <a:t>2. </a:t>
            </a:r>
            <a:r>
              <a:rPr lang="ja-JP" altLang="en-US" sz="1600" dirty="0">
                <a:solidFill>
                  <a:schemeClr val="accent4"/>
                </a:solidFill>
                <a:latin typeface="Arial Narrow" panose="020B0606020202030204" pitchFamily="34" charset="0"/>
              </a:rPr>
              <a:t>もし鶏肉なら？</a:t>
            </a:r>
            <a:endParaRPr lang="en-US" altLang="ja-JP" sz="1600" dirty="0">
              <a:solidFill>
                <a:schemeClr val="accent4"/>
              </a:solidFill>
              <a:latin typeface="Arial Narrow" panose="020B0606020202030204" pitchFamily="34" charset="0"/>
            </a:endParaRPr>
          </a:p>
          <a:p>
            <a:pPr>
              <a:lnSpc>
                <a:spcPct val="150000"/>
              </a:lnSpc>
            </a:pPr>
            <a:r>
              <a:rPr lang="en-US" altLang="ja-JP" sz="1600" dirty="0">
                <a:solidFill>
                  <a:schemeClr val="accent4"/>
                </a:solidFill>
                <a:latin typeface="Arial Narrow" panose="020B0606020202030204" pitchFamily="34" charset="0"/>
              </a:rPr>
              <a:t>3.     </a:t>
            </a:r>
            <a:r>
              <a:rPr lang="ja-JP" altLang="en-US" sz="1600" dirty="0">
                <a:solidFill>
                  <a:schemeClr val="accent4"/>
                </a:solidFill>
                <a:latin typeface="Arial Narrow" panose="020B0606020202030204" pitchFamily="34" charset="0"/>
              </a:rPr>
              <a:t>皮を取る</a:t>
            </a:r>
            <a:endParaRPr lang="en-US" altLang="ja-JP" sz="1600" dirty="0">
              <a:solidFill>
                <a:schemeClr val="accent4"/>
              </a:solidFill>
              <a:latin typeface="Arial Narrow" panose="020B0606020202030204" pitchFamily="34" charset="0"/>
            </a:endParaRPr>
          </a:p>
          <a:p>
            <a:pPr>
              <a:lnSpc>
                <a:spcPct val="150000"/>
              </a:lnSpc>
            </a:pPr>
            <a:r>
              <a:rPr lang="en-US" altLang="ja-JP" sz="1600" dirty="0">
                <a:solidFill>
                  <a:schemeClr val="accent4"/>
                </a:solidFill>
                <a:latin typeface="Arial Narrow" panose="020B0606020202030204" pitchFamily="34" charset="0"/>
              </a:rPr>
              <a:t>4. </a:t>
            </a:r>
            <a:r>
              <a:rPr lang="ja-JP" altLang="en-US" sz="1600" dirty="0">
                <a:solidFill>
                  <a:schemeClr val="accent4"/>
                </a:solidFill>
                <a:latin typeface="Arial Narrow" panose="020B0606020202030204" pitchFamily="34" charset="0"/>
              </a:rPr>
              <a:t>牛肉なら</a:t>
            </a:r>
            <a:endParaRPr lang="en-US" altLang="ja-JP" sz="1600" dirty="0">
              <a:solidFill>
                <a:schemeClr val="accent4"/>
              </a:solidFill>
              <a:latin typeface="Arial Narrow" panose="020B0606020202030204" pitchFamily="34" charset="0"/>
            </a:endParaRPr>
          </a:p>
          <a:p>
            <a:pPr>
              <a:lnSpc>
                <a:spcPct val="150000"/>
              </a:lnSpc>
            </a:pPr>
            <a:r>
              <a:rPr lang="en-US" altLang="ja-JP" sz="1600" dirty="0">
                <a:solidFill>
                  <a:schemeClr val="accent4"/>
                </a:solidFill>
                <a:latin typeface="Arial Narrow" panose="020B0606020202030204" pitchFamily="34" charset="0"/>
              </a:rPr>
              <a:t>5.      </a:t>
            </a:r>
            <a:r>
              <a:rPr lang="ja-JP" altLang="en-US" sz="1600" dirty="0">
                <a:solidFill>
                  <a:schemeClr val="accent4"/>
                </a:solidFill>
                <a:latin typeface="Arial Narrow" panose="020B0606020202030204" pitchFamily="34" charset="0"/>
              </a:rPr>
              <a:t>筋を切る</a:t>
            </a:r>
          </a:p>
        </p:txBody>
      </p:sp>
      <p:cxnSp>
        <p:nvCxnSpPr>
          <p:cNvPr id="35" name="直線矢印コネクタ 34">
            <a:extLst>
              <a:ext uri="{FF2B5EF4-FFF2-40B4-BE49-F238E27FC236}">
                <a16:creationId xmlns:a16="http://schemas.microsoft.com/office/drawing/2014/main" id="{0B7FF975-6C62-8ED1-FD4A-DA6612618DDB}"/>
              </a:ext>
            </a:extLst>
          </p:cNvPr>
          <p:cNvCxnSpPr>
            <a:cxnSpLocks/>
          </p:cNvCxnSpPr>
          <p:nvPr/>
        </p:nvCxnSpPr>
        <p:spPr bwMode="auto">
          <a:xfrm>
            <a:off x="4745985" y="1925971"/>
            <a:ext cx="360004" cy="0"/>
          </a:xfrm>
          <a:prstGeom prst="straightConnector1">
            <a:avLst/>
          </a:prstGeom>
          <a:ln w="76200">
            <a:headEnd type="none" w="med" len="med"/>
            <a:tailEnd type="triangle"/>
          </a:ln>
        </p:spPr>
        <p:style>
          <a:lnRef idx="3">
            <a:schemeClr val="accent5"/>
          </a:lnRef>
          <a:fillRef idx="0">
            <a:schemeClr val="accent5"/>
          </a:fillRef>
          <a:effectRef idx="2">
            <a:schemeClr val="accent5"/>
          </a:effectRef>
          <a:fontRef idx="minor">
            <a:schemeClr val="tx1"/>
          </a:fontRef>
        </p:style>
      </p:cxnSp>
      <p:cxnSp>
        <p:nvCxnSpPr>
          <p:cNvPr id="36" name="直線矢印コネクタ 35">
            <a:extLst>
              <a:ext uri="{FF2B5EF4-FFF2-40B4-BE49-F238E27FC236}">
                <a16:creationId xmlns:a16="http://schemas.microsoft.com/office/drawing/2014/main" id="{FA119832-D5F8-A04C-F179-D033DAE4EF87}"/>
              </a:ext>
            </a:extLst>
          </p:cNvPr>
          <p:cNvCxnSpPr>
            <a:cxnSpLocks/>
          </p:cNvCxnSpPr>
          <p:nvPr/>
        </p:nvCxnSpPr>
        <p:spPr bwMode="auto">
          <a:xfrm>
            <a:off x="4295980" y="1925971"/>
            <a:ext cx="360004" cy="0"/>
          </a:xfrm>
          <a:prstGeom prst="straightConnector1">
            <a:avLst/>
          </a:prstGeom>
          <a:ln w="76200">
            <a:headEnd type="none" w="med" len="med"/>
            <a:tailEnd type="triangle"/>
          </a:ln>
        </p:spPr>
        <p:style>
          <a:lnRef idx="3">
            <a:schemeClr val="accent5"/>
          </a:lnRef>
          <a:fillRef idx="0">
            <a:schemeClr val="accent5"/>
          </a:fillRef>
          <a:effectRef idx="2">
            <a:schemeClr val="accent5"/>
          </a:effectRef>
          <a:fontRef idx="minor">
            <a:schemeClr val="tx1"/>
          </a:fontRef>
        </p:style>
      </p:cxnSp>
      <p:cxnSp>
        <p:nvCxnSpPr>
          <p:cNvPr id="37" name="直線矢印コネクタ 36">
            <a:extLst>
              <a:ext uri="{FF2B5EF4-FFF2-40B4-BE49-F238E27FC236}">
                <a16:creationId xmlns:a16="http://schemas.microsoft.com/office/drawing/2014/main" id="{5B8DE9FA-C935-7440-54C6-12C1BA7C8A00}"/>
              </a:ext>
            </a:extLst>
          </p:cNvPr>
          <p:cNvCxnSpPr>
            <a:cxnSpLocks/>
          </p:cNvCxnSpPr>
          <p:nvPr/>
        </p:nvCxnSpPr>
        <p:spPr bwMode="auto">
          <a:xfrm>
            <a:off x="5195990" y="1925971"/>
            <a:ext cx="360004" cy="0"/>
          </a:xfrm>
          <a:prstGeom prst="straightConnector1">
            <a:avLst/>
          </a:prstGeom>
          <a:ln w="76200">
            <a:headEnd type="none" w="med" len="med"/>
            <a:tailEnd type="triangle"/>
          </a:ln>
        </p:spPr>
        <p:style>
          <a:lnRef idx="3">
            <a:schemeClr val="accent5"/>
          </a:lnRef>
          <a:fillRef idx="0">
            <a:schemeClr val="accent5"/>
          </a:fillRef>
          <a:effectRef idx="2">
            <a:schemeClr val="accent5"/>
          </a:effectRef>
          <a:fontRef idx="minor">
            <a:schemeClr val="tx1"/>
          </a:fontRef>
        </p:style>
      </p:cxnSp>
      <p:sp>
        <p:nvSpPr>
          <p:cNvPr id="38" name="正方形/長方形 37">
            <a:extLst>
              <a:ext uri="{FF2B5EF4-FFF2-40B4-BE49-F238E27FC236}">
                <a16:creationId xmlns:a16="http://schemas.microsoft.com/office/drawing/2014/main" id="{DF148457-3CC5-C61F-5FDE-DFE8136DF65D}"/>
              </a:ext>
            </a:extLst>
          </p:cNvPr>
          <p:cNvSpPr/>
          <p:nvPr/>
        </p:nvSpPr>
        <p:spPr bwMode="auto">
          <a:xfrm>
            <a:off x="4295980" y="6309032"/>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600" dirty="0">
                <a:solidFill>
                  <a:schemeClr val="accent5"/>
                </a:solidFill>
                <a:latin typeface="+mn-ea"/>
              </a:rPr>
              <a:t>今ここしおりが分散</a:t>
            </a:r>
          </a:p>
        </p:txBody>
      </p:sp>
      <p:sp>
        <p:nvSpPr>
          <p:cNvPr id="39" name="角丸四角形 46">
            <a:extLst>
              <a:ext uri="{FF2B5EF4-FFF2-40B4-BE49-F238E27FC236}">
                <a16:creationId xmlns:a16="http://schemas.microsoft.com/office/drawing/2014/main" id="{E04BD551-F3C2-3F98-5834-D32194A46773}"/>
              </a:ext>
            </a:extLst>
          </p:cNvPr>
          <p:cNvSpPr/>
          <p:nvPr/>
        </p:nvSpPr>
        <p:spPr bwMode="auto">
          <a:xfrm>
            <a:off x="8796031" y="2375976"/>
            <a:ext cx="720008" cy="360004"/>
          </a:xfrm>
          <a:prstGeom prst="roundRect">
            <a:avLst/>
          </a:prstGeom>
          <a:ln>
            <a:headEnd/>
            <a:tailEnd type="triangle" w="sm" len="med"/>
          </a:ln>
        </p:spPr>
        <p:style>
          <a:lnRef idx="2">
            <a:schemeClr val="accent4">
              <a:shade val="15000"/>
            </a:schemeClr>
          </a:lnRef>
          <a:fillRef idx="1">
            <a:schemeClr val="accent4"/>
          </a:fillRef>
          <a:effectRef idx="0">
            <a:schemeClr val="accent4"/>
          </a:effectRef>
          <a:fontRef idx="minor">
            <a:schemeClr val="lt1"/>
          </a:fontRef>
        </p:style>
        <p:txBody>
          <a:bodyPr wrap="none" rtlCol="0" anchor="ctr"/>
          <a:lstStyle/>
          <a:p>
            <a:pPr algn="ctr"/>
            <a:r>
              <a:rPr kumimoji="1" lang="ja-JP" altLang="en-US" sz="1200" b="1" dirty="0">
                <a:solidFill>
                  <a:schemeClr val="bg1"/>
                </a:solidFill>
                <a:latin typeface="Arial Narrow" panose="020B0606020202030204" pitchFamily="34" charset="0"/>
              </a:rPr>
              <a:t>肉の確認</a:t>
            </a:r>
          </a:p>
        </p:txBody>
      </p:sp>
      <p:sp>
        <p:nvSpPr>
          <p:cNvPr id="40" name="平行四辺形 39">
            <a:extLst>
              <a:ext uri="{FF2B5EF4-FFF2-40B4-BE49-F238E27FC236}">
                <a16:creationId xmlns:a16="http://schemas.microsoft.com/office/drawing/2014/main" id="{59642969-33CB-856F-55FC-57CD2A40FE51}"/>
              </a:ext>
            </a:extLst>
          </p:cNvPr>
          <p:cNvSpPr/>
          <p:nvPr/>
        </p:nvSpPr>
        <p:spPr bwMode="auto">
          <a:xfrm>
            <a:off x="8436027" y="5499022"/>
            <a:ext cx="15624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41" name="正方形/長方形 40">
            <a:extLst>
              <a:ext uri="{FF2B5EF4-FFF2-40B4-BE49-F238E27FC236}">
                <a16:creationId xmlns:a16="http://schemas.microsoft.com/office/drawing/2014/main" id="{3F65F884-0233-0402-39F9-02A0BA41967C}"/>
              </a:ext>
            </a:extLst>
          </p:cNvPr>
          <p:cNvSpPr/>
          <p:nvPr/>
        </p:nvSpPr>
        <p:spPr>
          <a:xfrm>
            <a:off x="8886032" y="4689013"/>
            <a:ext cx="1440016" cy="738664"/>
          </a:xfrm>
          <a:prstGeom prst="rect">
            <a:avLst/>
          </a:prstGeom>
        </p:spPr>
        <p:txBody>
          <a:bodyPr wrap="squar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42" name="平行四辺形 41">
            <a:extLst>
              <a:ext uri="{FF2B5EF4-FFF2-40B4-BE49-F238E27FC236}">
                <a16:creationId xmlns:a16="http://schemas.microsoft.com/office/drawing/2014/main" id="{A973059C-52DE-0992-CD39-3DFE0E916C8D}"/>
              </a:ext>
            </a:extLst>
          </p:cNvPr>
          <p:cNvSpPr/>
          <p:nvPr/>
        </p:nvSpPr>
        <p:spPr bwMode="auto">
          <a:xfrm>
            <a:off x="10056045" y="4869015"/>
            <a:ext cx="15624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43" name="正方形/長方形 42">
            <a:extLst>
              <a:ext uri="{FF2B5EF4-FFF2-40B4-BE49-F238E27FC236}">
                <a16:creationId xmlns:a16="http://schemas.microsoft.com/office/drawing/2014/main" id="{819C221B-54C2-36EA-0FF1-B43DFF7B8AF0}"/>
              </a:ext>
            </a:extLst>
          </p:cNvPr>
          <p:cNvSpPr/>
          <p:nvPr/>
        </p:nvSpPr>
        <p:spPr>
          <a:xfrm>
            <a:off x="10416049" y="4059006"/>
            <a:ext cx="865983" cy="738664"/>
          </a:xfrm>
          <a:prstGeom prst="rect">
            <a:avLst/>
          </a:prstGeom>
        </p:spPr>
        <p:txBody>
          <a:bodyPr wrap="square">
            <a:spAutoFit/>
          </a:bodyPr>
          <a:lstStyle/>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ﾟーﾟ</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44" name="角丸四角形吹き出し 44">
            <a:extLst>
              <a:ext uri="{FF2B5EF4-FFF2-40B4-BE49-F238E27FC236}">
                <a16:creationId xmlns:a16="http://schemas.microsoft.com/office/drawing/2014/main" id="{34B39C52-89B6-04DF-8599-C4A56963AF10}"/>
              </a:ext>
            </a:extLst>
          </p:cNvPr>
          <p:cNvSpPr/>
          <p:nvPr/>
        </p:nvSpPr>
        <p:spPr bwMode="auto">
          <a:xfrm>
            <a:off x="9156034" y="3969005"/>
            <a:ext cx="1170012" cy="522648"/>
          </a:xfrm>
          <a:prstGeom prst="wedgeRoundRectCallout">
            <a:avLst>
              <a:gd name="adj1" fmla="val -36493"/>
              <a:gd name="adj2" fmla="val 100662"/>
              <a:gd name="adj3" fmla="val 16667"/>
            </a:avLst>
          </a:prstGeom>
          <a:ln>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400" dirty="0">
                <a:solidFill>
                  <a:schemeClr val="tx1">
                    <a:lumMod val="65000"/>
                    <a:lumOff val="35000"/>
                  </a:schemeClr>
                </a:solidFill>
                <a:latin typeface="Arial Narrow" panose="020B0606020202030204" pitchFamily="34" charset="0"/>
              </a:rPr>
              <a:t>まず皮取り</a:t>
            </a:r>
            <a:br>
              <a:rPr lang="en-US" altLang="ja-JP" sz="1400" dirty="0">
                <a:solidFill>
                  <a:schemeClr val="tx1">
                    <a:lumMod val="65000"/>
                    <a:lumOff val="35000"/>
                  </a:schemeClr>
                </a:solidFill>
                <a:latin typeface="Arial Narrow" panose="020B0606020202030204" pitchFamily="34" charset="0"/>
              </a:rPr>
            </a:br>
            <a:r>
              <a:rPr lang="ja-JP" altLang="en-US" sz="1400" dirty="0">
                <a:solidFill>
                  <a:schemeClr val="tx1">
                    <a:lumMod val="65000"/>
                    <a:lumOff val="35000"/>
                  </a:schemeClr>
                </a:solidFill>
                <a:latin typeface="Arial Narrow" panose="020B0606020202030204" pitchFamily="34" charset="0"/>
              </a:rPr>
              <a:t>からやな</a:t>
            </a:r>
          </a:p>
        </p:txBody>
      </p:sp>
      <p:sp>
        <p:nvSpPr>
          <p:cNvPr id="45" name="平行四辺形 44">
            <a:extLst>
              <a:ext uri="{FF2B5EF4-FFF2-40B4-BE49-F238E27FC236}">
                <a16:creationId xmlns:a16="http://schemas.microsoft.com/office/drawing/2014/main" id="{BD0AB480-C237-1E74-31A0-A13A95416ED1}"/>
              </a:ext>
            </a:extLst>
          </p:cNvPr>
          <p:cNvSpPr/>
          <p:nvPr/>
        </p:nvSpPr>
        <p:spPr bwMode="auto">
          <a:xfrm>
            <a:off x="10056045" y="5499022"/>
            <a:ext cx="15624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sp>
        <p:nvSpPr>
          <p:cNvPr id="46" name="平行四辺形 45">
            <a:extLst>
              <a:ext uri="{FF2B5EF4-FFF2-40B4-BE49-F238E27FC236}">
                <a16:creationId xmlns:a16="http://schemas.microsoft.com/office/drawing/2014/main" id="{907D33DF-D5D8-21BF-6716-6198BFF2438A}"/>
              </a:ext>
            </a:extLst>
          </p:cNvPr>
          <p:cNvSpPr/>
          <p:nvPr/>
        </p:nvSpPr>
        <p:spPr bwMode="auto">
          <a:xfrm>
            <a:off x="9966044" y="6137991"/>
            <a:ext cx="15624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cxnSp>
        <p:nvCxnSpPr>
          <p:cNvPr id="47" name="直線矢印コネクタ 46">
            <a:extLst>
              <a:ext uri="{FF2B5EF4-FFF2-40B4-BE49-F238E27FC236}">
                <a16:creationId xmlns:a16="http://schemas.microsoft.com/office/drawing/2014/main" id="{C31B95DC-3F3C-D1BB-02EF-0A85EA0BA9E8}"/>
              </a:ext>
            </a:extLst>
          </p:cNvPr>
          <p:cNvCxnSpPr>
            <a:cxnSpLocks/>
          </p:cNvCxnSpPr>
          <p:nvPr/>
        </p:nvCxnSpPr>
        <p:spPr bwMode="auto">
          <a:xfrm flipV="1">
            <a:off x="9786042" y="5139018"/>
            <a:ext cx="540006" cy="450005"/>
          </a:xfrm>
          <a:prstGeom prst="straightConnector1">
            <a:avLst/>
          </a:prstGeom>
          <a:ln w="57150">
            <a:headEnd type="none" w="med" len="med"/>
            <a:tailEnd type="triangle"/>
          </a:ln>
        </p:spPr>
        <p:style>
          <a:lnRef idx="2">
            <a:schemeClr val="accent5"/>
          </a:lnRef>
          <a:fillRef idx="0">
            <a:schemeClr val="accent5"/>
          </a:fillRef>
          <a:effectRef idx="1">
            <a:schemeClr val="accent5"/>
          </a:effectRef>
          <a:fontRef idx="minor">
            <a:schemeClr val="tx1"/>
          </a:fontRef>
        </p:style>
      </p:cxnSp>
      <p:sp>
        <p:nvSpPr>
          <p:cNvPr id="50" name="正方形/長方形 49">
            <a:extLst>
              <a:ext uri="{FF2B5EF4-FFF2-40B4-BE49-F238E27FC236}">
                <a16:creationId xmlns:a16="http://schemas.microsoft.com/office/drawing/2014/main" id="{17593011-7707-D27B-C3D4-4CE9516D54BE}"/>
              </a:ext>
            </a:extLst>
          </p:cNvPr>
          <p:cNvSpPr/>
          <p:nvPr/>
        </p:nvSpPr>
        <p:spPr bwMode="auto">
          <a:xfrm>
            <a:off x="5555994" y="4329010"/>
            <a:ext cx="2790031" cy="1980022"/>
          </a:xfrm>
          <a:prstGeom prst="rect">
            <a:avLst/>
          </a:prstGeom>
          <a:solidFill>
            <a:schemeClr val="bg1"/>
          </a:solidFill>
          <a:ln>
            <a:solidFill>
              <a:schemeClr val="accent4"/>
            </a:solidFill>
            <a:headEnd/>
            <a:tailEnd type="none" w="sm" len="med"/>
          </a:ln>
        </p:spPr>
        <p:style>
          <a:lnRef idx="2">
            <a:schemeClr val="accent4">
              <a:shade val="15000"/>
            </a:schemeClr>
          </a:lnRef>
          <a:fillRef idx="1">
            <a:schemeClr val="accent4"/>
          </a:fillRef>
          <a:effectRef idx="0">
            <a:schemeClr val="accent4"/>
          </a:effectRef>
          <a:fontRef idx="minor">
            <a:schemeClr val="lt1"/>
          </a:fontRef>
        </p:style>
        <p:txBody>
          <a:bodyPr rot="0" spcFirstLastPara="0" vertOverflow="overflow" horzOverflow="overflow" vert="horz" wrap="none" lIns="91440" tIns="45720" rIns="91440" bIns="45720" numCol="1" spcCol="0" rtlCol="0" fromWordArt="0" anchor="t" anchorCtr="0" forceAA="0" compatLnSpc="1">
            <a:prstTxWarp prst="textNoShape">
              <a:avLst/>
            </a:prstTxWarp>
            <a:noAutofit/>
          </a:bodyPr>
          <a:lstStyle/>
          <a:p>
            <a:pPr>
              <a:lnSpc>
                <a:spcPct val="150000"/>
              </a:lnSpc>
            </a:pPr>
            <a:r>
              <a:rPr lang="en-US" altLang="ja-JP" sz="1600" dirty="0">
                <a:solidFill>
                  <a:schemeClr val="accent4"/>
                </a:solidFill>
                <a:latin typeface="Arial Narrow" panose="020B0606020202030204" pitchFamily="34" charset="0"/>
              </a:rPr>
              <a:t>1. </a:t>
            </a:r>
            <a:r>
              <a:rPr lang="ja-JP" altLang="en-US" sz="1600" dirty="0">
                <a:solidFill>
                  <a:schemeClr val="accent4"/>
                </a:solidFill>
                <a:latin typeface="Arial Narrow" panose="020B0606020202030204" pitchFamily="34" charset="0"/>
              </a:rPr>
              <a:t>人参を切る</a:t>
            </a:r>
            <a:endParaRPr lang="en-US" altLang="ja-JP" sz="1600" dirty="0">
              <a:solidFill>
                <a:schemeClr val="accent4"/>
              </a:solidFill>
              <a:latin typeface="Arial Narrow" panose="020B0606020202030204" pitchFamily="34" charset="0"/>
            </a:endParaRPr>
          </a:p>
          <a:p>
            <a:pPr>
              <a:lnSpc>
                <a:spcPct val="150000"/>
              </a:lnSpc>
            </a:pPr>
            <a:r>
              <a:rPr lang="en-US" altLang="ja-JP" sz="1600" dirty="0">
                <a:solidFill>
                  <a:schemeClr val="accent4"/>
                </a:solidFill>
                <a:latin typeface="Arial Narrow" panose="020B0606020202030204" pitchFamily="34" charset="0"/>
              </a:rPr>
              <a:t>2. </a:t>
            </a:r>
            <a:r>
              <a:rPr lang="ja-JP" altLang="en-US" sz="1600" dirty="0">
                <a:solidFill>
                  <a:schemeClr val="accent4"/>
                </a:solidFill>
                <a:latin typeface="Arial Narrow" panose="020B0606020202030204" pitchFamily="34" charset="0"/>
              </a:rPr>
              <a:t>もし鶏肉なら？</a:t>
            </a:r>
            <a:endParaRPr lang="en-US" altLang="ja-JP" sz="1600" dirty="0">
              <a:solidFill>
                <a:schemeClr val="accent4"/>
              </a:solidFill>
              <a:latin typeface="Arial Narrow" panose="020B0606020202030204" pitchFamily="34" charset="0"/>
            </a:endParaRPr>
          </a:p>
          <a:p>
            <a:pPr>
              <a:lnSpc>
                <a:spcPct val="150000"/>
              </a:lnSpc>
            </a:pPr>
            <a:r>
              <a:rPr lang="en-US" altLang="ja-JP" sz="1600" dirty="0">
                <a:solidFill>
                  <a:schemeClr val="accent4"/>
                </a:solidFill>
                <a:latin typeface="Arial Narrow" panose="020B0606020202030204" pitchFamily="34" charset="0"/>
              </a:rPr>
              <a:t>3.     </a:t>
            </a:r>
            <a:r>
              <a:rPr lang="ja-JP" altLang="en-US" sz="1600" dirty="0">
                <a:solidFill>
                  <a:schemeClr val="accent4"/>
                </a:solidFill>
                <a:latin typeface="Arial Narrow" panose="020B0606020202030204" pitchFamily="34" charset="0"/>
              </a:rPr>
              <a:t>皮を取る</a:t>
            </a:r>
            <a:endParaRPr lang="en-US" altLang="ja-JP" sz="1600" dirty="0">
              <a:solidFill>
                <a:schemeClr val="accent4"/>
              </a:solidFill>
              <a:latin typeface="Arial Narrow" panose="020B0606020202030204" pitchFamily="34" charset="0"/>
            </a:endParaRPr>
          </a:p>
          <a:p>
            <a:pPr>
              <a:lnSpc>
                <a:spcPct val="150000"/>
              </a:lnSpc>
            </a:pPr>
            <a:r>
              <a:rPr lang="en-US" altLang="ja-JP" sz="1600" dirty="0">
                <a:solidFill>
                  <a:schemeClr val="accent4"/>
                </a:solidFill>
                <a:latin typeface="Arial Narrow" panose="020B0606020202030204" pitchFamily="34" charset="0"/>
              </a:rPr>
              <a:t>4. </a:t>
            </a:r>
            <a:r>
              <a:rPr lang="ja-JP" altLang="en-US" sz="1600" dirty="0">
                <a:solidFill>
                  <a:schemeClr val="accent4"/>
                </a:solidFill>
                <a:latin typeface="Arial Narrow" panose="020B0606020202030204" pitchFamily="34" charset="0"/>
              </a:rPr>
              <a:t>牛肉なら</a:t>
            </a:r>
            <a:endParaRPr lang="en-US" altLang="ja-JP" sz="1600" dirty="0">
              <a:solidFill>
                <a:schemeClr val="accent4"/>
              </a:solidFill>
              <a:latin typeface="Arial Narrow" panose="020B0606020202030204" pitchFamily="34" charset="0"/>
            </a:endParaRPr>
          </a:p>
          <a:p>
            <a:pPr>
              <a:lnSpc>
                <a:spcPct val="150000"/>
              </a:lnSpc>
            </a:pPr>
            <a:r>
              <a:rPr lang="en-US" altLang="ja-JP" sz="1600" dirty="0">
                <a:solidFill>
                  <a:schemeClr val="accent4"/>
                </a:solidFill>
                <a:latin typeface="Arial Narrow" panose="020B0606020202030204" pitchFamily="34" charset="0"/>
              </a:rPr>
              <a:t>5.      </a:t>
            </a:r>
            <a:r>
              <a:rPr lang="ja-JP" altLang="en-US" sz="1600" dirty="0">
                <a:solidFill>
                  <a:schemeClr val="accent4"/>
                </a:solidFill>
                <a:latin typeface="Arial Narrow" panose="020B0606020202030204" pitchFamily="34" charset="0"/>
              </a:rPr>
              <a:t>筋を切る</a:t>
            </a:r>
          </a:p>
        </p:txBody>
      </p:sp>
      <p:cxnSp>
        <p:nvCxnSpPr>
          <p:cNvPr id="51" name="直線矢印コネクタ 50">
            <a:extLst>
              <a:ext uri="{FF2B5EF4-FFF2-40B4-BE49-F238E27FC236}">
                <a16:creationId xmlns:a16="http://schemas.microsoft.com/office/drawing/2014/main" id="{7B7FCF46-DFBD-8EF6-7321-E92A8E3D0A0B}"/>
              </a:ext>
            </a:extLst>
          </p:cNvPr>
          <p:cNvCxnSpPr>
            <a:cxnSpLocks/>
          </p:cNvCxnSpPr>
          <p:nvPr/>
        </p:nvCxnSpPr>
        <p:spPr bwMode="auto">
          <a:xfrm>
            <a:off x="4745985" y="6039029"/>
            <a:ext cx="360004" cy="0"/>
          </a:xfrm>
          <a:prstGeom prst="straightConnector1">
            <a:avLst/>
          </a:prstGeom>
          <a:ln w="76200">
            <a:solidFill>
              <a:schemeClr val="accent5"/>
            </a:solidFill>
            <a:headEnd type="none" w="med" len="med"/>
            <a:tailEnd type="triangle"/>
          </a:ln>
        </p:spPr>
        <p:style>
          <a:lnRef idx="3">
            <a:schemeClr val="accent5"/>
          </a:lnRef>
          <a:fillRef idx="0">
            <a:schemeClr val="accent5"/>
          </a:fillRef>
          <a:effectRef idx="2">
            <a:schemeClr val="accent5"/>
          </a:effectRef>
          <a:fontRef idx="minor">
            <a:schemeClr val="tx1"/>
          </a:fontRef>
        </p:style>
      </p:cxnSp>
      <p:cxnSp>
        <p:nvCxnSpPr>
          <p:cNvPr id="52" name="直線矢印コネクタ 51">
            <a:extLst>
              <a:ext uri="{FF2B5EF4-FFF2-40B4-BE49-F238E27FC236}">
                <a16:creationId xmlns:a16="http://schemas.microsoft.com/office/drawing/2014/main" id="{2B38AC36-C47C-2AC8-CEB4-894D508F71D5}"/>
              </a:ext>
            </a:extLst>
          </p:cNvPr>
          <p:cNvCxnSpPr>
            <a:cxnSpLocks/>
          </p:cNvCxnSpPr>
          <p:nvPr/>
        </p:nvCxnSpPr>
        <p:spPr bwMode="auto">
          <a:xfrm>
            <a:off x="4385981" y="6039029"/>
            <a:ext cx="360004" cy="0"/>
          </a:xfrm>
          <a:prstGeom prst="straightConnector1">
            <a:avLst/>
          </a:prstGeom>
          <a:ln w="76200">
            <a:solidFill>
              <a:schemeClr val="accent5"/>
            </a:solidFill>
            <a:headEnd type="none" w="med" len="med"/>
            <a:tailEnd type="triangle"/>
          </a:ln>
        </p:spPr>
        <p:style>
          <a:lnRef idx="3">
            <a:schemeClr val="accent5"/>
          </a:lnRef>
          <a:fillRef idx="0">
            <a:schemeClr val="accent5"/>
          </a:fillRef>
          <a:effectRef idx="2">
            <a:schemeClr val="accent5"/>
          </a:effectRef>
          <a:fontRef idx="minor">
            <a:schemeClr val="tx1"/>
          </a:fontRef>
        </p:style>
      </p:cxnSp>
      <p:cxnSp>
        <p:nvCxnSpPr>
          <p:cNvPr id="53" name="直線矢印コネクタ 52">
            <a:extLst>
              <a:ext uri="{FF2B5EF4-FFF2-40B4-BE49-F238E27FC236}">
                <a16:creationId xmlns:a16="http://schemas.microsoft.com/office/drawing/2014/main" id="{99D18FF9-A300-BD25-EF3E-8637F90767E8}"/>
              </a:ext>
            </a:extLst>
          </p:cNvPr>
          <p:cNvCxnSpPr>
            <a:cxnSpLocks/>
          </p:cNvCxnSpPr>
          <p:nvPr/>
        </p:nvCxnSpPr>
        <p:spPr bwMode="auto">
          <a:xfrm>
            <a:off x="5195990" y="5319021"/>
            <a:ext cx="360004" cy="0"/>
          </a:xfrm>
          <a:prstGeom prst="straightConnector1">
            <a:avLst/>
          </a:prstGeom>
          <a:ln w="76200">
            <a:solidFill>
              <a:schemeClr val="accent5"/>
            </a:solidFill>
            <a:headEnd type="none" w="med" len="med"/>
            <a:tailEnd type="triangle"/>
          </a:ln>
        </p:spPr>
        <p:style>
          <a:lnRef idx="3">
            <a:schemeClr val="accent5"/>
          </a:lnRef>
          <a:fillRef idx="0">
            <a:schemeClr val="accent5"/>
          </a:fillRef>
          <a:effectRef idx="2">
            <a:schemeClr val="accent5"/>
          </a:effectRef>
          <a:fontRef idx="minor">
            <a:schemeClr val="tx1"/>
          </a:fontRef>
        </p:style>
      </p:cxnSp>
      <p:sp>
        <p:nvSpPr>
          <p:cNvPr id="54" name="角丸四角形 46">
            <a:extLst>
              <a:ext uri="{FF2B5EF4-FFF2-40B4-BE49-F238E27FC236}">
                <a16:creationId xmlns:a16="http://schemas.microsoft.com/office/drawing/2014/main" id="{FADF7720-B773-0B49-792D-7FD3E24C779F}"/>
              </a:ext>
            </a:extLst>
          </p:cNvPr>
          <p:cNvSpPr/>
          <p:nvPr/>
        </p:nvSpPr>
        <p:spPr bwMode="auto">
          <a:xfrm>
            <a:off x="8796031" y="5409021"/>
            <a:ext cx="720008" cy="360004"/>
          </a:xfrm>
          <a:prstGeom prst="roundRect">
            <a:avLst/>
          </a:prstGeom>
          <a:ln>
            <a:headEnd/>
            <a:tailEnd type="triangle" w="sm" len="med"/>
          </a:ln>
        </p:spPr>
        <p:style>
          <a:lnRef idx="2">
            <a:schemeClr val="accent4">
              <a:shade val="15000"/>
            </a:schemeClr>
          </a:lnRef>
          <a:fillRef idx="1">
            <a:schemeClr val="accent4"/>
          </a:fillRef>
          <a:effectRef idx="0">
            <a:schemeClr val="accent4"/>
          </a:effectRef>
          <a:fontRef idx="minor">
            <a:schemeClr val="lt1"/>
          </a:fontRef>
        </p:style>
        <p:txBody>
          <a:bodyPr wrap="none" rtlCol="0" anchor="ctr"/>
          <a:lstStyle/>
          <a:p>
            <a:pPr algn="ctr"/>
            <a:r>
              <a:rPr kumimoji="1" lang="ja-JP" altLang="en-US" sz="1200" b="1" dirty="0">
                <a:solidFill>
                  <a:schemeClr val="bg1"/>
                </a:solidFill>
                <a:latin typeface="Arial Narrow" panose="020B0606020202030204" pitchFamily="34" charset="0"/>
              </a:rPr>
              <a:t>皮取り</a:t>
            </a:r>
          </a:p>
        </p:txBody>
      </p:sp>
    </p:spTree>
    <p:extLst>
      <p:ext uri="{BB962C8B-B14F-4D97-AF65-F5344CB8AC3E}">
        <p14:creationId xmlns:p14="http://schemas.microsoft.com/office/powerpoint/2010/main" val="380035059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173F7A3-C85C-8D29-2F1B-4E75AD4846BF}"/>
              </a:ext>
            </a:extLst>
          </p:cNvPr>
          <p:cNvSpPr>
            <a:spLocks noGrp="1"/>
          </p:cNvSpPr>
          <p:nvPr>
            <p:ph type="title"/>
          </p:nvPr>
        </p:nvSpPr>
        <p:spPr/>
        <p:txBody>
          <a:bodyPr/>
          <a:lstStyle/>
          <a:p>
            <a:r>
              <a:rPr kumimoji="1" lang="ja-JP" altLang="en-US" dirty="0"/>
              <a:t>問題２ 水平方向の演算が</a:t>
            </a:r>
            <a:r>
              <a:rPr lang="ja-JP" altLang="en-US" dirty="0"/>
              <a:t>自然には表現できない</a:t>
            </a:r>
            <a:endParaRPr kumimoji="1" lang="ja-JP" altLang="en-US" dirty="0"/>
          </a:p>
        </p:txBody>
      </p:sp>
      <p:sp>
        <p:nvSpPr>
          <p:cNvPr id="3" name="テキスト プレースホルダー 2">
            <a:extLst>
              <a:ext uri="{FF2B5EF4-FFF2-40B4-BE49-F238E27FC236}">
                <a16:creationId xmlns:a16="http://schemas.microsoft.com/office/drawing/2014/main" id="{7455250D-5A56-7E9C-EFB1-7B8FF941B158}"/>
              </a:ext>
            </a:extLst>
          </p:cNvPr>
          <p:cNvSpPr>
            <a:spLocks noGrp="1"/>
          </p:cNvSpPr>
          <p:nvPr>
            <p:ph type="body" sz="quarter" idx="10"/>
          </p:nvPr>
        </p:nvSpPr>
        <p:spPr>
          <a:xfrm>
            <a:off x="425937" y="1088975"/>
            <a:ext cx="6480073" cy="5219751"/>
          </a:xfrm>
        </p:spPr>
        <p:txBody>
          <a:bodyPr/>
          <a:lstStyle/>
          <a:p>
            <a:r>
              <a:rPr kumimoji="1" lang="ja-JP" altLang="en-US" dirty="0"/>
              <a:t>各演算器は独立したスレッドに割り当てられる</a:t>
            </a:r>
            <a:endParaRPr kumimoji="1" lang="en-US" altLang="ja-JP" dirty="0"/>
          </a:p>
          <a:p>
            <a:r>
              <a:rPr kumimoji="1" lang="ja-JP" altLang="en-US" dirty="0"/>
              <a:t>横にある演算器間では直接データのやり取りができない</a:t>
            </a:r>
            <a:endParaRPr kumimoji="1" lang="en-US" altLang="ja-JP" dirty="0"/>
          </a:p>
          <a:p>
            <a:pPr lvl="1"/>
            <a:r>
              <a:rPr kumimoji="1" lang="ja-JP" altLang="en-US" dirty="0"/>
              <a:t>横で何が行われているかは保証できないため，そのようなプログラムが記述できない</a:t>
            </a:r>
            <a:endParaRPr kumimoji="1" lang="en-US" altLang="ja-JP" dirty="0"/>
          </a:p>
          <a:p>
            <a:pPr lvl="1"/>
            <a:r>
              <a:rPr kumimoji="1" lang="en-US" altLang="ja-JP" dirty="0"/>
              <a:t>SIMD </a:t>
            </a:r>
            <a:r>
              <a:rPr kumimoji="1" lang="ja-JP" altLang="en-US" dirty="0"/>
              <a:t>命令であれば，そのようなプログラムが書ける</a:t>
            </a:r>
          </a:p>
        </p:txBody>
      </p:sp>
      <p:sp>
        <p:nvSpPr>
          <p:cNvPr id="4" name="正方形/長方形 3">
            <a:extLst>
              <a:ext uri="{FF2B5EF4-FFF2-40B4-BE49-F238E27FC236}">
                <a16:creationId xmlns:a16="http://schemas.microsoft.com/office/drawing/2014/main" id="{EA01710C-FEB7-C4AE-73DF-097B80ECF9E4}"/>
              </a:ext>
            </a:extLst>
          </p:cNvPr>
          <p:cNvSpPr/>
          <p:nvPr/>
        </p:nvSpPr>
        <p:spPr bwMode="auto">
          <a:xfrm>
            <a:off x="7266014" y="2618991"/>
            <a:ext cx="3150035" cy="180002"/>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100" dirty="0">
                <a:solidFill>
                  <a:schemeClr val="tx1">
                    <a:lumMod val="75000"/>
                    <a:lumOff val="25000"/>
                  </a:schemeClr>
                </a:solidFill>
                <a:latin typeface="+mn-ea"/>
              </a:rPr>
              <a:t>Warp/Wavefront</a:t>
            </a:r>
            <a:endParaRPr lang="ja-JP" altLang="en-US" sz="1100" dirty="0">
              <a:solidFill>
                <a:schemeClr val="tx1">
                  <a:lumMod val="75000"/>
                  <a:lumOff val="25000"/>
                </a:schemeClr>
              </a:solidFill>
              <a:latin typeface="+mn-ea"/>
            </a:endParaRPr>
          </a:p>
        </p:txBody>
      </p:sp>
      <p:sp>
        <p:nvSpPr>
          <p:cNvPr id="5" name="正方形/長方形 4">
            <a:extLst>
              <a:ext uri="{FF2B5EF4-FFF2-40B4-BE49-F238E27FC236}">
                <a16:creationId xmlns:a16="http://schemas.microsoft.com/office/drawing/2014/main" id="{28DD0BAB-E05A-F43B-0D9E-1CA45E360AD2}"/>
              </a:ext>
            </a:extLst>
          </p:cNvPr>
          <p:cNvSpPr/>
          <p:nvPr/>
        </p:nvSpPr>
        <p:spPr bwMode="auto">
          <a:xfrm>
            <a:off x="8526028" y="4239009"/>
            <a:ext cx="720008" cy="36000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命令メモリ</a:t>
            </a:r>
          </a:p>
        </p:txBody>
      </p:sp>
      <p:cxnSp>
        <p:nvCxnSpPr>
          <p:cNvPr id="6" name="直線矢印コネクタ 5">
            <a:extLst>
              <a:ext uri="{FF2B5EF4-FFF2-40B4-BE49-F238E27FC236}">
                <a16:creationId xmlns:a16="http://schemas.microsoft.com/office/drawing/2014/main" id="{20E71BB9-9C3A-7910-1096-0C9FA33EF55F}"/>
              </a:ext>
            </a:extLst>
          </p:cNvPr>
          <p:cNvCxnSpPr>
            <a:cxnSpLocks/>
          </p:cNvCxnSpPr>
          <p:nvPr/>
        </p:nvCxnSpPr>
        <p:spPr bwMode="auto">
          <a:xfrm>
            <a:off x="8886032" y="4041138"/>
            <a:ext cx="0" cy="197870"/>
          </a:xfrm>
          <a:prstGeom prst="straightConnector1">
            <a:avLst/>
          </a:pr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cxnSp>
      <p:sp>
        <p:nvSpPr>
          <p:cNvPr id="7" name="正方形/長方形 6">
            <a:extLst>
              <a:ext uri="{FF2B5EF4-FFF2-40B4-BE49-F238E27FC236}">
                <a16:creationId xmlns:a16="http://schemas.microsoft.com/office/drawing/2014/main" id="{49AF8BCE-6A1E-27B6-7FBC-143B2E14FBE7}"/>
              </a:ext>
            </a:extLst>
          </p:cNvPr>
          <p:cNvSpPr/>
          <p:nvPr/>
        </p:nvSpPr>
        <p:spPr bwMode="auto">
          <a:xfrm>
            <a:off x="8256025" y="3609001"/>
            <a:ext cx="360004" cy="36000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200" dirty="0">
                <a:solidFill>
                  <a:schemeClr val="tx1">
                    <a:lumMod val="75000"/>
                    <a:lumOff val="25000"/>
                  </a:schemeClr>
                </a:solidFill>
                <a:latin typeface="+mn-ea"/>
              </a:rPr>
              <a:t>PC1</a:t>
            </a:r>
            <a:endParaRPr lang="ja-JP" altLang="en-US" sz="1200" dirty="0">
              <a:solidFill>
                <a:schemeClr val="tx1">
                  <a:lumMod val="75000"/>
                  <a:lumOff val="25000"/>
                </a:schemeClr>
              </a:solidFill>
              <a:latin typeface="+mn-ea"/>
            </a:endParaRPr>
          </a:p>
        </p:txBody>
      </p:sp>
      <p:sp>
        <p:nvSpPr>
          <p:cNvPr id="8" name="フリーフォーム 10">
            <a:extLst>
              <a:ext uri="{FF2B5EF4-FFF2-40B4-BE49-F238E27FC236}">
                <a16:creationId xmlns:a16="http://schemas.microsoft.com/office/drawing/2014/main" id="{6642DBA1-15BE-A06B-11D3-2BA9F534F166}"/>
              </a:ext>
            </a:extLst>
          </p:cNvPr>
          <p:cNvSpPr>
            <a:spLocks noChangeArrowheads="1"/>
          </p:cNvSpPr>
          <p:nvPr/>
        </p:nvSpPr>
        <p:spPr bwMode="auto">
          <a:xfrm flipH="1">
            <a:off x="7266014" y="4959016"/>
            <a:ext cx="720008"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type="triangle" w="sm" len="med"/>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演算器</a:t>
            </a:r>
            <a:r>
              <a:rPr lang="en-US" altLang="ja-JP" sz="1100" dirty="0">
                <a:solidFill>
                  <a:schemeClr val="tx1">
                    <a:lumMod val="75000"/>
                    <a:lumOff val="25000"/>
                  </a:schemeClr>
                </a:solidFill>
                <a:latin typeface="+mn-ea"/>
              </a:rPr>
              <a:t>0</a:t>
            </a:r>
            <a:endParaRPr lang="ja-JP" altLang="en-US" sz="1100" dirty="0">
              <a:solidFill>
                <a:schemeClr val="tx1">
                  <a:lumMod val="75000"/>
                  <a:lumOff val="25000"/>
                </a:schemeClr>
              </a:solidFill>
              <a:latin typeface="+mn-ea"/>
            </a:endParaRPr>
          </a:p>
        </p:txBody>
      </p:sp>
      <p:cxnSp>
        <p:nvCxnSpPr>
          <p:cNvPr id="9" name="直線矢印コネクタ 8">
            <a:extLst>
              <a:ext uri="{FF2B5EF4-FFF2-40B4-BE49-F238E27FC236}">
                <a16:creationId xmlns:a16="http://schemas.microsoft.com/office/drawing/2014/main" id="{DD1A1960-8CC8-FA62-DAEA-1B379C02C258}"/>
              </a:ext>
            </a:extLst>
          </p:cNvPr>
          <p:cNvCxnSpPr>
            <a:cxnSpLocks/>
          </p:cNvCxnSpPr>
          <p:nvPr/>
        </p:nvCxnSpPr>
        <p:spPr bwMode="auto">
          <a:xfrm>
            <a:off x="8886032" y="4599012"/>
            <a:ext cx="0" cy="197870"/>
          </a:xfrm>
          <a:prstGeom prst="straightConnector1">
            <a:avLst/>
          </a:pr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cxnSp>
      <p:sp>
        <p:nvSpPr>
          <p:cNvPr id="10" name="Freeform 10">
            <a:extLst>
              <a:ext uri="{FF2B5EF4-FFF2-40B4-BE49-F238E27FC236}">
                <a16:creationId xmlns:a16="http://schemas.microsoft.com/office/drawing/2014/main" id="{F52EC7E6-3993-F72D-82B1-2C95EAE61754}"/>
              </a:ext>
            </a:extLst>
          </p:cNvPr>
          <p:cNvSpPr>
            <a:spLocks/>
          </p:cNvSpPr>
          <p:nvPr/>
        </p:nvSpPr>
        <p:spPr bwMode="auto">
          <a:xfrm rot="5400000">
            <a:off x="8076023" y="4329010"/>
            <a:ext cx="180001" cy="1080012"/>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sp>
        <p:nvSpPr>
          <p:cNvPr id="11" name="フリーフォーム 10">
            <a:extLst>
              <a:ext uri="{FF2B5EF4-FFF2-40B4-BE49-F238E27FC236}">
                <a16:creationId xmlns:a16="http://schemas.microsoft.com/office/drawing/2014/main" id="{ACF7B64D-0AC7-3D70-2DB3-4DFDD6C6544C}"/>
              </a:ext>
            </a:extLst>
          </p:cNvPr>
          <p:cNvSpPr>
            <a:spLocks noChangeArrowheads="1"/>
          </p:cNvSpPr>
          <p:nvPr/>
        </p:nvSpPr>
        <p:spPr bwMode="auto">
          <a:xfrm flipH="1">
            <a:off x="8076023" y="4959016"/>
            <a:ext cx="720008"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type="triangle" w="sm" len="med"/>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演算器</a:t>
            </a:r>
            <a:r>
              <a:rPr lang="en-US" altLang="ja-JP" sz="1100" dirty="0">
                <a:solidFill>
                  <a:schemeClr val="tx1">
                    <a:lumMod val="75000"/>
                    <a:lumOff val="25000"/>
                  </a:schemeClr>
                </a:solidFill>
                <a:latin typeface="+mn-ea"/>
              </a:rPr>
              <a:t>1</a:t>
            </a:r>
            <a:endParaRPr lang="ja-JP" altLang="en-US" sz="1100" dirty="0">
              <a:solidFill>
                <a:schemeClr val="tx1">
                  <a:lumMod val="75000"/>
                  <a:lumOff val="25000"/>
                </a:schemeClr>
              </a:solidFill>
              <a:latin typeface="+mn-ea"/>
            </a:endParaRPr>
          </a:p>
        </p:txBody>
      </p:sp>
      <p:sp>
        <p:nvSpPr>
          <p:cNvPr id="12" name="フリーフォーム 10">
            <a:extLst>
              <a:ext uri="{FF2B5EF4-FFF2-40B4-BE49-F238E27FC236}">
                <a16:creationId xmlns:a16="http://schemas.microsoft.com/office/drawing/2014/main" id="{E3AE8801-68F6-491A-1E21-92949D8A6332}"/>
              </a:ext>
            </a:extLst>
          </p:cNvPr>
          <p:cNvSpPr>
            <a:spLocks noChangeArrowheads="1"/>
          </p:cNvSpPr>
          <p:nvPr/>
        </p:nvSpPr>
        <p:spPr bwMode="auto">
          <a:xfrm flipH="1">
            <a:off x="8976033" y="4959016"/>
            <a:ext cx="720008"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type="triangle" w="sm" len="med"/>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演算器</a:t>
            </a:r>
            <a:r>
              <a:rPr lang="en-US" altLang="ja-JP" sz="1100" dirty="0">
                <a:solidFill>
                  <a:schemeClr val="tx1">
                    <a:lumMod val="75000"/>
                    <a:lumOff val="25000"/>
                  </a:schemeClr>
                </a:solidFill>
                <a:latin typeface="+mn-ea"/>
              </a:rPr>
              <a:t>2</a:t>
            </a:r>
            <a:endParaRPr lang="ja-JP" altLang="en-US" sz="1100" dirty="0">
              <a:solidFill>
                <a:schemeClr val="tx1">
                  <a:lumMod val="75000"/>
                  <a:lumOff val="25000"/>
                </a:schemeClr>
              </a:solidFill>
              <a:latin typeface="+mn-ea"/>
            </a:endParaRPr>
          </a:p>
        </p:txBody>
      </p:sp>
      <p:sp>
        <p:nvSpPr>
          <p:cNvPr id="13" name="フリーフォーム 10">
            <a:extLst>
              <a:ext uri="{FF2B5EF4-FFF2-40B4-BE49-F238E27FC236}">
                <a16:creationId xmlns:a16="http://schemas.microsoft.com/office/drawing/2014/main" id="{F9B92EDA-9CDF-59AD-DF35-A1B3F79B4E19}"/>
              </a:ext>
            </a:extLst>
          </p:cNvPr>
          <p:cNvSpPr>
            <a:spLocks noChangeArrowheads="1"/>
          </p:cNvSpPr>
          <p:nvPr/>
        </p:nvSpPr>
        <p:spPr bwMode="auto">
          <a:xfrm flipH="1">
            <a:off x="9786042" y="4959016"/>
            <a:ext cx="720008"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type="triangle" w="sm" len="med"/>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演算器</a:t>
            </a:r>
            <a:r>
              <a:rPr lang="en-US" altLang="ja-JP" sz="1100" dirty="0">
                <a:solidFill>
                  <a:schemeClr val="tx1">
                    <a:lumMod val="75000"/>
                    <a:lumOff val="25000"/>
                  </a:schemeClr>
                </a:solidFill>
                <a:latin typeface="+mn-ea"/>
              </a:rPr>
              <a:t>3</a:t>
            </a:r>
            <a:endParaRPr lang="ja-JP" altLang="en-US" sz="1100" dirty="0">
              <a:solidFill>
                <a:schemeClr val="tx1">
                  <a:lumMod val="75000"/>
                  <a:lumOff val="25000"/>
                </a:schemeClr>
              </a:solidFill>
              <a:latin typeface="+mn-ea"/>
            </a:endParaRPr>
          </a:p>
        </p:txBody>
      </p:sp>
      <p:sp>
        <p:nvSpPr>
          <p:cNvPr id="14" name="Freeform 10">
            <a:extLst>
              <a:ext uri="{FF2B5EF4-FFF2-40B4-BE49-F238E27FC236}">
                <a16:creationId xmlns:a16="http://schemas.microsoft.com/office/drawing/2014/main" id="{48E73F5A-0C38-0BA4-BBED-413C6892B98E}"/>
              </a:ext>
            </a:extLst>
          </p:cNvPr>
          <p:cNvSpPr>
            <a:spLocks/>
          </p:cNvSpPr>
          <p:nvPr/>
        </p:nvSpPr>
        <p:spPr bwMode="auto">
          <a:xfrm rot="5400000">
            <a:off x="8481029" y="4734015"/>
            <a:ext cx="180000" cy="27000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sp>
        <p:nvSpPr>
          <p:cNvPr id="15" name="Freeform 10">
            <a:extLst>
              <a:ext uri="{FF2B5EF4-FFF2-40B4-BE49-F238E27FC236}">
                <a16:creationId xmlns:a16="http://schemas.microsoft.com/office/drawing/2014/main" id="{DA1D3F86-7A00-21A5-6261-B6F799814499}"/>
              </a:ext>
            </a:extLst>
          </p:cNvPr>
          <p:cNvSpPr>
            <a:spLocks/>
          </p:cNvSpPr>
          <p:nvPr/>
        </p:nvSpPr>
        <p:spPr bwMode="auto">
          <a:xfrm rot="5400000" flipV="1">
            <a:off x="8931033" y="4554013"/>
            <a:ext cx="180000" cy="630007"/>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sp>
        <p:nvSpPr>
          <p:cNvPr id="16" name="Freeform 10">
            <a:extLst>
              <a:ext uri="{FF2B5EF4-FFF2-40B4-BE49-F238E27FC236}">
                <a16:creationId xmlns:a16="http://schemas.microsoft.com/office/drawing/2014/main" id="{8AE2A50C-E85B-3009-61BF-4B62CD2BB58B}"/>
              </a:ext>
            </a:extLst>
          </p:cNvPr>
          <p:cNvSpPr>
            <a:spLocks/>
          </p:cNvSpPr>
          <p:nvPr/>
        </p:nvSpPr>
        <p:spPr bwMode="auto">
          <a:xfrm rot="5400000" flipV="1">
            <a:off x="9561040" y="4374012"/>
            <a:ext cx="180002" cy="990011"/>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sp>
        <p:nvSpPr>
          <p:cNvPr id="17" name="正方形/長方形 16">
            <a:extLst>
              <a:ext uri="{FF2B5EF4-FFF2-40B4-BE49-F238E27FC236}">
                <a16:creationId xmlns:a16="http://schemas.microsoft.com/office/drawing/2014/main" id="{63E925BB-90AD-7D79-A08F-A24617FA7B4C}"/>
              </a:ext>
            </a:extLst>
          </p:cNvPr>
          <p:cNvSpPr/>
          <p:nvPr/>
        </p:nvSpPr>
        <p:spPr bwMode="auto">
          <a:xfrm>
            <a:off x="7446016" y="3609001"/>
            <a:ext cx="360004" cy="36000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200" dirty="0">
                <a:solidFill>
                  <a:schemeClr val="tx1">
                    <a:lumMod val="75000"/>
                    <a:lumOff val="25000"/>
                  </a:schemeClr>
                </a:solidFill>
                <a:latin typeface="+mn-ea"/>
              </a:rPr>
              <a:t>PC0</a:t>
            </a:r>
            <a:endParaRPr lang="ja-JP" altLang="en-US" sz="1200" dirty="0">
              <a:solidFill>
                <a:schemeClr val="tx1">
                  <a:lumMod val="75000"/>
                  <a:lumOff val="25000"/>
                </a:schemeClr>
              </a:solidFill>
              <a:latin typeface="+mn-ea"/>
            </a:endParaRPr>
          </a:p>
        </p:txBody>
      </p:sp>
      <p:sp>
        <p:nvSpPr>
          <p:cNvPr id="18" name="正方形/長方形 17">
            <a:extLst>
              <a:ext uri="{FF2B5EF4-FFF2-40B4-BE49-F238E27FC236}">
                <a16:creationId xmlns:a16="http://schemas.microsoft.com/office/drawing/2014/main" id="{5A9133E0-4151-9CCD-D73A-453B40AB60B6}"/>
              </a:ext>
            </a:extLst>
          </p:cNvPr>
          <p:cNvSpPr/>
          <p:nvPr/>
        </p:nvSpPr>
        <p:spPr bwMode="auto">
          <a:xfrm>
            <a:off x="9156035" y="3609002"/>
            <a:ext cx="360004" cy="36000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200" dirty="0">
                <a:solidFill>
                  <a:schemeClr val="tx1">
                    <a:lumMod val="75000"/>
                    <a:lumOff val="25000"/>
                  </a:schemeClr>
                </a:solidFill>
                <a:latin typeface="+mn-ea"/>
              </a:rPr>
              <a:t>PC2</a:t>
            </a:r>
            <a:endParaRPr lang="ja-JP" altLang="en-US" sz="1200" dirty="0">
              <a:solidFill>
                <a:schemeClr val="tx1">
                  <a:lumMod val="75000"/>
                  <a:lumOff val="25000"/>
                </a:schemeClr>
              </a:solidFill>
              <a:latin typeface="+mn-ea"/>
            </a:endParaRPr>
          </a:p>
        </p:txBody>
      </p:sp>
      <p:sp>
        <p:nvSpPr>
          <p:cNvPr id="19" name="正方形/長方形 18">
            <a:extLst>
              <a:ext uri="{FF2B5EF4-FFF2-40B4-BE49-F238E27FC236}">
                <a16:creationId xmlns:a16="http://schemas.microsoft.com/office/drawing/2014/main" id="{2F3309AD-5107-15BE-C0CD-BE2C2CE9F190}"/>
              </a:ext>
            </a:extLst>
          </p:cNvPr>
          <p:cNvSpPr/>
          <p:nvPr/>
        </p:nvSpPr>
        <p:spPr bwMode="auto">
          <a:xfrm>
            <a:off x="9966044" y="3609002"/>
            <a:ext cx="360004" cy="36000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200" dirty="0">
                <a:solidFill>
                  <a:schemeClr val="tx1">
                    <a:lumMod val="75000"/>
                    <a:lumOff val="25000"/>
                  </a:schemeClr>
                </a:solidFill>
                <a:latin typeface="+mn-ea"/>
              </a:rPr>
              <a:t>PC3</a:t>
            </a:r>
            <a:endParaRPr lang="ja-JP" altLang="en-US" sz="1200" dirty="0">
              <a:solidFill>
                <a:schemeClr val="tx1">
                  <a:lumMod val="75000"/>
                  <a:lumOff val="25000"/>
                </a:schemeClr>
              </a:solidFill>
              <a:latin typeface="+mn-ea"/>
            </a:endParaRPr>
          </a:p>
        </p:txBody>
      </p:sp>
      <p:sp>
        <p:nvSpPr>
          <p:cNvPr id="20" name="Freeform 10">
            <a:extLst>
              <a:ext uri="{FF2B5EF4-FFF2-40B4-BE49-F238E27FC236}">
                <a16:creationId xmlns:a16="http://schemas.microsoft.com/office/drawing/2014/main" id="{7A00B2DB-C975-97C3-1BE6-B2BE19EE791E}"/>
              </a:ext>
            </a:extLst>
          </p:cNvPr>
          <p:cNvSpPr>
            <a:spLocks/>
          </p:cNvSpPr>
          <p:nvPr/>
        </p:nvSpPr>
        <p:spPr bwMode="auto">
          <a:xfrm>
            <a:off x="7626019" y="3969006"/>
            <a:ext cx="1260014" cy="90001"/>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solidFill>
              <a:schemeClr val="tx1">
                <a:lumMod val="75000"/>
                <a:lumOff val="25000"/>
              </a:schemeClr>
            </a:solidFill>
            <a:headEnd type="none" w="med" len="med"/>
            <a:tailEnd type="none"/>
          </a:ln>
          <a:effectLst/>
        </p:spPr>
        <p:style>
          <a:lnRef idx="3">
            <a:schemeClr val="accent5"/>
          </a:lnRef>
          <a:fillRef idx="0">
            <a:schemeClr val="accent5"/>
          </a:fillRef>
          <a:effectRef idx="2">
            <a:schemeClr val="accent5"/>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sz="1400"/>
          </a:p>
        </p:txBody>
      </p:sp>
      <p:sp>
        <p:nvSpPr>
          <p:cNvPr id="21" name="Freeform 10">
            <a:extLst>
              <a:ext uri="{FF2B5EF4-FFF2-40B4-BE49-F238E27FC236}">
                <a16:creationId xmlns:a16="http://schemas.microsoft.com/office/drawing/2014/main" id="{856C500D-BDD2-C740-0361-DA3D832D3959}"/>
              </a:ext>
            </a:extLst>
          </p:cNvPr>
          <p:cNvSpPr>
            <a:spLocks/>
          </p:cNvSpPr>
          <p:nvPr/>
        </p:nvSpPr>
        <p:spPr bwMode="auto">
          <a:xfrm>
            <a:off x="8436028" y="3969006"/>
            <a:ext cx="450006" cy="90001"/>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solidFill>
              <a:schemeClr val="tx1">
                <a:lumMod val="75000"/>
                <a:lumOff val="25000"/>
              </a:schemeClr>
            </a:solidFill>
            <a:headEnd type="none" w="med" len="med"/>
            <a:tailEnd type="none"/>
          </a:ln>
          <a:effectLst/>
        </p:spPr>
        <p:style>
          <a:lnRef idx="3">
            <a:schemeClr val="accent5"/>
          </a:lnRef>
          <a:fillRef idx="0">
            <a:schemeClr val="accent5"/>
          </a:fillRef>
          <a:effectRef idx="2">
            <a:schemeClr val="accent5"/>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sz="1400"/>
          </a:p>
        </p:txBody>
      </p:sp>
      <p:sp>
        <p:nvSpPr>
          <p:cNvPr id="22" name="Freeform 10">
            <a:extLst>
              <a:ext uri="{FF2B5EF4-FFF2-40B4-BE49-F238E27FC236}">
                <a16:creationId xmlns:a16="http://schemas.microsoft.com/office/drawing/2014/main" id="{A97B8E85-39AB-A6C7-FC59-81B22439FD07}"/>
              </a:ext>
            </a:extLst>
          </p:cNvPr>
          <p:cNvSpPr>
            <a:spLocks/>
          </p:cNvSpPr>
          <p:nvPr/>
        </p:nvSpPr>
        <p:spPr bwMode="auto">
          <a:xfrm flipH="1">
            <a:off x="8886032" y="3969006"/>
            <a:ext cx="450005" cy="90000"/>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solidFill>
              <a:schemeClr val="tx1">
                <a:lumMod val="75000"/>
                <a:lumOff val="25000"/>
              </a:schemeClr>
            </a:solidFill>
            <a:headEnd type="none" w="med" len="med"/>
            <a:tailEnd type="none"/>
          </a:ln>
          <a:effectLst/>
        </p:spPr>
        <p:style>
          <a:lnRef idx="3">
            <a:schemeClr val="accent5"/>
          </a:lnRef>
          <a:fillRef idx="0">
            <a:schemeClr val="accent5"/>
          </a:fillRef>
          <a:effectRef idx="2">
            <a:schemeClr val="accent5"/>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sz="1400"/>
          </a:p>
        </p:txBody>
      </p:sp>
      <p:sp>
        <p:nvSpPr>
          <p:cNvPr id="23" name="Freeform 10">
            <a:extLst>
              <a:ext uri="{FF2B5EF4-FFF2-40B4-BE49-F238E27FC236}">
                <a16:creationId xmlns:a16="http://schemas.microsoft.com/office/drawing/2014/main" id="{FBA20F62-657B-A6DA-6B55-0C9B738BE852}"/>
              </a:ext>
            </a:extLst>
          </p:cNvPr>
          <p:cNvSpPr>
            <a:spLocks/>
          </p:cNvSpPr>
          <p:nvPr/>
        </p:nvSpPr>
        <p:spPr bwMode="auto">
          <a:xfrm flipH="1">
            <a:off x="9156035" y="3969006"/>
            <a:ext cx="990011" cy="90000"/>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solidFill>
              <a:schemeClr val="tx1">
                <a:lumMod val="75000"/>
                <a:lumOff val="25000"/>
              </a:schemeClr>
            </a:solidFill>
            <a:headEnd type="none" w="med" len="med"/>
            <a:tailEnd type="none"/>
          </a:ln>
          <a:effectLst/>
        </p:spPr>
        <p:style>
          <a:lnRef idx="3">
            <a:schemeClr val="accent5"/>
          </a:lnRef>
          <a:fillRef idx="0">
            <a:schemeClr val="accent5"/>
          </a:fillRef>
          <a:effectRef idx="2">
            <a:schemeClr val="accent5"/>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sz="1400"/>
          </a:p>
        </p:txBody>
      </p:sp>
      <p:cxnSp>
        <p:nvCxnSpPr>
          <p:cNvPr id="24" name="直線コネクタ 23">
            <a:extLst>
              <a:ext uri="{FF2B5EF4-FFF2-40B4-BE49-F238E27FC236}">
                <a16:creationId xmlns:a16="http://schemas.microsoft.com/office/drawing/2014/main" id="{C3AD392A-737B-88AF-7E54-418B31FB7725}"/>
              </a:ext>
            </a:extLst>
          </p:cNvPr>
          <p:cNvCxnSpPr>
            <a:cxnSpLocks/>
          </p:cNvCxnSpPr>
          <p:nvPr/>
        </p:nvCxnSpPr>
        <p:spPr bwMode="auto">
          <a:xfrm>
            <a:off x="7086012" y="3248998"/>
            <a:ext cx="3510039" cy="0"/>
          </a:xfrm>
          <a:prstGeom prst="line">
            <a:avLst/>
          </a:prstGeom>
          <a:noFill/>
          <a:ln w="9525" cap="flat" cmpd="sng" algn="ctr">
            <a:solidFill>
              <a:schemeClr val="bg1">
                <a:lumMod val="50000"/>
              </a:schemeClr>
            </a:solidFill>
            <a:prstDash val="solid"/>
            <a:round/>
            <a:headEnd type="none" w="med" len="med"/>
            <a:tailEnd type="none" w="med" len="med"/>
          </a:ln>
          <a:effectLst/>
        </p:spPr>
      </p:cxnSp>
      <p:sp>
        <p:nvSpPr>
          <p:cNvPr id="25" name="正方形/長方形 24">
            <a:extLst>
              <a:ext uri="{FF2B5EF4-FFF2-40B4-BE49-F238E27FC236}">
                <a16:creationId xmlns:a16="http://schemas.microsoft.com/office/drawing/2014/main" id="{AE84D4C5-640C-E9A1-60C7-056D3B394D64}"/>
              </a:ext>
            </a:extLst>
          </p:cNvPr>
          <p:cNvSpPr/>
          <p:nvPr/>
        </p:nvSpPr>
        <p:spPr bwMode="auto">
          <a:xfrm>
            <a:off x="7176013" y="1718981"/>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tx1">
                    <a:lumMod val="75000"/>
                    <a:lumOff val="25000"/>
                  </a:schemeClr>
                </a:solidFill>
                <a:latin typeface="+mn-ea"/>
              </a:rPr>
              <a:t>// </a:t>
            </a:r>
            <a:r>
              <a:rPr lang="ja-JP" altLang="en-US" sz="1600" dirty="0">
                <a:solidFill>
                  <a:schemeClr val="tx1">
                    <a:lumMod val="75000"/>
                    <a:lumOff val="25000"/>
                  </a:schemeClr>
                </a:solidFill>
                <a:latin typeface="+mn-ea"/>
              </a:rPr>
              <a:t>スレッド内は逐次処理で記述</a:t>
            </a:r>
          </a:p>
          <a:p>
            <a:r>
              <a:rPr lang="en-US" altLang="ja-JP" sz="1600" dirty="0">
                <a:solidFill>
                  <a:schemeClr val="tx1">
                    <a:lumMod val="75000"/>
                    <a:lumOff val="25000"/>
                  </a:schemeClr>
                </a:solidFill>
                <a:latin typeface="Consolas" panose="020B0609020204030204" pitchFamily="49" charset="0"/>
              </a:rPr>
              <a:t>void add(*a, *b, *c){</a:t>
            </a:r>
          </a:p>
          <a:p>
            <a:r>
              <a:rPr lang="en-US" altLang="ja-JP" sz="1600" dirty="0">
                <a:solidFill>
                  <a:schemeClr val="tx1">
                    <a:lumMod val="75000"/>
                    <a:lumOff val="25000"/>
                  </a:schemeClr>
                </a:solidFill>
                <a:latin typeface="Consolas" panose="020B0609020204030204" pitchFamily="49" charset="0"/>
              </a:rPr>
              <a:t>    c[</a:t>
            </a:r>
            <a:r>
              <a:rPr lang="en-US" altLang="ja-JP" sz="1600" dirty="0" err="1">
                <a:solidFill>
                  <a:schemeClr val="tx1">
                    <a:lumMod val="75000"/>
                    <a:lumOff val="25000"/>
                  </a:schemeClr>
                </a:solidFill>
                <a:latin typeface="Consolas" panose="020B0609020204030204" pitchFamily="49" charset="0"/>
              </a:rPr>
              <a:t>t_id</a:t>
            </a:r>
            <a:r>
              <a:rPr lang="en-US" altLang="ja-JP" sz="1600" dirty="0">
                <a:solidFill>
                  <a:schemeClr val="tx1">
                    <a:lumMod val="75000"/>
                    <a:lumOff val="25000"/>
                  </a:schemeClr>
                </a:solidFill>
                <a:latin typeface="Consolas" panose="020B0609020204030204" pitchFamily="49" charset="0"/>
              </a:rPr>
              <a:t>] = a[</a:t>
            </a:r>
            <a:r>
              <a:rPr lang="en-US" altLang="ja-JP" sz="1600" dirty="0" err="1">
                <a:solidFill>
                  <a:schemeClr val="tx1">
                    <a:lumMod val="75000"/>
                    <a:lumOff val="25000"/>
                  </a:schemeClr>
                </a:solidFill>
                <a:latin typeface="Consolas" panose="020B0609020204030204" pitchFamily="49" charset="0"/>
              </a:rPr>
              <a:t>t_id</a:t>
            </a:r>
            <a:r>
              <a:rPr lang="en-US" altLang="ja-JP" sz="1600" dirty="0">
                <a:solidFill>
                  <a:schemeClr val="tx1">
                    <a:lumMod val="75000"/>
                    <a:lumOff val="25000"/>
                  </a:schemeClr>
                </a:solidFill>
                <a:latin typeface="Consolas" panose="020B0609020204030204" pitchFamily="49" charset="0"/>
              </a:rPr>
              <a:t>] + b[</a:t>
            </a:r>
            <a:r>
              <a:rPr lang="en-US" altLang="ja-JP" sz="1600" dirty="0" err="1">
                <a:solidFill>
                  <a:schemeClr val="tx1">
                    <a:lumMod val="75000"/>
                    <a:lumOff val="25000"/>
                  </a:schemeClr>
                </a:solidFill>
                <a:latin typeface="Consolas" panose="020B0609020204030204" pitchFamily="49" charset="0"/>
              </a:rPr>
              <a:t>t_id</a:t>
            </a:r>
            <a:r>
              <a:rPr lang="en-US" altLang="ja-JP" sz="1600" dirty="0">
                <a:solidFill>
                  <a:schemeClr val="tx1">
                    <a:lumMod val="75000"/>
                    <a:lumOff val="25000"/>
                  </a:schemeClr>
                </a:solidFill>
                <a:latin typeface="Consolas" panose="020B0609020204030204" pitchFamily="49" charset="0"/>
              </a:rPr>
              <a:t>];</a:t>
            </a:r>
          </a:p>
          <a:p>
            <a:r>
              <a:rPr lang="en-US" altLang="ja-JP" sz="1600" dirty="0">
                <a:solidFill>
                  <a:schemeClr val="tx1">
                    <a:lumMod val="75000"/>
                    <a:lumOff val="25000"/>
                  </a:schemeClr>
                </a:solidFill>
                <a:latin typeface="Consolas" panose="020B0609020204030204" pitchFamily="49" charset="0"/>
              </a:rPr>
              <a:t>}</a:t>
            </a:r>
            <a:endParaRPr lang="ja-JP" altLang="en-US" sz="1600" dirty="0">
              <a:solidFill>
                <a:schemeClr val="tx1">
                  <a:lumMod val="75000"/>
                  <a:lumOff val="25000"/>
                </a:schemeClr>
              </a:solidFill>
              <a:latin typeface="Consolas" panose="020B0609020204030204" pitchFamily="49" charset="0"/>
            </a:endParaRPr>
          </a:p>
        </p:txBody>
      </p:sp>
      <p:grpSp>
        <p:nvGrpSpPr>
          <p:cNvPr id="26" name="グループ化 25">
            <a:extLst>
              <a:ext uri="{FF2B5EF4-FFF2-40B4-BE49-F238E27FC236}">
                <a16:creationId xmlns:a16="http://schemas.microsoft.com/office/drawing/2014/main" id="{52FA7C23-89C9-B059-AF3B-3536E11D8DFA}"/>
              </a:ext>
            </a:extLst>
          </p:cNvPr>
          <p:cNvGrpSpPr/>
          <p:nvPr/>
        </p:nvGrpSpPr>
        <p:grpSpPr>
          <a:xfrm>
            <a:off x="7536017" y="2438990"/>
            <a:ext cx="90001" cy="630007"/>
            <a:chOff x="2411976" y="3068996"/>
            <a:chExt cx="90001" cy="630007"/>
          </a:xfrm>
        </p:grpSpPr>
        <p:cxnSp>
          <p:nvCxnSpPr>
            <p:cNvPr id="27" name="直線コネクタ 26">
              <a:extLst>
                <a:ext uri="{FF2B5EF4-FFF2-40B4-BE49-F238E27FC236}">
                  <a16:creationId xmlns:a16="http://schemas.microsoft.com/office/drawing/2014/main" id="{9862DB7A-EB66-451D-BAC4-F27C77FD06C1}"/>
                </a:ext>
              </a:extLst>
            </p:cNvPr>
            <p:cNvCxnSpPr/>
            <p:nvPr/>
          </p:nvCxnSpPr>
          <p:spPr bwMode="auto">
            <a:xfrm flipH="1">
              <a:off x="2411976" y="3068996"/>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28" name="直線コネクタ 27">
              <a:extLst>
                <a:ext uri="{FF2B5EF4-FFF2-40B4-BE49-F238E27FC236}">
                  <a16:creationId xmlns:a16="http://schemas.microsoft.com/office/drawing/2014/main" id="{2D5130A0-F228-AE65-4210-804A6B84D289}"/>
                </a:ext>
              </a:extLst>
            </p:cNvPr>
            <p:cNvCxnSpPr>
              <a:cxnSpLocks/>
            </p:cNvCxnSpPr>
            <p:nvPr/>
          </p:nvCxnSpPr>
          <p:spPr bwMode="auto">
            <a:xfrm>
              <a:off x="2411976" y="3158997"/>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29" name="直線コネクタ 28">
              <a:extLst>
                <a:ext uri="{FF2B5EF4-FFF2-40B4-BE49-F238E27FC236}">
                  <a16:creationId xmlns:a16="http://schemas.microsoft.com/office/drawing/2014/main" id="{EC6BCB15-9F4A-8724-28BF-52158C0A3733}"/>
                </a:ext>
              </a:extLst>
            </p:cNvPr>
            <p:cNvCxnSpPr/>
            <p:nvPr/>
          </p:nvCxnSpPr>
          <p:spPr bwMode="auto">
            <a:xfrm flipH="1">
              <a:off x="2411976" y="3248998"/>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30" name="直線コネクタ 29">
              <a:extLst>
                <a:ext uri="{FF2B5EF4-FFF2-40B4-BE49-F238E27FC236}">
                  <a16:creationId xmlns:a16="http://schemas.microsoft.com/office/drawing/2014/main" id="{678BDBE5-0242-742F-7514-8AF31BCCEF0E}"/>
                </a:ext>
              </a:extLst>
            </p:cNvPr>
            <p:cNvCxnSpPr>
              <a:cxnSpLocks/>
            </p:cNvCxnSpPr>
            <p:nvPr/>
          </p:nvCxnSpPr>
          <p:spPr bwMode="auto">
            <a:xfrm>
              <a:off x="2411976" y="3338999"/>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31" name="直線コネクタ 30">
              <a:extLst>
                <a:ext uri="{FF2B5EF4-FFF2-40B4-BE49-F238E27FC236}">
                  <a16:creationId xmlns:a16="http://schemas.microsoft.com/office/drawing/2014/main" id="{09308D7B-F73E-C754-FCA5-BBE6316FBBAB}"/>
                </a:ext>
              </a:extLst>
            </p:cNvPr>
            <p:cNvCxnSpPr/>
            <p:nvPr/>
          </p:nvCxnSpPr>
          <p:spPr bwMode="auto">
            <a:xfrm flipH="1">
              <a:off x="2411976" y="3429000"/>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32" name="直線コネクタ 31">
              <a:extLst>
                <a:ext uri="{FF2B5EF4-FFF2-40B4-BE49-F238E27FC236}">
                  <a16:creationId xmlns:a16="http://schemas.microsoft.com/office/drawing/2014/main" id="{C3640805-6D9F-F666-C7ED-4FD04D7159CE}"/>
                </a:ext>
              </a:extLst>
            </p:cNvPr>
            <p:cNvCxnSpPr>
              <a:cxnSpLocks/>
            </p:cNvCxnSpPr>
            <p:nvPr/>
          </p:nvCxnSpPr>
          <p:spPr bwMode="auto">
            <a:xfrm>
              <a:off x="2411976" y="3519001"/>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33" name="直線コネクタ 32">
              <a:extLst>
                <a:ext uri="{FF2B5EF4-FFF2-40B4-BE49-F238E27FC236}">
                  <a16:creationId xmlns:a16="http://schemas.microsoft.com/office/drawing/2014/main" id="{095B595B-FD89-CB7B-B7D9-177DAD3F7B1D}"/>
                </a:ext>
              </a:extLst>
            </p:cNvPr>
            <p:cNvCxnSpPr/>
            <p:nvPr/>
          </p:nvCxnSpPr>
          <p:spPr bwMode="auto">
            <a:xfrm flipH="1">
              <a:off x="2411976" y="3609002"/>
              <a:ext cx="90001" cy="90001"/>
            </a:xfrm>
            <a:prstGeom prst="line">
              <a:avLst/>
            </a:prstGeom>
            <a:noFill/>
            <a:ln w="9525" cap="flat" cmpd="sng" algn="ctr">
              <a:solidFill>
                <a:schemeClr val="tx1"/>
              </a:solidFill>
              <a:prstDash val="solid"/>
              <a:round/>
              <a:headEnd type="none" w="med" len="med"/>
              <a:tailEnd type="triangle" w="med" len="med"/>
            </a:ln>
            <a:effectLst/>
          </p:spPr>
        </p:cxnSp>
      </p:grpSp>
      <p:grpSp>
        <p:nvGrpSpPr>
          <p:cNvPr id="34" name="グループ化 33">
            <a:extLst>
              <a:ext uri="{FF2B5EF4-FFF2-40B4-BE49-F238E27FC236}">
                <a16:creationId xmlns:a16="http://schemas.microsoft.com/office/drawing/2014/main" id="{8FD2FC56-B4B9-E6ED-33A1-7E8ED8E39F57}"/>
              </a:ext>
            </a:extLst>
          </p:cNvPr>
          <p:cNvGrpSpPr/>
          <p:nvPr/>
        </p:nvGrpSpPr>
        <p:grpSpPr>
          <a:xfrm>
            <a:off x="8346026" y="2438990"/>
            <a:ext cx="90001" cy="630007"/>
            <a:chOff x="2411976" y="3068996"/>
            <a:chExt cx="90001" cy="630007"/>
          </a:xfrm>
        </p:grpSpPr>
        <p:cxnSp>
          <p:nvCxnSpPr>
            <p:cNvPr id="35" name="直線コネクタ 34">
              <a:extLst>
                <a:ext uri="{FF2B5EF4-FFF2-40B4-BE49-F238E27FC236}">
                  <a16:creationId xmlns:a16="http://schemas.microsoft.com/office/drawing/2014/main" id="{369E8DD2-339C-2242-CF86-C9F4785A7A11}"/>
                </a:ext>
              </a:extLst>
            </p:cNvPr>
            <p:cNvCxnSpPr/>
            <p:nvPr/>
          </p:nvCxnSpPr>
          <p:spPr bwMode="auto">
            <a:xfrm flipH="1">
              <a:off x="2411976" y="3068996"/>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36" name="直線コネクタ 35">
              <a:extLst>
                <a:ext uri="{FF2B5EF4-FFF2-40B4-BE49-F238E27FC236}">
                  <a16:creationId xmlns:a16="http://schemas.microsoft.com/office/drawing/2014/main" id="{FA535AB9-242D-8906-31AB-4F0DB4FC1034}"/>
                </a:ext>
              </a:extLst>
            </p:cNvPr>
            <p:cNvCxnSpPr>
              <a:cxnSpLocks/>
            </p:cNvCxnSpPr>
            <p:nvPr/>
          </p:nvCxnSpPr>
          <p:spPr bwMode="auto">
            <a:xfrm>
              <a:off x="2411976" y="3158997"/>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37" name="直線コネクタ 36">
              <a:extLst>
                <a:ext uri="{FF2B5EF4-FFF2-40B4-BE49-F238E27FC236}">
                  <a16:creationId xmlns:a16="http://schemas.microsoft.com/office/drawing/2014/main" id="{7AA2C48B-4EEB-754B-30F7-5CD9CBEB29C3}"/>
                </a:ext>
              </a:extLst>
            </p:cNvPr>
            <p:cNvCxnSpPr/>
            <p:nvPr/>
          </p:nvCxnSpPr>
          <p:spPr bwMode="auto">
            <a:xfrm flipH="1">
              <a:off x="2411976" y="3248998"/>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38" name="直線コネクタ 37">
              <a:extLst>
                <a:ext uri="{FF2B5EF4-FFF2-40B4-BE49-F238E27FC236}">
                  <a16:creationId xmlns:a16="http://schemas.microsoft.com/office/drawing/2014/main" id="{5F31528B-3FF9-7C6D-AB73-C06EA9E1581F}"/>
                </a:ext>
              </a:extLst>
            </p:cNvPr>
            <p:cNvCxnSpPr>
              <a:cxnSpLocks/>
            </p:cNvCxnSpPr>
            <p:nvPr/>
          </p:nvCxnSpPr>
          <p:spPr bwMode="auto">
            <a:xfrm>
              <a:off x="2411976" y="3338999"/>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39" name="直線コネクタ 38">
              <a:extLst>
                <a:ext uri="{FF2B5EF4-FFF2-40B4-BE49-F238E27FC236}">
                  <a16:creationId xmlns:a16="http://schemas.microsoft.com/office/drawing/2014/main" id="{19D2043B-2831-98BE-318B-8E52A6371E62}"/>
                </a:ext>
              </a:extLst>
            </p:cNvPr>
            <p:cNvCxnSpPr/>
            <p:nvPr/>
          </p:nvCxnSpPr>
          <p:spPr bwMode="auto">
            <a:xfrm flipH="1">
              <a:off x="2411976" y="3429000"/>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40" name="直線コネクタ 39">
              <a:extLst>
                <a:ext uri="{FF2B5EF4-FFF2-40B4-BE49-F238E27FC236}">
                  <a16:creationId xmlns:a16="http://schemas.microsoft.com/office/drawing/2014/main" id="{3A50C33E-E028-264A-D5A8-5C64B6C04A6D}"/>
                </a:ext>
              </a:extLst>
            </p:cNvPr>
            <p:cNvCxnSpPr>
              <a:cxnSpLocks/>
            </p:cNvCxnSpPr>
            <p:nvPr/>
          </p:nvCxnSpPr>
          <p:spPr bwMode="auto">
            <a:xfrm>
              <a:off x="2411976" y="3519001"/>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41" name="直線コネクタ 40">
              <a:extLst>
                <a:ext uri="{FF2B5EF4-FFF2-40B4-BE49-F238E27FC236}">
                  <a16:creationId xmlns:a16="http://schemas.microsoft.com/office/drawing/2014/main" id="{C1BE3704-1CBD-FD53-B174-8E8BF497E95D}"/>
                </a:ext>
              </a:extLst>
            </p:cNvPr>
            <p:cNvCxnSpPr/>
            <p:nvPr/>
          </p:nvCxnSpPr>
          <p:spPr bwMode="auto">
            <a:xfrm flipH="1">
              <a:off x="2411976" y="3609002"/>
              <a:ext cx="90001" cy="90001"/>
            </a:xfrm>
            <a:prstGeom prst="line">
              <a:avLst/>
            </a:prstGeom>
            <a:noFill/>
            <a:ln w="9525" cap="flat" cmpd="sng" algn="ctr">
              <a:solidFill>
                <a:schemeClr val="tx1"/>
              </a:solidFill>
              <a:prstDash val="solid"/>
              <a:round/>
              <a:headEnd type="none" w="med" len="med"/>
              <a:tailEnd type="triangle" w="med" len="med"/>
            </a:ln>
            <a:effectLst/>
          </p:spPr>
        </p:cxnSp>
      </p:grpSp>
      <p:grpSp>
        <p:nvGrpSpPr>
          <p:cNvPr id="42" name="グループ化 41">
            <a:extLst>
              <a:ext uri="{FF2B5EF4-FFF2-40B4-BE49-F238E27FC236}">
                <a16:creationId xmlns:a16="http://schemas.microsoft.com/office/drawing/2014/main" id="{EDE98513-DC44-FFBF-3EEF-A67E79A436B9}"/>
              </a:ext>
            </a:extLst>
          </p:cNvPr>
          <p:cNvGrpSpPr/>
          <p:nvPr/>
        </p:nvGrpSpPr>
        <p:grpSpPr>
          <a:xfrm>
            <a:off x="9246036" y="2438990"/>
            <a:ext cx="90001" cy="630007"/>
            <a:chOff x="2411976" y="3068996"/>
            <a:chExt cx="90001" cy="630007"/>
          </a:xfrm>
        </p:grpSpPr>
        <p:cxnSp>
          <p:nvCxnSpPr>
            <p:cNvPr id="43" name="直線コネクタ 42">
              <a:extLst>
                <a:ext uri="{FF2B5EF4-FFF2-40B4-BE49-F238E27FC236}">
                  <a16:creationId xmlns:a16="http://schemas.microsoft.com/office/drawing/2014/main" id="{8349D56D-9556-BF73-648C-5D5270EB173F}"/>
                </a:ext>
              </a:extLst>
            </p:cNvPr>
            <p:cNvCxnSpPr/>
            <p:nvPr/>
          </p:nvCxnSpPr>
          <p:spPr bwMode="auto">
            <a:xfrm flipH="1">
              <a:off x="2411976" y="3068996"/>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44" name="直線コネクタ 43">
              <a:extLst>
                <a:ext uri="{FF2B5EF4-FFF2-40B4-BE49-F238E27FC236}">
                  <a16:creationId xmlns:a16="http://schemas.microsoft.com/office/drawing/2014/main" id="{A3CC3CAB-40D6-6819-878B-47D3AA9638F2}"/>
                </a:ext>
              </a:extLst>
            </p:cNvPr>
            <p:cNvCxnSpPr>
              <a:cxnSpLocks/>
            </p:cNvCxnSpPr>
            <p:nvPr/>
          </p:nvCxnSpPr>
          <p:spPr bwMode="auto">
            <a:xfrm>
              <a:off x="2411976" y="3158997"/>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45" name="直線コネクタ 44">
              <a:extLst>
                <a:ext uri="{FF2B5EF4-FFF2-40B4-BE49-F238E27FC236}">
                  <a16:creationId xmlns:a16="http://schemas.microsoft.com/office/drawing/2014/main" id="{63B5FDA3-CFE9-081D-3163-63837209EBCE}"/>
                </a:ext>
              </a:extLst>
            </p:cNvPr>
            <p:cNvCxnSpPr/>
            <p:nvPr/>
          </p:nvCxnSpPr>
          <p:spPr bwMode="auto">
            <a:xfrm flipH="1">
              <a:off x="2411976" y="3248998"/>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46" name="直線コネクタ 45">
              <a:extLst>
                <a:ext uri="{FF2B5EF4-FFF2-40B4-BE49-F238E27FC236}">
                  <a16:creationId xmlns:a16="http://schemas.microsoft.com/office/drawing/2014/main" id="{D11899F5-AAAF-B116-D015-7A5FA9F0B036}"/>
                </a:ext>
              </a:extLst>
            </p:cNvPr>
            <p:cNvCxnSpPr>
              <a:cxnSpLocks/>
            </p:cNvCxnSpPr>
            <p:nvPr/>
          </p:nvCxnSpPr>
          <p:spPr bwMode="auto">
            <a:xfrm>
              <a:off x="2411976" y="3338999"/>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47" name="直線コネクタ 46">
              <a:extLst>
                <a:ext uri="{FF2B5EF4-FFF2-40B4-BE49-F238E27FC236}">
                  <a16:creationId xmlns:a16="http://schemas.microsoft.com/office/drawing/2014/main" id="{0BAD8CF2-3FBF-0461-367E-527A5A6BCDAD}"/>
                </a:ext>
              </a:extLst>
            </p:cNvPr>
            <p:cNvCxnSpPr/>
            <p:nvPr/>
          </p:nvCxnSpPr>
          <p:spPr bwMode="auto">
            <a:xfrm flipH="1">
              <a:off x="2411976" y="3429000"/>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48" name="直線コネクタ 47">
              <a:extLst>
                <a:ext uri="{FF2B5EF4-FFF2-40B4-BE49-F238E27FC236}">
                  <a16:creationId xmlns:a16="http://schemas.microsoft.com/office/drawing/2014/main" id="{13817DAC-9904-2938-41A5-3A45485DB40D}"/>
                </a:ext>
              </a:extLst>
            </p:cNvPr>
            <p:cNvCxnSpPr>
              <a:cxnSpLocks/>
            </p:cNvCxnSpPr>
            <p:nvPr/>
          </p:nvCxnSpPr>
          <p:spPr bwMode="auto">
            <a:xfrm>
              <a:off x="2411976" y="3519001"/>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49" name="直線コネクタ 48">
              <a:extLst>
                <a:ext uri="{FF2B5EF4-FFF2-40B4-BE49-F238E27FC236}">
                  <a16:creationId xmlns:a16="http://schemas.microsoft.com/office/drawing/2014/main" id="{B9B677E1-EE8F-0FBE-6C76-02130BA1E87D}"/>
                </a:ext>
              </a:extLst>
            </p:cNvPr>
            <p:cNvCxnSpPr/>
            <p:nvPr/>
          </p:nvCxnSpPr>
          <p:spPr bwMode="auto">
            <a:xfrm flipH="1">
              <a:off x="2411976" y="3609002"/>
              <a:ext cx="90001" cy="90001"/>
            </a:xfrm>
            <a:prstGeom prst="line">
              <a:avLst/>
            </a:prstGeom>
            <a:noFill/>
            <a:ln w="9525" cap="flat" cmpd="sng" algn="ctr">
              <a:solidFill>
                <a:schemeClr val="tx1"/>
              </a:solidFill>
              <a:prstDash val="solid"/>
              <a:round/>
              <a:headEnd type="none" w="med" len="med"/>
              <a:tailEnd type="triangle" w="med" len="med"/>
            </a:ln>
            <a:effectLst/>
          </p:spPr>
        </p:cxnSp>
      </p:grpSp>
      <p:grpSp>
        <p:nvGrpSpPr>
          <p:cNvPr id="50" name="グループ化 49">
            <a:extLst>
              <a:ext uri="{FF2B5EF4-FFF2-40B4-BE49-F238E27FC236}">
                <a16:creationId xmlns:a16="http://schemas.microsoft.com/office/drawing/2014/main" id="{8F76F01D-742E-13AA-2679-3330F33FF099}"/>
              </a:ext>
            </a:extLst>
          </p:cNvPr>
          <p:cNvGrpSpPr/>
          <p:nvPr/>
        </p:nvGrpSpPr>
        <p:grpSpPr>
          <a:xfrm>
            <a:off x="10056045" y="2438990"/>
            <a:ext cx="90001" cy="630007"/>
            <a:chOff x="2411976" y="3068996"/>
            <a:chExt cx="90001" cy="630007"/>
          </a:xfrm>
        </p:grpSpPr>
        <p:cxnSp>
          <p:nvCxnSpPr>
            <p:cNvPr id="51" name="直線コネクタ 50">
              <a:extLst>
                <a:ext uri="{FF2B5EF4-FFF2-40B4-BE49-F238E27FC236}">
                  <a16:creationId xmlns:a16="http://schemas.microsoft.com/office/drawing/2014/main" id="{ACAE366D-F701-E892-4663-30B17BE07EF0}"/>
                </a:ext>
              </a:extLst>
            </p:cNvPr>
            <p:cNvCxnSpPr/>
            <p:nvPr/>
          </p:nvCxnSpPr>
          <p:spPr bwMode="auto">
            <a:xfrm flipH="1">
              <a:off x="2411976" y="3068996"/>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52" name="直線コネクタ 51">
              <a:extLst>
                <a:ext uri="{FF2B5EF4-FFF2-40B4-BE49-F238E27FC236}">
                  <a16:creationId xmlns:a16="http://schemas.microsoft.com/office/drawing/2014/main" id="{0F3CA85F-EE91-E02D-EE9D-A9BEFE55B518}"/>
                </a:ext>
              </a:extLst>
            </p:cNvPr>
            <p:cNvCxnSpPr>
              <a:cxnSpLocks/>
            </p:cNvCxnSpPr>
            <p:nvPr/>
          </p:nvCxnSpPr>
          <p:spPr bwMode="auto">
            <a:xfrm>
              <a:off x="2411976" y="3158997"/>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53" name="直線コネクタ 52">
              <a:extLst>
                <a:ext uri="{FF2B5EF4-FFF2-40B4-BE49-F238E27FC236}">
                  <a16:creationId xmlns:a16="http://schemas.microsoft.com/office/drawing/2014/main" id="{A3E0320A-C37C-D3EE-15C2-E2F0951FF3DB}"/>
                </a:ext>
              </a:extLst>
            </p:cNvPr>
            <p:cNvCxnSpPr/>
            <p:nvPr/>
          </p:nvCxnSpPr>
          <p:spPr bwMode="auto">
            <a:xfrm flipH="1">
              <a:off x="2411976" y="3248998"/>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54" name="直線コネクタ 53">
              <a:extLst>
                <a:ext uri="{FF2B5EF4-FFF2-40B4-BE49-F238E27FC236}">
                  <a16:creationId xmlns:a16="http://schemas.microsoft.com/office/drawing/2014/main" id="{A1E6091A-D821-4791-D54D-4F08B6B419D9}"/>
                </a:ext>
              </a:extLst>
            </p:cNvPr>
            <p:cNvCxnSpPr>
              <a:cxnSpLocks/>
            </p:cNvCxnSpPr>
            <p:nvPr/>
          </p:nvCxnSpPr>
          <p:spPr bwMode="auto">
            <a:xfrm>
              <a:off x="2411976" y="3338999"/>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55" name="直線コネクタ 54">
              <a:extLst>
                <a:ext uri="{FF2B5EF4-FFF2-40B4-BE49-F238E27FC236}">
                  <a16:creationId xmlns:a16="http://schemas.microsoft.com/office/drawing/2014/main" id="{5AE8D383-47C1-A2EF-FFCE-8F214E7C35AD}"/>
                </a:ext>
              </a:extLst>
            </p:cNvPr>
            <p:cNvCxnSpPr/>
            <p:nvPr/>
          </p:nvCxnSpPr>
          <p:spPr bwMode="auto">
            <a:xfrm flipH="1">
              <a:off x="2411976" y="3429000"/>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56" name="直線コネクタ 55">
              <a:extLst>
                <a:ext uri="{FF2B5EF4-FFF2-40B4-BE49-F238E27FC236}">
                  <a16:creationId xmlns:a16="http://schemas.microsoft.com/office/drawing/2014/main" id="{303A02D4-02C4-F288-6FDE-6BADF2E9C0EF}"/>
                </a:ext>
              </a:extLst>
            </p:cNvPr>
            <p:cNvCxnSpPr>
              <a:cxnSpLocks/>
            </p:cNvCxnSpPr>
            <p:nvPr/>
          </p:nvCxnSpPr>
          <p:spPr bwMode="auto">
            <a:xfrm>
              <a:off x="2411976" y="3519001"/>
              <a:ext cx="90001" cy="90001"/>
            </a:xfrm>
            <a:prstGeom prst="line">
              <a:avLst/>
            </a:prstGeom>
            <a:noFill/>
            <a:ln w="9525" cap="flat" cmpd="sng" algn="ctr">
              <a:solidFill>
                <a:schemeClr val="tx1"/>
              </a:solidFill>
              <a:prstDash val="solid"/>
              <a:round/>
              <a:headEnd type="none" w="med" len="med"/>
              <a:tailEnd type="none" w="med" len="med"/>
            </a:ln>
            <a:effectLst/>
          </p:spPr>
        </p:cxnSp>
        <p:cxnSp>
          <p:nvCxnSpPr>
            <p:cNvPr id="57" name="直線コネクタ 56">
              <a:extLst>
                <a:ext uri="{FF2B5EF4-FFF2-40B4-BE49-F238E27FC236}">
                  <a16:creationId xmlns:a16="http://schemas.microsoft.com/office/drawing/2014/main" id="{0746F4A1-C136-1623-CD85-55EB6620CAC0}"/>
                </a:ext>
              </a:extLst>
            </p:cNvPr>
            <p:cNvCxnSpPr/>
            <p:nvPr/>
          </p:nvCxnSpPr>
          <p:spPr bwMode="auto">
            <a:xfrm flipH="1">
              <a:off x="2411976" y="3609002"/>
              <a:ext cx="90001" cy="90001"/>
            </a:xfrm>
            <a:prstGeom prst="line">
              <a:avLst/>
            </a:prstGeom>
            <a:noFill/>
            <a:ln w="9525" cap="flat" cmpd="sng" algn="ctr">
              <a:solidFill>
                <a:schemeClr val="tx1"/>
              </a:solidFill>
              <a:prstDash val="solid"/>
              <a:round/>
              <a:headEnd type="none" w="med" len="med"/>
              <a:tailEnd type="triangle" w="med" len="med"/>
            </a:ln>
            <a:effectLst/>
          </p:spPr>
        </p:cxnSp>
      </p:grpSp>
      <p:cxnSp>
        <p:nvCxnSpPr>
          <p:cNvPr id="58" name="直線矢印コネクタ 57">
            <a:extLst>
              <a:ext uri="{FF2B5EF4-FFF2-40B4-BE49-F238E27FC236}">
                <a16:creationId xmlns:a16="http://schemas.microsoft.com/office/drawing/2014/main" id="{66A0125E-705B-7AE9-18B4-037A2BF12501}"/>
              </a:ext>
            </a:extLst>
          </p:cNvPr>
          <p:cNvCxnSpPr>
            <a:cxnSpLocks/>
          </p:cNvCxnSpPr>
          <p:nvPr/>
        </p:nvCxnSpPr>
        <p:spPr bwMode="auto">
          <a:xfrm>
            <a:off x="8886031" y="3158997"/>
            <a:ext cx="0" cy="360004"/>
          </a:xfrm>
          <a:prstGeom prst="straightConnector1">
            <a:avLst/>
          </a:prstGeom>
          <a:noFill/>
          <a:ln w="31750" cap="flat" cmpd="sng" algn="ctr">
            <a:solidFill>
              <a:schemeClr val="tx1">
                <a:lumMod val="50000"/>
                <a:lumOff val="50000"/>
              </a:schemeClr>
            </a:solidFill>
            <a:prstDash val="solid"/>
            <a:round/>
            <a:headEnd type="none" w="med" len="med"/>
            <a:tailEnd type="arrow" w="sm" len="sm"/>
          </a:ln>
          <a:effectLst/>
        </p:spPr>
      </p:cxnSp>
    </p:spTree>
    <p:extLst>
      <p:ext uri="{BB962C8B-B14F-4D97-AF65-F5344CB8AC3E}">
        <p14:creationId xmlns:p14="http://schemas.microsoft.com/office/powerpoint/2010/main" val="252648855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15EEB5-696E-1AD6-6F9B-04C29536889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2011F83-D824-5C61-1CF5-2D4D4F69F017}"/>
              </a:ext>
            </a:extLst>
          </p:cNvPr>
          <p:cNvSpPr>
            <a:spLocks noGrp="1"/>
          </p:cNvSpPr>
          <p:nvPr>
            <p:ph type="title"/>
          </p:nvPr>
        </p:nvSpPr>
        <p:spPr/>
        <p:txBody>
          <a:bodyPr/>
          <a:lstStyle/>
          <a:p>
            <a:r>
              <a:rPr kumimoji="1" lang="ja-JP" altLang="en-US" dirty="0"/>
              <a:t>カレー屋さんにおける 水平演算</a:t>
            </a:r>
          </a:p>
        </p:txBody>
      </p:sp>
      <p:sp>
        <p:nvSpPr>
          <p:cNvPr id="3" name="テキスト プレースホルダー 2">
            <a:extLst>
              <a:ext uri="{FF2B5EF4-FFF2-40B4-BE49-F238E27FC236}">
                <a16:creationId xmlns:a16="http://schemas.microsoft.com/office/drawing/2014/main" id="{4737759F-E6D0-4349-F8F0-16785F8B846D}"/>
              </a:ext>
            </a:extLst>
          </p:cNvPr>
          <p:cNvSpPr>
            <a:spLocks noGrp="1"/>
          </p:cNvSpPr>
          <p:nvPr>
            <p:ph type="body" sz="quarter" idx="10"/>
          </p:nvPr>
        </p:nvSpPr>
        <p:spPr>
          <a:xfrm>
            <a:off x="1955954" y="998973"/>
            <a:ext cx="9900110" cy="1620018"/>
          </a:xfrm>
        </p:spPr>
        <p:txBody>
          <a:bodyPr anchor="t"/>
          <a:lstStyle/>
          <a:p>
            <a:r>
              <a:rPr kumimoji="1" lang="ja-JP" altLang="en-US" dirty="0"/>
              <a:t>「全員の野菜を集めて鍋にいれる」</a:t>
            </a:r>
            <a:r>
              <a:rPr lang="ja-JP" altLang="en-US" dirty="0"/>
              <a:t>みたいな操作が難しい</a:t>
            </a:r>
            <a:endParaRPr lang="en-US" altLang="ja-JP" dirty="0"/>
          </a:p>
          <a:p>
            <a:pPr lvl="1"/>
            <a:r>
              <a:rPr lang="ja-JP" altLang="en-US" dirty="0"/>
              <a:t>全員がそこに揃ってる事が保証できないため</a:t>
            </a:r>
            <a:endParaRPr lang="en-US" altLang="ja-JP" dirty="0"/>
          </a:p>
          <a:p>
            <a:pPr lvl="2"/>
            <a:r>
              <a:rPr lang="ja-JP" altLang="en-US" dirty="0"/>
              <a:t>分岐があると時分割で処理される</a:t>
            </a:r>
            <a:endParaRPr lang="en-US" altLang="ja-JP" dirty="0"/>
          </a:p>
          <a:p>
            <a:pPr lvl="2"/>
            <a:r>
              <a:rPr lang="ja-JP" altLang="en-US" dirty="0"/>
              <a:t>玉葱の薄切りが終わってないかもしれない</a:t>
            </a:r>
            <a:endParaRPr lang="en-US" altLang="ja-JP" dirty="0"/>
          </a:p>
          <a:p>
            <a:pPr lvl="1"/>
            <a:r>
              <a:rPr lang="ja-JP" altLang="en-US" dirty="0"/>
              <a:t>「ここで全員を待つ」みたいな指示が必要</a:t>
            </a:r>
            <a:endParaRPr lang="en-US" altLang="ja-JP" dirty="0"/>
          </a:p>
        </p:txBody>
      </p:sp>
      <p:sp>
        <p:nvSpPr>
          <p:cNvPr id="38" name="正方形/長方形 37">
            <a:extLst>
              <a:ext uri="{FF2B5EF4-FFF2-40B4-BE49-F238E27FC236}">
                <a16:creationId xmlns:a16="http://schemas.microsoft.com/office/drawing/2014/main" id="{A9E13317-85FB-CD34-B554-0F60437CEB45}"/>
              </a:ext>
            </a:extLst>
          </p:cNvPr>
          <p:cNvSpPr/>
          <p:nvPr/>
        </p:nvSpPr>
        <p:spPr bwMode="auto">
          <a:xfrm>
            <a:off x="1636188" y="5226884"/>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600" dirty="0">
                <a:solidFill>
                  <a:schemeClr val="accent5"/>
                </a:solidFill>
                <a:latin typeface="+mn-ea"/>
              </a:rPr>
              <a:t>今ここしおりが分散</a:t>
            </a:r>
          </a:p>
        </p:txBody>
      </p:sp>
      <p:sp>
        <p:nvSpPr>
          <p:cNvPr id="40" name="平行四辺形 39">
            <a:extLst>
              <a:ext uri="{FF2B5EF4-FFF2-40B4-BE49-F238E27FC236}">
                <a16:creationId xmlns:a16="http://schemas.microsoft.com/office/drawing/2014/main" id="{E218DAB2-030F-72B6-4DA7-F439310DD3F9}"/>
              </a:ext>
            </a:extLst>
          </p:cNvPr>
          <p:cNvSpPr/>
          <p:nvPr/>
        </p:nvSpPr>
        <p:spPr bwMode="auto">
          <a:xfrm>
            <a:off x="6636007" y="4869014"/>
            <a:ext cx="15624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41" name="正方形/長方形 40">
            <a:extLst>
              <a:ext uri="{FF2B5EF4-FFF2-40B4-BE49-F238E27FC236}">
                <a16:creationId xmlns:a16="http://schemas.microsoft.com/office/drawing/2014/main" id="{D901B843-9D3F-30FB-2844-C2F67610EEAD}"/>
              </a:ext>
            </a:extLst>
          </p:cNvPr>
          <p:cNvSpPr/>
          <p:nvPr/>
        </p:nvSpPr>
        <p:spPr>
          <a:xfrm>
            <a:off x="7086012" y="4059005"/>
            <a:ext cx="1440016" cy="738664"/>
          </a:xfrm>
          <a:prstGeom prst="rect">
            <a:avLst/>
          </a:prstGeom>
        </p:spPr>
        <p:txBody>
          <a:bodyPr wrap="squar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42" name="平行四辺形 41">
            <a:extLst>
              <a:ext uri="{FF2B5EF4-FFF2-40B4-BE49-F238E27FC236}">
                <a16:creationId xmlns:a16="http://schemas.microsoft.com/office/drawing/2014/main" id="{309E6D14-D95B-55B4-3881-D727F88FE789}"/>
              </a:ext>
            </a:extLst>
          </p:cNvPr>
          <p:cNvSpPr/>
          <p:nvPr/>
        </p:nvSpPr>
        <p:spPr bwMode="auto">
          <a:xfrm>
            <a:off x="8256025" y="4239007"/>
            <a:ext cx="15624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43" name="正方形/長方形 42">
            <a:extLst>
              <a:ext uri="{FF2B5EF4-FFF2-40B4-BE49-F238E27FC236}">
                <a16:creationId xmlns:a16="http://schemas.microsoft.com/office/drawing/2014/main" id="{8309419C-6FF4-4B9B-4DAC-AED193D5EB70}"/>
              </a:ext>
            </a:extLst>
          </p:cNvPr>
          <p:cNvSpPr/>
          <p:nvPr/>
        </p:nvSpPr>
        <p:spPr>
          <a:xfrm>
            <a:off x="8616029" y="3428998"/>
            <a:ext cx="865983" cy="738664"/>
          </a:xfrm>
          <a:prstGeom prst="rect">
            <a:avLst/>
          </a:prstGeom>
        </p:spPr>
        <p:txBody>
          <a:bodyPr wrap="square">
            <a:spAutoFit/>
          </a:bodyPr>
          <a:lstStyle/>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ﾟーﾟ</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44" name="角丸四角形吹き出し 44">
            <a:extLst>
              <a:ext uri="{FF2B5EF4-FFF2-40B4-BE49-F238E27FC236}">
                <a16:creationId xmlns:a16="http://schemas.microsoft.com/office/drawing/2014/main" id="{FDEAA266-FD36-972D-15A1-4F726DFF1E67}"/>
              </a:ext>
            </a:extLst>
          </p:cNvPr>
          <p:cNvSpPr/>
          <p:nvPr/>
        </p:nvSpPr>
        <p:spPr bwMode="auto">
          <a:xfrm>
            <a:off x="7356013" y="3158997"/>
            <a:ext cx="1620019" cy="702648"/>
          </a:xfrm>
          <a:prstGeom prst="wedgeRoundRectCallout">
            <a:avLst>
              <a:gd name="adj1" fmla="val -36493"/>
              <a:gd name="adj2" fmla="val 100662"/>
              <a:gd name="adj3" fmla="val 16667"/>
            </a:avLst>
          </a:prstGeom>
          <a:ln>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dirty="0">
                <a:solidFill>
                  <a:schemeClr val="tx1">
                    <a:lumMod val="65000"/>
                    <a:lumOff val="35000"/>
                  </a:schemeClr>
                </a:solidFill>
                <a:latin typeface="Arial Narrow" panose="020B0606020202030204" pitchFamily="34" charset="0"/>
              </a:rPr>
              <a:t>鍋に集めて</a:t>
            </a:r>
            <a:endParaRPr lang="en-US" altLang="ja-JP" dirty="0">
              <a:solidFill>
                <a:schemeClr val="tx1">
                  <a:lumMod val="65000"/>
                  <a:lumOff val="35000"/>
                </a:schemeClr>
              </a:solidFill>
              <a:latin typeface="Arial Narrow" panose="020B0606020202030204" pitchFamily="34" charset="0"/>
            </a:endParaRPr>
          </a:p>
          <a:p>
            <a:r>
              <a:rPr lang="ja-JP" altLang="en-US" dirty="0">
                <a:solidFill>
                  <a:schemeClr val="tx1">
                    <a:lumMod val="65000"/>
                    <a:lumOff val="35000"/>
                  </a:schemeClr>
                </a:solidFill>
                <a:latin typeface="Arial Narrow" panose="020B0606020202030204" pitchFamily="34" charset="0"/>
              </a:rPr>
              <a:t>よろしく</a:t>
            </a:r>
          </a:p>
        </p:txBody>
      </p:sp>
      <p:sp>
        <p:nvSpPr>
          <p:cNvPr id="45" name="平行四辺形 44">
            <a:extLst>
              <a:ext uri="{FF2B5EF4-FFF2-40B4-BE49-F238E27FC236}">
                <a16:creationId xmlns:a16="http://schemas.microsoft.com/office/drawing/2014/main" id="{B96C5987-A480-B885-9A3A-4139C46DCD4B}"/>
              </a:ext>
            </a:extLst>
          </p:cNvPr>
          <p:cNvSpPr/>
          <p:nvPr/>
        </p:nvSpPr>
        <p:spPr bwMode="auto">
          <a:xfrm>
            <a:off x="8256025" y="4869014"/>
            <a:ext cx="15624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sp>
        <p:nvSpPr>
          <p:cNvPr id="46" name="平行四辺形 45">
            <a:extLst>
              <a:ext uri="{FF2B5EF4-FFF2-40B4-BE49-F238E27FC236}">
                <a16:creationId xmlns:a16="http://schemas.microsoft.com/office/drawing/2014/main" id="{07FE9F50-1321-76D2-8E60-9F5EFEECE2F6}"/>
              </a:ext>
            </a:extLst>
          </p:cNvPr>
          <p:cNvSpPr/>
          <p:nvPr/>
        </p:nvSpPr>
        <p:spPr bwMode="auto">
          <a:xfrm>
            <a:off x="8166023" y="6039028"/>
            <a:ext cx="15624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cxnSp>
        <p:nvCxnSpPr>
          <p:cNvPr id="47" name="直線矢印コネクタ 46">
            <a:extLst>
              <a:ext uri="{FF2B5EF4-FFF2-40B4-BE49-F238E27FC236}">
                <a16:creationId xmlns:a16="http://schemas.microsoft.com/office/drawing/2014/main" id="{CD4212C8-279A-8641-8E5F-8EEC492DF5D3}"/>
              </a:ext>
            </a:extLst>
          </p:cNvPr>
          <p:cNvCxnSpPr>
            <a:cxnSpLocks/>
          </p:cNvCxnSpPr>
          <p:nvPr/>
        </p:nvCxnSpPr>
        <p:spPr bwMode="auto">
          <a:xfrm flipV="1">
            <a:off x="7986022" y="4509010"/>
            <a:ext cx="540006" cy="450005"/>
          </a:xfrm>
          <a:prstGeom prst="straightConnector1">
            <a:avLst/>
          </a:prstGeom>
          <a:ln w="57150">
            <a:headEnd type="none" w="med" len="med"/>
            <a:tailEnd type="triangle"/>
          </a:ln>
        </p:spPr>
        <p:style>
          <a:lnRef idx="2">
            <a:schemeClr val="accent5"/>
          </a:lnRef>
          <a:fillRef idx="0">
            <a:schemeClr val="accent5"/>
          </a:fillRef>
          <a:effectRef idx="1">
            <a:schemeClr val="accent5"/>
          </a:effectRef>
          <a:fontRef idx="minor">
            <a:schemeClr val="tx1"/>
          </a:fontRef>
        </p:style>
      </p:cxnSp>
      <p:sp>
        <p:nvSpPr>
          <p:cNvPr id="50" name="正方形/長方形 49">
            <a:extLst>
              <a:ext uri="{FF2B5EF4-FFF2-40B4-BE49-F238E27FC236}">
                <a16:creationId xmlns:a16="http://schemas.microsoft.com/office/drawing/2014/main" id="{27F28AC7-5682-412C-7285-1A26F2A0E5C6}"/>
              </a:ext>
            </a:extLst>
          </p:cNvPr>
          <p:cNvSpPr/>
          <p:nvPr/>
        </p:nvSpPr>
        <p:spPr bwMode="auto">
          <a:xfrm>
            <a:off x="3755974" y="3248998"/>
            <a:ext cx="2790031" cy="2340026"/>
          </a:xfrm>
          <a:prstGeom prst="rect">
            <a:avLst/>
          </a:prstGeom>
          <a:solidFill>
            <a:schemeClr val="bg1"/>
          </a:solidFill>
          <a:ln>
            <a:solidFill>
              <a:schemeClr val="accent4"/>
            </a:solidFill>
            <a:headEnd/>
            <a:tailEnd type="none" w="sm" len="med"/>
          </a:ln>
        </p:spPr>
        <p:style>
          <a:lnRef idx="2">
            <a:schemeClr val="accent4">
              <a:shade val="15000"/>
            </a:schemeClr>
          </a:lnRef>
          <a:fillRef idx="1">
            <a:schemeClr val="accent4"/>
          </a:fillRef>
          <a:effectRef idx="0">
            <a:schemeClr val="accent4"/>
          </a:effectRef>
          <a:fontRef idx="minor">
            <a:schemeClr val="lt1"/>
          </a:fontRef>
        </p:style>
        <p:txBody>
          <a:bodyPr rot="0" spcFirstLastPara="0" vertOverflow="overflow" horzOverflow="overflow" vert="horz" wrap="none" lIns="91440" tIns="45720" rIns="91440" bIns="45720" numCol="1" spcCol="0" rtlCol="0" fromWordArt="0" anchor="t" anchorCtr="0" forceAA="0" compatLnSpc="1">
            <a:prstTxWarp prst="textNoShape">
              <a:avLst/>
            </a:prstTxWarp>
            <a:noAutofit/>
          </a:bodyPr>
          <a:lstStyle/>
          <a:p>
            <a:pPr>
              <a:lnSpc>
                <a:spcPct val="150000"/>
              </a:lnSpc>
            </a:pPr>
            <a:r>
              <a:rPr lang="en-US" altLang="ja-JP" sz="1600" dirty="0">
                <a:solidFill>
                  <a:schemeClr val="accent4"/>
                </a:solidFill>
                <a:latin typeface="Arial Narrow" panose="020B0606020202030204" pitchFamily="34" charset="0"/>
              </a:rPr>
              <a:t>1.. </a:t>
            </a:r>
            <a:r>
              <a:rPr lang="ja-JP" altLang="en-US" sz="1600" dirty="0">
                <a:solidFill>
                  <a:schemeClr val="accent4"/>
                </a:solidFill>
                <a:latin typeface="Arial Narrow" panose="020B0606020202030204" pitchFamily="34" charset="0"/>
              </a:rPr>
              <a:t>もし芋なら？</a:t>
            </a:r>
            <a:endParaRPr lang="en-US" altLang="ja-JP" sz="1600" dirty="0">
              <a:solidFill>
                <a:schemeClr val="accent4"/>
              </a:solidFill>
              <a:latin typeface="Arial Narrow" panose="020B0606020202030204" pitchFamily="34" charset="0"/>
            </a:endParaRPr>
          </a:p>
          <a:p>
            <a:pPr>
              <a:lnSpc>
                <a:spcPct val="150000"/>
              </a:lnSpc>
            </a:pPr>
            <a:r>
              <a:rPr lang="en-US" altLang="ja-JP" sz="1600" dirty="0">
                <a:solidFill>
                  <a:schemeClr val="accent4"/>
                </a:solidFill>
                <a:latin typeface="Arial Narrow" panose="020B0606020202030204" pitchFamily="34" charset="0"/>
              </a:rPr>
              <a:t>2.         </a:t>
            </a:r>
            <a:r>
              <a:rPr lang="ja-JP" altLang="en-US" sz="1600" dirty="0">
                <a:solidFill>
                  <a:schemeClr val="accent4"/>
                </a:solidFill>
                <a:latin typeface="Arial Narrow" panose="020B0606020202030204" pitchFamily="34" charset="0"/>
              </a:rPr>
              <a:t>芽を取って皮むき</a:t>
            </a:r>
            <a:endParaRPr lang="en-US" altLang="ja-JP" sz="1600" dirty="0">
              <a:solidFill>
                <a:schemeClr val="accent4"/>
              </a:solidFill>
              <a:latin typeface="Arial Narrow" panose="020B0606020202030204" pitchFamily="34" charset="0"/>
            </a:endParaRPr>
          </a:p>
          <a:p>
            <a:pPr>
              <a:lnSpc>
                <a:spcPct val="150000"/>
              </a:lnSpc>
            </a:pPr>
            <a:r>
              <a:rPr lang="en-US" altLang="ja-JP" sz="1600" dirty="0">
                <a:solidFill>
                  <a:schemeClr val="accent4"/>
                </a:solidFill>
                <a:latin typeface="Arial Narrow" panose="020B0606020202030204" pitchFamily="34" charset="0"/>
              </a:rPr>
              <a:t>3.</a:t>
            </a:r>
            <a:r>
              <a:rPr lang="ja-JP" altLang="en-US" sz="1600" dirty="0">
                <a:solidFill>
                  <a:schemeClr val="accent4"/>
                </a:solidFill>
                <a:latin typeface="Arial Narrow" panose="020B0606020202030204" pitchFamily="34" charset="0"/>
              </a:rPr>
              <a:t>  ではなく玉葱なら？</a:t>
            </a:r>
            <a:endParaRPr lang="en-US" altLang="ja-JP" sz="1600" dirty="0">
              <a:solidFill>
                <a:schemeClr val="accent4"/>
              </a:solidFill>
              <a:latin typeface="Arial Narrow" panose="020B0606020202030204" pitchFamily="34" charset="0"/>
            </a:endParaRPr>
          </a:p>
          <a:p>
            <a:pPr>
              <a:lnSpc>
                <a:spcPct val="150000"/>
              </a:lnSpc>
            </a:pPr>
            <a:r>
              <a:rPr lang="en-US" altLang="ja-JP" sz="1600" dirty="0">
                <a:solidFill>
                  <a:schemeClr val="accent4"/>
                </a:solidFill>
                <a:latin typeface="Arial Narrow" panose="020B0606020202030204" pitchFamily="34" charset="0"/>
              </a:rPr>
              <a:t>4.         </a:t>
            </a:r>
            <a:r>
              <a:rPr lang="ja-JP" altLang="en-US" sz="1600" dirty="0">
                <a:solidFill>
                  <a:schemeClr val="accent4"/>
                </a:solidFill>
                <a:latin typeface="Arial Narrow" panose="020B0606020202030204" pitchFamily="34" charset="0"/>
              </a:rPr>
              <a:t>うすぎりに</a:t>
            </a:r>
            <a:endParaRPr lang="en-US" altLang="ja-JP" sz="1600" dirty="0">
              <a:solidFill>
                <a:schemeClr val="accent4"/>
              </a:solidFill>
              <a:latin typeface="Arial Narrow" panose="020B0606020202030204" pitchFamily="34" charset="0"/>
            </a:endParaRPr>
          </a:p>
          <a:p>
            <a:pPr>
              <a:lnSpc>
                <a:spcPct val="150000"/>
              </a:lnSpc>
            </a:pPr>
            <a:r>
              <a:rPr lang="en-US" altLang="ja-JP" sz="1600" dirty="0">
                <a:solidFill>
                  <a:schemeClr val="accent4"/>
                </a:solidFill>
                <a:latin typeface="Arial Narrow" panose="020B0606020202030204" pitchFamily="34" charset="0"/>
              </a:rPr>
              <a:t>5. </a:t>
            </a:r>
            <a:r>
              <a:rPr lang="ja-JP" altLang="en-US" sz="1600" dirty="0">
                <a:solidFill>
                  <a:schemeClr val="accent4"/>
                </a:solidFill>
                <a:latin typeface="Arial Narrow" panose="020B0606020202030204" pitchFamily="34" charset="0"/>
              </a:rPr>
              <a:t>全員の切った野菜を集める</a:t>
            </a:r>
          </a:p>
        </p:txBody>
      </p:sp>
      <p:cxnSp>
        <p:nvCxnSpPr>
          <p:cNvPr id="51" name="直線矢印コネクタ 50">
            <a:extLst>
              <a:ext uri="{FF2B5EF4-FFF2-40B4-BE49-F238E27FC236}">
                <a16:creationId xmlns:a16="http://schemas.microsoft.com/office/drawing/2014/main" id="{86C722F9-36B5-F66C-43CC-548FA7DEC729}"/>
              </a:ext>
            </a:extLst>
          </p:cNvPr>
          <p:cNvCxnSpPr>
            <a:cxnSpLocks/>
          </p:cNvCxnSpPr>
          <p:nvPr/>
        </p:nvCxnSpPr>
        <p:spPr bwMode="auto">
          <a:xfrm>
            <a:off x="3305969" y="4599013"/>
            <a:ext cx="360004" cy="0"/>
          </a:xfrm>
          <a:prstGeom prst="straightConnector1">
            <a:avLst/>
          </a:prstGeom>
          <a:ln w="76200">
            <a:solidFill>
              <a:schemeClr val="accent5"/>
            </a:solidFill>
            <a:headEnd type="none" w="med" len="med"/>
            <a:tailEnd type="triangle"/>
          </a:ln>
        </p:spPr>
        <p:style>
          <a:lnRef idx="3">
            <a:schemeClr val="accent5"/>
          </a:lnRef>
          <a:fillRef idx="0">
            <a:schemeClr val="accent5"/>
          </a:fillRef>
          <a:effectRef idx="2">
            <a:schemeClr val="accent5"/>
          </a:effectRef>
          <a:fontRef idx="minor">
            <a:schemeClr val="tx1"/>
          </a:fontRef>
        </p:style>
      </p:cxnSp>
      <p:cxnSp>
        <p:nvCxnSpPr>
          <p:cNvPr id="52" name="直線矢印コネクタ 51">
            <a:extLst>
              <a:ext uri="{FF2B5EF4-FFF2-40B4-BE49-F238E27FC236}">
                <a16:creationId xmlns:a16="http://schemas.microsoft.com/office/drawing/2014/main" id="{81898CEB-CFDE-2740-F55F-47DBBC9D2F2E}"/>
              </a:ext>
            </a:extLst>
          </p:cNvPr>
          <p:cNvCxnSpPr>
            <a:cxnSpLocks/>
          </p:cNvCxnSpPr>
          <p:nvPr/>
        </p:nvCxnSpPr>
        <p:spPr bwMode="auto">
          <a:xfrm>
            <a:off x="2945965" y="4599013"/>
            <a:ext cx="360004" cy="0"/>
          </a:xfrm>
          <a:prstGeom prst="straightConnector1">
            <a:avLst/>
          </a:prstGeom>
          <a:ln w="76200">
            <a:solidFill>
              <a:schemeClr val="accent5"/>
            </a:solidFill>
            <a:headEnd type="none" w="med" len="med"/>
            <a:tailEnd type="triangle"/>
          </a:ln>
        </p:spPr>
        <p:style>
          <a:lnRef idx="3">
            <a:schemeClr val="accent5"/>
          </a:lnRef>
          <a:fillRef idx="0">
            <a:schemeClr val="accent5"/>
          </a:fillRef>
          <a:effectRef idx="2">
            <a:schemeClr val="accent5"/>
          </a:effectRef>
          <a:fontRef idx="minor">
            <a:schemeClr val="tx1"/>
          </a:fontRef>
        </p:style>
      </p:cxnSp>
      <p:cxnSp>
        <p:nvCxnSpPr>
          <p:cNvPr id="53" name="直線矢印コネクタ 52">
            <a:extLst>
              <a:ext uri="{FF2B5EF4-FFF2-40B4-BE49-F238E27FC236}">
                <a16:creationId xmlns:a16="http://schemas.microsoft.com/office/drawing/2014/main" id="{81EA7133-F846-9B21-DB0D-ECE2234C3F43}"/>
              </a:ext>
            </a:extLst>
          </p:cNvPr>
          <p:cNvCxnSpPr>
            <a:cxnSpLocks/>
          </p:cNvCxnSpPr>
          <p:nvPr/>
        </p:nvCxnSpPr>
        <p:spPr bwMode="auto">
          <a:xfrm>
            <a:off x="3305969" y="4959017"/>
            <a:ext cx="360004" cy="0"/>
          </a:xfrm>
          <a:prstGeom prst="straightConnector1">
            <a:avLst/>
          </a:prstGeom>
          <a:ln w="76200">
            <a:solidFill>
              <a:schemeClr val="accent5"/>
            </a:solidFill>
            <a:headEnd type="none" w="med" len="med"/>
            <a:tailEnd type="triangle"/>
          </a:ln>
        </p:spPr>
        <p:style>
          <a:lnRef idx="3">
            <a:schemeClr val="accent5"/>
          </a:lnRef>
          <a:fillRef idx="0">
            <a:schemeClr val="accent5"/>
          </a:fillRef>
          <a:effectRef idx="2">
            <a:schemeClr val="accent5"/>
          </a:effectRef>
          <a:fontRef idx="minor">
            <a:schemeClr val="tx1"/>
          </a:fontRef>
        </p:style>
      </p:cxnSp>
      <p:sp>
        <p:nvSpPr>
          <p:cNvPr id="54" name="角丸四角形 46">
            <a:extLst>
              <a:ext uri="{FF2B5EF4-FFF2-40B4-BE49-F238E27FC236}">
                <a16:creationId xmlns:a16="http://schemas.microsoft.com/office/drawing/2014/main" id="{5F34FACB-D3D8-489F-A6B6-7250986621DE}"/>
              </a:ext>
            </a:extLst>
          </p:cNvPr>
          <p:cNvSpPr/>
          <p:nvPr/>
        </p:nvSpPr>
        <p:spPr bwMode="auto">
          <a:xfrm>
            <a:off x="6996011" y="4779013"/>
            <a:ext cx="720008" cy="360004"/>
          </a:xfrm>
          <a:prstGeom prst="roundRect">
            <a:avLst/>
          </a:prstGeom>
          <a:ln>
            <a:headEnd/>
            <a:tailEnd type="triangle" w="sm" len="med"/>
          </a:ln>
        </p:spPr>
        <p:style>
          <a:lnRef idx="2">
            <a:schemeClr val="accent4">
              <a:shade val="15000"/>
            </a:schemeClr>
          </a:lnRef>
          <a:fillRef idx="1">
            <a:schemeClr val="accent4"/>
          </a:fillRef>
          <a:effectRef idx="0">
            <a:schemeClr val="accent4"/>
          </a:effectRef>
          <a:fontRef idx="minor">
            <a:schemeClr val="lt1"/>
          </a:fontRef>
        </p:style>
        <p:txBody>
          <a:bodyPr wrap="none" rtlCol="0" anchor="ctr"/>
          <a:lstStyle/>
          <a:p>
            <a:pPr algn="ctr"/>
            <a:r>
              <a:rPr kumimoji="1" lang="ja-JP" altLang="en-US" sz="1400" b="1" dirty="0">
                <a:solidFill>
                  <a:schemeClr val="bg1"/>
                </a:solidFill>
                <a:latin typeface="Arial Narrow" panose="020B0606020202030204" pitchFamily="34" charset="0"/>
              </a:rPr>
              <a:t>集めて</a:t>
            </a:r>
          </a:p>
        </p:txBody>
      </p:sp>
      <p:sp>
        <p:nvSpPr>
          <p:cNvPr id="4" name="正方形/長方形 3">
            <a:extLst>
              <a:ext uri="{FF2B5EF4-FFF2-40B4-BE49-F238E27FC236}">
                <a16:creationId xmlns:a16="http://schemas.microsoft.com/office/drawing/2014/main" id="{CC22D086-7121-FE32-6C4A-B593D4533F1A}"/>
              </a:ext>
            </a:extLst>
          </p:cNvPr>
          <p:cNvSpPr/>
          <p:nvPr/>
        </p:nvSpPr>
        <p:spPr>
          <a:xfrm>
            <a:off x="8616028" y="5319020"/>
            <a:ext cx="865983" cy="738664"/>
          </a:xfrm>
          <a:prstGeom prst="rect">
            <a:avLst/>
          </a:prstGeom>
        </p:spPr>
        <p:txBody>
          <a:bodyPr wrap="square">
            <a:spAutoFit/>
          </a:bodyPr>
          <a:lstStyle/>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ﾟーﾟ</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5" name="角丸四角形吹き出し 44">
            <a:extLst>
              <a:ext uri="{FF2B5EF4-FFF2-40B4-BE49-F238E27FC236}">
                <a16:creationId xmlns:a16="http://schemas.microsoft.com/office/drawing/2014/main" id="{6EDF7C2D-009B-8802-C0A8-E1387A84EF99}"/>
              </a:ext>
            </a:extLst>
          </p:cNvPr>
          <p:cNvSpPr/>
          <p:nvPr/>
        </p:nvSpPr>
        <p:spPr bwMode="auto">
          <a:xfrm>
            <a:off x="9336035" y="5139019"/>
            <a:ext cx="2070024" cy="414056"/>
          </a:xfrm>
          <a:prstGeom prst="wedgeRoundRectCallout">
            <a:avLst>
              <a:gd name="adj1" fmla="val -41466"/>
              <a:gd name="adj2" fmla="val 84351"/>
              <a:gd name="adj3" fmla="val 16667"/>
            </a:avLst>
          </a:prstGeom>
          <a:ln>
            <a:headEnd/>
            <a:tailEnd type="triangle" w="sm" len="med"/>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600" dirty="0">
                <a:solidFill>
                  <a:schemeClr val="tx1">
                    <a:lumMod val="65000"/>
                    <a:lumOff val="35000"/>
                  </a:schemeClr>
                </a:solidFill>
                <a:latin typeface="Arial Narrow" panose="020B0606020202030204" pitchFamily="34" charset="0"/>
              </a:rPr>
              <a:t>玉葱おわってないよ</a:t>
            </a:r>
          </a:p>
        </p:txBody>
      </p:sp>
    </p:spTree>
    <p:extLst>
      <p:ext uri="{BB962C8B-B14F-4D97-AF65-F5344CB8AC3E}">
        <p14:creationId xmlns:p14="http://schemas.microsoft.com/office/powerpoint/2010/main" val="7064653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B4499D9-5506-1FEE-F8FF-E7C96D51B5BE}"/>
              </a:ext>
            </a:extLst>
          </p:cNvPr>
          <p:cNvSpPr>
            <a:spLocks noGrp="1"/>
          </p:cNvSpPr>
          <p:nvPr>
            <p:ph type="title"/>
          </p:nvPr>
        </p:nvSpPr>
        <p:spPr/>
        <p:txBody>
          <a:bodyPr/>
          <a:lstStyle/>
          <a:p>
            <a:r>
              <a:rPr kumimoji="1" lang="en-US" altLang="ja-JP" dirty="0"/>
              <a:t>SIMD </a:t>
            </a:r>
            <a:r>
              <a:rPr kumimoji="1" lang="ja-JP" altLang="en-US" dirty="0"/>
              <a:t>命令と </a:t>
            </a:r>
            <a:r>
              <a:rPr kumimoji="1" lang="en-US" altLang="ja-JP" dirty="0"/>
              <a:t>SIMT </a:t>
            </a:r>
            <a:r>
              <a:rPr kumimoji="1" lang="ja-JP" altLang="en-US" dirty="0"/>
              <a:t>のまとめ</a:t>
            </a:r>
          </a:p>
        </p:txBody>
      </p:sp>
      <p:sp>
        <p:nvSpPr>
          <p:cNvPr id="3" name="テキスト プレースホルダー 2">
            <a:extLst>
              <a:ext uri="{FF2B5EF4-FFF2-40B4-BE49-F238E27FC236}">
                <a16:creationId xmlns:a16="http://schemas.microsoft.com/office/drawing/2014/main" id="{0AF5DC0D-AE39-A1D4-A2D0-B5131028F61C}"/>
              </a:ext>
            </a:extLst>
          </p:cNvPr>
          <p:cNvSpPr>
            <a:spLocks noGrp="1"/>
          </p:cNvSpPr>
          <p:nvPr>
            <p:ph type="body" sz="quarter" idx="10"/>
          </p:nvPr>
        </p:nvSpPr>
        <p:spPr/>
        <p:txBody>
          <a:bodyPr/>
          <a:lstStyle/>
          <a:p>
            <a:r>
              <a:rPr kumimoji="1" lang="en-US" altLang="ja-JP" dirty="0"/>
              <a:t>SIMD </a:t>
            </a:r>
            <a:r>
              <a:rPr kumimoji="1" lang="ja-JP" altLang="en-US" dirty="0"/>
              <a:t>プロセッサをどのように使うか</a:t>
            </a:r>
            <a:endParaRPr kumimoji="1" lang="en-US" altLang="ja-JP" dirty="0"/>
          </a:p>
          <a:p>
            <a:pPr lvl="1"/>
            <a:r>
              <a:rPr kumimoji="1" lang="en-US" altLang="ja-JP" dirty="0"/>
              <a:t>SIMD </a:t>
            </a:r>
            <a:r>
              <a:rPr kumimoji="1" lang="ja-JP" altLang="en-US" dirty="0"/>
              <a:t>命令モデル </a:t>
            </a:r>
            <a:r>
              <a:rPr kumimoji="1" lang="en-US" altLang="ja-JP" dirty="0"/>
              <a:t>vs. SIMT </a:t>
            </a:r>
            <a:r>
              <a:rPr kumimoji="1" lang="ja-JP" altLang="en-US" dirty="0"/>
              <a:t>モデル</a:t>
            </a:r>
            <a:endParaRPr kumimoji="1" lang="en-US" altLang="ja-JP" dirty="0"/>
          </a:p>
          <a:p>
            <a:pPr lvl="2"/>
            <a:r>
              <a:rPr kumimoji="1" lang="ja-JP" altLang="en-US" dirty="0"/>
              <a:t>（モデルの名前が適切ではない気もする</a:t>
            </a:r>
            <a:br>
              <a:rPr kumimoji="1" lang="en-US" altLang="ja-JP" dirty="0"/>
            </a:br>
            <a:endParaRPr kumimoji="1" lang="en-US" altLang="ja-JP" dirty="0"/>
          </a:p>
          <a:p>
            <a:pPr lvl="1"/>
            <a:r>
              <a:rPr kumimoji="1" lang="ja-JP" altLang="en-US" dirty="0">
                <a:solidFill>
                  <a:schemeClr val="accent5"/>
                </a:solidFill>
              </a:rPr>
              <a:t>異なる層で，複数演算器の同時処理の対応を行っている</a:t>
            </a:r>
            <a:endParaRPr kumimoji="1" lang="en-US" altLang="ja-JP" dirty="0">
              <a:solidFill>
                <a:schemeClr val="accent5"/>
              </a:solidFill>
            </a:endParaRPr>
          </a:p>
          <a:p>
            <a:pPr lvl="2"/>
            <a:r>
              <a:rPr lang="en-US" altLang="ja-JP" dirty="0"/>
              <a:t>SIMD </a:t>
            </a:r>
            <a:r>
              <a:rPr lang="ja-JP" altLang="en-US" dirty="0"/>
              <a:t>命令：　コンパイラ </a:t>
            </a:r>
            <a:r>
              <a:rPr lang="en-US" altLang="ja-JP" dirty="0"/>
              <a:t>or </a:t>
            </a:r>
            <a:r>
              <a:rPr lang="ja-JP" altLang="en-US" dirty="0"/>
              <a:t>人手</a:t>
            </a:r>
            <a:endParaRPr lang="en-US" altLang="ja-JP" dirty="0"/>
          </a:p>
          <a:p>
            <a:pPr lvl="2"/>
            <a:r>
              <a:rPr kumimoji="1" lang="en-US" altLang="ja-JP" dirty="0"/>
              <a:t>SIMT</a:t>
            </a:r>
            <a:r>
              <a:rPr kumimoji="1" lang="ja-JP" altLang="en-US" dirty="0"/>
              <a:t>：　　　 ハードウェア</a:t>
            </a:r>
            <a:endParaRPr kumimoji="1" lang="en-US" altLang="ja-JP" dirty="0"/>
          </a:p>
        </p:txBody>
      </p:sp>
    </p:spTree>
    <p:extLst>
      <p:ext uri="{BB962C8B-B14F-4D97-AF65-F5344CB8AC3E}">
        <p14:creationId xmlns:p14="http://schemas.microsoft.com/office/powerpoint/2010/main" val="232539585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GPU </a:t>
            </a:r>
            <a:r>
              <a:rPr kumimoji="1" lang="ja-JP" altLang="en-US" dirty="0"/>
              <a:t>のアーキテクチャ</a:t>
            </a:r>
            <a:r>
              <a:rPr lang="ja-JP" altLang="en-US" dirty="0"/>
              <a:t>の</a:t>
            </a:r>
            <a:r>
              <a:rPr kumimoji="1" lang="ja-JP" altLang="en-US" dirty="0"/>
              <a:t>まとめ</a:t>
            </a:r>
          </a:p>
        </p:txBody>
      </p:sp>
      <p:sp>
        <p:nvSpPr>
          <p:cNvPr id="3" name="テキスト プレースホルダー 2"/>
          <p:cNvSpPr>
            <a:spLocks noGrp="1"/>
          </p:cNvSpPr>
          <p:nvPr>
            <p:ph type="body" sz="quarter" idx="10"/>
          </p:nvPr>
        </p:nvSpPr>
        <p:spPr/>
        <p:txBody>
          <a:bodyPr/>
          <a:lstStyle/>
          <a:p>
            <a:r>
              <a:rPr lang="ja-JP" altLang="en-US" dirty="0"/>
              <a:t>下記の性質を利用</a:t>
            </a:r>
            <a:endParaRPr lang="en-US" altLang="ja-JP" dirty="0"/>
          </a:p>
          <a:p>
            <a:pPr marL="817200" lvl="1" indent="-457200">
              <a:buFont typeface="+mj-lt"/>
              <a:buAutoNum type="arabicPeriod"/>
            </a:pPr>
            <a:r>
              <a:rPr lang="ja-JP" altLang="en-US" dirty="0"/>
              <a:t>並列に動作する大量のスレッドがある</a:t>
            </a:r>
            <a:endParaRPr lang="en-US" altLang="ja-JP" dirty="0"/>
          </a:p>
          <a:p>
            <a:pPr marL="817200" lvl="1" indent="-457200">
              <a:buFont typeface="+mj-lt"/>
              <a:buAutoNum type="arabicPeriod"/>
            </a:pPr>
            <a:r>
              <a:rPr lang="ja-JP" altLang="en-US" dirty="0"/>
              <a:t>各スレッドは基本的に同じことをしている</a:t>
            </a:r>
            <a:endParaRPr lang="en-US" altLang="ja-JP" dirty="0"/>
          </a:p>
          <a:p>
            <a:r>
              <a:rPr lang="ja-JP" altLang="en-US" dirty="0"/>
              <a:t>演算器以外の回路を削減</a:t>
            </a:r>
            <a:endParaRPr lang="en-US" altLang="ja-JP" dirty="0"/>
          </a:p>
          <a:p>
            <a:pPr lvl="1"/>
            <a:r>
              <a:rPr kumimoji="1" lang="ja-JP" altLang="en-US" dirty="0"/>
              <a:t>制御部を共有してハード量当たりの性能を向上</a:t>
            </a:r>
            <a:endParaRPr kumimoji="1" lang="en-US" altLang="ja-JP" dirty="0"/>
          </a:p>
          <a:p>
            <a:pPr lvl="1"/>
            <a:r>
              <a:rPr lang="ja-JP" altLang="en-US" dirty="0"/>
              <a:t>制御部自体の小型化</a:t>
            </a:r>
            <a:endParaRPr kumimoji="1" lang="en-US" altLang="ja-JP" dirty="0"/>
          </a:p>
        </p:txBody>
      </p:sp>
    </p:spTree>
    <p:extLst>
      <p:ext uri="{BB962C8B-B14F-4D97-AF65-F5344CB8AC3E}">
        <p14:creationId xmlns:p14="http://schemas.microsoft.com/office/powerpoint/2010/main" val="149382684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a:extLst>
              <a:ext uri="{FF2B5EF4-FFF2-40B4-BE49-F238E27FC236}">
                <a16:creationId xmlns:a16="http://schemas.microsoft.com/office/drawing/2014/main" id="{8CA20A38-4BCD-BFFD-0116-5C350096E5DB}"/>
              </a:ext>
            </a:extLst>
          </p:cNvPr>
          <p:cNvSpPr>
            <a:spLocks noGrp="1"/>
          </p:cNvSpPr>
          <p:nvPr>
            <p:ph type="title"/>
          </p:nvPr>
        </p:nvSpPr>
        <p:spPr/>
        <p:txBody>
          <a:bodyPr/>
          <a:lstStyle/>
          <a:p>
            <a:r>
              <a:rPr lang="ja-JP" altLang="en-US" b="1" dirty="0"/>
              <a:t>アクセラレータについて</a:t>
            </a:r>
          </a:p>
        </p:txBody>
      </p:sp>
    </p:spTree>
    <p:extLst>
      <p:ext uri="{BB962C8B-B14F-4D97-AF65-F5344CB8AC3E}">
        <p14:creationId xmlns:p14="http://schemas.microsoft.com/office/powerpoint/2010/main" val="261818874"/>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アクセラレータや </a:t>
            </a:r>
            <a:r>
              <a:rPr kumimoji="1" lang="en-US" altLang="ja-JP" dirty="0"/>
              <a:t>GPU </a:t>
            </a:r>
            <a:r>
              <a:rPr kumimoji="1" lang="ja-JP" altLang="en-US" dirty="0"/>
              <a:t>は何故 </a:t>
            </a:r>
            <a:r>
              <a:rPr kumimoji="1" lang="en-US" altLang="ja-JP" dirty="0"/>
              <a:t>CPU </a:t>
            </a:r>
            <a:r>
              <a:rPr kumimoji="1" lang="ja-JP" altLang="en-US" dirty="0"/>
              <a:t>より速いのか？</a:t>
            </a:r>
          </a:p>
        </p:txBody>
      </p:sp>
      <p:sp>
        <p:nvSpPr>
          <p:cNvPr id="3" name="テキスト プレースホルダー 2"/>
          <p:cNvSpPr>
            <a:spLocks noGrp="1"/>
          </p:cNvSpPr>
          <p:nvPr>
            <p:ph type="body" sz="quarter" idx="10"/>
          </p:nvPr>
        </p:nvSpPr>
        <p:spPr/>
        <p:txBody>
          <a:bodyPr/>
          <a:lstStyle/>
          <a:p>
            <a:r>
              <a:rPr kumimoji="1" lang="ja-JP" altLang="en-US" dirty="0"/>
              <a:t>アクセラレータ</a:t>
            </a:r>
            <a:endParaRPr kumimoji="1" lang="en-US" altLang="ja-JP" dirty="0"/>
          </a:p>
          <a:p>
            <a:pPr lvl="1"/>
            <a:r>
              <a:rPr kumimoji="1" lang="ja-JP" altLang="en-US" dirty="0"/>
              <a:t>特定の問題に特化したハードウェア</a:t>
            </a:r>
            <a:endParaRPr kumimoji="1" lang="en-US" altLang="ja-JP" dirty="0"/>
          </a:p>
          <a:p>
            <a:r>
              <a:rPr kumimoji="1" lang="ja-JP" altLang="en-US" dirty="0"/>
              <a:t>演算器そのものは一緒</a:t>
            </a:r>
            <a:endParaRPr kumimoji="1" lang="en-US" altLang="ja-JP" dirty="0"/>
          </a:p>
          <a:p>
            <a:pPr lvl="1"/>
            <a:r>
              <a:rPr lang="ja-JP" altLang="en-US" dirty="0"/>
              <a:t>個々の</a:t>
            </a:r>
            <a:r>
              <a:rPr kumimoji="1" lang="ja-JP" altLang="en-US" dirty="0"/>
              <a:t>加算器や乗算器などはどのアーキテクチャでも共通</a:t>
            </a:r>
            <a:endParaRPr kumimoji="1" lang="en-US" altLang="ja-JP" dirty="0"/>
          </a:p>
          <a:p>
            <a:r>
              <a:rPr kumimoji="1" lang="ja-JP" altLang="en-US" dirty="0"/>
              <a:t>制御部やデータのやりとりをいかに減らすかにより決まる</a:t>
            </a:r>
            <a:endParaRPr kumimoji="1" lang="en-US" altLang="ja-JP" dirty="0"/>
          </a:p>
          <a:p>
            <a:pPr lvl="1"/>
            <a:r>
              <a:rPr kumimoji="1" lang="ja-JP" altLang="en-US" dirty="0"/>
              <a:t>対象のプログラムの性質に特化することで，機能を削っても性能が落ちないようにする</a:t>
            </a:r>
            <a:endParaRPr kumimoji="1" lang="en-US" altLang="ja-JP" dirty="0"/>
          </a:p>
          <a:p>
            <a:pPr lvl="1"/>
            <a:r>
              <a:rPr kumimoji="1" lang="ja-JP" altLang="en-US" dirty="0"/>
              <a:t>減らした分だけよりたくさん演算器がつめる</a:t>
            </a:r>
            <a:endParaRPr kumimoji="1" lang="en-US" altLang="ja-JP" dirty="0"/>
          </a:p>
        </p:txBody>
      </p:sp>
    </p:spTree>
    <p:extLst>
      <p:ext uri="{BB962C8B-B14F-4D97-AF65-F5344CB8AC3E}">
        <p14:creationId xmlns:p14="http://schemas.microsoft.com/office/powerpoint/2010/main" val="222762533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行列積アクセラレータの場合</a:t>
            </a:r>
          </a:p>
        </p:txBody>
      </p:sp>
      <mc:AlternateContent xmlns:mc="http://schemas.openxmlformats.org/markup-compatibility/2006" xmlns:a14="http://schemas.microsoft.com/office/drawing/2010/main">
        <mc:Choice Requires="a14">
          <p:sp>
            <p:nvSpPr>
              <p:cNvPr id="3" name="テキスト プレースホルダー 2"/>
              <p:cNvSpPr>
                <a:spLocks noGrp="1"/>
              </p:cNvSpPr>
              <p:nvPr>
                <p:ph type="body" sz="quarter" idx="10"/>
              </p:nvPr>
            </p:nvSpPr>
            <p:spPr>
              <a:xfrm>
                <a:off x="1865953" y="1358978"/>
                <a:ext cx="8280092" cy="2070023"/>
              </a:xfrm>
            </p:spPr>
            <p:txBody>
              <a:bodyPr/>
              <a:lstStyle/>
              <a:p>
                <a:r>
                  <a:rPr kumimoji="1" lang="ja-JP" altLang="en-US" dirty="0"/>
                  <a:t>行列積では，単純な </a:t>
                </a:r>
                <a:r>
                  <a:rPr kumimoji="1" lang="en-US" altLang="ja-JP" dirty="0"/>
                  <a:t>GPU </a:t>
                </a:r>
                <a:r>
                  <a:rPr kumimoji="1" lang="ja-JP" altLang="en-US" dirty="0"/>
                  <a:t>はまだ無駄がある</a:t>
                </a:r>
                <a:endParaRPr kumimoji="1" lang="en-US" altLang="ja-JP" dirty="0"/>
              </a:p>
              <a:p>
                <a:pPr lvl="1"/>
                <a:r>
                  <a:rPr kumimoji="1" lang="ja-JP" altLang="en-US" dirty="0"/>
                  <a:t>演算</a:t>
                </a:r>
                <a:r>
                  <a:rPr kumimoji="1" lang="en-US" altLang="ja-JP" dirty="0"/>
                  <a:t>1</a:t>
                </a:r>
                <a:r>
                  <a:rPr kumimoji="1" lang="ja-JP" altLang="en-US" dirty="0"/>
                  <a:t>回ごとに命令を読んだり，レジスタ・ファイルにアクセス</a:t>
                </a:r>
                <a:endParaRPr kumimoji="1" lang="en-US" altLang="ja-JP" dirty="0"/>
              </a:p>
              <a:p>
                <a:r>
                  <a:rPr kumimoji="1" lang="ja-JP" altLang="en-US" dirty="0"/>
                  <a:t>演算器を直接繋いでそこにデータを流せば良い</a:t>
                </a:r>
                <a:endParaRPr kumimoji="1" lang="en-US" altLang="ja-JP" dirty="0"/>
              </a:p>
              <a:p>
                <a:pPr lvl="1"/>
                <a:r>
                  <a:rPr kumimoji="1" lang="ja-JP" altLang="en-US" dirty="0"/>
                  <a:t>行列積は入力データ数と比べて演算数が多い</a:t>
                </a:r>
                <a:endParaRPr kumimoji="1" lang="en-US" altLang="ja-JP" dirty="0"/>
              </a:p>
              <a:p>
                <a:pPr lvl="2"/>
                <a:r>
                  <a:rPr lang="en-US" altLang="ja-JP" dirty="0"/>
                  <a:t>O(</a:t>
                </a:r>
                <a14:m>
                  <m:oMath xmlns:m="http://schemas.openxmlformats.org/officeDocument/2006/math">
                    <m:sSup>
                      <m:sSupPr>
                        <m:ctrlPr>
                          <a:rPr lang="en-US" altLang="ja-JP" i="1" dirty="0" smtClean="0">
                            <a:latin typeface="Cambria Math" panose="02040503050406030204" pitchFamily="18" charset="0"/>
                          </a:rPr>
                        </m:ctrlPr>
                      </m:sSupPr>
                      <m:e>
                        <m:r>
                          <a:rPr lang="en-US" altLang="ja-JP" i="1" dirty="0" smtClean="0">
                            <a:latin typeface="Cambria Math" panose="02040503050406030204" pitchFamily="18" charset="0"/>
                          </a:rPr>
                          <m:t>𝑁</m:t>
                        </m:r>
                      </m:e>
                      <m:sup>
                        <m:r>
                          <a:rPr lang="en-US" altLang="ja-JP" i="1" dirty="0" smtClean="0">
                            <a:latin typeface="Cambria Math" panose="02040503050406030204" pitchFamily="18" charset="0"/>
                          </a:rPr>
                          <m:t>2</m:t>
                        </m:r>
                      </m:sup>
                    </m:sSup>
                  </m:oMath>
                </a14:m>
                <a:r>
                  <a:rPr lang="en-US" altLang="ja-JP" dirty="0"/>
                  <a:t>) vs. O(</a:t>
                </a:r>
                <a14:m>
                  <m:oMath xmlns:m="http://schemas.openxmlformats.org/officeDocument/2006/math">
                    <m:sSup>
                      <m:sSupPr>
                        <m:ctrlPr>
                          <a:rPr lang="en-US" altLang="ja-JP" i="1" dirty="0" smtClean="0">
                            <a:latin typeface="Cambria Math" panose="02040503050406030204" pitchFamily="18" charset="0"/>
                          </a:rPr>
                        </m:ctrlPr>
                      </m:sSupPr>
                      <m:e>
                        <m:r>
                          <a:rPr lang="en-US" altLang="ja-JP" i="1" dirty="0" smtClean="0">
                            <a:latin typeface="Cambria Math" panose="02040503050406030204" pitchFamily="18" charset="0"/>
                          </a:rPr>
                          <m:t>𝑁</m:t>
                        </m:r>
                      </m:e>
                      <m:sup>
                        <m:r>
                          <a:rPr lang="en-US" altLang="ja-JP" i="1" dirty="0" smtClean="0">
                            <a:latin typeface="Cambria Math" panose="02040503050406030204" pitchFamily="18" charset="0"/>
                          </a:rPr>
                          <m:t>3</m:t>
                        </m:r>
                      </m:sup>
                    </m:sSup>
                  </m:oMath>
                </a14:m>
                <a:r>
                  <a:rPr lang="en-US" altLang="ja-JP" dirty="0"/>
                  <a:t>)</a:t>
                </a:r>
                <a:endParaRPr kumimoji="1" lang="en-US" altLang="ja-JP" dirty="0"/>
              </a:p>
              <a:p>
                <a:pPr lvl="1"/>
                <a:r>
                  <a:rPr lang="en-US" altLang="ja-JP" dirty="0"/>
                  <a:t>Google</a:t>
                </a:r>
                <a:r>
                  <a:rPr lang="ja-JP" altLang="en-US" dirty="0"/>
                  <a:t> </a:t>
                </a:r>
                <a:r>
                  <a:rPr lang="en-US" altLang="ja-JP" dirty="0"/>
                  <a:t>TPU </a:t>
                </a:r>
                <a:r>
                  <a:rPr lang="ja-JP" altLang="en-US" dirty="0"/>
                  <a:t>や </a:t>
                </a:r>
                <a:r>
                  <a:rPr lang="en-US" altLang="ja-JP" dirty="0"/>
                  <a:t>NVIDIA Tensor Core </a:t>
                </a:r>
                <a:endParaRPr kumimoji="1" lang="ja-JP" altLang="en-US" dirty="0"/>
              </a:p>
            </p:txBody>
          </p:sp>
        </mc:Choice>
        <mc:Fallback xmlns="">
          <p:sp>
            <p:nvSpPr>
              <p:cNvPr id="3" name="テキスト プレースホルダー 2"/>
              <p:cNvSpPr>
                <a:spLocks noGrp="1" noRot="1" noChangeAspect="1" noMove="1" noResize="1" noEditPoints="1" noAdjustHandles="1" noChangeArrowheads="1" noChangeShapeType="1" noTextEdit="1"/>
              </p:cNvSpPr>
              <p:nvPr>
                <p:ph type="body" sz="quarter" idx="10"/>
              </p:nvPr>
            </p:nvSpPr>
            <p:spPr>
              <a:xfrm>
                <a:off x="1865953" y="1358978"/>
                <a:ext cx="8280092" cy="2070023"/>
              </a:xfrm>
              <a:blipFill>
                <a:blip r:embed="rId2"/>
                <a:stretch>
                  <a:fillRect l="-663" t="-19118" b="-22941"/>
                </a:stretch>
              </a:blipFill>
            </p:spPr>
            <p:txBody>
              <a:bodyPr/>
              <a:lstStyle/>
              <a:p>
                <a:r>
                  <a:rPr lang="ja-JP" altLang="en-US">
                    <a:noFill/>
                  </a:rPr>
                  <a:t> </a:t>
                </a:r>
              </a:p>
            </p:txBody>
          </p:sp>
        </mc:Fallback>
      </mc:AlternateContent>
      <p:sp>
        <p:nvSpPr>
          <p:cNvPr id="4" name="正方形/長方形 3">
            <a:extLst>
              <a:ext uri="{FF2B5EF4-FFF2-40B4-BE49-F238E27FC236}">
                <a16:creationId xmlns:a16="http://schemas.microsoft.com/office/drawing/2014/main" id="{2BC5C320-797C-4291-F33F-C23F57C4D0B5}"/>
              </a:ext>
            </a:extLst>
          </p:cNvPr>
          <p:cNvSpPr/>
          <p:nvPr/>
        </p:nvSpPr>
        <p:spPr bwMode="auto">
          <a:xfrm>
            <a:off x="3755974" y="4779015"/>
            <a:ext cx="720008" cy="36000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命令メモリ</a:t>
            </a:r>
          </a:p>
        </p:txBody>
      </p:sp>
      <p:cxnSp>
        <p:nvCxnSpPr>
          <p:cNvPr id="5" name="直線矢印コネクタ 4">
            <a:extLst>
              <a:ext uri="{FF2B5EF4-FFF2-40B4-BE49-F238E27FC236}">
                <a16:creationId xmlns:a16="http://schemas.microsoft.com/office/drawing/2014/main" id="{EEE94178-1E21-EEC4-C77B-7DAE81ED064D}"/>
              </a:ext>
            </a:extLst>
          </p:cNvPr>
          <p:cNvCxnSpPr>
            <a:cxnSpLocks/>
          </p:cNvCxnSpPr>
          <p:nvPr/>
        </p:nvCxnSpPr>
        <p:spPr bwMode="auto">
          <a:xfrm>
            <a:off x="4115978" y="4581144"/>
            <a:ext cx="0" cy="197870"/>
          </a:xfrm>
          <a:prstGeom prst="straightConnector1">
            <a:avLst/>
          </a:pr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cxnSp>
      <p:sp>
        <p:nvSpPr>
          <p:cNvPr id="6" name="正方形/長方形 5">
            <a:extLst>
              <a:ext uri="{FF2B5EF4-FFF2-40B4-BE49-F238E27FC236}">
                <a16:creationId xmlns:a16="http://schemas.microsoft.com/office/drawing/2014/main" id="{3F5C8B6E-BD76-B8DB-E30B-46CE2658C91D}"/>
              </a:ext>
            </a:extLst>
          </p:cNvPr>
          <p:cNvSpPr/>
          <p:nvPr/>
        </p:nvSpPr>
        <p:spPr bwMode="auto">
          <a:xfrm>
            <a:off x="3935976" y="4239008"/>
            <a:ext cx="360004" cy="36000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600" dirty="0">
                <a:solidFill>
                  <a:schemeClr val="tx1">
                    <a:lumMod val="75000"/>
                    <a:lumOff val="25000"/>
                  </a:schemeClr>
                </a:solidFill>
                <a:latin typeface="+mn-ea"/>
              </a:rPr>
              <a:t>PC</a:t>
            </a:r>
            <a:endParaRPr lang="ja-JP" altLang="en-US" sz="1600" dirty="0">
              <a:solidFill>
                <a:schemeClr val="tx1">
                  <a:lumMod val="75000"/>
                  <a:lumOff val="25000"/>
                </a:schemeClr>
              </a:solidFill>
              <a:latin typeface="+mn-ea"/>
            </a:endParaRPr>
          </a:p>
        </p:txBody>
      </p:sp>
      <p:sp>
        <p:nvSpPr>
          <p:cNvPr id="7" name="フリーフォーム 10">
            <a:extLst>
              <a:ext uri="{FF2B5EF4-FFF2-40B4-BE49-F238E27FC236}">
                <a16:creationId xmlns:a16="http://schemas.microsoft.com/office/drawing/2014/main" id="{CF1920A7-91E5-9D34-52D9-8F75C5599DAC}"/>
              </a:ext>
            </a:extLst>
          </p:cNvPr>
          <p:cNvSpPr>
            <a:spLocks noChangeArrowheads="1"/>
          </p:cNvSpPr>
          <p:nvPr/>
        </p:nvSpPr>
        <p:spPr bwMode="auto">
          <a:xfrm flipH="1">
            <a:off x="2495960" y="6129030"/>
            <a:ext cx="720008"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type="triangle" w="sm" len="med"/>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演算器</a:t>
            </a:r>
          </a:p>
        </p:txBody>
      </p:sp>
      <p:cxnSp>
        <p:nvCxnSpPr>
          <p:cNvPr id="8" name="直線矢印コネクタ 7">
            <a:extLst>
              <a:ext uri="{FF2B5EF4-FFF2-40B4-BE49-F238E27FC236}">
                <a16:creationId xmlns:a16="http://schemas.microsoft.com/office/drawing/2014/main" id="{1C4B1BFA-01F0-A43E-0B4F-306D0AAFE3B6}"/>
              </a:ext>
            </a:extLst>
          </p:cNvPr>
          <p:cNvCxnSpPr>
            <a:cxnSpLocks/>
          </p:cNvCxnSpPr>
          <p:nvPr/>
        </p:nvCxnSpPr>
        <p:spPr bwMode="auto">
          <a:xfrm>
            <a:off x="4115978" y="5139018"/>
            <a:ext cx="0" cy="197870"/>
          </a:xfrm>
          <a:prstGeom prst="straightConnector1">
            <a:avLst/>
          </a:pr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cxnSp>
      <p:sp>
        <p:nvSpPr>
          <p:cNvPr id="9" name="Freeform 10">
            <a:extLst>
              <a:ext uri="{FF2B5EF4-FFF2-40B4-BE49-F238E27FC236}">
                <a16:creationId xmlns:a16="http://schemas.microsoft.com/office/drawing/2014/main" id="{0DC30D8B-4BE2-466B-1268-6513A97E3BED}"/>
              </a:ext>
            </a:extLst>
          </p:cNvPr>
          <p:cNvSpPr>
            <a:spLocks/>
          </p:cNvSpPr>
          <p:nvPr/>
        </p:nvSpPr>
        <p:spPr bwMode="auto">
          <a:xfrm rot="5400000">
            <a:off x="3305969" y="4869016"/>
            <a:ext cx="180001" cy="1080012"/>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sp>
        <p:nvSpPr>
          <p:cNvPr id="10" name="フリーフォーム 10">
            <a:extLst>
              <a:ext uri="{FF2B5EF4-FFF2-40B4-BE49-F238E27FC236}">
                <a16:creationId xmlns:a16="http://schemas.microsoft.com/office/drawing/2014/main" id="{58C0F31F-0DFE-B232-1554-83D9ED1DC1D8}"/>
              </a:ext>
            </a:extLst>
          </p:cNvPr>
          <p:cNvSpPr>
            <a:spLocks noChangeArrowheads="1"/>
          </p:cNvSpPr>
          <p:nvPr/>
        </p:nvSpPr>
        <p:spPr bwMode="auto">
          <a:xfrm flipH="1">
            <a:off x="3305969" y="6129030"/>
            <a:ext cx="720008"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type="triangle" w="sm" len="med"/>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演算器</a:t>
            </a:r>
          </a:p>
        </p:txBody>
      </p:sp>
      <p:sp>
        <p:nvSpPr>
          <p:cNvPr id="11" name="フリーフォーム 10">
            <a:extLst>
              <a:ext uri="{FF2B5EF4-FFF2-40B4-BE49-F238E27FC236}">
                <a16:creationId xmlns:a16="http://schemas.microsoft.com/office/drawing/2014/main" id="{C3931541-0C5C-41B9-4C80-631C4A297F3B}"/>
              </a:ext>
            </a:extLst>
          </p:cNvPr>
          <p:cNvSpPr>
            <a:spLocks noChangeArrowheads="1"/>
          </p:cNvSpPr>
          <p:nvPr/>
        </p:nvSpPr>
        <p:spPr bwMode="auto">
          <a:xfrm flipH="1">
            <a:off x="4115978" y="6129030"/>
            <a:ext cx="720008"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type="triangle" w="sm" len="med"/>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演算器</a:t>
            </a:r>
          </a:p>
        </p:txBody>
      </p:sp>
      <p:sp>
        <p:nvSpPr>
          <p:cNvPr id="12" name="フリーフォーム 10">
            <a:extLst>
              <a:ext uri="{FF2B5EF4-FFF2-40B4-BE49-F238E27FC236}">
                <a16:creationId xmlns:a16="http://schemas.microsoft.com/office/drawing/2014/main" id="{63783DF0-4099-5B8C-72B5-F01F7C7F38EF}"/>
              </a:ext>
            </a:extLst>
          </p:cNvPr>
          <p:cNvSpPr>
            <a:spLocks noChangeArrowheads="1"/>
          </p:cNvSpPr>
          <p:nvPr/>
        </p:nvSpPr>
        <p:spPr bwMode="auto">
          <a:xfrm flipH="1">
            <a:off x="4925987" y="6129030"/>
            <a:ext cx="720008"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type="triangle" w="sm" len="med"/>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演算器</a:t>
            </a:r>
          </a:p>
        </p:txBody>
      </p:sp>
      <p:sp>
        <p:nvSpPr>
          <p:cNvPr id="13" name="Freeform 10">
            <a:extLst>
              <a:ext uri="{FF2B5EF4-FFF2-40B4-BE49-F238E27FC236}">
                <a16:creationId xmlns:a16="http://schemas.microsoft.com/office/drawing/2014/main" id="{5AE75DF7-B0C1-DE55-D46C-F55DAB752D34}"/>
              </a:ext>
            </a:extLst>
          </p:cNvPr>
          <p:cNvSpPr>
            <a:spLocks/>
          </p:cNvSpPr>
          <p:nvPr/>
        </p:nvSpPr>
        <p:spPr bwMode="auto">
          <a:xfrm rot="5400000">
            <a:off x="3710975" y="5274021"/>
            <a:ext cx="180000" cy="27000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sp>
        <p:nvSpPr>
          <p:cNvPr id="14" name="Freeform 10">
            <a:extLst>
              <a:ext uri="{FF2B5EF4-FFF2-40B4-BE49-F238E27FC236}">
                <a16:creationId xmlns:a16="http://schemas.microsoft.com/office/drawing/2014/main" id="{B97CB32F-41AC-B2DC-B37D-265968F598BA}"/>
              </a:ext>
            </a:extLst>
          </p:cNvPr>
          <p:cNvSpPr>
            <a:spLocks/>
          </p:cNvSpPr>
          <p:nvPr/>
        </p:nvSpPr>
        <p:spPr bwMode="auto">
          <a:xfrm rot="5400000" flipV="1">
            <a:off x="4115981" y="5139018"/>
            <a:ext cx="180000" cy="540008"/>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sp>
        <p:nvSpPr>
          <p:cNvPr id="15" name="Freeform 10">
            <a:extLst>
              <a:ext uri="{FF2B5EF4-FFF2-40B4-BE49-F238E27FC236}">
                <a16:creationId xmlns:a16="http://schemas.microsoft.com/office/drawing/2014/main" id="{4025A632-C802-CC5B-4B99-8C6675024B58}"/>
              </a:ext>
            </a:extLst>
          </p:cNvPr>
          <p:cNvSpPr>
            <a:spLocks/>
          </p:cNvSpPr>
          <p:nvPr/>
        </p:nvSpPr>
        <p:spPr bwMode="auto">
          <a:xfrm rot="5400000" flipV="1">
            <a:off x="4745987" y="4959018"/>
            <a:ext cx="180001" cy="900011"/>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sp>
        <p:nvSpPr>
          <p:cNvPr id="17" name="正方形/長方形 16">
            <a:extLst>
              <a:ext uri="{FF2B5EF4-FFF2-40B4-BE49-F238E27FC236}">
                <a16:creationId xmlns:a16="http://schemas.microsoft.com/office/drawing/2014/main" id="{2210F316-81FC-623F-E957-28D92AE2BD7A}"/>
              </a:ext>
            </a:extLst>
          </p:cNvPr>
          <p:cNvSpPr/>
          <p:nvPr/>
        </p:nvSpPr>
        <p:spPr bwMode="auto">
          <a:xfrm>
            <a:off x="2495960" y="5499023"/>
            <a:ext cx="720008" cy="360004"/>
          </a:xfrm>
          <a:prstGeom prst="rect">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200" dirty="0">
                <a:solidFill>
                  <a:schemeClr val="tx1">
                    <a:lumMod val="75000"/>
                    <a:lumOff val="25000"/>
                  </a:schemeClr>
                </a:solidFill>
                <a:latin typeface="+mn-ea"/>
              </a:rPr>
              <a:t>レジスタ</a:t>
            </a:r>
          </a:p>
        </p:txBody>
      </p:sp>
      <p:sp>
        <p:nvSpPr>
          <p:cNvPr id="18" name="正方形/長方形 17">
            <a:extLst>
              <a:ext uri="{FF2B5EF4-FFF2-40B4-BE49-F238E27FC236}">
                <a16:creationId xmlns:a16="http://schemas.microsoft.com/office/drawing/2014/main" id="{64719BEE-AC76-EE93-A0B2-8D4A1B3F70BF}"/>
              </a:ext>
            </a:extLst>
          </p:cNvPr>
          <p:cNvSpPr/>
          <p:nvPr/>
        </p:nvSpPr>
        <p:spPr bwMode="auto">
          <a:xfrm>
            <a:off x="3305969" y="5499023"/>
            <a:ext cx="720008" cy="360004"/>
          </a:xfrm>
          <a:prstGeom prst="rect">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200" dirty="0">
                <a:solidFill>
                  <a:schemeClr val="tx1">
                    <a:lumMod val="75000"/>
                    <a:lumOff val="25000"/>
                  </a:schemeClr>
                </a:solidFill>
                <a:latin typeface="+mn-ea"/>
              </a:rPr>
              <a:t>レジスタ</a:t>
            </a:r>
          </a:p>
        </p:txBody>
      </p:sp>
      <p:sp>
        <p:nvSpPr>
          <p:cNvPr id="19" name="正方形/長方形 18">
            <a:extLst>
              <a:ext uri="{FF2B5EF4-FFF2-40B4-BE49-F238E27FC236}">
                <a16:creationId xmlns:a16="http://schemas.microsoft.com/office/drawing/2014/main" id="{D6563A02-BF90-1FCC-269C-01277FF069AB}"/>
              </a:ext>
            </a:extLst>
          </p:cNvPr>
          <p:cNvSpPr/>
          <p:nvPr/>
        </p:nvSpPr>
        <p:spPr bwMode="auto">
          <a:xfrm>
            <a:off x="4115978" y="5499023"/>
            <a:ext cx="720008" cy="360004"/>
          </a:xfrm>
          <a:prstGeom prst="rect">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200" dirty="0">
                <a:solidFill>
                  <a:schemeClr val="tx1">
                    <a:lumMod val="75000"/>
                    <a:lumOff val="25000"/>
                  </a:schemeClr>
                </a:solidFill>
                <a:latin typeface="+mn-ea"/>
              </a:rPr>
              <a:t>レジスタ</a:t>
            </a:r>
          </a:p>
        </p:txBody>
      </p:sp>
      <p:sp>
        <p:nvSpPr>
          <p:cNvPr id="20" name="正方形/長方形 19">
            <a:extLst>
              <a:ext uri="{FF2B5EF4-FFF2-40B4-BE49-F238E27FC236}">
                <a16:creationId xmlns:a16="http://schemas.microsoft.com/office/drawing/2014/main" id="{B3FA0C65-7953-8E9A-7DAA-7E45F41D28BB}"/>
              </a:ext>
            </a:extLst>
          </p:cNvPr>
          <p:cNvSpPr/>
          <p:nvPr/>
        </p:nvSpPr>
        <p:spPr bwMode="auto">
          <a:xfrm>
            <a:off x="4925987" y="5499023"/>
            <a:ext cx="720008" cy="360004"/>
          </a:xfrm>
          <a:prstGeom prst="rect">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200" dirty="0">
                <a:solidFill>
                  <a:schemeClr val="tx1">
                    <a:lumMod val="75000"/>
                    <a:lumOff val="25000"/>
                  </a:schemeClr>
                </a:solidFill>
                <a:latin typeface="+mn-ea"/>
              </a:rPr>
              <a:t>レジスタ</a:t>
            </a:r>
          </a:p>
        </p:txBody>
      </p:sp>
      <p:cxnSp>
        <p:nvCxnSpPr>
          <p:cNvPr id="21" name="直線矢印コネクタ 20">
            <a:extLst>
              <a:ext uri="{FF2B5EF4-FFF2-40B4-BE49-F238E27FC236}">
                <a16:creationId xmlns:a16="http://schemas.microsoft.com/office/drawing/2014/main" id="{2441921D-3790-48A5-3DA4-DEB53BE633B1}"/>
              </a:ext>
            </a:extLst>
          </p:cNvPr>
          <p:cNvCxnSpPr>
            <a:cxnSpLocks/>
            <a:stCxn id="17" idx="2"/>
          </p:cNvCxnSpPr>
          <p:nvPr/>
        </p:nvCxnSpPr>
        <p:spPr bwMode="auto">
          <a:xfrm>
            <a:off x="2855964" y="5859028"/>
            <a:ext cx="0" cy="287871"/>
          </a:xfrm>
          <a:prstGeom prst="straightConnector1">
            <a:avLst/>
          </a:prstGeom>
          <a:ln>
            <a:solidFill>
              <a:schemeClr val="tx1">
                <a:lumMod val="75000"/>
                <a:lumOff val="25000"/>
              </a:schemeClr>
            </a:solidFill>
            <a:headEnd type="triangle" w="med" len="med"/>
            <a:tailEnd type="triangle"/>
          </a:ln>
          <a:effectLst/>
        </p:spPr>
        <p:style>
          <a:lnRef idx="3">
            <a:schemeClr val="accent5"/>
          </a:lnRef>
          <a:fillRef idx="0">
            <a:schemeClr val="accent5"/>
          </a:fillRef>
          <a:effectRef idx="2">
            <a:schemeClr val="accent5"/>
          </a:effectRef>
          <a:fontRef idx="minor">
            <a:schemeClr val="tx1"/>
          </a:fontRef>
        </p:style>
      </p:cxnSp>
      <p:cxnSp>
        <p:nvCxnSpPr>
          <p:cNvPr id="22" name="直線矢印コネクタ 21">
            <a:extLst>
              <a:ext uri="{FF2B5EF4-FFF2-40B4-BE49-F238E27FC236}">
                <a16:creationId xmlns:a16="http://schemas.microsoft.com/office/drawing/2014/main" id="{5BC2A1B6-30F8-73F9-B1D2-B3A03E94A0E6}"/>
              </a:ext>
            </a:extLst>
          </p:cNvPr>
          <p:cNvCxnSpPr>
            <a:cxnSpLocks/>
          </p:cNvCxnSpPr>
          <p:nvPr/>
        </p:nvCxnSpPr>
        <p:spPr bwMode="auto">
          <a:xfrm>
            <a:off x="3665973" y="5859028"/>
            <a:ext cx="0" cy="287871"/>
          </a:xfrm>
          <a:prstGeom prst="straightConnector1">
            <a:avLst/>
          </a:prstGeom>
          <a:ln>
            <a:solidFill>
              <a:schemeClr val="tx1">
                <a:lumMod val="75000"/>
                <a:lumOff val="25000"/>
              </a:schemeClr>
            </a:solidFill>
            <a:headEnd type="triangle" w="med" len="med"/>
            <a:tailEnd type="triangle"/>
          </a:ln>
          <a:effectLst/>
        </p:spPr>
        <p:style>
          <a:lnRef idx="3">
            <a:schemeClr val="accent5"/>
          </a:lnRef>
          <a:fillRef idx="0">
            <a:schemeClr val="accent5"/>
          </a:fillRef>
          <a:effectRef idx="2">
            <a:schemeClr val="accent5"/>
          </a:effectRef>
          <a:fontRef idx="minor">
            <a:schemeClr val="tx1"/>
          </a:fontRef>
        </p:style>
      </p:cxnSp>
      <p:cxnSp>
        <p:nvCxnSpPr>
          <p:cNvPr id="23" name="直線矢印コネクタ 22">
            <a:extLst>
              <a:ext uri="{FF2B5EF4-FFF2-40B4-BE49-F238E27FC236}">
                <a16:creationId xmlns:a16="http://schemas.microsoft.com/office/drawing/2014/main" id="{FD84830C-2CBB-1991-876E-587D71824F88}"/>
              </a:ext>
            </a:extLst>
          </p:cNvPr>
          <p:cNvCxnSpPr>
            <a:cxnSpLocks/>
          </p:cNvCxnSpPr>
          <p:nvPr/>
        </p:nvCxnSpPr>
        <p:spPr bwMode="auto">
          <a:xfrm>
            <a:off x="4475982" y="5859028"/>
            <a:ext cx="0" cy="287871"/>
          </a:xfrm>
          <a:prstGeom prst="straightConnector1">
            <a:avLst/>
          </a:prstGeom>
          <a:ln>
            <a:solidFill>
              <a:schemeClr val="tx1">
                <a:lumMod val="75000"/>
                <a:lumOff val="25000"/>
              </a:schemeClr>
            </a:solidFill>
            <a:headEnd type="triangle" w="med" len="med"/>
            <a:tailEnd type="triangle"/>
          </a:ln>
          <a:effectLst/>
        </p:spPr>
        <p:style>
          <a:lnRef idx="3">
            <a:schemeClr val="accent5"/>
          </a:lnRef>
          <a:fillRef idx="0">
            <a:schemeClr val="accent5"/>
          </a:fillRef>
          <a:effectRef idx="2">
            <a:schemeClr val="accent5"/>
          </a:effectRef>
          <a:fontRef idx="minor">
            <a:schemeClr val="tx1"/>
          </a:fontRef>
        </p:style>
      </p:cxnSp>
      <p:cxnSp>
        <p:nvCxnSpPr>
          <p:cNvPr id="24" name="直線矢印コネクタ 23">
            <a:extLst>
              <a:ext uri="{FF2B5EF4-FFF2-40B4-BE49-F238E27FC236}">
                <a16:creationId xmlns:a16="http://schemas.microsoft.com/office/drawing/2014/main" id="{650FE237-C593-41BC-155E-B77FE53FAEBB}"/>
              </a:ext>
            </a:extLst>
          </p:cNvPr>
          <p:cNvCxnSpPr>
            <a:cxnSpLocks/>
          </p:cNvCxnSpPr>
          <p:nvPr/>
        </p:nvCxnSpPr>
        <p:spPr bwMode="auto">
          <a:xfrm>
            <a:off x="5285991" y="5859028"/>
            <a:ext cx="0" cy="287871"/>
          </a:xfrm>
          <a:prstGeom prst="straightConnector1">
            <a:avLst/>
          </a:prstGeom>
          <a:ln>
            <a:solidFill>
              <a:schemeClr val="tx1">
                <a:lumMod val="75000"/>
                <a:lumOff val="25000"/>
              </a:schemeClr>
            </a:solidFill>
            <a:headEnd type="triangle" w="med" len="med"/>
            <a:tailEnd type="triangle"/>
          </a:ln>
          <a:effectLst/>
        </p:spPr>
        <p:style>
          <a:lnRef idx="3">
            <a:schemeClr val="accent5"/>
          </a:lnRef>
          <a:fillRef idx="0">
            <a:schemeClr val="accent5"/>
          </a:fillRef>
          <a:effectRef idx="2">
            <a:schemeClr val="accent5"/>
          </a:effectRef>
          <a:fontRef idx="minor">
            <a:schemeClr val="tx1"/>
          </a:fontRef>
        </p:style>
      </p:cxnSp>
      <p:sp>
        <p:nvSpPr>
          <p:cNvPr id="25" name="正方形/長方形 24">
            <a:extLst>
              <a:ext uri="{FF2B5EF4-FFF2-40B4-BE49-F238E27FC236}">
                <a16:creationId xmlns:a16="http://schemas.microsoft.com/office/drawing/2014/main" id="{F7B4C360-4B53-BDF3-45C3-F8A55D9E847E}"/>
              </a:ext>
            </a:extLst>
          </p:cNvPr>
          <p:cNvSpPr/>
          <p:nvPr/>
        </p:nvSpPr>
        <p:spPr bwMode="auto">
          <a:xfrm>
            <a:off x="8166023" y="3338999"/>
            <a:ext cx="720008" cy="36000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命令メモリ</a:t>
            </a:r>
          </a:p>
        </p:txBody>
      </p:sp>
      <p:cxnSp>
        <p:nvCxnSpPr>
          <p:cNvPr id="26" name="直線矢印コネクタ 25">
            <a:extLst>
              <a:ext uri="{FF2B5EF4-FFF2-40B4-BE49-F238E27FC236}">
                <a16:creationId xmlns:a16="http://schemas.microsoft.com/office/drawing/2014/main" id="{6723110B-D5A9-F5A2-2F69-FAF3578F125E}"/>
              </a:ext>
            </a:extLst>
          </p:cNvPr>
          <p:cNvCxnSpPr>
            <a:cxnSpLocks/>
          </p:cNvCxnSpPr>
          <p:nvPr/>
        </p:nvCxnSpPr>
        <p:spPr bwMode="auto">
          <a:xfrm>
            <a:off x="8526027" y="3141128"/>
            <a:ext cx="0" cy="197870"/>
          </a:xfrm>
          <a:prstGeom prst="straightConnector1">
            <a:avLst/>
          </a:pr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cxnSp>
      <p:sp>
        <p:nvSpPr>
          <p:cNvPr id="27" name="正方形/長方形 26">
            <a:extLst>
              <a:ext uri="{FF2B5EF4-FFF2-40B4-BE49-F238E27FC236}">
                <a16:creationId xmlns:a16="http://schemas.microsoft.com/office/drawing/2014/main" id="{4A066FAA-797C-694D-A997-23920318E954}"/>
              </a:ext>
            </a:extLst>
          </p:cNvPr>
          <p:cNvSpPr/>
          <p:nvPr/>
        </p:nvSpPr>
        <p:spPr bwMode="auto">
          <a:xfrm>
            <a:off x="8346025" y="2798992"/>
            <a:ext cx="360004" cy="36000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600" dirty="0">
                <a:solidFill>
                  <a:schemeClr val="tx1">
                    <a:lumMod val="75000"/>
                    <a:lumOff val="25000"/>
                  </a:schemeClr>
                </a:solidFill>
                <a:latin typeface="+mn-ea"/>
              </a:rPr>
              <a:t>PC</a:t>
            </a:r>
            <a:endParaRPr lang="ja-JP" altLang="en-US" sz="1600" dirty="0">
              <a:solidFill>
                <a:schemeClr val="tx1">
                  <a:lumMod val="75000"/>
                  <a:lumOff val="25000"/>
                </a:schemeClr>
              </a:solidFill>
              <a:latin typeface="+mn-ea"/>
            </a:endParaRPr>
          </a:p>
        </p:txBody>
      </p:sp>
      <p:sp>
        <p:nvSpPr>
          <p:cNvPr id="28" name="フリーフォーム 10">
            <a:extLst>
              <a:ext uri="{FF2B5EF4-FFF2-40B4-BE49-F238E27FC236}">
                <a16:creationId xmlns:a16="http://schemas.microsoft.com/office/drawing/2014/main" id="{43DFE303-4027-BDC6-4830-E17250241FDE}"/>
              </a:ext>
            </a:extLst>
          </p:cNvPr>
          <p:cNvSpPr>
            <a:spLocks noChangeArrowheads="1"/>
          </p:cNvSpPr>
          <p:nvPr/>
        </p:nvSpPr>
        <p:spPr bwMode="auto">
          <a:xfrm flipH="1">
            <a:off x="6906009" y="4689014"/>
            <a:ext cx="720008"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type="triangle" w="sm" len="med"/>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演算器</a:t>
            </a:r>
          </a:p>
        </p:txBody>
      </p:sp>
      <p:cxnSp>
        <p:nvCxnSpPr>
          <p:cNvPr id="29" name="直線矢印コネクタ 28">
            <a:extLst>
              <a:ext uri="{FF2B5EF4-FFF2-40B4-BE49-F238E27FC236}">
                <a16:creationId xmlns:a16="http://schemas.microsoft.com/office/drawing/2014/main" id="{2794A3D0-E0D5-4E01-49F9-966FC7492676}"/>
              </a:ext>
            </a:extLst>
          </p:cNvPr>
          <p:cNvCxnSpPr>
            <a:cxnSpLocks/>
          </p:cNvCxnSpPr>
          <p:nvPr/>
        </p:nvCxnSpPr>
        <p:spPr bwMode="auto">
          <a:xfrm>
            <a:off x="8526027" y="3699002"/>
            <a:ext cx="0" cy="197870"/>
          </a:xfrm>
          <a:prstGeom prst="straightConnector1">
            <a:avLst/>
          </a:pr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cxnSp>
      <p:sp>
        <p:nvSpPr>
          <p:cNvPr id="30" name="Freeform 10">
            <a:extLst>
              <a:ext uri="{FF2B5EF4-FFF2-40B4-BE49-F238E27FC236}">
                <a16:creationId xmlns:a16="http://schemas.microsoft.com/office/drawing/2014/main" id="{1BF7E9E7-CC9B-B07F-C3F4-65DB30EF9454}"/>
              </a:ext>
            </a:extLst>
          </p:cNvPr>
          <p:cNvSpPr>
            <a:spLocks/>
          </p:cNvSpPr>
          <p:nvPr/>
        </p:nvSpPr>
        <p:spPr bwMode="auto">
          <a:xfrm rot="5400000">
            <a:off x="7716018" y="3429000"/>
            <a:ext cx="180001" cy="1080012"/>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sp>
        <p:nvSpPr>
          <p:cNvPr id="31" name="フリーフォーム 10">
            <a:extLst>
              <a:ext uri="{FF2B5EF4-FFF2-40B4-BE49-F238E27FC236}">
                <a16:creationId xmlns:a16="http://schemas.microsoft.com/office/drawing/2014/main" id="{64B8BF1F-AEF7-EC25-7DE0-811C8CCE5295}"/>
              </a:ext>
            </a:extLst>
          </p:cNvPr>
          <p:cNvSpPr>
            <a:spLocks noChangeArrowheads="1"/>
          </p:cNvSpPr>
          <p:nvPr/>
        </p:nvSpPr>
        <p:spPr bwMode="auto">
          <a:xfrm flipH="1">
            <a:off x="7716018" y="4689014"/>
            <a:ext cx="720008"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type="triangle" w="sm" len="med"/>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演算器</a:t>
            </a:r>
          </a:p>
        </p:txBody>
      </p:sp>
      <p:sp>
        <p:nvSpPr>
          <p:cNvPr id="32" name="フリーフォーム 10">
            <a:extLst>
              <a:ext uri="{FF2B5EF4-FFF2-40B4-BE49-F238E27FC236}">
                <a16:creationId xmlns:a16="http://schemas.microsoft.com/office/drawing/2014/main" id="{71C405B2-8635-56BE-4C29-AB81CDB628FE}"/>
              </a:ext>
            </a:extLst>
          </p:cNvPr>
          <p:cNvSpPr>
            <a:spLocks noChangeArrowheads="1"/>
          </p:cNvSpPr>
          <p:nvPr/>
        </p:nvSpPr>
        <p:spPr bwMode="auto">
          <a:xfrm flipH="1">
            <a:off x="8526027" y="4689014"/>
            <a:ext cx="720008"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type="triangle" w="sm" len="med"/>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演算器</a:t>
            </a:r>
          </a:p>
        </p:txBody>
      </p:sp>
      <p:sp>
        <p:nvSpPr>
          <p:cNvPr id="33" name="フリーフォーム 10">
            <a:extLst>
              <a:ext uri="{FF2B5EF4-FFF2-40B4-BE49-F238E27FC236}">
                <a16:creationId xmlns:a16="http://schemas.microsoft.com/office/drawing/2014/main" id="{83FC0E1B-3489-3DDD-BCC1-7CFA85C6D592}"/>
              </a:ext>
            </a:extLst>
          </p:cNvPr>
          <p:cNvSpPr>
            <a:spLocks noChangeArrowheads="1"/>
          </p:cNvSpPr>
          <p:nvPr/>
        </p:nvSpPr>
        <p:spPr bwMode="auto">
          <a:xfrm flipH="1">
            <a:off x="9336036" y="4689014"/>
            <a:ext cx="720008"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type="triangle" w="sm" len="med"/>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演算器</a:t>
            </a:r>
          </a:p>
        </p:txBody>
      </p:sp>
      <p:sp>
        <p:nvSpPr>
          <p:cNvPr id="34" name="Freeform 10">
            <a:extLst>
              <a:ext uri="{FF2B5EF4-FFF2-40B4-BE49-F238E27FC236}">
                <a16:creationId xmlns:a16="http://schemas.microsoft.com/office/drawing/2014/main" id="{2BABA399-126F-FA0C-488B-A955607F9EDE}"/>
              </a:ext>
            </a:extLst>
          </p:cNvPr>
          <p:cNvSpPr>
            <a:spLocks/>
          </p:cNvSpPr>
          <p:nvPr/>
        </p:nvSpPr>
        <p:spPr bwMode="auto">
          <a:xfrm rot="5400000">
            <a:off x="8121024" y="3834005"/>
            <a:ext cx="180000" cy="27000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sp>
        <p:nvSpPr>
          <p:cNvPr id="35" name="Freeform 10">
            <a:extLst>
              <a:ext uri="{FF2B5EF4-FFF2-40B4-BE49-F238E27FC236}">
                <a16:creationId xmlns:a16="http://schemas.microsoft.com/office/drawing/2014/main" id="{C048C689-E232-80F2-B8BB-74B86C7B0894}"/>
              </a:ext>
            </a:extLst>
          </p:cNvPr>
          <p:cNvSpPr>
            <a:spLocks/>
          </p:cNvSpPr>
          <p:nvPr/>
        </p:nvSpPr>
        <p:spPr bwMode="auto">
          <a:xfrm rot="5400000" flipV="1">
            <a:off x="8526030" y="3699002"/>
            <a:ext cx="180000" cy="540008"/>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sp>
        <p:nvSpPr>
          <p:cNvPr id="36" name="Freeform 10">
            <a:extLst>
              <a:ext uri="{FF2B5EF4-FFF2-40B4-BE49-F238E27FC236}">
                <a16:creationId xmlns:a16="http://schemas.microsoft.com/office/drawing/2014/main" id="{693A2972-D0D7-A85D-746D-166EC6DE73CB}"/>
              </a:ext>
            </a:extLst>
          </p:cNvPr>
          <p:cNvSpPr>
            <a:spLocks/>
          </p:cNvSpPr>
          <p:nvPr/>
        </p:nvSpPr>
        <p:spPr bwMode="auto">
          <a:xfrm rot="5400000" flipV="1">
            <a:off x="9156036" y="3519002"/>
            <a:ext cx="180001" cy="900011"/>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sp>
        <p:nvSpPr>
          <p:cNvPr id="37" name="正方形/長方形 36">
            <a:extLst>
              <a:ext uri="{FF2B5EF4-FFF2-40B4-BE49-F238E27FC236}">
                <a16:creationId xmlns:a16="http://schemas.microsoft.com/office/drawing/2014/main" id="{9BDC5D77-96F8-F8C4-8B5E-014692A721F3}"/>
              </a:ext>
            </a:extLst>
          </p:cNvPr>
          <p:cNvSpPr/>
          <p:nvPr/>
        </p:nvSpPr>
        <p:spPr bwMode="auto">
          <a:xfrm>
            <a:off x="6906009" y="4059007"/>
            <a:ext cx="720008" cy="360004"/>
          </a:xfrm>
          <a:prstGeom prst="rect">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200" dirty="0">
                <a:solidFill>
                  <a:schemeClr val="tx1">
                    <a:lumMod val="75000"/>
                    <a:lumOff val="25000"/>
                  </a:schemeClr>
                </a:solidFill>
                <a:latin typeface="+mn-ea"/>
              </a:rPr>
              <a:t>レジスタ</a:t>
            </a:r>
          </a:p>
        </p:txBody>
      </p:sp>
      <p:sp>
        <p:nvSpPr>
          <p:cNvPr id="38" name="正方形/長方形 37">
            <a:extLst>
              <a:ext uri="{FF2B5EF4-FFF2-40B4-BE49-F238E27FC236}">
                <a16:creationId xmlns:a16="http://schemas.microsoft.com/office/drawing/2014/main" id="{DA4D1FF4-2EA7-6DA3-1BE1-79C353361431}"/>
              </a:ext>
            </a:extLst>
          </p:cNvPr>
          <p:cNvSpPr/>
          <p:nvPr/>
        </p:nvSpPr>
        <p:spPr bwMode="auto">
          <a:xfrm>
            <a:off x="7716018" y="4059007"/>
            <a:ext cx="720008" cy="360004"/>
          </a:xfrm>
          <a:prstGeom prst="rect">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200" dirty="0">
                <a:solidFill>
                  <a:schemeClr val="tx1">
                    <a:lumMod val="75000"/>
                    <a:lumOff val="25000"/>
                  </a:schemeClr>
                </a:solidFill>
                <a:latin typeface="+mn-ea"/>
              </a:rPr>
              <a:t>レジスタ</a:t>
            </a:r>
          </a:p>
        </p:txBody>
      </p:sp>
      <p:sp>
        <p:nvSpPr>
          <p:cNvPr id="39" name="正方形/長方形 38">
            <a:extLst>
              <a:ext uri="{FF2B5EF4-FFF2-40B4-BE49-F238E27FC236}">
                <a16:creationId xmlns:a16="http://schemas.microsoft.com/office/drawing/2014/main" id="{262E8F87-A148-BE18-D69D-03805CA90DD6}"/>
              </a:ext>
            </a:extLst>
          </p:cNvPr>
          <p:cNvSpPr/>
          <p:nvPr/>
        </p:nvSpPr>
        <p:spPr bwMode="auto">
          <a:xfrm>
            <a:off x="8526027" y="4059007"/>
            <a:ext cx="720008" cy="360004"/>
          </a:xfrm>
          <a:prstGeom prst="rect">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200" dirty="0">
                <a:solidFill>
                  <a:schemeClr val="tx1">
                    <a:lumMod val="75000"/>
                    <a:lumOff val="25000"/>
                  </a:schemeClr>
                </a:solidFill>
                <a:latin typeface="+mn-ea"/>
              </a:rPr>
              <a:t>レジスタ</a:t>
            </a:r>
          </a:p>
        </p:txBody>
      </p:sp>
      <p:sp>
        <p:nvSpPr>
          <p:cNvPr id="40" name="正方形/長方形 39">
            <a:extLst>
              <a:ext uri="{FF2B5EF4-FFF2-40B4-BE49-F238E27FC236}">
                <a16:creationId xmlns:a16="http://schemas.microsoft.com/office/drawing/2014/main" id="{9BC8CE61-BB49-5DFD-5FDC-EC5AE6D115C3}"/>
              </a:ext>
            </a:extLst>
          </p:cNvPr>
          <p:cNvSpPr/>
          <p:nvPr/>
        </p:nvSpPr>
        <p:spPr bwMode="auto">
          <a:xfrm>
            <a:off x="9336036" y="4059007"/>
            <a:ext cx="720008" cy="360004"/>
          </a:xfrm>
          <a:prstGeom prst="rect">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200" dirty="0">
                <a:solidFill>
                  <a:schemeClr val="tx1">
                    <a:lumMod val="75000"/>
                    <a:lumOff val="25000"/>
                  </a:schemeClr>
                </a:solidFill>
                <a:latin typeface="+mn-ea"/>
              </a:rPr>
              <a:t>レジスタ</a:t>
            </a:r>
          </a:p>
        </p:txBody>
      </p:sp>
      <p:cxnSp>
        <p:nvCxnSpPr>
          <p:cNvPr id="41" name="直線矢印コネクタ 40">
            <a:extLst>
              <a:ext uri="{FF2B5EF4-FFF2-40B4-BE49-F238E27FC236}">
                <a16:creationId xmlns:a16="http://schemas.microsoft.com/office/drawing/2014/main" id="{C223C48C-8FDF-F047-1AC6-5E49A02AF945}"/>
              </a:ext>
            </a:extLst>
          </p:cNvPr>
          <p:cNvCxnSpPr>
            <a:cxnSpLocks/>
            <a:stCxn id="37" idx="2"/>
          </p:cNvCxnSpPr>
          <p:nvPr/>
        </p:nvCxnSpPr>
        <p:spPr bwMode="auto">
          <a:xfrm>
            <a:off x="7266013" y="4419012"/>
            <a:ext cx="0" cy="287871"/>
          </a:xfrm>
          <a:prstGeom prst="straightConnector1">
            <a:avLst/>
          </a:pr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cxnSp>
      <p:cxnSp>
        <p:nvCxnSpPr>
          <p:cNvPr id="42" name="直線矢印コネクタ 41">
            <a:extLst>
              <a:ext uri="{FF2B5EF4-FFF2-40B4-BE49-F238E27FC236}">
                <a16:creationId xmlns:a16="http://schemas.microsoft.com/office/drawing/2014/main" id="{9200CA62-079D-BC2A-E85A-1049BBA1449A}"/>
              </a:ext>
            </a:extLst>
          </p:cNvPr>
          <p:cNvCxnSpPr>
            <a:cxnSpLocks/>
          </p:cNvCxnSpPr>
          <p:nvPr/>
        </p:nvCxnSpPr>
        <p:spPr bwMode="auto">
          <a:xfrm>
            <a:off x="8076022" y="4419012"/>
            <a:ext cx="0" cy="287871"/>
          </a:xfrm>
          <a:prstGeom prst="straightConnector1">
            <a:avLst/>
          </a:pr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cxnSp>
      <p:cxnSp>
        <p:nvCxnSpPr>
          <p:cNvPr id="43" name="直線矢印コネクタ 42">
            <a:extLst>
              <a:ext uri="{FF2B5EF4-FFF2-40B4-BE49-F238E27FC236}">
                <a16:creationId xmlns:a16="http://schemas.microsoft.com/office/drawing/2014/main" id="{1C0AD095-02B2-6067-6CA1-1C96EB757B55}"/>
              </a:ext>
            </a:extLst>
          </p:cNvPr>
          <p:cNvCxnSpPr>
            <a:cxnSpLocks/>
          </p:cNvCxnSpPr>
          <p:nvPr/>
        </p:nvCxnSpPr>
        <p:spPr bwMode="auto">
          <a:xfrm>
            <a:off x="8886031" y="4419012"/>
            <a:ext cx="0" cy="287871"/>
          </a:xfrm>
          <a:prstGeom prst="straightConnector1">
            <a:avLst/>
          </a:pr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cxnSp>
      <p:cxnSp>
        <p:nvCxnSpPr>
          <p:cNvPr id="44" name="直線矢印コネクタ 43">
            <a:extLst>
              <a:ext uri="{FF2B5EF4-FFF2-40B4-BE49-F238E27FC236}">
                <a16:creationId xmlns:a16="http://schemas.microsoft.com/office/drawing/2014/main" id="{3C405450-F631-BB30-5DD2-28902E7028E3}"/>
              </a:ext>
            </a:extLst>
          </p:cNvPr>
          <p:cNvCxnSpPr>
            <a:cxnSpLocks/>
          </p:cNvCxnSpPr>
          <p:nvPr/>
        </p:nvCxnSpPr>
        <p:spPr bwMode="auto">
          <a:xfrm>
            <a:off x="9696040" y="4419012"/>
            <a:ext cx="0" cy="287871"/>
          </a:xfrm>
          <a:prstGeom prst="straightConnector1">
            <a:avLst/>
          </a:pr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cxnSp>
      <p:sp>
        <p:nvSpPr>
          <p:cNvPr id="45" name="フリーフォーム 10">
            <a:extLst>
              <a:ext uri="{FF2B5EF4-FFF2-40B4-BE49-F238E27FC236}">
                <a16:creationId xmlns:a16="http://schemas.microsoft.com/office/drawing/2014/main" id="{07145B16-D387-F1DD-1976-A21C38E20C17}"/>
              </a:ext>
            </a:extLst>
          </p:cNvPr>
          <p:cNvSpPr>
            <a:spLocks noChangeArrowheads="1"/>
          </p:cNvSpPr>
          <p:nvPr/>
        </p:nvSpPr>
        <p:spPr bwMode="auto">
          <a:xfrm flipH="1">
            <a:off x="6906009" y="5319021"/>
            <a:ext cx="720008"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type="triangle" w="sm" len="med"/>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演算器</a:t>
            </a:r>
          </a:p>
        </p:txBody>
      </p:sp>
      <p:sp>
        <p:nvSpPr>
          <p:cNvPr id="46" name="フリーフォーム 10">
            <a:extLst>
              <a:ext uri="{FF2B5EF4-FFF2-40B4-BE49-F238E27FC236}">
                <a16:creationId xmlns:a16="http://schemas.microsoft.com/office/drawing/2014/main" id="{2A0AD9DF-5873-6249-D2BC-8567B031F263}"/>
              </a:ext>
            </a:extLst>
          </p:cNvPr>
          <p:cNvSpPr>
            <a:spLocks noChangeArrowheads="1"/>
          </p:cNvSpPr>
          <p:nvPr/>
        </p:nvSpPr>
        <p:spPr bwMode="auto">
          <a:xfrm flipH="1">
            <a:off x="7716018" y="5319021"/>
            <a:ext cx="720008"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type="triangle" w="sm" len="med"/>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演算器</a:t>
            </a:r>
          </a:p>
        </p:txBody>
      </p:sp>
      <p:sp>
        <p:nvSpPr>
          <p:cNvPr id="47" name="フリーフォーム 10">
            <a:extLst>
              <a:ext uri="{FF2B5EF4-FFF2-40B4-BE49-F238E27FC236}">
                <a16:creationId xmlns:a16="http://schemas.microsoft.com/office/drawing/2014/main" id="{EE38E1B6-A9A8-63C5-4071-BEA3B762482A}"/>
              </a:ext>
            </a:extLst>
          </p:cNvPr>
          <p:cNvSpPr>
            <a:spLocks noChangeArrowheads="1"/>
          </p:cNvSpPr>
          <p:nvPr/>
        </p:nvSpPr>
        <p:spPr bwMode="auto">
          <a:xfrm flipH="1">
            <a:off x="8526027" y="5319021"/>
            <a:ext cx="720008"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type="triangle" w="sm" len="med"/>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演算器</a:t>
            </a:r>
          </a:p>
        </p:txBody>
      </p:sp>
      <p:sp>
        <p:nvSpPr>
          <p:cNvPr id="48" name="フリーフォーム 10">
            <a:extLst>
              <a:ext uri="{FF2B5EF4-FFF2-40B4-BE49-F238E27FC236}">
                <a16:creationId xmlns:a16="http://schemas.microsoft.com/office/drawing/2014/main" id="{D8B6643F-0C65-81E5-3ED0-4DA3B7FD35E8}"/>
              </a:ext>
            </a:extLst>
          </p:cNvPr>
          <p:cNvSpPr>
            <a:spLocks noChangeArrowheads="1"/>
          </p:cNvSpPr>
          <p:nvPr/>
        </p:nvSpPr>
        <p:spPr bwMode="auto">
          <a:xfrm flipH="1">
            <a:off x="9336036" y="5319021"/>
            <a:ext cx="720008"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type="triangle" w="sm" len="med"/>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演算器</a:t>
            </a:r>
          </a:p>
        </p:txBody>
      </p:sp>
      <p:sp>
        <p:nvSpPr>
          <p:cNvPr id="53" name="フリーフォーム 10">
            <a:extLst>
              <a:ext uri="{FF2B5EF4-FFF2-40B4-BE49-F238E27FC236}">
                <a16:creationId xmlns:a16="http://schemas.microsoft.com/office/drawing/2014/main" id="{D5EBC544-F902-6D4B-A376-6C30E7F6C17C}"/>
              </a:ext>
            </a:extLst>
          </p:cNvPr>
          <p:cNvSpPr>
            <a:spLocks noChangeArrowheads="1"/>
          </p:cNvSpPr>
          <p:nvPr/>
        </p:nvSpPr>
        <p:spPr bwMode="auto">
          <a:xfrm flipH="1">
            <a:off x="6906009" y="5949028"/>
            <a:ext cx="720008"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type="triangle" w="sm" len="med"/>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演算器</a:t>
            </a:r>
          </a:p>
        </p:txBody>
      </p:sp>
      <p:sp>
        <p:nvSpPr>
          <p:cNvPr id="54" name="フリーフォーム 10">
            <a:extLst>
              <a:ext uri="{FF2B5EF4-FFF2-40B4-BE49-F238E27FC236}">
                <a16:creationId xmlns:a16="http://schemas.microsoft.com/office/drawing/2014/main" id="{0C9DB881-ABEF-B55F-7C76-C0BAC3737D1E}"/>
              </a:ext>
            </a:extLst>
          </p:cNvPr>
          <p:cNvSpPr>
            <a:spLocks noChangeArrowheads="1"/>
          </p:cNvSpPr>
          <p:nvPr/>
        </p:nvSpPr>
        <p:spPr bwMode="auto">
          <a:xfrm flipH="1">
            <a:off x="7716018" y="5949028"/>
            <a:ext cx="720008"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type="triangle" w="sm" len="med"/>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演算器</a:t>
            </a:r>
          </a:p>
        </p:txBody>
      </p:sp>
      <p:sp>
        <p:nvSpPr>
          <p:cNvPr id="55" name="フリーフォーム 10">
            <a:extLst>
              <a:ext uri="{FF2B5EF4-FFF2-40B4-BE49-F238E27FC236}">
                <a16:creationId xmlns:a16="http://schemas.microsoft.com/office/drawing/2014/main" id="{F7D4A30B-9A89-8E93-2391-921F47374CF9}"/>
              </a:ext>
            </a:extLst>
          </p:cNvPr>
          <p:cNvSpPr>
            <a:spLocks noChangeArrowheads="1"/>
          </p:cNvSpPr>
          <p:nvPr/>
        </p:nvSpPr>
        <p:spPr bwMode="auto">
          <a:xfrm flipH="1">
            <a:off x="8526027" y="5949028"/>
            <a:ext cx="720008"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type="triangle" w="sm" len="med"/>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演算器</a:t>
            </a:r>
          </a:p>
        </p:txBody>
      </p:sp>
      <p:sp>
        <p:nvSpPr>
          <p:cNvPr id="56" name="フリーフォーム 10">
            <a:extLst>
              <a:ext uri="{FF2B5EF4-FFF2-40B4-BE49-F238E27FC236}">
                <a16:creationId xmlns:a16="http://schemas.microsoft.com/office/drawing/2014/main" id="{4FA68597-8820-6C4F-2326-EC38C6F5FC43}"/>
              </a:ext>
            </a:extLst>
          </p:cNvPr>
          <p:cNvSpPr>
            <a:spLocks noChangeArrowheads="1"/>
          </p:cNvSpPr>
          <p:nvPr/>
        </p:nvSpPr>
        <p:spPr bwMode="auto">
          <a:xfrm flipH="1">
            <a:off x="9336036" y="5949028"/>
            <a:ext cx="720008"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type="triangle" w="sm" len="med"/>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演算器</a:t>
            </a:r>
          </a:p>
        </p:txBody>
      </p:sp>
      <p:cxnSp>
        <p:nvCxnSpPr>
          <p:cNvPr id="61" name="直線矢印コネクタ 60">
            <a:extLst>
              <a:ext uri="{FF2B5EF4-FFF2-40B4-BE49-F238E27FC236}">
                <a16:creationId xmlns:a16="http://schemas.microsoft.com/office/drawing/2014/main" id="{1B5C0FD2-432B-FB50-333F-14CE4DF4E740}"/>
              </a:ext>
            </a:extLst>
          </p:cNvPr>
          <p:cNvCxnSpPr>
            <a:cxnSpLocks/>
          </p:cNvCxnSpPr>
          <p:nvPr/>
        </p:nvCxnSpPr>
        <p:spPr bwMode="auto">
          <a:xfrm>
            <a:off x="7266013" y="5049019"/>
            <a:ext cx="0" cy="287871"/>
          </a:xfrm>
          <a:prstGeom prst="straightConnector1">
            <a:avLst/>
          </a:pr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cxnSp>
      <p:cxnSp>
        <p:nvCxnSpPr>
          <p:cNvPr id="62" name="直線矢印コネクタ 61">
            <a:extLst>
              <a:ext uri="{FF2B5EF4-FFF2-40B4-BE49-F238E27FC236}">
                <a16:creationId xmlns:a16="http://schemas.microsoft.com/office/drawing/2014/main" id="{DEE984A7-ECA1-01AB-EFA4-67A05A6DF422}"/>
              </a:ext>
            </a:extLst>
          </p:cNvPr>
          <p:cNvCxnSpPr>
            <a:cxnSpLocks/>
          </p:cNvCxnSpPr>
          <p:nvPr/>
        </p:nvCxnSpPr>
        <p:spPr bwMode="auto">
          <a:xfrm>
            <a:off x="8076022" y="5049019"/>
            <a:ext cx="0" cy="287871"/>
          </a:xfrm>
          <a:prstGeom prst="straightConnector1">
            <a:avLst/>
          </a:pr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cxnSp>
      <p:cxnSp>
        <p:nvCxnSpPr>
          <p:cNvPr id="63" name="直線矢印コネクタ 62">
            <a:extLst>
              <a:ext uri="{FF2B5EF4-FFF2-40B4-BE49-F238E27FC236}">
                <a16:creationId xmlns:a16="http://schemas.microsoft.com/office/drawing/2014/main" id="{30C41326-579C-18DC-7B55-E143EBFDDF4A}"/>
              </a:ext>
            </a:extLst>
          </p:cNvPr>
          <p:cNvCxnSpPr>
            <a:cxnSpLocks/>
          </p:cNvCxnSpPr>
          <p:nvPr/>
        </p:nvCxnSpPr>
        <p:spPr bwMode="auto">
          <a:xfrm>
            <a:off x="8886031" y="5049019"/>
            <a:ext cx="0" cy="287871"/>
          </a:xfrm>
          <a:prstGeom prst="straightConnector1">
            <a:avLst/>
          </a:pr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cxnSp>
      <p:cxnSp>
        <p:nvCxnSpPr>
          <p:cNvPr id="64" name="直線矢印コネクタ 63">
            <a:extLst>
              <a:ext uri="{FF2B5EF4-FFF2-40B4-BE49-F238E27FC236}">
                <a16:creationId xmlns:a16="http://schemas.microsoft.com/office/drawing/2014/main" id="{276571B5-09DF-A4C0-EC30-5CECA53A20A5}"/>
              </a:ext>
            </a:extLst>
          </p:cNvPr>
          <p:cNvCxnSpPr>
            <a:cxnSpLocks/>
          </p:cNvCxnSpPr>
          <p:nvPr/>
        </p:nvCxnSpPr>
        <p:spPr bwMode="auto">
          <a:xfrm>
            <a:off x="9696040" y="5049019"/>
            <a:ext cx="0" cy="287871"/>
          </a:xfrm>
          <a:prstGeom prst="straightConnector1">
            <a:avLst/>
          </a:pr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cxnSp>
      <p:cxnSp>
        <p:nvCxnSpPr>
          <p:cNvPr id="65" name="直線矢印コネクタ 64">
            <a:extLst>
              <a:ext uri="{FF2B5EF4-FFF2-40B4-BE49-F238E27FC236}">
                <a16:creationId xmlns:a16="http://schemas.microsoft.com/office/drawing/2014/main" id="{4920B379-FBA2-A044-C5AF-C08BA128CBC2}"/>
              </a:ext>
            </a:extLst>
          </p:cNvPr>
          <p:cNvCxnSpPr>
            <a:cxnSpLocks/>
          </p:cNvCxnSpPr>
          <p:nvPr/>
        </p:nvCxnSpPr>
        <p:spPr bwMode="auto">
          <a:xfrm>
            <a:off x="7266013" y="5679026"/>
            <a:ext cx="0" cy="287871"/>
          </a:xfrm>
          <a:prstGeom prst="straightConnector1">
            <a:avLst/>
          </a:pr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cxnSp>
      <p:cxnSp>
        <p:nvCxnSpPr>
          <p:cNvPr id="66" name="直線矢印コネクタ 65">
            <a:extLst>
              <a:ext uri="{FF2B5EF4-FFF2-40B4-BE49-F238E27FC236}">
                <a16:creationId xmlns:a16="http://schemas.microsoft.com/office/drawing/2014/main" id="{402CC606-44B3-E667-E888-139108C5B669}"/>
              </a:ext>
            </a:extLst>
          </p:cNvPr>
          <p:cNvCxnSpPr>
            <a:cxnSpLocks/>
          </p:cNvCxnSpPr>
          <p:nvPr/>
        </p:nvCxnSpPr>
        <p:spPr bwMode="auto">
          <a:xfrm>
            <a:off x="8076022" y="5679026"/>
            <a:ext cx="0" cy="287871"/>
          </a:xfrm>
          <a:prstGeom prst="straightConnector1">
            <a:avLst/>
          </a:pr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cxnSp>
      <p:cxnSp>
        <p:nvCxnSpPr>
          <p:cNvPr id="67" name="直線矢印コネクタ 66">
            <a:extLst>
              <a:ext uri="{FF2B5EF4-FFF2-40B4-BE49-F238E27FC236}">
                <a16:creationId xmlns:a16="http://schemas.microsoft.com/office/drawing/2014/main" id="{395FBF4B-3A71-7169-BB2F-6BC30F19ED39}"/>
              </a:ext>
            </a:extLst>
          </p:cNvPr>
          <p:cNvCxnSpPr>
            <a:cxnSpLocks/>
          </p:cNvCxnSpPr>
          <p:nvPr/>
        </p:nvCxnSpPr>
        <p:spPr bwMode="auto">
          <a:xfrm>
            <a:off x="8886031" y="5679026"/>
            <a:ext cx="0" cy="287871"/>
          </a:xfrm>
          <a:prstGeom prst="straightConnector1">
            <a:avLst/>
          </a:pr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cxnSp>
      <p:cxnSp>
        <p:nvCxnSpPr>
          <p:cNvPr id="68" name="直線矢印コネクタ 67">
            <a:extLst>
              <a:ext uri="{FF2B5EF4-FFF2-40B4-BE49-F238E27FC236}">
                <a16:creationId xmlns:a16="http://schemas.microsoft.com/office/drawing/2014/main" id="{375208B8-BF92-E8D6-AC5D-82C8B672DCB3}"/>
              </a:ext>
            </a:extLst>
          </p:cNvPr>
          <p:cNvCxnSpPr>
            <a:cxnSpLocks/>
          </p:cNvCxnSpPr>
          <p:nvPr/>
        </p:nvCxnSpPr>
        <p:spPr bwMode="auto">
          <a:xfrm>
            <a:off x="9696040" y="5679026"/>
            <a:ext cx="0" cy="287871"/>
          </a:xfrm>
          <a:prstGeom prst="straightConnector1">
            <a:avLst/>
          </a:pr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cxnSp>
      <p:cxnSp>
        <p:nvCxnSpPr>
          <p:cNvPr id="69" name="直線矢印コネクタ 68">
            <a:extLst>
              <a:ext uri="{FF2B5EF4-FFF2-40B4-BE49-F238E27FC236}">
                <a16:creationId xmlns:a16="http://schemas.microsoft.com/office/drawing/2014/main" id="{B5462E8F-1337-49A3-54F5-D86F5A38CECD}"/>
              </a:ext>
            </a:extLst>
          </p:cNvPr>
          <p:cNvCxnSpPr>
            <a:cxnSpLocks/>
          </p:cNvCxnSpPr>
          <p:nvPr/>
        </p:nvCxnSpPr>
        <p:spPr bwMode="auto">
          <a:xfrm>
            <a:off x="7266013" y="6309033"/>
            <a:ext cx="0" cy="287871"/>
          </a:xfrm>
          <a:prstGeom prst="straightConnector1">
            <a:avLst/>
          </a:pr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cxnSp>
      <p:cxnSp>
        <p:nvCxnSpPr>
          <p:cNvPr id="70" name="直線矢印コネクタ 69">
            <a:extLst>
              <a:ext uri="{FF2B5EF4-FFF2-40B4-BE49-F238E27FC236}">
                <a16:creationId xmlns:a16="http://schemas.microsoft.com/office/drawing/2014/main" id="{B579D37E-65D5-2257-3CFC-57F63D1CCFC8}"/>
              </a:ext>
            </a:extLst>
          </p:cNvPr>
          <p:cNvCxnSpPr>
            <a:cxnSpLocks/>
          </p:cNvCxnSpPr>
          <p:nvPr/>
        </p:nvCxnSpPr>
        <p:spPr bwMode="auto">
          <a:xfrm>
            <a:off x="8076022" y="6309033"/>
            <a:ext cx="0" cy="287871"/>
          </a:xfrm>
          <a:prstGeom prst="straightConnector1">
            <a:avLst/>
          </a:pr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cxnSp>
      <p:cxnSp>
        <p:nvCxnSpPr>
          <p:cNvPr id="71" name="直線矢印コネクタ 70">
            <a:extLst>
              <a:ext uri="{FF2B5EF4-FFF2-40B4-BE49-F238E27FC236}">
                <a16:creationId xmlns:a16="http://schemas.microsoft.com/office/drawing/2014/main" id="{89EFC710-9C28-9B63-D8B3-15B5B93FCDC0}"/>
              </a:ext>
            </a:extLst>
          </p:cNvPr>
          <p:cNvCxnSpPr>
            <a:cxnSpLocks/>
          </p:cNvCxnSpPr>
          <p:nvPr/>
        </p:nvCxnSpPr>
        <p:spPr bwMode="auto">
          <a:xfrm>
            <a:off x="8886031" y="6309033"/>
            <a:ext cx="0" cy="287871"/>
          </a:xfrm>
          <a:prstGeom prst="straightConnector1">
            <a:avLst/>
          </a:pr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cxnSp>
      <p:cxnSp>
        <p:nvCxnSpPr>
          <p:cNvPr id="72" name="直線矢印コネクタ 71">
            <a:extLst>
              <a:ext uri="{FF2B5EF4-FFF2-40B4-BE49-F238E27FC236}">
                <a16:creationId xmlns:a16="http://schemas.microsoft.com/office/drawing/2014/main" id="{34392129-41AB-6C8E-9B4F-46648F9FE433}"/>
              </a:ext>
            </a:extLst>
          </p:cNvPr>
          <p:cNvCxnSpPr>
            <a:cxnSpLocks/>
          </p:cNvCxnSpPr>
          <p:nvPr/>
        </p:nvCxnSpPr>
        <p:spPr bwMode="auto">
          <a:xfrm>
            <a:off x="9696040" y="6309033"/>
            <a:ext cx="0" cy="287871"/>
          </a:xfrm>
          <a:prstGeom prst="straightConnector1">
            <a:avLst/>
          </a:prstGeom>
          <a:ln>
            <a:solidFill>
              <a:schemeClr val="tx1">
                <a:lumMod val="75000"/>
                <a:lumOff val="25000"/>
              </a:schemeClr>
            </a:solidFill>
            <a:headEnd type="none" w="med" len="med"/>
            <a:tailEnd type="triangle"/>
          </a:ln>
          <a:effectLst/>
        </p:spPr>
        <p:style>
          <a:lnRef idx="3">
            <a:schemeClr val="accent5"/>
          </a:lnRef>
          <a:fillRef idx="0">
            <a:schemeClr val="accent5"/>
          </a:fillRef>
          <a:effectRef idx="2">
            <a:schemeClr val="accent5"/>
          </a:effectRef>
          <a:fontRef idx="minor">
            <a:schemeClr val="tx1"/>
          </a:fontRef>
        </p:style>
      </p:cxnSp>
    </p:spTree>
    <p:extLst>
      <p:ext uri="{BB962C8B-B14F-4D97-AF65-F5344CB8AC3E}">
        <p14:creationId xmlns:p14="http://schemas.microsoft.com/office/powerpoint/2010/main" val="223714996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C7EE27-3ECE-D511-F92B-85C5CED6ED69}"/>
            </a:ext>
          </a:extLst>
        </p:cNvPr>
        <p:cNvGrpSpPr/>
        <p:nvPr/>
      </p:nvGrpSpPr>
      <p:grpSpPr>
        <a:xfrm>
          <a:off x="0" y="0"/>
          <a:ext cx="0" cy="0"/>
          <a:chOff x="0" y="0"/>
          <a:chExt cx="0" cy="0"/>
        </a:xfrm>
      </p:grpSpPr>
      <p:sp>
        <p:nvSpPr>
          <p:cNvPr id="24" name="平行四辺形 23">
            <a:extLst>
              <a:ext uri="{FF2B5EF4-FFF2-40B4-BE49-F238E27FC236}">
                <a16:creationId xmlns:a16="http://schemas.microsoft.com/office/drawing/2014/main" id="{7D8998EB-C1BE-5116-81DB-A76B357798D8}"/>
              </a:ext>
            </a:extLst>
          </p:cNvPr>
          <p:cNvSpPr/>
          <p:nvPr/>
        </p:nvSpPr>
        <p:spPr bwMode="auto">
          <a:xfrm>
            <a:off x="5825997" y="4994967"/>
            <a:ext cx="15624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25" name="平行四辺形 24">
            <a:extLst>
              <a:ext uri="{FF2B5EF4-FFF2-40B4-BE49-F238E27FC236}">
                <a16:creationId xmlns:a16="http://schemas.microsoft.com/office/drawing/2014/main" id="{E6E65298-5FC3-A531-2973-64AE3EFFDFA7}"/>
              </a:ext>
            </a:extLst>
          </p:cNvPr>
          <p:cNvSpPr/>
          <p:nvPr/>
        </p:nvSpPr>
        <p:spPr bwMode="auto">
          <a:xfrm>
            <a:off x="7266157" y="4994967"/>
            <a:ext cx="15624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26" name="平行四辺形 25">
            <a:extLst>
              <a:ext uri="{FF2B5EF4-FFF2-40B4-BE49-F238E27FC236}">
                <a16:creationId xmlns:a16="http://schemas.microsoft.com/office/drawing/2014/main" id="{3075A936-96BA-85C0-2F21-F42642C9629D}"/>
              </a:ext>
            </a:extLst>
          </p:cNvPr>
          <p:cNvSpPr/>
          <p:nvPr/>
        </p:nvSpPr>
        <p:spPr bwMode="auto">
          <a:xfrm>
            <a:off x="8706317" y="4994967"/>
            <a:ext cx="1584176"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35" name="平行四辺形 34">
            <a:extLst>
              <a:ext uri="{FF2B5EF4-FFF2-40B4-BE49-F238E27FC236}">
                <a16:creationId xmlns:a16="http://schemas.microsoft.com/office/drawing/2014/main" id="{E75915A4-DA1B-336F-3F67-07E82312574D}"/>
              </a:ext>
            </a:extLst>
          </p:cNvPr>
          <p:cNvSpPr/>
          <p:nvPr/>
        </p:nvSpPr>
        <p:spPr bwMode="auto">
          <a:xfrm>
            <a:off x="4205979" y="4941024"/>
            <a:ext cx="15624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50" name="平行四辺形 49">
            <a:extLst>
              <a:ext uri="{FF2B5EF4-FFF2-40B4-BE49-F238E27FC236}">
                <a16:creationId xmlns:a16="http://schemas.microsoft.com/office/drawing/2014/main" id="{053E4FB3-45F0-A16A-D182-0F07D945D070}"/>
              </a:ext>
            </a:extLst>
          </p:cNvPr>
          <p:cNvSpPr/>
          <p:nvPr/>
        </p:nvSpPr>
        <p:spPr bwMode="auto">
          <a:xfrm>
            <a:off x="5736140" y="3231005"/>
            <a:ext cx="15624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53" name="平行四辺形 52">
            <a:extLst>
              <a:ext uri="{FF2B5EF4-FFF2-40B4-BE49-F238E27FC236}">
                <a16:creationId xmlns:a16="http://schemas.microsoft.com/office/drawing/2014/main" id="{046520A4-BAF2-793C-0F68-6BEC59B2AD93}"/>
              </a:ext>
            </a:extLst>
          </p:cNvPr>
          <p:cNvSpPr/>
          <p:nvPr/>
        </p:nvSpPr>
        <p:spPr bwMode="auto">
          <a:xfrm>
            <a:off x="7176300" y="3231005"/>
            <a:ext cx="15624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62" name="平行四辺形 61">
            <a:extLst>
              <a:ext uri="{FF2B5EF4-FFF2-40B4-BE49-F238E27FC236}">
                <a16:creationId xmlns:a16="http://schemas.microsoft.com/office/drawing/2014/main" id="{D7CDF2B7-C67E-9862-A0B0-8DDD957CEC5C}"/>
              </a:ext>
            </a:extLst>
          </p:cNvPr>
          <p:cNvSpPr/>
          <p:nvPr/>
        </p:nvSpPr>
        <p:spPr bwMode="auto">
          <a:xfrm>
            <a:off x="8616460" y="3231005"/>
            <a:ext cx="1584176"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3" name="正方形/長方形 2">
            <a:extLst>
              <a:ext uri="{FF2B5EF4-FFF2-40B4-BE49-F238E27FC236}">
                <a16:creationId xmlns:a16="http://schemas.microsoft.com/office/drawing/2014/main" id="{6ABD3D84-B1C7-FB7E-0275-2B35A30F3EEA}"/>
              </a:ext>
            </a:extLst>
          </p:cNvPr>
          <p:cNvSpPr/>
          <p:nvPr/>
        </p:nvSpPr>
        <p:spPr>
          <a:xfrm>
            <a:off x="4167819" y="4004473"/>
            <a:ext cx="1478176" cy="738664"/>
          </a:xfrm>
          <a:prstGeom prst="rect">
            <a:avLst/>
          </a:prstGeom>
        </p:spPr>
        <p:txBody>
          <a:bodyPr wrap="squar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ﾋﾄﾍｯﾀﾅ</a:t>
            </a:r>
            <a:endPar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endParaRP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36" name="正方形/長方形 35">
            <a:extLst>
              <a:ext uri="{FF2B5EF4-FFF2-40B4-BE49-F238E27FC236}">
                <a16:creationId xmlns:a16="http://schemas.microsoft.com/office/drawing/2014/main" id="{57DB365D-A9C2-6D22-A46B-6AD9A33D22AD}"/>
              </a:ext>
            </a:extLst>
          </p:cNvPr>
          <p:cNvSpPr/>
          <p:nvPr/>
        </p:nvSpPr>
        <p:spPr>
          <a:xfrm>
            <a:off x="5697980" y="2294454"/>
            <a:ext cx="937991" cy="738664"/>
          </a:xfrm>
          <a:prstGeom prst="rect">
            <a:avLst/>
          </a:prstGeom>
        </p:spPr>
        <p:txBody>
          <a:bodyPr wrap="square">
            <a:spAutoFit/>
          </a:bodyPr>
          <a:lstStyle/>
          <a:p>
            <a:r>
              <a:rPr lang="ja-JP" altLang="en-US" sz="1400" b="1" dirty="0">
                <a:solidFill>
                  <a:schemeClr val="accent3">
                    <a:lumMod val="7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7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3">
                    <a:lumMod val="7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3">
                    <a:lumMod val="7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7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dirty="0">
                <a:solidFill>
                  <a:schemeClr val="accent3">
                    <a:lumMod val="7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dirty="0">
                <a:solidFill>
                  <a:schemeClr val="accent3">
                    <a:lumMod val="7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3">
                    <a:lumMod val="7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3">
                    <a:lumMod val="7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49" name="正方形/長方形 48">
            <a:extLst>
              <a:ext uri="{FF2B5EF4-FFF2-40B4-BE49-F238E27FC236}">
                <a16:creationId xmlns:a16="http://schemas.microsoft.com/office/drawing/2014/main" id="{6FE49921-5869-F5A4-6729-A853875B7747}"/>
              </a:ext>
            </a:extLst>
          </p:cNvPr>
          <p:cNvSpPr/>
          <p:nvPr/>
        </p:nvSpPr>
        <p:spPr>
          <a:xfrm>
            <a:off x="7140027" y="2313038"/>
            <a:ext cx="865983" cy="738664"/>
          </a:xfrm>
          <a:prstGeom prst="rect">
            <a:avLst/>
          </a:prstGeom>
        </p:spPr>
        <p:txBody>
          <a:bodyPr wrap="square">
            <a:spAutoFit/>
          </a:bodyPr>
          <a:lstStyle/>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ﾟーﾟ</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55" name="正方形/長方形 54">
            <a:extLst>
              <a:ext uri="{FF2B5EF4-FFF2-40B4-BE49-F238E27FC236}">
                <a16:creationId xmlns:a16="http://schemas.microsoft.com/office/drawing/2014/main" id="{8D70E2A2-3958-2A1D-BF78-06B62ED31D1A}"/>
              </a:ext>
            </a:extLst>
          </p:cNvPr>
          <p:cNvSpPr/>
          <p:nvPr/>
        </p:nvSpPr>
        <p:spPr>
          <a:xfrm>
            <a:off x="8580187" y="2313038"/>
            <a:ext cx="937991" cy="738664"/>
          </a:xfrm>
          <a:prstGeom prst="rect">
            <a:avLst/>
          </a:prstGeom>
        </p:spPr>
        <p:txBody>
          <a:bodyPr wrap="square">
            <a:spAutoFit/>
          </a:bodyPr>
          <a:lstStyle/>
          <a:p>
            <a:r>
              <a:rPr lang="ja-JP" altLang="en-US" sz="1400" b="1" dirty="0">
                <a:solidFill>
                  <a:schemeClr val="accent3">
                    <a:lumMod val="7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l-GR" altLang="ja-JP" sz="1400" b="1" dirty="0">
                <a:solidFill>
                  <a:schemeClr val="accent3">
                    <a:lumMod val="7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3">
                    <a:lumMod val="7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l-GR" altLang="ja-JP" sz="1400" b="1" dirty="0">
                <a:solidFill>
                  <a:schemeClr val="accent3">
                    <a:lumMod val="7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l-GR" sz="1400" b="1" dirty="0">
                <a:solidFill>
                  <a:schemeClr val="accent3">
                    <a:lumMod val="7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3">
                    <a:lumMod val="7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ω</a:t>
            </a:r>
            <a:r>
              <a:rPr lang="ja-JP" altLang="el-GR" sz="1400" b="1" dirty="0">
                <a:solidFill>
                  <a:schemeClr val="accent3">
                    <a:lumMod val="7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3">
                    <a:lumMod val="7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3">
                    <a:lumMod val="7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2" name="タイトル 1">
            <a:extLst>
              <a:ext uri="{FF2B5EF4-FFF2-40B4-BE49-F238E27FC236}">
                <a16:creationId xmlns:a16="http://schemas.microsoft.com/office/drawing/2014/main" id="{236F805E-BF8A-F1F9-8554-87E75ECBA1B9}"/>
              </a:ext>
            </a:extLst>
          </p:cNvPr>
          <p:cNvSpPr>
            <a:spLocks noGrp="1"/>
          </p:cNvSpPr>
          <p:nvPr>
            <p:ph type="title"/>
          </p:nvPr>
        </p:nvSpPr>
        <p:spPr/>
        <p:txBody>
          <a:bodyPr/>
          <a:lstStyle/>
          <a:p>
            <a:r>
              <a:rPr lang="ja-JP" altLang="en-US" dirty="0"/>
              <a:t>カレー屋さんの場合：キッチン台に毎回戻すのが無駄</a:t>
            </a:r>
            <a:endParaRPr kumimoji="1" lang="ja-JP" altLang="en-US" dirty="0"/>
          </a:p>
        </p:txBody>
      </p:sp>
      <p:sp>
        <p:nvSpPr>
          <p:cNvPr id="97" name="正方形/長方形 96">
            <a:extLst>
              <a:ext uri="{FF2B5EF4-FFF2-40B4-BE49-F238E27FC236}">
                <a16:creationId xmlns:a16="http://schemas.microsoft.com/office/drawing/2014/main" id="{BFD38A7F-4072-161C-5550-5CC7DE781856}"/>
              </a:ext>
            </a:extLst>
          </p:cNvPr>
          <p:cNvSpPr/>
          <p:nvPr/>
        </p:nvSpPr>
        <p:spPr bwMode="auto">
          <a:xfrm>
            <a:off x="3125967" y="3429000"/>
            <a:ext cx="630007" cy="540006"/>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pPr algn="ctr"/>
            <a:r>
              <a:rPr lang="ja-JP" altLang="en-US" sz="1600" dirty="0">
                <a:solidFill>
                  <a:schemeClr val="tx1">
                    <a:lumMod val="75000"/>
                    <a:lumOff val="25000"/>
                  </a:schemeClr>
                </a:solidFill>
              </a:rPr>
              <a:t>レシピ</a:t>
            </a:r>
          </a:p>
        </p:txBody>
      </p:sp>
      <p:sp>
        <p:nvSpPr>
          <p:cNvPr id="30" name="Freeform 25">
            <a:extLst>
              <a:ext uri="{FF2B5EF4-FFF2-40B4-BE49-F238E27FC236}">
                <a16:creationId xmlns:a16="http://schemas.microsoft.com/office/drawing/2014/main" id="{665A8EF7-9957-2BE5-31F1-09DD81DA3F4D}"/>
              </a:ext>
            </a:extLst>
          </p:cNvPr>
          <p:cNvSpPr>
            <a:spLocks/>
          </p:cNvSpPr>
          <p:nvPr/>
        </p:nvSpPr>
        <p:spPr bwMode="auto">
          <a:xfrm>
            <a:off x="5915998" y="998973"/>
            <a:ext cx="4032448" cy="648072"/>
          </a:xfrm>
          <a:custGeom>
            <a:avLst/>
            <a:gdLst>
              <a:gd name="T0" fmla="*/ 720725 w 1588"/>
              <a:gd name="T1" fmla="*/ 539750 h 340"/>
              <a:gd name="T2" fmla="*/ 720725 w 1588"/>
              <a:gd name="T3" fmla="*/ 360363 h 340"/>
              <a:gd name="T4" fmla="*/ 1800225 w 1588"/>
              <a:gd name="T5" fmla="*/ 360363 h 340"/>
              <a:gd name="T6" fmla="*/ 1800225 w 1588"/>
              <a:gd name="T7" fmla="*/ 539750 h 340"/>
              <a:gd name="T8" fmla="*/ 2520950 w 1588"/>
              <a:gd name="T9" fmla="*/ 539750 h 340"/>
              <a:gd name="T10" fmla="*/ 2520950 w 1588"/>
              <a:gd name="T11" fmla="*/ 0 h 340"/>
              <a:gd name="T12" fmla="*/ 0 w 1588"/>
              <a:gd name="T13" fmla="*/ 0 h 340"/>
              <a:gd name="T14" fmla="*/ 0 w 1588"/>
              <a:gd name="T15" fmla="*/ 539750 h 340"/>
              <a:gd name="T16" fmla="*/ 720725 w 1588"/>
              <a:gd name="T17" fmla="*/ 539750 h 34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588" h="340">
                <a:moveTo>
                  <a:pt x="454" y="340"/>
                </a:moveTo>
                <a:lnTo>
                  <a:pt x="454" y="227"/>
                </a:lnTo>
                <a:lnTo>
                  <a:pt x="1134" y="227"/>
                </a:lnTo>
                <a:lnTo>
                  <a:pt x="1134" y="340"/>
                </a:lnTo>
                <a:lnTo>
                  <a:pt x="1588" y="340"/>
                </a:lnTo>
                <a:lnTo>
                  <a:pt x="1588" y="0"/>
                </a:lnTo>
                <a:lnTo>
                  <a:pt x="0" y="0"/>
                </a:lnTo>
                <a:lnTo>
                  <a:pt x="0" y="340"/>
                </a:lnTo>
                <a:lnTo>
                  <a:pt x="454" y="340"/>
                </a:lnTo>
                <a:close/>
              </a:path>
            </a:pathLst>
          </a:custGeom>
          <a:ln>
            <a:headEnd/>
            <a:tailEnd/>
          </a:ln>
        </p:spPr>
        <p:style>
          <a:lnRef idx="1">
            <a:schemeClr val="accent3"/>
          </a:lnRef>
          <a:fillRef idx="2">
            <a:schemeClr val="accent3"/>
          </a:fillRef>
          <a:effectRef idx="1">
            <a:schemeClr val="accent3"/>
          </a:effectRef>
          <a:fontRef idx="minor">
            <a:schemeClr val="dk1"/>
          </a:fontRef>
        </p:style>
        <p:txBody>
          <a:bodyPr/>
          <a:lstStyle>
            <a:defPPr>
              <a:defRPr lang="ja-JP"/>
            </a:defPPr>
            <a:lvl1pPr marL="0" algn="l" defTabSz="914400" rtl="0" eaLnBrk="1" latinLnBrk="0" hangingPunct="1">
              <a:defRPr kumimoji="1" sz="1800" kern="1200">
                <a:solidFill>
                  <a:schemeClr val="dk1"/>
                </a:solidFill>
                <a:latin typeface="+mn-lt"/>
                <a:ea typeface="+mn-ea"/>
                <a:cs typeface="+mn-cs"/>
              </a:defRPr>
            </a:lvl1pPr>
            <a:lvl2pPr marL="457200" algn="l" defTabSz="914400" rtl="0" eaLnBrk="1" latinLnBrk="0" hangingPunct="1">
              <a:defRPr kumimoji="1" sz="1800" kern="1200">
                <a:solidFill>
                  <a:schemeClr val="dk1"/>
                </a:solidFill>
                <a:latin typeface="+mn-lt"/>
                <a:ea typeface="+mn-ea"/>
                <a:cs typeface="+mn-cs"/>
              </a:defRPr>
            </a:lvl2pPr>
            <a:lvl3pPr marL="914400" algn="l" defTabSz="914400" rtl="0" eaLnBrk="1" latinLnBrk="0" hangingPunct="1">
              <a:defRPr kumimoji="1" sz="1800" kern="1200">
                <a:solidFill>
                  <a:schemeClr val="dk1"/>
                </a:solidFill>
                <a:latin typeface="+mn-lt"/>
                <a:ea typeface="+mn-ea"/>
                <a:cs typeface="+mn-cs"/>
              </a:defRPr>
            </a:lvl3pPr>
            <a:lvl4pPr marL="1371600" algn="l" defTabSz="914400" rtl="0" eaLnBrk="1" latinLnBrk="0" hangingPunct="1">
              <a:defRPr kumimoji="1" sz="1800" kern="1200">
                <a:solidFill>
                  <a:schemeClr val="dk1"/>
                </a:solidFill>
                <a:latin typeface="+mn-lt"/>
                <a:ea typeface="+mn-ea"/>
                <a:cs typeface="+mn-cs"/>
              </a:defRPr>
            </a:lvl4pPr>
            <a:lvl5pPr marL="1828800" algn="l" defTabSz="914400" rtl="0" eaLnBrk="1" latinLnBrk="0" hangingPunct="1">
              <a:defRPr kumimoji="1" sz="1800" kern="1200">
                <a:solidFill>
                  <a:schemeClr val="dk1"/>
                </a:solidFill>
                <a:latin typeface="+mn-lt"/>
                <a:ea typeface="+mn-ea"/>
                <a:cs typeface="+mn-cs"/>
              </a:defRPr>
            </a:lvl5pPr>
            <a:lvl6pPr marL="2286000" algn="l" defTabSz="914400" rtl="0" eaLnBrk="1" latinLnBrk="0" hangingPunct="1">
              <a:defRPr kumimoji="1" sz="1800" kern="1200">
                <a:solidFill>
                  <a:schemeClr val="dk1"/>
                </a:solidFill>
                <a:latin typeface="+mn-lt"/>
                <a:ea typeface="+mn-ea"/>
                <a:cs typeface="+mn-cs"/>
              </a:defRPr>
            </a:lvl6pPr>
            <a:lvl7pPr marL="2743200" algn="l" defTabSz="914400" rtl="0" eaLnBrk="1" latinLnBrk="0" hangingPunct="1">
              <a:defRPr kumimoji="1" sz="1800" kern="1200">
                <a:solidFill>
                  <a:schemeClr val="dk1"/>
                </a:solidFill>
                <a:latin typeface="+mn-lt"/>
                <a:ea typeface="+mn-ea"/>
                <a:cs typeface="+mn-cs"/>
              </a:defRPr>
            </a:lvl7pPr>
            <a:lvl8pPr marL="3200400" algn="l" defTabSz="914400" rtl="0" eaLnBrk="1" latinLnBrk="0" hangingPunct="1">
              <a:defRPr kumimoji="1" sz="1800" kern="1200">
                <a:solidFill>
                  <a:schemeClr val="dk1"/>
                </a:solidFill>
                <a:latin typeface="+mn-lt"/>
                <a:ea typeface="+mn-ea"/>
                <a:cs typeface="+mn-cs"/>
              </a:defRPr>
            </a:lvl8pPr>
            <a:lvl9pPr marL="3657600" algn="l" defTabSz="914400" rtl="0" eaLnBrk="1" latinLnBrk="0" hangingPunct="1">
              <a:defRPr kumimoji="1" sz="1800" kern="1200">
                <a:solidFill>
                  <a:schemeClr val="dk1"/>
                </a:solidFill>
                <a:latin typeface="+mn-lt"/>
                <a:ea typeface="+mn-ea"/>
                <a:cs typeface="+mn-cs"/>
              </a:defRPr>
            </a:lvl9pPr>
          </a:lstStyle>
          <a:p>
            <a:pPr algn="ctr"/>
            <a:r>
              <a:rPr lang="ja-JP" altLang="en-US" dirty="0">
                <a:solidFill>
                  <a:schemeClr val="tx1">
                    <a:lumMod val="75000"/>
                    <a:lumOff val="25000"/>
                  </a:schemeClr>
                </a:solidFill>
              </a:rPr>
              <a:t>キッチン台</a:t>
            </a:r>
          </a:p>
        </p:txBody>
      </p:sp>
      <p:sp>
        <p:nvSpPr>
          <p:cNvPr id="31" name="AutoShape 5">
            <a:extLst>
              <a:ext uri="{FF2B5EF4-FFF2-40B4-BE49-F238E27FC236}">
                <a16:creationId xmlns:a16="http://schemas.microsoft.com/office/drawing/2014/main" id="{1E9582F0-13F2-1B60-D2CA-A300AB945BED}"/>
              </a:ext>
            </a:extLst>
          </p:cNvPr>
          <p:cNvSpPr>
            <a:spLocks noChangeArrowheads="1"/>
          </p:cNvSpPr>
          <p:nvPr/>
        </p:nvSpPr>
        <p:spPr bwMode="auto">
          <a:xfrm rot="-5400000">
            <a:off x="7536178" y="1683049"/>
            <a:ext cx="864096" cy="648072"/>
          </a:xfrm>
          <a:custGeom>
            <a:avLst/>
            <a:gdLst>
              <a:gd name="T0" fmla="*/ 787598 w 21600"/>
              <a:gd name="T1" fmla="*/ 180181 h 21600"/>
              <a:gd name="T2" fmla="*/ 450056 w 21600"/>
              <a:gd name="T3" fmla="*/ 360362 h 21600"/>
              <a:gd name="T4" fmla="*/ 112514 w 21600"/>
              <a:gd name="T5" fmla="*/ 180181 h 21600"/>
              <a:gd name="T6" fmla="*/ 450056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ln>
            <a:headEnd/>
            <a:tailEnd/>
          </a:ln>
        </p:spPr>
        <p:style>
          <a:lnRef idx="1">
            <a:schemeClr val="accent2"/>
          </a:lnRef>
          <a:fillRef idx="2">
            <a:schemeClr val="accent2"/>
          </a:fillRef>
          <a:effectRef idx="1">
            <a:schemeClr val="accent2"/>
          </a:effectRef>
          <a:fontRef idx="minor">
            <a:schemeClr val="dk1"/>
          </a:fontRef>
        </p:style>
        <p:txBody>
          <a:bodyPr vert="eaVert" wrap="none" anchor="ctr"/>
          <a:lstStyle>
            <a:defPPr>
              <a:defRPr lang="ja-JP"/>
            </a:defPPr>
            <a:lvl1pPr marL="0" algn="l" defTabSz="914400" rtl="0" eaLnBrk="1" latinLnBrk="0" hangingPunct="1">
              <a:defRPr kumimoji="1" sz="1800" kern="1200">
                <a:solidFill>
                  <a:schemeClr val="dk1"/>
                </a:solidFill>
                <a:latin typeface="+mn-lt"/>
                <a:ea typeface="+mn-ea"/>
                <a:cs typeface="+mn-cs"/>
              </a:defRPr>
            </a:lvl1pPr>
            <a:lvl2pPr marL="457200" algn="l" defTabSz="914400" rtl="0" eaLnBrk="1" latinLnBrk="0" hangingPunct="1">
              <a:defRPr kumimoji="1" sz="1800" kern="1200">
                <a:solidFill>
                  <a:schemeClr val="dk1"/>
                </a:solidFill>
                <a:latin typeface="+mn-lt"/>
                <a:ea typeface="+mn-ea"/>
                <a:cs typeface="+mn-cs"/>
              </a:defRPr>
            </a:lvl2pPr>
            <a:lvl3pPr marL="914400" algn="l" defTabSz="914400" rtl="0" eaLnBrk="1" latinLnBrk="0" hangingPunct="1">
              <a:defRPr kumimoji="1" sz="1800" kern="1200">
                <a:solidFill>
                  <a:schemeClr val="dk1"/>
                </a:solidFill>
                <a:latin typeface="+mn-lt"/>
                <a:ea typeface="+mn-ea"/>
                <a:cs typeface="+mn-cs"/>
              </a:defRPr>
            </a:lvl3pPr>
            <a:lvl4pPr marL="1371600" algn="l" defTabSz="914400" rtl="0" eaLnBrk="1" latinLnBrk="0" hangingPunct="1">
              <a:defRPr kumimoji="1" sz="1800" kern="1200">
                <a:solidFill>
                  <a:schemeClr val="dk1"/>
                </a:solidFill>
                <a:latin typeface="+mn-lt"/>
                <a:ea typeface="+mn-ea"/>
                <a:cs typeface="+mn-cs"/>
              </a:defRPr>
            </a:lvl4pPr>
            <a:lvl5pPr marL="1828800" algn="l" defTabSz="914400" rtl="0" eaLnBrk="1" latinLnBrk="0" hangingPunct="1">
              <a:defRPr kumimoji="1" sz="1800" kern="1200">
                <a:solidFill>
                  <a:schemeClr val="dk1"/>
                </a:solidFill>
                <a:latin typeface="+mn-lt"/>
                <a:ea typeface="+mn-ea"/>
                <a:cs typeface="+mn-cs"/>
              </a:defRPr>
            </a:lvl5pPr>
            <a:lvl6pPr marL="2286000" algn="l" defTabSz="914400" rtl="0" eaLnBrk="1" latinLnBrk="0" hangingPunct="1">
              <a:defRPr kumimoji="1" sz="1800" kern="1200">
                <a:solidFill>
                  <a:schemeClr val="dk1"/>
                </a:solidFill>
                <a:latin typeface="+mn-lt"/>
                <a:ea typeface="+mn-ea"/>
                <a:cs typeface="+mn-cs"/>
              </a:defRPr>
            </a:lvl6pPr>
            <a:lvl7pPr marL="2743200" algn="l" defTabSz="914400" rtl="0" eaLnBrk="1" latinLnBrk="0" hangingPunct="1">
              <a:defRPr kumimoji="1" sz="1800" kern="1200">
                <a:solidFill>
                  <a:schemeClr val="dk1"/>
                </a:solidFill>
                <a:latin typeface="+mn-lt"/>
                <a:ea typeface="+mn-ea"/>
                <a:cs typeface="+mn-cs"/>
              </a:defRPr>
            </a:lvl7pPr>
            <a:lvl8pPr marL="3200400" algn="l" defTabSz="914400" rtl="0" eaLnBrk="1" latinLnBrk="0" hangingPunct="1">
              <a:defRPr kumimoji="1" sz="1800" kern="1200">
                <a:solidFill>
                  <a:schemeClr val="dk1"/>
                </a:solidFill>
                <a:latin typeface="+mn-lt"/>
                <a:ea typeface="+mn-ea"/>
                <a:cs typeface="+mn-cs"/>
              </a:defRPr>
            </a:lvl8pPr>
            <a:lvl9pPr marL="3657600" algn="l" defTabSz="914400" rtl="0" eaLnBrk="1" latinLnBrk="0" hangingPunct="1">
              <a:defRPr kumimoji="1" sz="1800" kern="1200">
                <a:solidFill>
                  <a:schemeClr val="dk1"/>
                </a:solidFill>
                <a:latin typeface="+mn-lt"/>
                <a:ea typeface="+mn-ea"/>
                <a:cs typeface="+mn-cs"/>
              </a:defRPr>
            </a:lvl9pPr>
          </a:lstStyle>
          <a:p>
            <a:pPr algn="ctr"/>
            <a:r>
              <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コンロ</a:t>
            </a:r>
            <a:endParaRPr lang="en-US" altLang="ja-JP"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まな板</a:t>
            </a:r>
          </a:p>
        </p:txBody>
      </p:sp>
      <p:grpSp>
        <p:nvGrpSpPr>
          <p:cNvPr id="32" name="グループ化 31">
            <a:extLst>
              <a:ext uri="{FF2B5EF4-FFF2-40B4-BE49-F238E27FC236}">
                <a16:creationId xmlns:a16="http://schemas.microsoft.com/office/drawing/2014/main" id="{3CF773CF-39B0-06E1-3ED6-B5A8F508B037}"/>
              </a:ext>
            </a:extLst>
          </p:cNvPr>
          <p:cNvGrpSpPr/>
          <p:nvPr/>
        </p:nvGrpSpPr>
        <p:grpSpPr>
          <a:xfrm>
            <a:off x="6204030" y="1719053"/>
            <a:ext cx="1008112" cy="432048"/>
            <a:chOff x="3563888" y="2708920"/>
            <a:chExt cx="1296144" cy="432048"/>
          </a:xfrm>
        </p:grpSpPr>
        <p:sp>
          <p:nvSpPr>
            <p:cNvPr id="33" name="Freeform 9">
              <a:extLst>
                <a:ext uri="{FF2B5EF4-FFF2-40B4-BE49-F238E27FC236}">
                  <a16:creationId xmlns:a16="http://schemas.microsoft.com/office/drawing/2014/main" id="{C2AE1074-1694-C26F-E939-C89F9A3EB899}"/>
                </a:ext>
              </a:extLst>
            </p:cNvPr>
            <p:cNvSpPr>
              <a:spLocks/>
            </p:cNvSpPr>
            <p:nvPr/>
          </p:nvSpPr>
          <p:spPr bwMode="auto">
            <a:xfrm>
              <a:off x="4211960" y="2708920"/>
              <a:ext cx="648072" cy="144016"/>
            </a:xfrm>
            <a:custGeom>
              <a:avLst/>
              <a:gdLst>
                <a:gd name="T0" fmla="*/ 0 w 170"/>
                <a:gd name="T1" fmla="*/ 0 h 170"/>
                <a:gd name="T2" fmla="*/ 0 w 170"/>
                <a:gd name="T3" fmla="*/ 269875 h 170"/>
                <a:gd name="T4" fmla="*/ 269875 w 170"/>
                <a:gd name="T5" fmla="*/ 26987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headEnd/>
              <a:tailEnd type="triangle" w="med" len="med"/>
            </a:ln>
          </p:spPr>
          <p:style>
            <a:lnRef idx="3">
              <a:schemeClr val="accent3"/>
            </a:lnRef>
            <a:fillRef idx="0">
              <a:schemeClr val="accent3"/>
            </a:fillRef>
            <a:effectRef idx="2">
              <a:schemeClr val="accent3"/>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sp>
          <p:nvSpPr>
            <p:cNvPr id="39" name="Freeform 10">
              <a:extLst>
                <a:ext uri="{FF2B5EF4-FFF2-40B4-BE49-F238E27FC236}">
                  <a16:creationId xmlns:a16="http://schemas.microsoft.com/office/drawing/2014/main" id="{B207CFE2-DB36-97AB-C544-05F1FFA9045A}"/>
                </a:ext>
              </a:extLst>
            </p:cNvPr>
            <p:cNvSpPr>
              <a:spLocks/>
            </p:cNvSpPr>
            <p:nvPr/>
          </p:nvSpPr>
          <p:spPr bwMode="auto">
            <a:xfrm>
              <a:off x="3563888" y="2708920"/>
              <a:ext cx="1296144" cy="432048"/>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headEnd/>
              <a:tailEnd type="triangle" w="med" len="med"/>
            </a:ln>
          </p:spPr>
          <p:style>
            <a:lnRef idx="3">
              <a:schemeClr val="accent3"/>
            </a:lnRef>
            <a:fillRef idx="0">
              <a:schemeClr val="accent3"/>
            </a:fillRef>
            <a:effectRef idx="2">
              <a:schemeClr val="accent3"/>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grpSp>
      <p:sp>
        <p:nvSpPr>
          <p:cNvPr id="40" name="Freeform 8">
            <a:extLst>
              <a:ext uri="{FF2B5EF4-FFF2-40B4-BE49-F238E27FC236}">
                <a16:creationId xmlns:a16="http://schemas.microsoft.com/office/drawing/2014/main" id="{44372425-1CCF-CA2C-9C51-A5282DA59813}"/>
              </a:ext>
            </a:extLst>
          </p:cNvPr>
          <p:cNvSpPr>
            <a:spLocks/>
          </p:cNvSpPr>
          <p:nvPr/>
        </p:nvSpPr>
        <p:spPr bwMode="auto">
          <a:xfrm>
            <a:off x="8652302" y="1719053"/>
            <a:ext cx="720080" cy="288032"/>
          </a:xfrm>
          <a:custGeom>
            <a:avLst/>
            <a:gdLst>
              <a:gd name="T0" fmla="*/ 0 w 227"/>
              <a:gd name="T1" fmla="*/ 541338 h 1021"/>
              <a:gd name="T2" fmla="*/ 719138 w 227"/>
              <a:gd name="T3" fmla="*/ 541338 h 1021"/>
              <a:gd name="T4" fmla="*/ 719138 w 227"/>
              <a:gd name="T5" fmla="*/ 0 h 1021"/>
              <a:gd name="T6" fmla="*/ 0 60000 65536"/>
              <a:gd name="T7" fmla="*/ 0 60000 65536"/>
              <a:gd name="T8" fmla="*/ 0 60000 65536"/>
            </a:gdLst>
            <a:ahLst/>
            <a:cxnLst>
              <a:cxn ang="T6">
                <a:pos x="T0" y="T1"/>
              </a:cxn>
              <a:cxn ang="T7">
                <a:pos x="T2" y="T3"/>
              </a:cxn>
              <a:cxn ang="T8">
                <a:pos x="T4" y="T5"/>
              </a:cxn>
            </a:cxnLst>
            <a:rect l="0" t="0" r="r" b="b"/>
            <a:pathLst>
              <a:path w="227" h="1021">
                <a:moveTo>
                  <a:pt x="0" y="1021"/>
                </a:moveTo>
                <a:lnTo>
                  <a:pt x="227" y="1021"/>
                </a:lnTo>
                <a:lnTo>
                  <a:pt x="227" y="0"/>
                </a:lnTo>
              </a:path>
            </a:pathLst>
          </a:custGeom>
          <a:ln w="50800">
            <a:solidFill>
              <a:schemeClr val="accent3"/>
            </a:solidFill>
            <a:headEnd/>
            <a:tailEnd type="triangle" w="med" len="med"/>
          </a:ln>
        </p:spPr>
        <p:style>
          <a:lnRef idx="3">
            <a:schemeClr val="accent4"/>
          </a:lnRef>
          <a:fillRef idx="0">
            <a:schemeClr val="accent4"/>
          </a:fillRef>
          <a:effectRef idx="2">
            <a:schemeClr val="accent4"/>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sp>
        <p:nvSpPr>
          <p:cNvPr id="96" name="正方形/長方形 95">
            <a:extLst>
              <a:ext uri="{FF2B5EF4-FFF2-40B4-BE49-F238E27FC236}">
                <a16:creationId xmlns:a16="http://schemas.microsoft.com/office/drawing/2014/main" id="{FBF66AC7-E884-1ACF-B06A-21C09D06FCB8}"/>
              </a:ext>
            </a:extLst>
          </p:cNvPr>
          <p:cNvSpPr/>
          <p:nvPr/>
        </p:nvSpPr>
        <p:spPr bwMode="auto">
          <a:xfrm>
            <a:off x="2855964" y="3879005"/>
            <a:ext cx="1260014" cy="1710019"/>
          </a:xfrm>
          <a:prstGeom prst="rect">
            <a:avLst/>
          </a:prstGeom>
          <a:ln>
            <a:headEnd/>
            <a:tailEnd type="non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nSpc>
                <a:spcPct val="150000"/>
              </a:lnSpc>
            </a:pPr>
            <a:r>
              <a:rPr lang="en-US" altLang="ja-JP" sz="1400" dirty="0">
                <a:solidFill>
                  <a:schemeClr val="tx1"/>
                </a:solidFill>
                <a:latin typeface="Arial Narrow" panose="020B0606020202030204" pitchFamily="34" charset="0"/>
              </a:rPr>
              <a:t>1. </a:t>
            </a:r>
            <a:r>
              <a:rPr lang="ja-JP" altLang="en-US" sz="1400" dirty="0">
                <a:solidFill>
                  <a:schemeClr val="tx1"/>
                </a:solidFill>
                <a:latin typeface="Arial Narrow" panose="020B0606020202030204" pitchFamily="34" charset="0"/>
              </a:rPr>
              <a:t>人参を切る</a:t>
            </a:r>
            <a:endParaRPr lang="en-US" altLang="ja-JP" sz="1400" dirty="0">
              <a:solidFill>
                <a:schemeClr val="tx1"/>
              </a:solidFill>
              <a:latin typeface="Arial Narrow" panose="020B0606020202030204" pitchFamily="34" charset="0"/>
            </a:endParaRPr>
          </a:p>
          <a:p>
            <a:pPr>
              <a:lnSpc>
                <a:spcPct val="150000"/>
              </a:lnSpc>
            </a:pPr>
            <a:r>
              <a:rPr lang="en-US" altLang="ja-JP" sz="1400" dirty="0">
                <a:solidFill>
                  <a:schemeClr val="tx1"/>
                </a:solidFill>
                <a:latin typeface="Arial Narrow" panose="020B0606020202030204" pitchFamily="34" charset="0"/>
              </a:rPr>
              <a:t>2. </a:t>
            </a:r>
            <a:r>
              <a:rPr lang="ja-JP" altLang="en-US" sz="1400" dirty="0">
                <a:solidFill>
                  <a:schemeClr val="tx1"/>
                </a:solidFill>
                <a:latin typeface="Arial Narrow" panose="020B0606020202030204" pitchFamily="34" charset="0"/>
              </a:rPr>
              <a:t>玉葱を切る</a:t>
            </a:r>
            <a:endParaRPr lang="en-US" altLang="ja-JP" sz="1400" dirty="0">
              <a:solidFill>
                <a:schemeClr val="tx1"/>
              </a:solidFill>
              <a:latin typeface="Arial Narrow" panose="020B0606020202030204" pitchFamily="34" charset="0"/>
            </a:endParaRPr>
          </a:p>
          <a:p>
            <a:pPr>
              <a:lnSpc>
                <a:spcPct val="150000"/>
              </a:lnSpc>
            </a:pPr>
            <a:r>
              <a:rPr lang="en-US" altLang="ja-JP" sz="1400" dirty="0">
                <a:solidFill>
                  <a:schemeClr val="tx1"/>
                </a:solidFill>
                <a:latin typeface="Arial Narrow" panose="020B0606020202030204" pitchFamily="34" charset="0"/>
              </a:rPr>
              <a:t>3. </a:t>
            </a:r>
            <a:r>
              <a:rPr lang="ja-JP" altLang="en-US" sz="1400" dirty="0">
                <a:solidFill>
                  <a:schemeClr val="tx1"/>
                </a:solidFill>
                <a:latin typeface="Arial Narrow" panose="020B0606020202030204" pitchFamily="34" charset="0"/>
              </a:rPr>
              <a:t>肉を切る</a:t>
            </a:r>
            <a:endParaRPr lang="en-US" altLang="ja-JP" sz="1400" dirty="0">
              <a:solidFill>
                <a:schemeClr val="tx1"/>
              </a:solidFill>
              <a:latin typeface="Arial Narrow" panose="020B0606020202030204" pitchFamily="34" charset="0"/>
            </a:endParaRPr>
          </a:p>
          <a:p>
            <a:pPr>
              <a:lnSpc>
                <a:spcPct val="150000"/>
              </a:lnSpc>
            </a:pPr>
            <a:r>
              <a:rPr lang="en-US" altLang="ja-JP" sz="1400" dirty="0">
                <a:solidFill>
                  <a:schemeClr val="tx1"/>
                </a:solidFill>
                <a:latin typeface="Arial Narrow" panose="020B0606020202030204" pitchFamily="34" charset="0"/>
              </a:rPr>
              <a:t>4. </a:t>
            </a:r>
            <a:r>
              <a:rPr lang="ja-JP" altLang="en-US" sz="1400" dirty="0">
                <a:solidFill>
                  <a:schemeClr val="tx1"/>
                </a:solidFill>
                <a:latin typeface="Arial Narrow" panose="020B0606020202030204" pitchFamily="34" charset="0"/>
              </a:rPr>
              <a:t>芋を切る</a:t>
            </a:r>
            <a:endParaRPr lang="en-US" altLang="ja-JP" sz="1400" dirty="0">
              <a:solidFill>
                <a:schemeClr val="tx1"/>
              </a:solidFill>
              <a:latin typeface="Arial Narrow" panose="020B0606020202030204" pitchFamily="34" charset="0"/>
            </a:endParaRPr>
          </a:p>
          <a:p>
            <a:pPr>
              <a:lnSpc>
                <a:spcPct val="150000"/>
              </a:lnSpc>
            </a:pPr>
            <a:r>
              <a:rPr lang="en-US" altLang="ja-JP" sz="1400" dirty="0">
                <a:solidFill>
                  <a:schemeClr val="tx1"/>
                </a:solidFill>
                <a:latin typeface="Arial Narrow" panose="020B0606020202030204" pitchFamily="34" charset="0"/>
              </a:rPr>
              <a:t>5. </a:t>
            </a:r>
            <a:r>
              <a:rPr lang="ja-JP" altLang="en-US" sz="1400" dirty="0">
                <a:solidFill>
                  <a:schemeClr val="tx1"/>
                </a:solidFill>
                <a:latin typeface="Arial Narrow" panose="020B0606020202030204" pitchFamily="34" charset="0"/>
              </a:rPr>
              <a:t>炒める</a:t>
            </a:r>
          </a:p>
        </p:txBody>
      </p:sp>
      <p:sp>
        <p:nvSpPr>
          <p:cNvPr id="6" name="角丸四角形 46">
            <a:extLst>
              <a:ext uri="{FF2B5EF4-FFF2-40B4-BE49-F238E27FC236}">
                <a16:creationId xmlns:a16="http://schemas.microsoft.com/office/drawing/2014/main" id="{7F2D132F-F0F0-E401-9054-A69BB6452AC6}"/>
              </a:ext>
            </a:extLst>
          </p:cNvPr>
          <p:cNvSpPr/>
          <p:nvPr/>
        </p:nvSpPr>
        <p:spPr bwMode="auto">
          <a:xfrm>
            <a:off x="4572000" y="4689014"/>
            <a:ext cx="720008" cy="360004"/>
          </a:xfrm>
          <a:prstGeom prst="roundRect">
            <a:avLst/>
          </a:prstGeom>
          <a:ln>
            <a:headEnd/>
            <a:tailEnd type="triangle" w="sm" len="med"/>
          </a:ln>
        </p:spPr>
        <p:style>
          <a:lnRef idx="3">
            <a:schemeClr val="lt1"/>
          </a:lnRef>
          <a:fillRef idx="1">
            <a:schemeClr val="accent4"/>
          </a:fillRef>
          <a:effectRef idx="1">
            <a:schemeClr val="accent4"/>
          </a:effectRef>
          <a:fontRef idx="minor">
            <a:schemeClr val="lt1"/>
          </a:fontRef>
        </p:style>
        <p:txBody>
          <a:bodyPr wrap="none" rtlCol="0" anchor="ctr"/>
          <a:lstStyle/>
          <a:p>
            <a:pPr algn="ctr"/>
            <a:r>
              <a:rPr lang="ja-JP" altLang="en-US" sz="1100" dirty="0">
                <a:solidFill>
                  <a:schemeClr val="bg1"/>
                </a:solidFill>
                <a:latin typeface="Arial Narrow" panose="020B0606020202030204" pitchFamily="34" charset="0"/>
              </a:rPr>
              <a:t>玉葱切る</a:t>
            </a:r>
            <a:endParaRPr kumimoji="1" lang="ja-JP" altLang="en-US" sz="1100" dirty="0">
              <a:solidFill>
                <a:schemeClr val="bg1"/>
              </a:solidFill>
              <a:latin typeface="Arial Narrow" panose="020B0606020202030204" pitchFamily="34" charset="0"/>
            </a:endParaRPr>
          </a:p>
        </p:txBody>
      </p:sp>
      <p:sp>
        <p:nvSpPr>
          <p:cNvPr id="8" name="角丸四角形吹き出し 42">
            <a:extLst>
              <a:ext uri="{FF2B5EF4-FFF2-40B4-BE49-F238E27FC236}">
                <a16:creationId xmlns:a16="http://schemas.microsoft.com/office/drawing/2014/main" id="{1FE611AD-FF85-026D-A176-A55B7499971C}"/>
              </a:ext>
            </a:extLst>
          </p:cNvPr>
          <p:cNvSpPr/>
          <p:nvPr/>
        </p:nvSpPr>
        <p:spPr bwMode="auto">
          <a:xfrm>
            <a:off x="9246035" y="1988985"/>
            <a:ext cx="1080012" cy="522648"/>
          </a:xfrm>
          <a:prstGeom prst="wedgeRoundRectCallout">
            <a:avLst>
              <a:gd name="adj1" fmla="val -46134"/>
              <a:gd name="adj2" fmla="val 94815"/>
              <a:gd name="adj3" fmla="val 16667"/>
            </a:avLst>
          </a:prstGeom>
          <a:ln>
            <a:solidFill>
              <a:schemeClr val="accent3"/>
            </a:solid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400" dirty="0">
                <a:solidFill>
                  <a:schemeClr val="tx1">
                    <a:lumMod val="65000"/>
                    <a:lumOff val="35000"/>
                  </a:schemeClr>
                </a:solidFill>
                <a:latin typeface="Arial Narrow" panose="020B0606020202030204" pitchFamily="34" charset="0"/>
              </a:rPr>
              <a:t>台に</a:t>
            </a:r>
            <a:endParaRPr lang="en-US" altLang="ja-JP" sz="1400" dirty="0">
              <a:solidFill>
                <a:schemeClr val="tx1">
                  <a:lumMod val="65000"/>
                  <a:lumOff val="35000"/>
                </a:schemeClr>
              </a:solidFill>
              <a:latin typeface="Arial Narrow" panose="020B0606020202030204" pitchFamily="34" charset="0"/>
            </a:endParaRPr>
          </a:p>
          <a:p>
            <a:r>
              <a:rPr lang="ja-JP" altLang="en-US" sz="1400" dirty="0">
                <a:solidFill>
                  <a:schemeClr val="tx1">
                    <a:lumMod val="65000"/>
                    <a:lumOff val="35000"/>
                  </a:schemeClr>
                </a:solidFill>
                <a:latin typeface="Arial Narrow" panose="020B0606020202030204" pitchFamily="34" charset="0"/>
              </a:rPr>
              <a:t>戻す係です！</a:t>
            </a:r>
          </a:p>
        </p:txBody>
      </p:sp>
      <p:sp>
        <p:nvSpPr>
          <p:cNvPr id="9" name="角丸四角形吹き出し 44">
            <a:extLst>
              <a:ext uri="{FF2B5EF4-FFF2-40B4-BE49-F238E27FC236}">
                <a16:creationId xmlns:a16="http://schemas.microsoft.com/office/drawing/2014/main" id="{1E411461-B5EF-FD0E-208A-E91CE5E0366E}"/>
              </a:ext>
            </a:extLst>
          </p:cNvPr>
          <p:cNvSpPr/>
          <p:nvPr/>
        </p:nvSpPr>
        <p:spPr bwMode="auto">
          <a:xfrm>
            <a:off x="6366003" y="1988985"/>
            <a:ext cx="1080012" cy="522648"/>
          </a:xfrm>
          <a:prstGeom prst="wedgeRoundRectCallout">
            <a:avLst>
              <a:gd name="adj1" fmla="val -41466"/>
              <a:gd name="adj2" fmla="val 84351"/>
              <a:gd name="adj3" fmla="val 16667"/>
            </a:avLst>
          </a:prstGeom>
          <a:ln>
            <a:headEnd/>
            <a:tailEnd type="triangle" w="sm" len="med"/>
          </a:ln>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400" dirty="0">
                <a:solidFill>
                  <a:schemeClr val="tx1">
                    <a:lumMod val="65000"/>
                    <a:lumOff val="35000"/>
                  </a:schemeClr>
                </a:solidFill>
                <a:latin typeface="Arial Narrow" panose="020B0606020202030204" pitchFamily="34" charset="0"/>
              </a:rPr>
              <a:t>材料</a:t>
            </a:r>
            <a:br>
              <a:rPr lang="en-US" altLang="ja-JP" sz="1400" dirty="0">
                <a:solidFill>
                  <a:schemeClr val="tx1">
                    <a:lumMod val="65000"/>
                    <a:lumOff val="35000"/>
                  </a:schemeClr>
                </a:solidFill>
                <a:latin typeface="Arial Narrow" panose="020B0606020202030204" pitchFamily="34" charset="0"/>
              </a:rPr>
            </a:br>
            <a:r>
              <a:rPr lang="ja-JP" altLang="en-US" sz="1400" dirty="0">
                <a:solidFill>
                  <a:schemeClr val="tx1">
                    <a:lumMod val="65000"/>
                    <a:lumOff val="35000"/>
                  </a:schemeClr>
                </a:solidFill>
                <a:latin typeface="Arial Narrow" panose="020B0606020202030204" pitchFamily="34" charset="0"/>
              </a:rPr>
              <a:t>取る係です！</a:t>
            </a:r>
          </a:p>
        </p:txBody>
      </p:sp>
      <p:sp>
        <p:nvSpPr>
          <p:cNvPr id="10" name="角丸四角形吹き出し 44">
            <a:extLst>
              <a:ext uri="{FF2B5EF4-FFF2-40B4-BE49-F238E27FC236}">
                <a16:creationId xmlns:a16="http://schemas.microsoft.com/office/drawing/2014/main" id="{CE4E2CC9-7B93-50C0-771C-97CF4BF82568}"/>
              </a:ext>
            </a:extLst>
          </p:cNvPr>
          <p:cNvSpPr/>
          <p:nvPr/>
        </p:nvSpPr>
        <p:spPr bwMode="auto">
          <a:xfrm>
            <a:off x="4385981" y="3519001"/>
            <a:ext cx="1440016" cy="342645"/>
          </a:xfrm>
          <a:prstGeom prst="wedgeRoundRectCallout">
            <a:avLst>
              <a:gd name="adj1" fmla="val -41466"/>
              <a:gd name="adj2" fmla="val 84351"/>
              <a:gd name="adj3" fmla="val 16667"/>
            </a:avLst>
          </a:prstGeom>
          <a:ln>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400" dirty="0">
                <a:solidFill>
                  <a:schemeClr val="tx1">
                    <a:lumMod val="65000"/>
                    <a:lumOff val="35000"/>
                  </a:schemeClr>
                </a:solidFill>
                <a:latin typeface="Arial Narrow" panose="020B0606020202030204" pitchFamily="34" charset="0"/>
              </a:rPr>
              <a:t>レシピを読むで</a:t>
            </a:r>
          </a:p>
        </p:txBody>
      </p:sp>
      <p:sp>
        <p:nvSpPr>
          <p:cNvPr id="11" name="角丸四角形吹き出し 44">
            <a:extLst>
              <a:ext uri="{FF2B5EF4-FFF2-40B4-BE49-F238E27FC236}">
                <a16:creationId xmlns:a16="http://schemas.microsoft.com/office/drawing/2014/main" id="{FCAD43A8-BAD5-1D6F-117A-0EF2C1871AFC}"/>
              </a:ext>
            </a:extLst>
          </p:cNvPr>
          <p:cNvSpPr/>
          <p:nvPr/>
        </p:nvSpPr>
        <p:spPr bwMode="auto">
          <a:xfrm>
            <a:off x="7716018" y="2258987"/>
            <a:ext cx="1170013" cy="342645"/>
          </a:xfrm>
          <a:prstGeom prst="wedgeRoundRectCallout">
            <a:avLst>
              <a:gd name="adj1" fmla="val -41466"/>
              <a:gd name="adj2" fmla="val 84351"/>
              <a:gd name="adj3" fmla="val 16667"/>
            </a:avLst>
          </a:prstGeom>
          <a:ln>
            <a:headEnd/>
            <a:tailEnd type="triangle" w="sm" len="med"/>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400" dirty="0">
                <a:solidFill>
                  <a:schemeClr val="tx1">
                    <a:lumMod val="65000"/>
                    <a:lumOff val="35000"/>
                  </a:schemeClr>
                </a:solidFill>
                <a:latin typeface="Arial Narrow" panose="020B0606020202030204" pitchFamily="34" charset="0"/>
              </a:rPr>
              <a:t>シェフです！</a:t>
            </a:r>
          </a:p>
        </p:txBody>
      </p:sp>
      <p:sp>
        <p:nvSpPr>
          <p:cNvPr id="12" name="正方形/長方形 11">
            <a:extLst>
              <a:ext uri="{FF2B5EF4-FFF2-40B4-BE49-F238E27FC236}">
                <a16:creationId xmlns:a16="http://schemas.microsoft.com/office/drawing/2014/main" id="{ECF51199-EEE9-3C5C-20D2-014EE1B59C09}"/>
              </a:ext>
            </a:extLst>
          </p:cNvPr>
          <p:cNvSpPr/>
          <p:nvPr/>
        </p:nvSpPr>
        <p:spPr>
          <a:xfrm>
            <a:off x="1055944" y="2078985"/>
            <a:ext cx="1620018" cy="1384995"/>
          </a:xfrm>
          <a:prstGeom prst="rect">
            <a:avLst/>
          </a:prstGeom>
        </p:spPr>
        <p:txBody>
          <a:bodyPr wrap="square">
            <a:spAutoFit/>
          </a:bodyPr>
          <a:lstStyle/>
          <a:p>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　・∀・）</a:t>
            </a:r>
            <a:endParaRPr lang="en-US" altLang="ja-JP"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endParaRPr>
          </a:p>
          <a:p>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φ</a:t>
            </a:r>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__⊂)__</a:t>
            </a:r>
            <a:endPar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endParaRPr>
          </a:p>
          <a:p>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／旦／三／ ／</a:t>
            </a:r>
            <a:r>
              <a:rPr lang="en-US" altLang="ja-JP"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社長 　　</a:t>
            </a:r>
            <a:r>
              <a:rPr lang="en-US" altLang="ja-JP"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p:txBody>
      </p:sp>
      <p:sp>
        <p:nvSpPr>
          <p:cNvPr id="13" name="角丸四角形吹き出し 28">
            <a:extLst>
              <a:ext uri="{FF2B5EF4-FFF2-40B4-BE49-F238E27FC236}">
                <a16:creationId xmlns:a16="http://schemas.microsoft.com/office/drawing/2014/main" id="{75240E97-893C-3FBA-4360-E6B77E3FC2E3}"/>
              </a:ext>
            </a:extLst>
          </p:cNvPr>
          <p:cNvSpPr/>
          <p:nvPr/>
        </p:nvSpPr>
        <p:spPr bwMode="auto">
          <a:xfrm>
            <a:off x="2051971" y="962915"/>
            <a:ext cx="3144019" cy="666065"/>
          </a:xfrm>
          <a:prstGeom prst="wedgeRoundRectCallout">
            <a:avLst>
              <a:gd name="adj1" fmla="val -43365"/>
              <a:gd name="adj2" fmla="val 134720"/>
              <a:gd name="adj3" fmla="val 16667"/>
            </a:avLst>
          </a:prstGeom>
          <a:ln>
            <a:solidFill>
              <a:schemeClr val="tx1">
                <a:lumMod val="65000"/>
                <a:lumOff val="35000"/>
              </a:schemeClr>
            </a:solidFill>
            <a:headEnd/>
            <a:tailEnd type="triangle" w="sm" len="med"/>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kumimoji="1" lang="ja-JP" altLang="en-US" dirty="0">
                <a:solidFill>
                  <a:schemeClr val="tx1">
                    <a:lumMod val="85000"/>
                    <a:lumOff val="15000"/>
                  </a:schemeClr>
                </a:solidFill>
                <a:latin typeface="Arial Narrow" panose="020B0606020202030204" pitchFamily="34" charset="0"/>
              </a:rPr>
              <a:t>レシピ係は減らせたけど</a:t>
            </a:r>
            <a:r>
              <a:rPr lang="ja-JP" altLang="en-US" dirty="0">
                <a:solidFill>
                  <a:schemeClr val="tx1">
                    <a:lumMod val="85000"/>
                    <a:lumOff val="15000"/>
                  </a:schemeClr>
                </a:solidFill>
                <a:latin typeface="Arial Narrow" panose="020B0606020202030204" pitchFamily="34" charset="0"/>
              </a:rPr>
              <a:t>，</a:t>
            </a:r>
            <a:endParaRPr kumimoji="1" lang="en-US" altLang="ja-JP" dirty="0">
              <a:solidFill>
                <a:schemeClr val="tx1">
                  <a:lumMod val="85000"/>
                  <a:lumOff val="15000"/>
                </a:schemeClr>
              </a:solidFill>
              <a:latin typeface="Arial Narrow" panose="020B0606020202030204" pitchFamily="34" charset="0"/>
            </a:endParaRPr>
          </a:p>
          <a:p>
            <a:r>
              <a:rPr lang="ja-JP" altLang="en-US" dirty="0">
                <a:solidFill>
                  <a:schemeClr val="tx1">
                    <a:lumMod val="85000"/>
                    <a:lumOff val="15000"/>
                  </a:schemeClr>
                </a:solidFill>
                <a:latin typeface="Arial Narrow" panose="020B0606020202030204" pitchFamily="34" charset="0"/>
              </a:rPr>
              <a:t>取る係と</a:t>
            </a:r>
            <a:r>
              <a:rPr kumimoji="1" lang="ja-JP" altLang="en-US" dirty="0">
                <a:solidFill>
                  <a:schemeClr val="tx1">
                    <a:lumMod val="85000"/>
                    <a:lumOff val="15000"/>
                  </a:schemeClr>
                </a:solidFill>
                <a:latin typeface="Arial Narrow" panose="020B0606020202030204" pitchFamily="34" charset="0"/>
              </a:rPr>
              <a:t>戻す係がなぁ</a:t>
            </a:r>
          </a:p>
        </p:txBody>
      </p:sp>
      <p:sp>
        <p:nvSpPr>
          <p:cNvPr id="14" name="正方形/長方形 13">
            <a:extLst>
              <a:ext uri="{FF2B5EF4-FFF2-40B4-BE49-F238E27FC236}">
                <a16:creationId xmlns:a16="http://schemas.microsoft.com/office/drawing/2014/main" id="{819103D6-04F1-636C-70AE-38D6814002E5}"/>
              </a:ext>
            </a:extLst>
          </p:cNvPr>
          <p:cNvSpPr/>
          <p:nvPr/>
        </p:nvSpPr>
        <p:spPr bwMode="auto">
          <a:xfrm>
            <a:off x="971960" y="1178975"/>
            <a:ext cx="630007" cy="540006"/>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pPr algn="ctr"/>
            <a:endParaRPr kumimoji="1" lang="ja-JP" altLang="en-US" sz="1600" dirty="0">
              <a:solidFill>
                <a:schemeClr val="tx1">
                  <a:lumMod val="85000"/>
                  <a:lumOff val="15000"/>
                </a:schemeClr>
              </a:solidFill>
            </a:endParaRPr>
          </a:p>
        </p:txBody>
      </p:sp>
      <p:cxnSp>
        <p:nvCxnSpPr>
          <p:cNvPr id="16" name="直線矢印コネクタ 15">
            <a:extLst>
              <a:ext uri="{FF2B5EF4-FFF2-40B4-BE49-F238E27FC236}">
                <a16:creationId xmlns:a16="http://schemas.microsoft.com/office/drawing/2014/main" id="{389EB0E1-1B0C-5E4E-F029-9FA059F85ED6}"/>
              </a:ext>
            </a:extLst>
          </p:cNvPr>
          <p:cNvCxnSpPr>
            <a:cxnSpLocks/>
          </p:cNvCxnSpPr>
          <p:nvPr/>
        </p:nvCxnSpPr>
        <p:spPr bwMode="auto">
          <a:xfrm flipV="1">
            <a:off x="5465993" y="3609002"/>
            <a:ext cx="450005" cy="1350015"/>
          </a:xfrm>
          <a:prstGeom prst="straightConnector1">
            <a:avLst/>
          </a:prstGeom>
          <a:ln w="57150">
            <a:solidFill>
              <a:schemeClr val="accent1"/>
            </a:solidFill>
            <a:headEnd type="none" w="med" len="med"/>
            <a:tailEnd type="triangle"/>
          </a:ln>
        </p:spPr>
        <p:style>
          <a:lnRef idx="2">
            <a:schemeClr val="accent5"/>
          </a:lnRef>
          <a:fillRef idx="0">
            <a:schemeClr val="accent5"/>
          </a:fillRef>
          <a:effectRef idx="1">
            <a:schemeClr val="accent5"/>
          </a:effectRef>
          <a:fontRef idx="minor">
            <a:schemeClr val="tx1"/>
          </a:fontRef>
        </p:style>
      </p:cxnSp>
      <p:cxnSp>
        <p:nvCxnSpPr>
          <p:cNvPr id="18" name="直線矢印コネクタ 17">
            <a:extLst>
              <a:ext uri="{FF2B5EF4-FFF2-40B4-BE49-F238E27FC236}">
                <a16:creationId xmlns:a16="http://schemas.microsoft.com/office/drawing/2014/main" id="{F039D85F-1121-02BC-5069-D3BA680A357C}"/>
              </a:ext>
            </a:extLst>
          </p:cNvPr>
          <p:cNvCxnSpPr>
            <a:cxnSpLocks/>
          </p:cNvCxnSpPr>
          <p:nvPr/>
        </p:nvCxnSpPr>
        <p:spPr bwMode="auto">
          <a:xfrm>
            <a:off x="5618393" y="5111417"/>
            <a:ext cx="657609" cy="207604"/>
          </a:xfrm>
          <a:prstGeom prst="straightConnector1">
            <a:avLst/>
          </a:prstGeom>
          <a:ln w="57150">
            <a:solidFill>
              <a:schemeClr val="accent1"/>
            </a:solidFill>
            <a:headEnd type="none" w="med" len="med"/>
            <a:tailEnd type="triangle"/>
          </a:ln>
        </p:spPr>
        <p:style>
          <a:lnRef idx="2">
            <a:schemeClr val="accent5"/>
          </a:lnRef>
          <a:fillRef idx="0">
            <a:schemeClr val="accent5"/>
          </a:fillRef>
          <a:effectRef idx="1">
            <a:schemeClr val="accent5"/>
          </a:effectRef>
          <a:fontRef idx="minor">
            <a:schemeClr val="tx1"/>
          </a:fontRef>
        </p:style>
      </p:cxnSp>
      <p:sp>
        <p:nvSpPr>
          <p:cNvPr id="29" name="平行四辺形 28">
            <a:extLst>
              <a:ext uri="{FF2B5EF4-FFF2-40B4-BE49-F238E27FC236}">
                <a16:creationId xmlns:a16="http://schemas.microsoft.com/office/drawing/2014/main" id="{D922C0B8-158C-DDAC-C218-F9530E595A38}"/>
              </a:ext>
            </a:extLst>
          </p:cNvPr>
          <p:cNvSpPr/>
          <p:nvPr/>
        </p:nvSpPr>
        <p:spPr bwMode="auto">
          <a:xfrm>
            <a:off x="5915710" y="6489034"/>
            <a:ext cx="15624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43" name="平行四辺形 42">
            <a:extLst>
              <a:ext uri="{FF2B5EF4-FFF2-40B4-BE49-F238E27FC236}">
                <a16:creationId xmlns:a16="http://schemas.microsoft.com/office/drawing/2014/main" id="{805D7839-5921-D8C6-155D-5FE56A79151A}"/>
              </a:ext>
            </a:extLst>
          </p:cNvPr>
          <p:cNvSpPr/>
          <p:nvPr/>
        </p:nvSpPr>
        <p:spPr bwMode="auto">
          <a:xfrm>
            <a:off x="7355870" y="6489034"/>
            <a:ext cx="15624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45" name="平行四辺形 44">
            <a:extLst>
              <a:ext uri="{FF2B5EF4-FFF2-40B4-BE49-F238E27FC236}">
                <a16:creationId xmlns:a16="http://schemas.microsoft.com/office/drawing/2014/main" id="{D0C190A1-F9D9-3E07-3E84-124510714CC7}"/>
              </a:ext>
            </a:extLst>
          </p:cNvPr>
          <p:cNvSpPr/>
          <p:nvPr/>
        </p:nvSpPr>
        <p:spPr bwMode="auto">
          <a:xfrm>
            <a:off x="8796030" y="6489034"/>
            <a:ext cx="1584176"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cxnSp>
        <p:nvCxnSpPr>
          <p:cNvPr id="20" name="直線矢印コネクタ 19">
            <a:extLst>
              <a:ext uri="{FF2B5EF4-FFF2-40B4-BE49-F238E27FC236}">
                <a16:creationId xmlns:a16="http://schemas.microsoft.com/office/drawing/2014/main" id="{2B2FF48D-5D98-82C1-E942-2630D07B8A14}"/>
              </a:ext>
            </a:extLst>
          </p:cNvPr>
          <p:cNvCxnSpPr>
            <a:cxnSpLocks/>
          </p:cNvCxnSpPr>
          <p:nvPr/>
        </p:nvCxnSpPr>
        <p:spPr bwMode="auto">
          <a:xfrm>
            <a:off x="5555994" y="5381420"/>
            <a:ext cx="540006" cy="1377617"/>
          </a:xfrm>
          <a:prstGeom prst="straightConnector1">
            <a:avLst/>
          </a:prstGeom>
          <a:ln w="57150">
            <a:solidFill>
              <a:schemeClr val="accent1"/>
            </a:solidFill>
            <a:headEnd type="none" w="med" len="med"/>
            <a:tailEnd type="triangle"/>
          </a:ln>
        </p:spPr>
        <p:style>
          <a:lnRef idx="2">
            <a:schemeClr val="accent5"/>
          </a:lnRef>
          <a:fillRef idx="0">
            <a:schemeClr val="accent5"/>
          </a:fillRef>
          <a:effectRef idx="1">
            <a:schemeClr val="accent5"/>
          </a:effectRef>
          <a:fontRef idx="minor">
            <a:schemeClr val="tx1"/>
          </a:fontRef>
        </p:style>
      </p:cxnSp>
      <p:sp>
        <p:nvSpPr>
          <p:cNvPr id="48" name="角丸四角形 46">
            <a:extLst>
              <a:ext uri="{FF2B5EF4-FFF2-40B4-BE49-F238E27FC236}">
                <a16:creationId xmlns:a16="http://schemas.microsoft.com/office/drawing/2014/main" id="{06B50251-3B66-337F-F08A-8A3880460D46}"/>
              </a:ext>
            </a:extLst>
          </p:cNvPr>
          <p:cNvSpPr/>
          <p:nvPr/>
        </p:nvSpPr>
        <p:spPr bwMode="auto">
          <a:xfrm>
            <a:off x="6276002" y="2978995"/>
            <a:ext cx="720008" cy="360004"/>
          </a:xfrm>
          <a:prstGeom prst="roundRect">
            <a:avLst/>
          </a:prstGeom>
          <a:ln>
            <a:headEnd/>
            <a:tailEnd type="triangle" w="sm" len="med"/>
          </a:ln>
        </p:spPr>
        <p:style>
          <a:lnRef idx="3">
            <a:schemeClr val="lt1"/>
          </a:lnRef>
          <a:fillRef idx="1">
            <a:schemeClr val="accent4"/>
          </a:fillRef>
          <a:effectRef idx="1">
            <a:schemeClr val="accent4"/>
          </a:effectRef>
          <a:fontRef idx="minor">
            <a:schemeClr val="lt1"/>
          </a:fontRef>
        </p:style>
        <p:txBody>
          <a:bodyPr wrap="none" rtlCol="0" anchor="ctr"/>
          <a:lstStyle/>
          <a:p>
            <a:pPr algn="ctr"/>
            <a:r>
              <a:rPr lang="ja-JP" altLang="en-US" sz="1100" dirty="0">
                <a:solidFill>
                  <a:schemeClr val="bg1"/>
                </a:solidFill>
                <a:latin typeface="Arial Narrow" panose="020B0606020202030204" pitchFamily="34" charset="0"/>
              </a:rPr>
              <a:t>玉葱切る</a:t>
            </a:r>
            <a:endParaRPr kumimoji="1" lang="ja-JP" altLang="en-US" sz="1100" dirty="0">
              <a:solidFill>
                <a:schemeClr val="bg1"/>
              </a:solidFill>
              <a:latin typeface="Arial Narrow" panose="020B0606020202030204" pitchFamily="34" charset="0"/>
            </a:endParaRPr>
          </a:p>
        </p:txBody>
      </p:sp>
      <p:sp>
        <p:nvSpPr>
          <p:cNvPr id="58" name="角丸四角形 46">
            <a:extLst>
              <a:ext uri="{FF2B5EF4-FFF2-40B4-BE49-F238E27FC236}">
                <a16:creationId xmlns:a16="http://schemas.microsoft.com/office/drawing/2014/main" id="{FB322260-9364-C40F-0A58-9C2E0C44A955}"/>
              </a:ext>
            </a:extLst>
          </p:cNvPr>
          <p:cNvSpPr/>
          <p:nvPr/>
        </p:nvSpPr>
        <p:spPr bwMode="auto">
          <a:xfrm>
            <a:off x="6276002" y="4779015"/>
            <a:ext cx="720008" cy="360004"/>
          </a:xfrm>
          <a:prstGeom prst="roundRect">
            <a:avLst/>
          </a:prstGeom>
          <a:ln>
            <a:headEnd/>
            <a:tailEnd type="triangle" w="sm" len="med"/>
          </a:ln>
        </p:spPr>
        <p:style>
          <a:lnRef idx="3">
            <a:schemeClr val="lt1"/>
          </a:lnRef>
          <a:fillRef idx="1">
            <a:schemeClr val="accent4"/>
          </a:fillRef>
          <a:effectRef idx="1">
            <a:schemeClr val="accent4"/>
          </a:effectRef>
          <a:fontRef idx="minor">
            <a:schemeClr val="lt1"/>
          </a:fontRef>
        </p:style>
        <p:txBody>
          <a:bodyPr wrap="none" rtlCol="0" anchor="ctr"/>
          <a:lstStyle/>
          <a:p>
            <a:pPr algn="ctr"/>
            <a:r>
              <a:rPr lang="ja-JP" altLang="en-US" sz="1100" dirty="0">
                <a:solidFill>
                  <a:schemeClr val="bg1"/>
                </a:solidFill>
                <a:latin typeface="Arial Narrow" panose="020B0606020202030204" pitchFamily="34" charset="0"/>
              </a:rPr>
              <a:t>玉葱切る</a:t>
            </a:r>
            <a:endParaRPr kumimoji="1" lang="ja-JP" altLang="en-US" sz="1100" dirty="0">
              <a:solidFill>
                <a:schemeClr val="bg1"/>
              </a:solidFill>
              <a:latin typeface="Arial Narrow" panose="020B0606020202030204" pitchFamily="34" charset="0"/>
            </a:endParaRPr>
          </a:p>
        </p:txBody>
      </p:sp>
      <p:sp>
        <p:nvSpPr>
          <p:cNvPr id="60" name="角丸四角形 46">
            <a:extLst>
              <a:ext uri="{FF2B5EF4-FFF2-40B4-BE49-F238E27FC236}">
                <a16:creationId xmlns:a16="http://schemas.microsoft.com/office/drawing/2014/main" id="{F62569C1-F08C-2BDB-D43D-53426DBA07A7}"/>
              </a:ext>
            </a:extLst>
          </p:cNvPr>
          <p:cNvSpPr/>
          <p:nvPr/>
        </p:nvSpPr>
        <p:spPr bwMode="auto">
          <a:xfrm>
            <a:off x="6276002" y="6309032"/>
            <a:ext cx="720008" cy="360004"/>
          </a:xfrm>
          <a:prstGeom prst="roundRect">
            <a:avLst/>
          </a:prstGeom>
          <a:ln>
            <a:headEnd/>
            <a:tailEnd type="triangle" w="sm" len="med"/>
          </a:ln>
        </p:spPr>
        <p:style>
          <a:lnRef idx="3">
            <a:schemeClr val="lt1"/>
          </a:lnRef>
          <a:fillRef idx="1">
            <a:schemeClr val="accent4"/>
          </a:fillRef>
          <a:effectRef idx="1">
            <a:schemeClr val="accent4"/>
          </a:effectRef>
          <a:fontRef idx="minor">
            <a:schemeClr val="lt1"/>
          </a:fontRef>
        </p:style>
        <p:txBody>
          <a:bodyPr wrap="none" rtlCol="0" anchor="ctr"/>
          <a:lstStyle/>
          <a:p>
            <a:pPr algn="ctr"/>
            <a:r>
              <a:rPr lang="ja-JP" altLang="en-US" sz="1100" dirty="0">
                <a:solidFill>
                  <a:schemeClr val="bg1"/>
                </a:solidFill>
                <a:latin typeface="Arial Narrow" panose="020B0606020202030204" pitchFamily="34" charset="0"/>
              </a:rPr>
              <a:t>玉葱切る</a:t>
            </a:r>
            <a:endParaRPr kumimoji="1" lang="ja-JP" altLang="en-US" sz="1100" dirty="0">
              <a:solidFill>
                <a:schemeClr val="bg1"/>
              </a:solidFill>
              <a:latin typeface="Arial Narrow" panose="020B0606020202030204" pitchFamily="34" charset="0"/>
            </a:endParaRPr>
          </a:p>
        </p:txBody>
      </p:sp>
    </p:spTree>
    <p:extLst>
      <p:ext uri="{BB962C8B-B14F-4D97-AF65-F5344CB8AC3E}">
        <p14:creationId xmlns:p14="http://schemas.microsoft.com/office/powerpoint/2010/main" val="230827871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A6CC2E-4FF0-5526-F6F7-226669140430}"/>
            </a:ext>
          </a:extLst>
        </p:cNvPr>
        <p:cNvGrpSpPr/>
        <p:nvPr/>
      </p:nvGrpSpPr>
      <p:grpSpPr>
        <a:xfrm>
          <a:off x="0" y="0"/>
          <a:ext cx="0" cy="0"/>
          <a:chOff x="0" y="0"/>
          <a:chExt cx="0" cy="0"/>
        </a:xfrm>
      </p:grpSpPr>
      <p:sp>
        <p:nvSpPr>
          <p:cNvPr id="35" name="平行四辺形 34">
            <a:extLst>
              <a:ext uri="{FF2B5EF4-FFF2-40B4-BE49-F238E27FC236}">
                <a16:creationId xmlns:a16="http://schemas.microsoft.com/office/drawing/2014/main" id="{4A9BAEBE-F086-AF22-8333-87E9DE479944}"/>
              </a:ext>
            </a:extLst>
          </p:cNvPr>
          <p:cNvSpPr/>
          <p:nvPr/>
        </p:nvSpPr>
        <p:spPr bwMode="auto">
          <a:xfrm>
            <a:off x="2945965" y="5211027"/>
            <a:ext cx="15624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50" name="平行四辺形 49">
            <a:extLst>
              <a:ext uri="{FF2B5EF4-FFF2-40B4-BE49-F238E27FC236}">
                <a16:creationId xmlns:a16="http://schemas.microsoft.com/office/drawing/2014/main" id="{D638359A-DD7A-FC61-5FD8-252C28AFEC96}"/>
              </a:ext>
            </a:extLst>
          </p:cNvPr>
          <p:cNvSpPr/>
          <p:nvPr/>
        </p:nvSpPr>
        <p:spPr bwMode="auto">
          <a:xfrm>
            <a:off x="4745985" y="3609002"/>
            <a:ext cx="15624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3" name="正方形/長方形 2">
            <a:extLst>
              <a:ext uri="{FF2B5EF4-FFF2-40B4-BE49-F238E27FC236}">
                <a16:creationId xmlns:a16="http://schemas.microsoft.com/office/drawing/2014/main" id="{E671BDD0-F6C0-E448-744B-DEAE8BE2CC5F}"/>
              </a:ext>
            </a:extLst>
          </p:cNvPr>
          <p:cNvSpPr/>
          <p:nvPr/>
        </p:nvSpPr>
        <p:spPr>
          <a:xfrm>
            <a:off x="2907805" y="4274476"/>
            <a:ext cx="1478176" cy="738664"/>
          </a:xfrm>
          <a:prstGeom prst="rect">
            <a:avLst/>
          </a:prstGeom>
        </p:spPr>
        <p:txBody>
          <a:bodyPr wrap="squar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36" name="正方形/長方形 35">
            <a:extLst>
              <a:ext uri="{FF2B5EF4-FFF2-40B4-BE49-F238E27FC236}">
                <a16:creationId xmlns:a16="http://schemas.microsoft.com/office/drawing/2014/main" id="{F8A2A7E7-5E93-2462-9F3C-3AFC798ECB98}"/>
              </a:ext>
            </a:extLst>
          </p:cNvPr>
          <p:cNvSpPr/>
          <p:nvPr/>
        </p:nvSpPr>
        <p:spPr>
          <a:xfrm>
            <a:off x="4617968" y="2654458"/>
            <a:ext cx="937991" cy="738664"/>
          </a:xfrm>
          <a:prstGeom prst="rect">
            <a:avLst/>
          </a:prstGeom>
        </p:spPr>
        <p:txBody>
          <a:bodyPr wrap="square">
            <a:spAutoFit/>
          </a:bodyPr>
          <a:lstStyle/>
          <a:p>
            <a:r>
              <a:rPr lang="ja-JP" altLang="en-US" sz="1400" b="1" dirty="0">
                <a:solidFill>
                  <a:schemeClr val="accent3">
                    <a:lumMod val="7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7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3">
                    <a:lumMod val="7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3">
                    <a:lumMod val="7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7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dirty="0">
                <a:solidFill>
                  <a:schemeClr val="accent3">
                    <a:lumMod val="7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dirty="0">
                <a:solidFill>
                  <a:schemeClr val="accent3">
                    <a:lumMod val="7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3">
                    <a:lumMod val="7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3">
                    <a:lumMod val="7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49" name="正方形/長方形 48">
            <a:extLst>
              <a:ext uri="{FF2B5EF4-FFF2-40B4-BE49-F238E27FC236}">
                <a16:creationId xmlns:a16="http://schemas.microsoft.com/office/drawing/2014/main" id="{D9305024-22AD-376F-ADC1-51C69BA55BA4}"/>
              </a:ext>
            </a:extLst>
          </p:cNvPr>
          <p:cNvSpPr/>
          <p:nvPr/>
        </p:nvSpPr>
        <p:spPr>
          <a:xfrm>
            <a:off x="7571859" y="2636984"/>
            <a:ext cx="865983" cy="738664"/>
          </a:xfrm>
          <a:prstGeom prst="rect">
            <a:avLst/>
          </a:prstGeom>
        </p:spPr>
        <p:txBody>
          <a:bodyPr wrap="square">
            <a:spAutoFit/>
          </a:bodyPr>
          <a:lstStyle/>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ﾟーﾟ</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55" name="正方形/長方形 54">
            <a:extLst>
              <a:ext uri="{FF2B5EF4-FFF2-40B4-BE49-F238E27FC236}">
                <a16:creationId xmlns:a16="http://schemas.microsoft.com/office/drawing/2014/main" id="{11C4BB32-02C9-C1CF-58B7-FF7B343FAFE1}"/>
              </a:ext>
            </a:extLst>
          </p:cNvPr>
          <p:cNvSpPr/>
          <p:nvPr/>
        </p:nvSpPr>
        <p:spPr>
          <a:xfrm>
            <a:off x="10453903" y="2691035"/>
            <a:ext cx="937991" cy="738664"/>
          </a:xfrm>
          <a:prstGeom prst="rect">
            <a:avLst/>
          </a:prstGeom>
        </p:spPr>
        <p:txBody>
          <a:bodyPr wrap="square">
            <a:spAutoFit/>
          </a:bodyPr>
          <a:lstStyle/>
          <a:p>
            <a:r>
              <a:rPr lang="ja-JP" altLang="en-US" sz="1400" b="1" dirty="0">
                <a:solidFill>
                  <a:schemeClr val="accent3">
                    <a:lumMod val="7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l-GR" altLang="ja-JP" sz="1400" b="1" dirty="0">
                <a:solidFill>
                  <a:schemeClr val="accent3">
                    <a:lumMod val="7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3">
                    <a:lumMod val="7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l-GR" altLang="ja-JP" sz="1400" b="1" dirty="0">
                <a:solidFill>
                  <a:schemeClr val="accent3">
                    <a:lumMod val="7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l-GR" sz="1400" b="1" dirty="0">
                <a:solidFill>
                  <a:schemeClr val="accent3">
                    <a:lumMod val="7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3">
                    <a:lumMod val="7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ω</a:t>
            </a:r>
            <a:r>
              <a:rPr lang="ja-JP" altLang="el-GR" sz="1400" b="1" dirty="0">
                <a:solidFill>
                  <a:schemeClr val="accent3">
                    <a:lumMod val="7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3">
                    <a:lumMod val="7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3">
                    <a:lumMod val="7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2" name="タイトル 1">
            <a:extLst>
              <a:ext uri="{FF2B5EF4-FFF2-40B4-BE49-F238E27FC236}">
                <a16:creationId xmlns:a16="http://schemas.microsoft.com/office/drawing/2014/main" id="{7B771F4E-BA9F-3FA8-BB1B-B4569068C063}"/>
              </a:ext>
            </a:extLst>
          </p:cNvPr>
          <p:cNvSpPr>
            <a:spLocks noGrp="1"/>
          </p:cNvSpPr>
          <p:nvPr>
            <p:ph type="title"/>
          </p:nvPr>
        </p:nvSpPr>
        <p:spPr/>
        <p:txBody>
          <a:bodyPr/>
          <a:lstStyle/>
          <a:p>
            <a:r>
              <a:rPr lang="ja-JP" altLang="en-US" dirty="0"/>
              <a:t>カレー屋さんの場合：戻さず流れ作業に</a:t>
            </a:r>
            <a:endParaRPr kumimoji="1" lang="ja-JP" altLang="en-US" dirty="0"/>
          </a:p>
        </p:txBody>
      </p:sp>
      <p:sp>
        <p:nvSpPr>
          <p:cNvPr id="97" name="正方形/長方形 96">
            <a:extLst>
              <a:ext uri="{FF2B5EF4-FFF2-40B4-BE49-F238E27FC236}">
                <a16:creationId xmlns:a16="http://schemas.microsoft.com/office/drawing/2014/main" id="{CDE78D4A-333C-F83F-060B-76723B20B95F}"/>
              </a:ext>
            </a:extLst>
          </p:cNvPr>
          <p:cNvSpPr/>
          <p:nvPr/>
        </p:nvSpPr>
        <p:spPr bwMode="auto">
          <a:xfrm>
            <a:off x="1865953" y="3699003"/>
            <a:ext cx="630007" cy="540006"/>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pPr algn="ctr"/>
            <a:r>
              <a:rPr lang="ja-JP" altLang="en-US" sz="1600" dirty="0">
                <a:solidFill>
                  <a:schemeClr val="tx1">
                    <a:lumMod val="75000"/>
                    <a:lumOff val="25000"/>
                  </a:schemeClr>
                </a:solidFill>
              </a:rPr>
              <a:t>レシピ</a:t>
            </a:r>
          </a:p>
        </p:txBody>
      </p:sp>
      <p:sp>
        <p:nvSpPr>
          <p:cNvPr id="31" name="AutoShape 5">
            <a:extLst>
              <a:ext uri="{FF2B5EF4-FFF2-40B4-BE49-F238E27FC236}">
                <a16:creationId xmlns:a16="http://schemas.microsoft.com/office/drawing/2014/main" id="{1F8B9F26-A531-B877-93DB-2720AEA59452}"/>
              </a:ext>
            </a:extLst>
          </p:cNvPr>
          <p:cNvSpPr>
            <a:spLocks noChangeArrowheads="1"/>
          </p:cNvSpPr>
          <p:nvPr/>
        </p:nvSpPr>
        <p:spPr bwMode="auto">
          <a:xfrm rot="-5400000">
            <a:off x="7968010" y="2006995"/>
            <a:ext cx="864096" cy="648072"/>
          </a:xfrm>
          <a:custGeom>
            <a:avLst/>
            <a:gdLst>
              <a:gd name="T0" fmla="*/ 787598 w 21600"/>
              <a:gd name="T1" fmla="*/ 180181 h 21600"/>
              <a:gd name="T2" fmla="*/ 450056 w 21600"/>
              <a:gd name="T3" fmla="*/ 360362 h 21600"/>
              <a:gd name="T4" fmla="*/ 112514 w 21600"/>
              <a:gd name="T5" fmla="*/ 180181 h 21600"/>
              <a:gd name="T6" fmla="*/ 450056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ln>
            <a:headEnd/>
            <a:tailEnd/>
          </a:ln>
        </p:spPr>
        <p:style>
          <a:lnRef idx="1">
            <a:schemeClr val="accent2"/>
          </a:lnRef>
          <a:fillRef idx="2">
            <a:schemeClr val="accent2"/>
          </a:fillRef>
          <a:effectRef idx="1">
            <a:schemeClr val="accent2"/>
          </a:effectRef>
          <a:fontRef idx="minor">
            <a:schemeClr val="dk1"/>
          </a:fontRef>
        </p:style>
        <p:txBody>
          <a:bodyPr vert="eaVert" wrap="none" anchor="ctr"/>
          <a:lstStyle>
            <a:defPPr>
              <a:defRPr lang="ja-JP"/>
            </a:defPPr>
            <a:lvl1pPr marL="0" algn="l" defTabSz="914400" rtl="0" eaLnBrk="1" latinLnBrk="0" hangingPunct="1">
              <a:defRPr kumimoji="1" sz="1800" kern="1200">
                <a:solidFill>
                  <a:schemeClr val="dk1"/>
                </a:solidFill>
                <a:latin typeface="+mn-lt"/>
                <a:ea typeface="+mn-ea"/>
                <a:cs typeface="+mn-cs"/>
              </a:defRPr>
            </a:lvl1pPr>
            <a:lvl2pPr marL="457200" algn="l" defTabSz="914400" rtl="0" eaLnBrk="1" latinLnBrk="0" hangingPunct="1">
              <a:defRPr kumimoji="1" sz="1800" kern="1200">
                <a:solidFill>
                  <a:schemeClr val="dk1"/>
                </a:solidFill>
                <a:latin typeface="+mn-lt"/>
                <a:ea typeface="+mn-ea"/>
                <a:cs typeface="+mn-cs"/>
              </a:defRPr>
            </a:lvl2pPr>
            <a:lvl3pPr marL="914400" algn="l" defTabSz="914400" rtl="0" eaLnBrk="1" latinLnBrk="0" hangingPunct="1">
              <a:defRPr kumimoji="1" sz="1800" kern="1200">
                <a:solidFill>
                  <a:schemeClr val="dk1"/>
                </a:solidFill>
                <a:latin typeface="+mn-lt"/>
                <a:ea typeface="+mn-ea"/>
                <a:cs typeface="+mn-cs"/>
              </a:defRPr>
            </a:lvl3pPr>
            <a:lvl4pPr marL="1371600" algn="l" defTabSz="914400" rtl="0" eaLnBrk="1" latinLnBrk="0" hangingPunct="1">
              <a:defRPr kumimoji="1" sz="1800" kern="1200">
                <a:solidFill>
                  <a:schemeClr val="dk1"/>
                </a:solidFill>
                <a:latin typeface="+mn-lt"/>
                <a:ea typeface="+mn-ea"/>
                <a:cs typeface="+mn-cs"/>
              </a:defRPr>
            </a:lvl4pPr>
            <a:lvl5pPr marL="1828800" algn="l" defTabSz="914400" rtl="0" eaLnBrk="1" latinLnBrk="0" hangingPunct="1">
              <a:defRPr kumimoji="1" sz="1800" kern="1200">
                <a:solidFill>
                  <a:schemeClr val="dk1"/>
                </a:solidFill>
                <a:latin typeface="+mn-lt"/>
                <a:ea typeface="+mn-ea"/>
                <a:cs typeface="+mn-cs"/>
              </a:defRPr>
            </a:lvl5pPr>
            <a:lvl6pPr marL="2286000" algn="l" defTabSz="914400" rtl="0" eaLnBrk="1" latinLnBrk="0" hangingPunct="1">
              <a:defRPr kumimoji="1" sz="1800" kern="1200">
                <a:solidFill>
                  <a:schemeClr val="dk1"/>
                </a:solidFill>
                <a:latin typeface="+mn-lt"/>
                <a:ea typeface="+mn-ea"/>
                <a:cs typeface="+mn-cs"/>
              </a:defRPr>
            </a:lvl6pPr>
            <a:lvl7pPr marL="2743200" algn="l" defTabSz="914400" rtl="0" eaLnBrk="1" latinLnBrk="0" hangingPunct="1">
              <a:defRPr kumimoji="1" sz="1800" kern="1200">
                <a:solidFill>
                  <a:schemeClr val="dk1"/>
                </a:solidFill>
                <a:latin typeface="+mn-lt"/>
                <a:ea typeface="+mn-ea"/>
                <a:cs typeface="+mn-cs"/>
              </a:defRPr>
            </a:lvl7pPr>
            <a:lvl8pPr marL="3200400" algn="l" defTabSz="914400" rtl="0" eaLnBrk="1" latinLnBrk="0" hangingPunct="1">
              <a:defRPr kumimoji="1" sz="1800" kern="1200">
                <a:solidFill>
                  <a:schemeClr val="dk1"/>
                </a:solidFill>
                <a:latin typeface="+mn-lt"/>
                <a:ea typeface="+mn-ea"/>
                <a:cs typeface="+mn-cs"/>
              </a:defRPr>
            </a:lvl8pPr>
            <a:lvl9pPr marL="3657600" algn="l" defTabSz="914400" rtl="0" eaLnBrk="1" latinLnBrk="0" hangingPunct="1">
              <a:defRPr kumimoji="1" sz="1800" kern="1200">
                <a:solidFill>
                  <a:schemeClr val="dk1"/>
                </a:solidFill>
                <a:latin typeface="+mn-lt"/>
                <a:ea typeface="+mn-ea"/>
                <a:cs typeface="+mn-cs"/>
              </a:defRPr>
            </a:lvl9pPr>
          </a:lstStyle>
          <a:p>
            <a:pPr algn="ctr"/>
            <a:r>
              <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まな板</a:t>
            </a:r>
          </a:p>
        </p:txBody>
      </p:sp>
      <p:grpSp>
        <p:nvGrpSpPr>
          <p:cNvPr id="32" name="グループ化 31">
            <a:extLst>
              <a:ext uri="{FF2B5EF4-FFF2-40B4-BE49-F238E27FC236}">
                <a16:creationId xmlns:a16="http://schemas.microsoft.com/office/drawing/2014/main" id="{6466E70F-731A-13A3-B017-79BEBEC56BCE}"/>
              </a:ext>
            </a:extLst>
          </p:cNvPr>
          <p:cNvGrpSpPr/>
          <p:nvPr/>
        </p:nvGrpSpPr>
        <p:grpSpPr>
          <a:xfrm>
            <a:off x="5124018" y="2079057"/>
            <a:ext cx="1008112" cy="432048"/>
            <a:chOff x="3563888" y="2708920"/>
            <a:chExt cx="1296144" cy="432048"/>
          </a:xfrm>
        </p:grpSpPr>
        <p:sp>
          <p:nvSpPr>
            <p:cNvPr id="33" name="Freeform 9">
              <a:extLst>
                <a:ext uri="{FF2B5EF4-FFF2-40B4-BE49-F238E27FC236}">
                  <a16:creationId xmlns:a16="http://schemas.microsoft.com/office/drawing/2014/main" id="{D4722D98-B3BC-05E7-625E-70DA3C039E97}"/>
                </a:ext>
              </a:extLst>
            </p:cNvPr>
            <p:cNvSpPr>
              <a:spLocks/>
            </p:cNvSpPr>
            <p:nvPr/>
          </p:nvSpPr>
          <p:spPr bwMode="auto">
            <a:xfrm>
              <a:off x="4211960" y="2708920"/>
              <a:ext cx="648072" cy="144016"/>
            </a:xfrm>
            <a:custGeom>
              <a:avLst/>
              <a:gdLst>
                <a:gd name="T0" fmla="*/ 0 w 170"/>
                <a:gd name="T1" fmla="*/ 0 h 170"/>
                <a:gd name="T2" fmla="*/ 0 w 170"/>
                <a:gd name="T3" fmla="*/ 269875 h 170"/>
                <a:gd name="T4" fmla="*/ 269875 w 170"/>
                <a:gd name="T5" fmla="*/ 26987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headEnd/>
              <a:tailEnd type="triangle" w="med" len="med"/>
            </a:ln>
          </p:spPr>
          <p:style>
            <a:lnRef idx="3">
              <a:schemeClr val="accent3"/>
            </a:lnRef>
            <a:fillRef idx="0">
              <a:schemeClr val="accent3"/>
            </a:fillRef>
            <a:effectRef idx="2">
              <a:schemeClr val="accent3"/>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sp>
          <p:nvSpPr>
            <p:cNvPr id="39" name="Freeform 10">
              <a:extLst>
                <a:ext uri="{FF2B5EF4-FFF2-40B4-BE49-F238E27FC236}">
                  <a16:creationId xmlns:a16="http://schemas.microsoft.com/office/drawing/2014/main" id="{02F5CC25-288E-049D-BD1C-9570C0213EAE}"/>
                </a:ext>
              </a:extLst>
            </p:cNvPr>
            <p:cNvSpPr>
              <a:spLocks/>
            </p:cNvSpPr>
            <p:nvPr/>
          </p:nvSpPr>
          <p:spPr bwMode="auto">
            <a:xfrm>
              <a:off x="3563888" y="2708920"/>
              <a:ext cx="1296144" cy="432048"/>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headEnd/>
              <a:tailEnd type="triangle" w="med" len="med"/>
            </a:ln>
          </p:spPr>
          <p:style>
            <a:lnRef idx="3">
              <a:schemeClr val="accent3"/>
            </a:lnRef>
            <a:fillRef idx="0">
              <a:schemeClr val="accent3"/>
            </a:fillRef>
            <a:effectRef idx="2">
              <a:schemeClr val="accent3"/>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grpSp>
      <p:sp>
        <p:nvSpPr>
          <p:cNvPr id="40" name="Freeform 8">
            <a:extLst>
              <a:ext uri="{FF2B5EF4-FFF2-40B4-BE49-F238E27FC236}">
                <a16:creationId xmlns:a16="http://schemas.microsoft.com/office/drawing/2014/main" id="{0474CC89-74C9-17C8-E559-D96761600B32}"/>
              </a:ext>
            </a:extLst>
          </p:cNvPr>
          <p:cNvSpPr>
            <a:spLocks/>
          </p:cNvSpPr>
          <p:nvPr/>
        </p:nvSpPr>
        <p:spPr bwMode="auto">
          <a:xfrm>
            <a:off x="10526018" y="2097050"/>
            <a:ext cx="720080" cy="288032"/>
          </a:xfrm>
          <a:custGeom>
            <a:avLst/>
            <a:gdLst>
              <a:gd name="T0" fmla="*/ 0 w 227"/>
              <a:gd name="T1" fmla="*/ 541338 h 1021"/>
              <a:gd name="T2" fmla="*/ 719138 w 227"/>
              <a:gd name="T3" fmla="*/ 541338 h 1021"/>
              <a:gd name="T4" fmla="*/ 719138 w 227"/>
              <a:gd name="T5" fmla="*/ 0 h 1021"/>
              <a:gd name="T6" fmla="*/ 0 60000 65536"/>
              <a:gd name="T7" fmla="*/ 0 60000 65536"/>
              <a:gd name="T8" fmla="*/ 0 60000 65536"/>
            </a:gdLst>
            <a:ahLst/>
            <a:cxnLst>
              <a:cxn ang="T6">
                <a:pos x="T0" y="T1"/>
              </a:cxn>
              <a:cxn ang="T7">
                <a:pos x="T2" y="T3"/>
              </a:cxn>
              <a:cxn ang="T8">
                <a:pos x="T4" y="T5"/>
              </a:cxn>
            </a:cxnLst>
            <a:rect l="0" t="0" r="r" b="b"/>
            <a:pathLst>
              <a:path w="227" h="1021">
                <a:moveTo>
                  <a:pt x="0" y="1021"/>
                </a:moveTo>
                <a:lnTo>
                  <a:pt x="227" y="1021"/>
                </a:lnTo>
                <a:lnTo>
                  <a:pt x="227" y="0"/>
                </a:lnTo>
              </a:path>
            </a:pathLst>
          </a:custGeom>
          <a:ln w="50800">
            <a:solidFill>
              <a:schemeClr val="accent3"/>
            </a:solidFill>
            <a:headEnd/>
            <a:tailEnd type="triangle" w="med" len="med"/>
          </a:ln>
        </p:spPr>
        <p:style>
          <a:lnRef idx="3">
            <a:schemeClr val="accent4"/>
          </a:lnRef>
          <a:fillRef idx="0">
            <a:schemeClr val="accent4"/>
          </a:fillRef>
          <a:effectRef idx="2">
            <a:schemeClr val="accent4"/>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sp>
        <p:nvSpPr>
          <p:cNvPr id="96" name="正方形/長方形 95">
            <a:extLst>
              <a:ext uri="{FF2B5EF4-FFF2-40B4-BE49-F238E27FC236}">
                <a16:creationId xmlns:a16="http://schemas.microsoft.com/office/drawing/2014/main" id="{E4C1FBA2-99F4-ECCF-56FE-247AB9BE4BCC}"/>
              </a:ext>
            </a:extLst>
          </p:cNvPr>
          <p:cNvSpPr/>
          <p:nvPr/>
        </p:nvSpPr>
        <p:spPr bwMode="auto">
          <a:xfrm>
            <a:off x="1595950" y="4149008"/>
            <a:ext cx="1260014" cy="1710019"/>
          </a:xfrm>
          <a:prstGeom prst="rect">
            <a:avLst/>
          </a:prstGeom>
          <a:ln>
            <a:headEnd/>
            <a:tailEnd type="non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nSpc>
                <a:spcPct val="150000"/>
              </a:lnSpc>
            </a:pPr>
            <a:r>
              <a:rPr lang="en-US" altLang="ja-JP" sz="1400" dirty="0">
                <a:solidFill>
                  <a:schemeClr val="tx1"/>
                </a:solidFill>
                <a:latin typeface="Arial Narrow" panose="020B0606020202030204" pitchFamily="34" charset="0"/>
              </a:rPr>
              <a:t>1. </a:t>
            </a:r>
            <a:r>
              <a:rPr lang="ja-JP" altLang="en-US" sz="1400" dirty="0">
                <a:solidFill>
                  <a:schemeClr val="tx1"/>
                </a:solidFill>
                <a:latin typeface="Arial Narrow" panose="020B0606020202030204" pitchFamily="34" charset="0"/>
              </a:rPr>
              <a:t>人参下処理</a:t>
            </a:r>
            <a:endParaRPr lang="en-US" altLang="ja-JP" sz="1400" dirty="0">
              <a:solidFill>
                <a:schemeClr val="tx1"/>
              </a:solidFill>
              <a:latin typeface="Arial Narrow" panose="020B0606020202030204" pitchFamily="34" charset="0"/>
            </a:endParaRPr>
          </a:p>
          <a:p>
            <a:pPr>
              <a:lnSpc>
                <a:spcPct val="150000"/>
              </a:lnSpc>
            </a:pPr>
            <a:r>
              <a:rPr lang="en-US" altLang="ja-JP" sz="1400" dirty="0">
                <a:solidFill>
                  <a:schemeClr val="tx1"/>
                </a:solidFill>
                <a:latin typeface="Arial Narrow" panose="020B0606020202030204" pitchFamily="34" charset="0"/>
              </a:rPr>
              <a:t>2. </a:t>
            </a:r>
            <a:r>
              <a:rPr lang="ja-JP" altLang="en-US" sz="1400" dirty="0">
                <a:solidFill>
                  <a:schemeClr val="tx1"/>
                </a:solidFill>
                <a:latin typeface="Arial Narrow" panose="020B0606020202030204" pitchFamily="34" charset="0"/>
              </a:rPr>
              <a:t>玉葱下処理</a:t>
            </a:r>
            <a:endParaRPr lang="en-US" altLang="ja-JP" sz="1400" dirty="0">
              <a:solidFill>
                <a:schemeClr val="tx1"/>
              </a:solidFill>
              <a:latin typeface="Arial Narrow" panose="020B0606020202030204" pitchFamily="34" charset="0"/>
            </a:endParaRPr>
          </a:p>
          <a:p>
            <a:pPr>
              <a:lnSpc>
                <a:spcPct val="150000"/>
              </a:lnSpc>
            </a:pPr>
            <a:r>
              <a:rPr lang="en-US" altLang="ja-JP" sz="1400" dirty="0">
                <a:solidFill>
                  <a:schemeClr val="tx1"/>
                </a:solidFill>
                <a:latin typeface="Arial Narrow" panose="020B0606020202030204" pitchFamily="34" charset="0"/>
              </a:rPr>
              <a:t>3. </a:t>
            </a:r>
            <a:r>
              <a:rPr lang="ja-JP" altLang="en-US" sz="1400" dirty="0">
                <a:solidFill>
                  <a:schemeClr val="tx1"/>
                </a:solidFill>
                <a:latin typeface="Arial Narrow" panose="020B0606020202030204" pitchFamily="34" charset="0"/>
              </a:rPr>
              <a:t>肉を下処理</a:t>
            </a:r>
            <a:endParaRPr lang="en-US" altLang="ja-JP" sz="1400" dirty="0">
              <a:solidFill>
                <a:schemeClr val="tx1"/>
              </a:solidFill>
              <a:latin typeface="Arial Narrow" panose="020B0606020202030204" pitchFamily="34" charset="0"/>
            </a:endParaRPr>
          </a:p>
          <a:p>
            <a:pPr>
              <a:lnSpc>
                <a:spcPct val="150000"/>
              </a:lnSpc>
            </a:pPr>
            <a:r>
              <a:rPr lang="en-US" altLang="ja-JP" sz="1400" dirty="0">
                <a:solidFill>
                  <a:schemeClr val="tx1"/>
                </a:solidFill>
                <a:latin typeface="Arial Narrow" panose="020B0606020202030204" pitchFamily="34" charset="0"/>
              </a:rPr>
              <a:t>4. </a:t>
            </a:r>
            <a:r>
              <a:rPr lang="ja-JP" altLang="en-US" sz="1400" dirty="0">
                <a:solidFill>
                  <a:schemeClr val="tx1"/>
                </a:solidFill>
                <a:latin typeface="Arial Narrow" panose="020B0606020202030204" pitchFamily="34" charset="0"/>
              </a:rPr>
              <a:t>芋を下処理</a:t>
            </a:r>
          </a:p>
        </p:txBody>
      </p:sp>
      <p:sp>
        <p:nvSpPr>
          <p:cNvPr id="5" name="角丸四角形 45">
            <a:extLst>
              <a:ext uri="{FF2B5EF4-FFF2-40B4-BE49-F238E27FC236}">
                <a16:creationId xmlns:a16="http://schemas.microsoft.com/office/drawing/2014/main" id="{24024B6C-CFCE-306B-6EF3-491C361542C1}"/>
              </a:ext>
            </a:extLst>
          </p:cNvPr>
          <p:cNvSpPr/>
          <p:nvPr/>
        </p:nvSpPr>
        <p:spPr bwMode="auto">
          <a:xfrm>
            <a:off x="5022005" y="3338999"/>
            <a:ext cx="720008" cy="360004"/>
          </a:xfrm>
          <a:prstGeom prst="roundRect">
            <a:avLst/>
          </a:prstGeom>
          <a:ln>
            <a:headEnd/>
            <a:tailEnd type="triangle" w="sm" len="med"/>
          </a:ln>
        </p:spPr>
        <p:style>
          <a:lnRef idx="3">
            <a:schemeClr val="lt1"/>
          </a:lnRef>
          <a:fillRef idx="1">
            <a:schemeClr val="accent4"/>
          </a:fillRef>
          <a:effectRef idx="1">
            <a:schemeClr val="accent4"/>
          </a:effectRef>
          <a:fontRef idx="minor">
            <a:schemeClr val="lt1"/>
          </a:fontRef>
        </p:style>
        <p:txBody>
          <a:bodyPr wrap="none" rtlCol="0" anchor="ctr"/>
          <a:lstStyle/>
          <a:p>
            <a:pPr algn="ctr"/>
            <a:r>
              <a:rPr kumimoji="1" lang="ja-JP" altLang="en-US" sz="1100" b="1" dirty="0">
                <a:solidFill>
                  <a:schemeClr val="bg1"/>
                </a:solidFill>
                <a:latin typeface="Arial Narrow" panose="020B0606020202030204" pitchFamily="34" charset="0"/>
              </a:rPr>
              <a:t>人参</a:t>
            </a:r>
            <a:r>
              <a:rPr lang="ja-JP" altLang="en-US" sz="1100" b="1" dirty="0">
                <a:solidFill>
                  <a:schemeClr val="bg1"/>
                </a:solidFill>
                <a:latin typeface="Arial Narrow" panose="020B0606020202030204" pitchFamily="34" charset="0"/>
              </a:rPr>
              <a:t>下処理</a:t>
            </a:r>
            <a:endParaRPr kumimoji="1" lang="ja-JP" altLang="en-US" sz="1100" b="1" dirty="0">
              <a:solidFill>
                <a:schemeClr val="bg1"/>
              </a:solidFill>
              <a:latin typeface="Arial Narrow" panose="020B0606020202030204" pitchFamily="34" charset="0"/>
            </a:endParaRPr>
          </a:p>
        </p:txBody>
      </p:sp>
      <p:sp>
        <p:nvSpPr>
          <p:cNvPr id="6" name="角丸四角形 46">
            <a:extLst>
              <a:ext uri="{FF2B5EF4-FFF2-40B4-BE49-F238E27FC236}">
                <a16:creationId xmlns:a16="http://schemas.microsoft.com/office/drawing/2014/main" id="{A42928E7-0950-258C-5F62-0F745A593EA0}"/>
              </a:ext>
            </a:extLst>
          </p:cNvPr>
          <p:cNvSpPr/>
          <p:nvPr/>
        </p:nvSpPr>
        <p:spPr bwMode="auto">
          <a:xfrm>
            <a:off x="3311986" y="4959017"/>
            <a:ext cx="720008" cy="360004"/>
          </a:xfrm>
          <a:prstGeom prst="roundRect">
            <a:avLst/>
          </a:prstGeom>
          <a:ln>
            <a:headEnd/>
            <a:tailEnd type="triangle" w="sm" len="med"/>
          </a:ln>
        </p:spPr>
        <p:style>
          <a:lnRef idx="3">
            <a:schemeClr val="lt1"/>
          </a:lnRef>
          <a:fillRef idx="1">
            <a:schemeClr val="accent4"/>
          </a:fillRef>
          <a:effectRef idx="1">
            <a:schemeClr val="accent4"/>
          </a:effectRef>
          <a:fontRef idx="minor">
            <a:schemeClr val="lt1"/>
          </a:fontRef>
        </p:style>
        <p:txBody>
          <a:bodyPr wrap="none" rtlCol="0" anchor="ctr"/>
          <a:lstStyle/>
          <a:p>
            <a:pPr algn="ctr"/>
            <a:r>
              <a:rPr lang="ja-JP" altLang="en-US" sz="1100" b="1" dirty="0">
                <a:solidFill>
                  <a:schemeClr val="bg1"/>
                </a:solidFill>
                <a:latin typeface="Arial Narrow" panose="020B0606020202030204" pitchFamily="34" charset="0"/>
              </a:rPr>
              <a:t>玉葱下処理</a:t>
            </a:r>
            <a:endParaRPr kumimoji="1" lang="ja-JP" altLang="en-US" sz="1100" b="1" dirty="0">
              <a:solidFill>
                <a:schemeClr val="bg1"/>
              </a:solidFill>
              <a:latin typeface="Arial Narrow" panose="020B0606020202030204" pitchFamily="34" charset="0"/>
            </a:endParaRPr>
          </a:p>
        </p:txBody>
      </p:sp>
      <p:sp>
        <p:nvSpPr>
          <p:cNvPr id="8" name="角丸四角形吹き出し 42">
            <a:extLst>
              <a:ext uri="{FF2B5EF4-FFF2-40B4-BE49-F238E27FC236}">
                <a16:creationId xmlns:a16="http://schemas.microsoft.com/office/drawing/2014/main" id="{FB21A5A0-1B54-939D-25E8-5FFEBE3C24DE}"/>
              </a:ext>
            </a:extLst>
          </p:cNvPr>
          <p:cNvSpPr/>
          <p:nvPr/>
        </p:nvSpPr>
        <p:spPr bwMode="auto">
          <a:xfrm>
            <a:off x="11119751" y="2366982"/>
            <a:ext cx="1080012" cy="522648"/>
          </a:xfrm>
          <a:prstGeom prst="wedgeRoundRectCallout">
            <a:avLst>
              <a:gd name="adj1" fmla="val -46134"/>
              <a:gd name="adj2" fmla="val 94815"/>
              <a:gd name="adj3" fmla="val 16667"/>
            </a:avLst>
          </a:prstGeom>
          <a:ln>
            <a:solidFill>
              <a:schemeClr val="accent3"/>
            </a:solid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400" dirty="0">
                <a:solidFill>
                  <a:schemeClr val="tx1">
                    <a:lumMod val="65000"/>
                    <a:lumOff val="35000"/>
                  </a:schemeClr>
                </a:solidFill>
                <a:latin typeface="Arial Narrow" panose="020B0606020202030204" pitchFamily="34" charset="0"/>
              </a:rPr>
              <a:t>鍋に送る</a:t>
            </a:r>
            <a:endParaRPr lang="en-US" altLang="ja-JP" sz="1400" dirty="0">
              <a:solidFill>
                <a:schemeClr val="tx1">
                  <a:lumMod val="65000"/>
                  <a:lumOff val="35000"/>
                </a:schemeClr>
              </a:solidFill>
              <a:latin typeface="Arial Narrow" panose="020B0606020202030204" pitchFamily="34" charset="0"/>
            </a:endParaRPr>
          </a:p>
          <a:p>
            <a:r>
              <a:rPr lang="ja-JP" altLang="en-US" sz="1400" dirty="0">
                <a:solidFill>
                  <a:schemeClr val="tx1">
                    <a:lumMod val="65000"/>
                    <a:lumOff val="35000"/>
                  </a:schemeClr>
                </a:solidFill>
                <a:latin typeface="Arial Narrow" panose="020B0606020202030204" pitchFamily="34" charset="0"/>
              </a:rPr>
              <a:t>係です！</a:t>
            </a:r>
          </a:p>
        </p:txBody>
      </p:sp>
      <p:sp>
        <p:nvSpPr>
          <p:cNvPr id="9" name="角丸四角形吹き出し 44">
            <a:extLst>
              <a:ext uri="{FF2B5EF4-FFF2-40B4-BE49-F238E27FC236}">
                <a16:creationId xmlns:a16="http://schemas.microsoft.com/office/drawing/2014/main" id="{2DCF8A10-2DCB-1F50-6579-E61C1DF879F6}"/>
              </a:ext>
            </a:extLst>
          </p:cNvPr>
          <p:cNvSpPr/>
          <p:nvPr/>
        </p:nvSpPr>
        <p:spPr bwMode="auto">
          <a:xfrm>
            <a:off x="5285991" y="2348989"/>
            <a:ext cx="1080012" cy="522648"/>
          </a:xfrm>
          <a:prstGeom prst="wedgeRoundRectCallout">
            <a:avLst>
              <a:gd name="adj1" fmla="val -41466"/>
              <a:gd name="adj2" fmla="val 84351"/>
              <a:gd name="adj3" fmla="val 16667"/>
            </a:avLst>
          </a:prstGeom>
          <a:ln>
            <a:headEnd/>
            <a:tailEnd type="triangle" w="sm" len="med"/>
          </a:ln>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400" dirty="0">
                <a:solidFill>
                  <a:schemeClr val="tx1">
                    <a:lumMod val="65000"/>
                    <a:lumOff val="35000"/>
                  </a:schemeClr>
                </a:solidFill>
                <a:latin typeface="Arial Narrow" panose="020B0606020202030204" pitchFamily="34" charset="0"/>
              </a:rPr>
              <a:t>材料</a:t>
            </a:r>
            <a:br>
              <a:rPr lang="en-US" altLang="ja-JP" sz="1400" dirty="0">
                <a:solidFill>
                  <a:schemeClr val="tx1">
                    <a:lumMod val="65000"/>
                    <a:lumOff val="35000"/>
                  </a:schemeClr>
                </a:solidFill>
                <a:latin typeface="Arial Narrow" panose="020B0606020202030204" pitchFamily="34" charset="0"/>
              </a:rPr>
            </a:br>
            <a:r>
              <a:rPr lang="ja-JP" altLang="en-US" sz="1400" dirty="0">
                <a:solidFill>
                  <a:schemeClr val="tx1">
                    <a:lumMod val="65000"/>
                    <a:lumOff val="35000"/>
                  </a:schemeClr>
                </a:solidFill>
                <a:latin typeface="Arial Narrow" panose="020B0606020202030204" pitchFamily="34" charset="0"/>
              </a:rPr>
              <a:t>取る係です！</a:t>
            </a:r>
          </a:p>
        </p:txBody>
      </p:sp>
      <p:sp>
        <p:nvSpPr>
          <p:cNvPr id="11" name="角丸四角形吹き出し 44">
            <a:extLst>
              <a:ext uri="{FF2B5EF4-FFF2-40B4-BE49-F238E27FC236}">
                <a16:creationId xmlns:a16="http://schemas.microsoft.com/office/drawing/2014/main" id="{81013D4D-EA2B-4756-317B-00F719321AB5}"/>
              </a:ext>
            </a:extLst>
          </p:cNvPr>
          <p:cNvSpPr/>
          <p:nvPr/>
        </p:nvSpPr>
        <p:spPr bwMode="auto">
          <a:xfrm>
            <a:off x="8076022" y="2528990"/>
            <a:ext cx="1170013" cy="342645"/>
          </a:xfrm>
          <a:prstGeom prst="wedgeRoundRectCallout">
            <a:avLst>
              <a:gd name="adj1" fmla="val -41466"/>
              <a:gd name="adj2" fmla="val 84351"/>
              <a:gd name="adj3" fmla="val 16667"/>
            </a:avLst>
          </a:prstGeom>
          <a:ln>
            <a:headEnd/>
            <a:tailEnd type="triangle" w="sm" len="med"/>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400" dirty="0">
                <a:solidFill>
                  <a:schemeClr val="tx1">
                    <a:lumMod val="65000"/>
                    <a:lumOff val="35000"/>
                  </a:schemeClr>
                </a:solidFill>
                <a:latin typeface="Arial Narrow" panose="020B0606020202030204" pitchFamily="34" charset="0"/>
              </a:rPr>
              <a:t>切る人です！</a:t>
            </a:r>
          </a:p>
        </p:txBody>
      </p:sp>
      <p:sp>
        <p:nvSpPr>
          <p:cNvPr id="12" name="正方形/長方形 11">
            <a:extLst>
              <a:ext uri="{FF2B5EF4-FFF2-40B4-BE49-F238E27FC236}">
                <a16:creationId xmlns:a16="http://schemas.microsoft.com/office/drawing/2014/main" id="{CB1E747F-558A-DA9A-B4AA-046B2DEEB14A}"/>
              </a:ext>
            </a:extLst>
          </p:cNvPr>
          <p:cNvSpPr/>
          <p:nvPr/>
        </p:nvSpPr>
        <p:spPr>
          <a:xfrm>
            <a:off x="1055944" y="2078985"/>
            <a:ext cx="1620018" cy="1384995"/>
          </a:xfrm>
          <a:prstGeom prst="rect">
            <a:avLst/>
          </a:prstGeom>
        </p:spPr>
        <p:txBody>
          <a:bodyPr wrap="square">
            <a:spAutoFit/>
          </a:bodyPr>
          <a:lstStyle/>
          <a:p>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　・∀・）</a:t>
            </a:r>
            <a:endParaRPr lang="en-US" altLang="ja-JP"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endParaRPr>
          </a:p>
          <a:p>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φ</a:t>
            </a:r>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__⊂)__</a:t>
            </a:r>
            <a:endPar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endParaRPr>
          </a:p>
          <a:p>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／旦／三／ ／</a:t>
            </a:r>
            <a:r>
              <a:rPr lang="en-US" altLang="ja-JP"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社長 　　</a:t>
            </a:r>
            <a:r>
              <a:rPr lang="en-US" altLang="ja-JP"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p:txBody>
      </p:sp>
      <p:sp>
        <p:nvSpPr>
          <p:cNvPr id="13" name="角丸四角形吹き出し 28">
            <a:extLst>
              <a:ext uri="{FF2B5EF4-FFF2-40B4-BE49-F238E27FC236}">
                <a16:creationId xmlns:a16="http://schemas.microsoft.com/office/drawing/2014/main" id="{81F98339-96E8-8304-4B2E-399FEC7B608F}"/>
              </a:ext>
            </a:extLst>
          </p:cNvPr>
          <p:cNvSpPr/>
          <p:nvPr/>
        </p:nvSpPr>
        <p:spPr bwMode="auto">
          <a:xfrm>
            <a:off x="2051972" y="962915"/>
            <a:ext cx="2874016" cy="666065"/>
          </a:xfrm>
          <a:prstGeom prst="wedgeRoundRectCallout">
            <a:avLst>
              <a:gd name="adj1" fmla="val -43365"/>
              <a:gd name="adj2" fmla="val 134720"/>
              <a:gd name="adj3" fmla="val 16667"/>
            </a:avLst>
          </a:prstGeom>
          <a:ln>
            <a:solidFill>
              <a:schemeClr val="tx1">
                <a:lumMod val="65000"/>
                <a:lumOff val="35000"/>
              </a:schemeClr>
            </a:solidFill>
            <a:headEnd/>
            <a:tailEnd type="triangle" w="sm" len="med"/>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kumimoji="1" lang="ja-JP" altLang="en-US" dirty="0">
                <a:solidFill>
                  <a:schemeClr val="tx1">
                    <a:lumMod val="85000"/>
                    <a:lumOff val="15000"/>
                  </a:schemeClr>
                </a:solidFill>
                <a:latin typeface="Arial Narrow" panose="020B0606020202030204" pitchFamily="34" charset="0"/>
              </a:rPr>
              <a:t>戻さなければ効率いいな</a:t>
            </a:r>
          </a:p>
        </p:txBody>
      </p:sp>
      <p:sp>
        <p:nvSpPr>
          <p:cNvPr id="14" name="正方形/長方形 13">
            <a:extLst>
              <a:ext uri="{FF2B5EF4-FFF2-40B4-BE49-F238E27FC236}">
                <a16:creationId xmlns:a16="http://schemas.microsoft.com/office/drawing/2014/main" id="{64C94842-FCB4-C033-6D8D-09D16C0A7078}"/>
              </a:ext>
            </a:extLst>
          </p:cNvPr>
          <p:cNvSpPr/>
          <p:nvPr/>
        </p:nvSpPr>
        <p:spPr bwMode="auto">
          <a:xfrm>
            <a:off x="971960" y="1178975"/>
            <a:ext cx="630007" cy="540006"/>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pPr algn="ctr"/>
            <a:endParaRPr kumimoji="1" lang="ja-JP" altLang="en-US" sz="1600" dirty="0">
              <a:solidFill>
                <a:schemeClr val="tx1">
                  <a:lumMod val="85000"/>
                  <a:lumOff val="15000"/>
                </a:schemeClr>
              </a:solidFill>
            </a:endParaRPr>
          </a:p>
        </p:txBody>
      </p:sp>
      <p:cxnSp>
        <p:nvCxnSpPr>
          <p:cNvPr id="16" name="直線矢印コネクタ 15">
            <a:extLst>
              <a:ext uri="{FF2B5EF4-FFF2-40B4-BE49-F238E27FC236}">
                <a16:creationId xmlns:a16="http://schemas.microsoft.com/office/drawing/2014/main" id="{EBC15CA6-4B75-E102-AC83-B3B649737D42}"/>
              </a:ext>
            </a:extLst>
          </p:cNvPr>
          <p:cNvCxnSpPr>
            <a:cxnSpLocks/>
          </p:cNvCxnSpPr>
          <p:nvPr/>
        </p:nvCxnSpPr>
        <p:spPr bwMode="auto">
          <a:xfrm flipV="1">
            <a:off x="4205979" y="3879005"/>
            <a:ext cx="450005" cy="1350015"/>
          </a:xfrm>
          <a:prstGeom prst="straightConnector1">
            <a:avLst/>
          </a:prstGeom>
          <a:ln w="57150">
            <a:solidFill>
              <a:schemeClr val="accent1"/>
            </a:solidFill>
            <a:headEnd type="none" w="med" len="med"/>
            <a:tailEnd type="triangle"/>
          </a:ln>
        </p:spPr>
        <p:style>
          <a:lnRef idx="2">
            <a:schemeClr val="accent5"/>
          </a:lnRef>
          <a:fillRef idx="0">
            <a:schemeClr val="accent5"/>
          </a:fillRef>
          <a:effectRef idx="1">
            <a:schemeClr val="accent5"/>
          </a:effectRef>
          <a:fontRef idx="minor">
            <a:schemeClr val="tx1"/>
          </a:fontRef>
        </p:style>
      </p:cxnSp>
      <p:sp>
        <p:nvSpPr>
          <p:cNvPr id="7" name="正方形/長方形 6">
            <a:extLst>
              <a:ext uri="{FF2B5EF4-FFF2-40B4-BE49-F238E27FC236}">
                <a16:creationId xmlns:a16="http://schemas.microsoft.com/office/drawing/2014/main" id="{7F03AFEC-E4A1-6DA9-B2AE-3B2937C72354}"/>
              </a:ext>
            </a:extLst>
          </p:cNvPr>
          <p:cNvSpPr/>
          <p:nvPr/>
        </p:nvSpPr>
        <p:spPr>
          <a:xfrm>
            <a:off x="9101588" y="2654977"/>
            <a:ext cx="865983" cy="738664"/>
          </a:xfrm>
          <a:prstGeom prst="rect">
            <a:avLst/>
          </a:prstGeom>
        </p:spPr>
        <p:txBody>
          <a:bodyPr wrap="square">
            <a:spAutoFit/>
          </a:bodyPr>
          <a:lstStyle/>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ﾟーﾟ</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15" name="AutoShape 5">
            <a:extLst>
              <a:ext uri="{FF2B5EF4-FFF2-40B4-BE49-F238E27FC236}">
                <a16:creationId xmlns:a16="http://schemas.microsoft.com/office/drawing/2014/main" id="{4C8054B9-DC88-CCC7-A088-4E6C9310F94D}"/>
              </a:ext>
            </a:extLst>
          </p:cNvPr>
          <p:cNvSpPr>
            <a:spLocks noChangeArrowheads="1"/>
          </p:cNvSpPr>
          <p:nvPr/>
        </p:nvSpPr>
        <p:spPr bwMode="auto">
          <a:xfrm rot="16200000">
            <a:off x="9497739" y="2024988"/>
            <a:ext cx="864096" cy="648072"/>
          </a:xfrm>
          <a:custGeom>
            <a:avLst/>
            <a:gdLst>
              <a:gd name="T0" fmla="*/ 787598 w 21600"/>
              <a:gd name="T1" fmla="*/ 180181 h 21600"/>
              <a:gd name="T2" fmla="*/ 450056 w 21600"/>
              <a:gd name="T3" fmla="*/ 360362 h 21600"/>
              <a:gd name="T4" fmla="*/ 112514 w 21600"/>
              <a:gd name="T5" fmla="*/ 180181 h 21600"/>
              <a:gd name="T6" fmla="*/ 450056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ln>
            <a:headEnd/>
            <a:tailEnd/>
          </a:ln>
        </p:spPr>
        <p:style>
          <a:lnRef idx="1">
            <a:schemeClr val="accent2"/>
          </a:lnRef>
          <a:fillRef idx="2">
            <a:schemeClr val="accent2"/>
          </a:fillRef>
          <a:effectRef idx="1">
            <a:schemeClr val="accent2"/>
          </a:effectRef>
          <a:fontRef idx="minor">
            <a:schemeClr val="dk1"/>
          </a:fontRef>
        </p:style>
        <p:txBody>
          <a:bodyPr vert="eaVert" wrap="none" anchor="ctr"/>
          <a:lstStyle>
            <a:defPPr>
              <a:defRPr lang="ja-JP"/>
            </a:defPPr>
            <a:lvl1pPr marL="0" algn="l" defTabSz="914400" rtl="0" eaLnBrk="1" latinLnBrk="0" hangingPunct="1">
              <a:defRPr kumimoji="1" sz="1800" kern="1200">
                <a:solidFill>
                  <a:schemeClr val="dk1"/>
                </a:solidFill>
                <a:latin typeface="+mn-lt"/>
                <a:ea typeface="+mn-ea"/>
                <a:cs typeface="+mn-cs"/>
              </a:defRPr>
            </a:lvl1pPr>
            <a:lvl2pPr marL="457200" algn="l" defTabSz="914400" rtl="0" eaLnBrk="1" latinLnBrk="0" hangingPunct="1">
              <a:defRPr kumimoji="1" sz="1800" kern="1200">
                <a:solidFill>
                  <a:schemeClr val="dk1"/>
                </a:solidFill>
                <a:latin typeface="+mn-lt"/>
                <a:ea typeface="+mn-ea"/>
                <a:cs typeface="+mn-cs"/>
              </a:defRPr>
            </a:lvl2pPr>
            <a:lvl3pPr marL="914400" algn="l" defTabSz="914400" rtl="0" eaLnBrk="1" latinLnBrk="0" hangingPunct="1">
              <a:defRPr kumimoji="1" sz="1800" kern="1200">
                <a:solidFill>
                  <a:schemeClr val="dk1"/>
                </a:solidFill>
                <a:latin typeface="+mn-lt"/>
                <a:ea typeface="+mn-ea"/>
                <a:cs typeface="+mn-cs"/>
              </a:defRPr>
            </a:lvl3pPr>
            <a:lvl4pPr marL="1371600" algn="l" defTabSz="914400" rtl="0" eaLnBrk="1" latinLnBrk="0" hangingPunct="1">
              <a:defRPr kumimoji="1" sz="1800" kern="1200">
                <a:solidFill>
                  <a:schemeClr val="dk1"/>
                </a:solidFill>
                <a:latin typeface="+mn-lt"/>
                <a:ea typeface="+mn-ea"/>
                <a:cs typeface="+mn-cs"/>
              </a:defRPr>
            </a:lvl4pPr>
            <a:lvl5pPr marL="1828800" algn="l" defTabSz="914400" rtl="0" eaLnBrk="1" latinLnBrk="0" hangingPunct="1">
              <a:defRPr kumimoji="1" sz="1800" kern="1200">
                <a:solidFill>
                  <a:schemeClr val="dk1"/>
                </a:solidFill>
                <a:latin typeface="+mn-lt"/>
                <a:ea typeface="+mn-ea"/>
                <a:cs typeface="+mn-cs"/>
              </a:defRPr>
            </a:lvl5pPr>
            <a:lvl6pPr marL="2286000" algn="l" defTabSz="914400" rtl="0" eaLnBrk="1" latinLnBrk="0" hangingPunct="1">
              <a:defRPr kumimoji="1" sz="1800" kern="1200">
                <a:solidFill>
                  <a:schemeClr val="dk1"/>
                </a:solidFill>
                <a:latin typeface="+mn-lt"/>
                <a:ea typeface="+mn-ea"/>
                <a:cs typeface="+mn-cs"/>
              </a:defRPr>
            </a:lvl6pPr>
            <a:lvl7pPr marL="2743200" algn="l" defTabSz="914400" rtl="0" eaLnBrk="1" latinLnBrk="0" hangingPunct="1">
              <a:defRPr kumimoji="1" sz="1800" kern="1200">
                <a:solidFill>
                  <a:schemeClr val="dk1"/>
                </a:solidFill>
                <a:latin typeface="+mn-lt"/>
                <a:ea typeface="+mn-ea"/>
                <a:cs typeface="+mn-cs"/>
              </a:defRPr>
            </a:lvl7pPr>
            <a:lvl8pPr marL="3200400" algn="l" defTabSz="914400" rtl="0" eaLnBrk="1" latinLnBrk="0" hangingPunct="1">
              <a:defRPr kumimoji="1" sz="1800" kern="1200">
                <a:solidFill>
                  <a:schemeClr val="dk1"/>
                </a:solidFill>
                <a:latin typeface="+mn-lt"/>
                <a:ea typeface="+mn-ea"/>
                <a:cs typeface="+mn-cs"/>
              </a:defRPr>
            </a:lvl8pPr>
            <a:lvl9pPr marL="3657600" algn="l" defTabSz="914400" rtl="0" eaLnBrk="1" latinLnBrk="0" hangingPunct="1">
              <a:defRPr kumimoji="1" sz="1800" kern="1200">
                <a:solidFill>
                  <a:schemeClr val="dk1"/>
                </a:solidFill>
                <a:latin typeface="+mn-lt"/>
                <a:ea typeface="+mn-ea"/>
                <a:cs typeface="+mn-cs"/>
              </a:defRPr>
            </a:lvl9pPr>
          </a:lstStyle>
          <a:p>
            <a:pPr algn="ctr"/>
            <a:r>
              <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コンロ</a:t>
            </a:r>
            <a:endParaRPr lang="en-US" altLang="ja-JP"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17" name="角丸四角形吹き出し 44">
            <a:extLst>
              <a:ext uri="{FF2B5EF4-FFF2-40B4-BE49-F238E27FC236}">
                <a16:creationId xmlns:a16="http://schemas.microsoft.com/office/drawing/2014/main" id="{75B5F295-886A-6D26-E077-A2ABFAB19CD9}"/>
              </a:ext>
            </a:extLst>
          </p:cNvPr>
          <p:cNvSpPr/>
          <p:nvPr/>
        </p:nvSpPr>
        <p:spPr bwMode="auto">
          <a:xfrm>
            <a:off x="9606039" y="2528990"/>
            <a:ext cx="1350015" cy="342645"/>
          </a:xfrm>
          <a:prstGeom prst="wedgeRoundRectCallout">
            <a:avLst>
              <a:gd name="adj1" fmla="val -41466"/>
              <a:gd name="adj2" fmla="val 84351"/>
              <a:gd name="adj3" fmla="val 16667"/>
            </a:avLst>
          </a:prstGeom>
          <a:ln>
            <a:headEnd/>
            <a:tailEnd type="triangle" w="sm" len="med"/>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400" dirty="0">
                <a:solidFill>
                  <a:schemeClr val="tx1">
                    <a:lumMod val="65000"/>
                    <a:lumOff val="35000"/>
                  </a:schemeClr>
                </a:solidFill>
                <a:latin typeface="Arial Narrow" panose="020B0606020202030204" pitchFamily="34" charset="0"/>
              </a:rPr>
              <a:t>炒める人です！</a:t>
            </a:r>
          </a:p>
        </p:txBody>
      </p:sp>
      <p:sp>
        <p:nvSpPr>
          <p:cNvPr id="19" name="平行四辺形 18">
            <a:extLst>
              <a:ext uri="{FF2B5EF4-FFF2-40B4-BE49-F238E27FC236}">
                <a16:creationId xmlns:a16="http://schemas.microsoft.com/office/drawing/2014/main" id="{8069BB21-4F37-2F73-DD41-976473B61026}"/>
              </a:ext>
            </a:extLst>
          </p:cNvPr>
          <p:cNvSpPr/>
          <p:nvPr/>
        </p:nvSpPr>
        <p:spPr bwMode="auto">
          <a:xfrm>
            <a:off x="6186001" y="3609002"/>
            <a:ext cx="15624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21" name="正方形/長方形 20">
            <a:extLst>
              <a:ext uri="{FF2B5EF4-FFF2-40B4-BE49-F238E27FC236}">
                <a16:creationId xmlns:a16="http://schemas.microsoft.com/office/drawing/2014/main" id="{FDC15018-F7B2-FE7B-B9C7-69A541571925}"/>
              </a:ext>
            </a:extLst>
          </p:cNvPr>
          <p:cNvSpPr/>
          <p:nvPr/>
        </p:nvSpPr>
        <p:spPr>
          <a:xfrm>
            <a:off x="6131843" y="2636984"/>
            <a:ext cx="865983" cy="738664"/>
          </a:xfrm>
          <a:prstGeom prst="rect">
            <a:avLst/>
          </a:prstGeom>
        </p:spPr>
        <p:txBody>
          <a:bodyPr wrap="square">
            <a:spAutoFit/>
          </a:bodyPr>
          <a:lstStyle/>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ﾟーﾟ</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22" name="AutoShape 5">
            <a:extLst>
              <a:ext uri="{FF2B5EF4-FFF2-40B4-BE49-F238E27FC236}">
                <a16:creationId xmlns:a16="http://schemas.microsoft.com/office/drawing/2014/main" id="{D4032DB2-3A0A-1C03-0C7A-7487656B0EC8}"/>
              </a:ext>
            </a:extLst>
          </p:cNvPr>
          <p:cNvSpPr>
            <a:spLocks noChangeArrowheads="1"/>
          </p:cNvSpPr>
          <p:nvPr/>
        </p:nvSpPr>
        <p:spPr bwMode="auto">
          <a:xfrm rot="-5400000">
            <a:off x="6527994" y="2006995"/>
            <a:ext cx="864096" cy="648072"/>
          </a:xfrm>
          <a:custGeom>
            <a:avLst/>
            <a:gdLst>
              <a:gd name="T0" fmla="*/ 787598 w 21600"/>
              <a:gd name="T1" fmla="*/ 180181 h 21600"/>
              <a:gd name="T2" fmla="*/ 450056 w 21600"/>
              <a:gd name="T3" fmla="*/ 360362 h 21600"/>
              <a:gd name="T4" fmla="*/ 112514 w 21600"/>
              <a:gd name="T5" fmla="*/ 180181 h 21600"/>
              <a:gd name="T6" fmla="*/ 450056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ln>
            <a:headEnd/>
            <a:tailEnd/>
          </a:ln>
        </p:spPr>
        <p:style>
          <a:lnRef idx="1">
            <a:schemeClr val="accent2"/>
          </a:lnRef>
          <a:fillRef idx="2">
            <a:schemeClr val="accent2"/>
          </a:fillRef>
          <a:effectRef idx="1">
            <a:schemeClr val="accent2"/>
          </a:effectRef>
          <a:fontRef idx="minor">
            <a:schemeClr val="dk1"/>
          </a:fontRef>
        </p:style>
        <p:txBody>
          <a:bodyPr vert="eaVert" wrap="none" anchor="ctr"/>
          <a:lstStyle>
            <a:defPPr>
              <a:defRPr lang="ja-JP"/>
            </a:defPPr>
            <a:lvl1pPr marL="0" algn="l" defTabSz="914400" rtl="0" eaLnBrk="1" latinLnBrk="0" hangingPunct="1">
              <a:defRPr kumimoji="1" sz="1800" kern="1200">
                <a:solidFill>
                  <a:schemeClr val="dk1"/>
                </a:solidFill>
                <a:latin typeface="+mn-lt"/>
                <a:ea typeface="+mn-ea"/>
                <a:cs typeface="+mn-cs"/>
              </a:defRPr>
            </a:lvl1pPr>
            <a:lvl2pPr marL="457200" algn="l" defTabSz="914400" rtl="0" eaLnBrk="1" latinLnBrk="0" hangingPunct="1">
              <a:defRPr kumimoji="1" sz="1800" kern="1200">
                <a:solidFill>
                  <a:schemeClr val="dk1"/>
                </a:solidFill>
                <a:latin typeface="+mn-lt"/>
                <a:ea typeface="+mn-ea"/>
                <a:cs typeface="+mn-cs"/>
              </a:defRPr>
            </a:lvl2pPr>
            <a:lvl3pPr marL="914400" algn="l" defTabSz="914400" rtl="0" eaLnBrk="1" latinLnBrk="0" hangingPunct="1">
              <a:defRPr kumimoji="1" sz="1800" kern="1200">
                <a:solidFill>
                  <a:schemeClr val="dk1"/>
                </a:solidFill>
                <a:latin typeface="+mn-lt"/>
                <a:ea typeface="+mn-ea"/>
                <a:cs typeface="+mn-cs"/>
              </a:defRPr>
            </a:lvl3pPr>
            <a:lvl4pPr marL="1371600" algn="l" defTabSz="914400" rtl="0" eaLnBrk="1" latinLnBrk="0" hangingPunct="1">
              <a:defRPr kumimoji="1" sz="1800" kern="1200">
                <a:solidFill>
                  <a:schemeClr val="dk1"/>
                </a:solidFill>
                <a:latin typeface="+mn-lt"/>
                <a:ea typeface="+mn-ea"/>
                <a:cs typeface="+mn-cs"/>
              </a:defRPr>
            </a:lvl4pPr>
            <a:lvl5pPr marL="1828800" algn="l" defTabSz="914400" rtl="0" eaLnBrk="1" latinLnBrk="0" hangingPunct="1">
              <a:defRPr kumimoji="1" sz="1800" kern="1200">
                <a:solidFill>
                  <a:schemeClr val="dk1"/>
                </a:solidFill>
                <a:latin typeface="+mn-lt"/>
                <a:ea typeface="+mn-ea"/>
                <a:cs typeface="+mn-cs"/>
              </a:defRPr>
            </a:lvl5pPr>
            <a:lvl6pPr marL="2286000" algn="l" defTabSz="914400" rtl="0" eaLnBrk="1" latinLnBrk="0" hangingPunct="1">
              <a:defRPr kumimoji="1" sz="1800" kern="1200">
                <a:solidFill>
                  <a:schemeClr val="dk1"/>
                </a:solidFill>
                <a:latin typeface="+mn-lt"/>
                <a:ea typeface="+mn-ea"/>
                <a:cs typeface="+mn-cs"/>
              </a:defRPr>
            </a:lvl6pPr>
            <a:lvl7pPr marL="2743200" algn="l" defTabSz="914400" rtl="0" eaLnBrk="1" latinLnBrk="0" hangingPunct="1">
              <a:defRPr kumimoji="1" sz="1800" kern="1200">
                <a:solidFill>
                  <a:schemeClr val="dk1"/>
                </a:solidFill>
                <a:latin typeface="+mn-lt"/>
                <a:ea typeface="+mn-ea"/>
                <a:cs typeface="+mn-cs"/>
              </a:defRPr>
            </a:lvl7pPr>
            <a:lvl8pPr marL="3200400" algn="l" defTabSz="914400" rtl="0" eaLnBrk="1" latinLnBrk="0" hangingPunct="1">
              <a:defRPr kumimoji="1" sz="1800" kern="1200">
                <a:solidFill>
                  <a:schemeClr val="dk1"/>
                </a:solidFill>
                <a:latin typeface="+mn-lt"/>
                <a:ea typeface="+mn-ea"/>
                <a:cs typeface="+mn-cs"/>
              </a:defRPr>
            </a:lvl8pPr>
            <a:lvl9pPr marL="3657600" algn="l" defTabSz="914400" rtl="0" eaLnBrk="1" latinLnBrk="0" hangingPunct="1">
              <a:defRPr kumimoji="1" sz="1800" kern="1200">
                <a:solidFill>
                  <a:schemeClr val="dk1"/>
                </a:solidFill>
                <a:latin typeface="+mn-lt"/>
                <a:ea typeface="+mn-ea"/>
                <a:cs typeface="+mn-cs"/>
              </a:defRPr>
            </a:lvl9pPr>
          </a:lstStyle>
          <a:p>
            <a:pPr algn="ctr"/>
            <a:r>
              <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シンク</a:t>
            </a:r>
          </a:p>
        </p:txBody>
      </p:sp>
      <p:sp>
        <p:nvSpPr>
          <p:cNvPr id="23" name="角丸四角形吹き出し 44">
            <a:extLst>
              <a:ext uri="{FF2B5EF4-FFF2-40B4-BE49-F238E27FC236}">
                <a16:creationId xmlns:a16="http://schemas.microsoft.com/office/drawing/2014/main" id="{1EEE80DF-807D-4B0F-4D75-C406A54D1013}"/>
              </a:ext>
            </a:extLst>
          </p:cNvPr>
          <p:cNvSpPr/>
          <p:nvPr/>
        </p:nvSpPr>
        <p:spPr bwMode="auto">
          <a:xfrm>
            <a:off x="6636006" y="2528990"/>
            <a:ext cx="1170013" cy="342645"/>
          </a:xfrm>
          <a:prstGeom prst="wedgeRoundRectCallout">
            <a:avLst>
              <a:gd name="adj1" fmla="val -41466"/>
              <a:gd name="adj2" fmla="val 84351"/>
              <a:gd name="adj3" fmla="val 16667"/>
            </a:avLst>
          </a:prstGeom>
          <a:ln>
            <a:headEnd/>
            <a:tailEnd type="triangle" w="sm" len="med"/>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400" dirty="0">
                <a:solidFill>
                  <a:schemeClr val="tx1">
                    <a:lumMod val="65000"/>
                    <a:lumOff val="35000"/>
                  </a:schemeClr>
                </a:solidFill>
                <a:latin typeface="Arial Narrow" panose="020B0606020202030204" pitchFamily="34" charset="0"/>
              </a:rPr>
              <a:t>洗います！</a:t>
            </a:r>
          </a:p>
        </p:txBody>
      </p:sp>
      <p:sp>
        <p:nvSpPr>
          <p:cNvPr id="53" name="平行四辺形 52">
            <a:extLst>
              <a:ext uri="{FF2B5EF4-FFF2-40B4-BE49-F238E27FC236}">
                <a16:creationId xmlns:a16="http://schemas.microsoft.com/office/drawing/2014/main" id="{FF95F860-5DE3-B2D6-94E0-CBCB503C7D71}"/>
              </a:ext>
            </a:extLst>
          </p:cNvPr>
          <p:cNvSpPr/>
          <p:nvPr/>
        </p:nvSpPr>
        <p:spPr bwMode="auto">
          <a:xfrm>
            <a:off x="7626017" y="3609002"/>
            <a:ext cx="15624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4" name="平行四辺形 3">
            <a:extLst>
              <a:ext uri="{FF2B5EF4-FFF2-40B4-BE49-F238E27FC236}">
                <a16:creationId xmlns:a16="http://schemas.microsoft.com/office/drawing/2014/main" id="{2A68D378-4CCE-E176-0E1F-DAD96BF945EA}"/>
              </a:ext>
            </a:extLst>
          </p:cNvPr>
          <p:cNvSpPr/>
          <p:nvPr/>
        </p:nvSpPr>
        <p:spPr bwMode="auto">
          <a:xfrm>
            <a:off x="9066033" y="3609002"/>
            <a:ext cx="15624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62" name="平行四辺形 61">
            <a:extLst>
              <a:ext uri="{FF2B5EF4-FFF2-40B4-BE49-F238E27FC236}">
                <a16:creationId xmlns:a16="http://schemas.microsoft.com/office/drawing/2014/main" id="{7995B36A-8D0F-7599-7550-DE053E0E81C8}"/>
              </a:ext>
            </a:extLst>
          </p:cNvPr>
          <p:cNvSpPr/>
          <p:nvPr/>
        </p:nvSpPr>
        <p:spPr bwMode="auto">
          <a:xfrm>
            <a:off x="10490176" y="3609002"/>
            <a:ext cx="1584176"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28" name="テキスト プレースホルダー 2">
            <a:extLst>
              <a:ext uri="{FF2B5EF4-FFF2-40B4-BE49-F238E27FC236}">
                <a16:creationId xmlns:a16="http://schemas.microsoft.com/office/drawing/2014/main" id="{32D86B75-3048-FB6C-42B0-B42437617A2F}"/>
              </a:ext>
            </a:extLst>
          </p:cNvPr>
          <p:cNvSpPr>
            <a:spLocks noGrp="1"/>
          </p:cNvSpPr>
          <p:nvPr>
            <p:ph type="body" sz="quarter" idx="10"/>
          </p:nvPr>
        </p:nvSpPr>
        <p:spPr>
          <a:xfrm>
            <a:off x="5105989" y="4689014"/>
            <a:ext cx="6840076" cy="1530017"/>
          </a:xfrm>
        </p:spPr>
        <p:txBody>
          <a:bodyPr/>
          <a:lstStyle/>
          <a:p>
            <a:r>
              <a:rPr kumimoji="1" lang="ja-JP" altLang="en-US" dirty="0"/>
              <a:t>洗ったり切ったり炒めたりしたら，台に戻さず</a:t>
            </a:r>
            <a:br>
              <a:rPr kumimoji="1" lang="en-US" altLang="ja-JP" dirty="0"/>
            </a:br>
            <a:r>
              <a:rPr kumimoji="1" lang="ja-JP" altLang="en-US" dirty="0"/>
              <a:t>次の人に渡すようにする</a:t>
            </a:r>
          </a:p>
        </p:txBody>
      </p:sp>
      <p:cxnSp>
        <p:nvCxnSpPr>
          <p:cNvPr id="34" name="直線矢印コネクタ 33">
            <a:extLst>
              <a:ext uri="{FF2B5EF4-FFF2-40B4-BE49-F238E27FC236}">
                <a16:creationId xmlns:a16="http://schemas.microsoft.com/office/drawing/2014/main" id="{6CBE9671-43BC-483E-8711-084F6F0066E3}"/>
              </a:ext>
            </a:extLst>
          </p:cNvPr>
          <p:cNvCxnSpPr>
            <a:cxnSpLocks/>
          </p:cNvCxnSpPr>
          <p:nvPr/>
        </p:nvCxnSpPr>
        <p:spPr bwMode="auto">
          <a:xfrm>
            <a:off x="4295980" y="5409022"/>
            <a:ext cx="657609" cy="207604"/>
          </a:xfrm>
          <a:prstGeom prst="straightConnector1">
            <a:avLst/>
          </a:prstGeom>
          <a:ln w="57150">
            <a:solidFill>
              <a:schemeClr val="accent1"/>
            </a:solidFill>
            <a:headEnd type="none" w="med" len="med"/>
            <a:tailEnd type="triangle"/>
          </a:ln>
        </p:spPr>
        <p:style>
          <a:lnRef idx="2">
            <a:schemeClr val="accent5"/>
          </a:lnRef>
          <a:fillRef idx="0">
            <a:schemeClr val="accent5"/>
          </a:fillRef>
          <a:effectRef idx="1">
            <a:schemeClr val="accent5"/>
          </a:effectRef>
          <a:fontRef idx="minor">
            <a:schemeClr val="tx1"/>
          </a:fontRef>
        </p:style>
      </p:cxnSp>
      <p:cxnSp>
        <p:nvCxnSpPr>
          <p:cNvPr id="37" name="直線矢印コネクタ 36">
            <a:extLst>
              <a:ext uri="{FF2B5EF4-FFF2-40B4-BE49-F238E27FC236}">
                <a16:creationId xmlns:a16="http://schemas.microsoft.com/office/drawing/2014/main" id="{822165BC-5C63-817C-D3B4-28F24AE7B516}"/>
              </a:ext>
            </a:extLst>
          </p:cNvPr>
          <p:cNvCxnSpPr>
            <a:cxnSpLocks/>
          </p:cNvCxnSpPr>
          <p:nvPr/>
        </p:nvCxnSpPr>
        <p:spPr bwMode="auto">
          <a:xfrm>
            <a:off x="4233581" y="5679025"/>
            <a:ext cx="540006" cy="1377617"/>
          </a:xfrm>
          <a:prstGeom prst="straightConnector1">
            <a:avLst/>
          </a:prstGeom>
          <a:ln w="57150">
            <a:solidFill>
              <a:schemeClr val="accent1"/>
            </a:solidFill>
            <a:headEnd type="none" w="med" len="med"/>
            <a:tailEnd type="triangle"/>
          </a:ln>
        </p:spPr>
        <p:style>
          <a:lnRef idx="2">
            <a:schemeClr val="accent5"/>
          </a:lnRef>
          <a:fillRef idx="0">
            <a:schemeClr val="accent5"/>
          </a:fillRef>
          <a:effectRef idx="1">
            <a:schemeClr val="accent5"/>
          </a:effectRef>
          <a:fontRef idx="minor">
            <a:schemeClr val="tx1"/>
          </a:fontRef>
        </p:style>
      </p:cxnSp>
    </p:spTree>
    <p:extLst>
      <p:ext uri="{BB962C8B-B14F-4D97-AF65-F5344CB8AC3E}">
        <p14:creationId xmlns:p14="http://schemas.microsoft.com/office/powerpoint/2010/main" val="86043875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A6CC2E-4FF0-5526-F6F7-22666914043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B771F4E-BA9F-3FA8-BB1B-B4569068C063}"/>
              </a:ext>
            </a:extLst>
          </p:cNvPr>
          <p:cNvSpPr>
            <a:spLocks noGrp="1"/>
          </p:cNvSpPr>
          <p:nvPr>
            <p:ph type="title"/>
          </p:nvPr>
        </p:nvSpPr>
        <p:spPr/>
        <p:txBody>
          <a:bodyPr/>
          <a:lstStyle/>
          <a:p>
            <a:r>
              <a:rPr lang="ja-JP" altLang="en-US" dirty="0"/>
              <a:t>カレー屋さんの場合</a:t>
            </a:r>
            <a:endParaRPr kumimoji="1" lang="ja-JP" altLang="en-US" dirty="0"/>
          </a:p>
        </p:txBody>
      </p:sp>
      <p:sp>
        <p:nvSpPr>
          <p:cNvPr id="12" name="正方形/長方形 11">
            <a:extLst>
              <a:ext uri="{FF2B5EF4-FFF2-40B4-BE49-F238E27FC236}">
                <a16:creationId xmlns:a16="http://schemas.microsoft.com/office/drawing/2014/main" id="{CB1E747F-558A-DA9A-B4AA-046B2DEEB14A}"/>
              </a:ext>
            </a:extLst>
          </p:cNvPr>
          <p:cNvSpPr/>
          <p:nvPr/>
        </p:nvSpPr>
        <p:spPr>
          <a:xfrm>
            <a:off x="6276002" y="4599013"/>
            <a:ext cx="2160024" cy="1384995"/>
          </a:xfrm>
          <a:prstGeom prst="rect">
            <a:avLst/>
          </a:prstGeom>
        </p:spPr>
        <p:txBody>
          <a:bodyPr wrap="square">
            <a:spAutoFit/>
          </a:bodyPr>
          <a:lstStyle/>
          <a:p>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  ） ﾆｯｺﾘ</a:t>
            </a:r>
            <a:endParaRPr lang="en-US" altLang="ja-JP"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endParaRPr>
          </a:p>
          <a:p>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φ</a:t>
            </a:r>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__⊂)__</a:t>
            </a:r>
            <a:endPar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endParaRPr>
          </a:p>
          <a:p>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／旦／三／ ／</a:t>
            </a:r>
            <a:r>
              <a:rPr lang="en-US" altLang="ja-JP"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社長 　　</a:t>
            </a:r>
            <a:r>
              <a:rPr lang="en-US" altLang="ja-JP"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p:txBody>
      </p:sp>
      <p:sp>
        <p:nvSpPr>
          <p:cNvPr id="14" name="正方形/長方形 13">
            <a:extLst>
              <a:ext uri="{FF2B5EF4-FFF2-40B4-BE49-F238E27FC236}">
                <a16:creationId xmlns:a16="http://schemas.microsoft.com/office/drawing/2014/main" id="{64C94842-FCB4-C033-6D8D-09D16C0A7078}"/>
              </a:ext>
            </a:extLst>
          </p:cNvPr>
          <p:cNvSpPr/>
          <p:nvPr/>
        </p:nvSpPr>
        <p:spPr bwMode="auto">
          <a:xfrm>
            <a:off x="971960" y="1178975"/>
            <a:ext cx="630007" cy="540006"/>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pPr algn="ctr"/>
            <a:endParaRPr kumimoji="1" lang="ja-JP" altLang="en-US" sz="1600" dirty="0">
              <a:solidFill>
                <a:schemeClr val="tx1">
                  <a:lumMod val="85000"/>
                  <a:lumOff val="15000"/>
                </a:schemeClr>
              </a:solidFill>
            </a:endParaRPr>
          </a:p>
        </p:txBody>
      </p:sp>
      <p:grpSp>
        <p:nvGrpSpPr>
          <p:cNvPr id="95" name="グループ化 94">
            <a:extLst>
              <a:ext uri="{FF2B5EF4-FFF2-40B4-BE49-F238E27FC236}">
                <a16:creationId xmlns:a16="http://schemas.microsoft.com/office/drawing/2014/main" id="{BD69E3AA-3769-1660-8A68-69C0574EFAAE}"/>
              </a:ext>
            </a:extLst>
          </p:cNvPr>
          <p:cNvGrpSpPr/>
          <p:nvPr/>
        </p:nvGrpSpPr>
        <p:grpSpPr>
          <a:xfrm>
            <a:off x="2225957" y="1538979"/>
            <a:ext cx="2160024" cy="2160020"/>
            <a:chOff x="4925987" y="998973"/>
            <a:chExt cx="4480081" cy="2160020"/>
          </a:xfrm>
        </p:grpSpPr>
        <p:sp>
          <p:nvSpPr>
            <p:cNvPr id="38" name="平行四辺形 37">
              <a:extLst>
                <a:ext uri="{FF2B5EF4-FFF2-40B4-BE49-F238E27FC236}">
                  <a16:creationId xmlns:a16="http://schemas.microsoft.com/office/drawing/2014/main" id="{4D82584E-C7DF-B8E8-579F-A5832BF574C4}"/>
                </a:ext>
              </a:extLst>
            </p:cNvPr>
            <p:cNvSpPr/>
            <p:nvPr/>
          </p:nvSpPr>
          <p:spPr bwMode="auto">
            <a:xfrm>
              <a:off x="4925987" y="998973"/>
              <a:ext cx="1562400" cy="360000"/>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41" name="平行四辺形 40">
              <a:extLst>
                <a:ext uri="{FF2B5EF4-FFF2-40B4-BE49-F238E27FC236}">
                  <a16:creationId xmlns:a16="http://schemas.microsoft.com/office/drawing/2014/main" id="{441DDCA7-4F6F-9BE6-742D-5BFD49903D24}"/>
                </a:ext>
              </a:extLst>
            </p:cNvPr>
            <p:cNvSpPr/>
            <p:nvPr/>
          </p:nvSpPr>
          <p:spPr bwMode="auto">
            <a:xfrm>
              <a:off x="6366003" y="998973"/>
              <a:ext cx="1562400" cy="360000"/>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45" name="平行四辺形 44">
              <a:extLst>
                <a:ext uri="{FF2B5EF4-FFF2-40B4-BE49-F238E27FC236}">
                  <a16:creationId xmlns:a16="http://schemas.microsoft.com/office/drawing/2014/main" id="{783769D7-3343-11BF-E299-D562F7EB0749}"/>
                </a:ext>
              </a:extLst>
            </p:cNvPr>
            <p:cNvSpPr/>
            <p:nvPr/>
          </p:nvSpPr>
          <p:spPr bwMode="auto">
            <a:xfrm>
              <a:off x="7821892" y="998973"/>
              <a:ext cx="1584176" cy="360000"/>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57" name="平行四辺形 56">
              <a:extLst>
                <a:ext uri="{FF2B5EF4-FFF2-40B4-BE49-F238E27FC236}">
                  <a16:creationId xmlns:a16="http://schemas.microsoft.com/office/drawing/2014/main" id="{52C7BE20-935E-5B54-33C0-B54ADB7669E6}"/>
                </a:ext>
              </a:extLst>
            </p:cNvPr>
            <p:cNvSpPr/>
            <p:nvPr/>
          </p:nvSpPr>
          <p:spPr bwMode="auto">
            <a:xfrm>
              <a:off x="4925987" y="1448978"/>
              <a:ext cx="1562400" cy="360000"/>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58" name="平行四辺形 57">
              <a:extLst>
                <a:ext uri="{FF2B5EF4-FFF2-40B4-BE49-F238E27FC236}">
                  <a16:creationId xmlns:a16="http://schemas.microsoft.com/office/drawing/2014/main" id="{A79306E6-25D5-7323-C6C6-7B58DE6765A4}"/>
                </a:ext>
              </a:extLst>
            </p:cNvPr>
            <p:cNvSpPr/>
            <p:nvPr/>
          </p:nvSpPr>
          <p:spPr bwMode="auto">
            <a:xfrm>
              <a:off x="6366003" y="1448978"/>
              <a:ext cx="1562400" cy="360000"/>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59" name="平行四辺形 58">
              <a:extLst>
                <a:ext uri="{FF2B5EF4-FFF2-40B4-BE49-F238E27FC236}">
                  <a16:creationId xmlns:a16="http://schemas.microsoft.com/office/drawing/2014/main" id="{4B9C18C5-1A55-C50C-F965-AA044DA94DCB}"/>
                </a:ext>
              </a:extLst>
            </p:cNvPr>
            <p:cNvSpPr/>
            <p:nvPr/>
          </p:nvSpPr>
          <p:spPr bwMode="auto">
            <a:xfrm>
              <a:off x="7821892" y="1448978"/>
              <a:ext cx="1584176" cy="360000"/>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60" name="平行四辺形 59">
              <a:extLst>
                <a:ext uri="{FF2B5EF4-FFF2-40B4-BE49-F238E27FC236}">
                  <a16:creationId xmlns:a16="http://schemas.microsoft.com/office/drawing/2014/main" id="{DF01F2E5-4663-C890-14DD-7119EBA81BBF}"/>
                </a:ext>
              </a:extLst>
            </p:cNvPr>
            <p:cNvSpPr/>
            <p:nvPr/>
          </p:nvSpPr>
          <p:spPr bwMode="auto">
            <a:xfrm>
              <a:off x="4925987" y="1898983"/>
              <a:ext cx="1562400" cy="360000"/>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61" name="平行四辺形 60">
              <a:extLst>
                <a:ext uri="{FF2B5EF4-FFF2-40B4-BE49-F238E27FC236}">
                  <a16:creationId xmlns:a16="http://schemas.microsoft.com/office/drawing/2014/main" id="{561E4A13-64AA-E32A-ED68-6A2E61FF2E87}"/>
                </a:ext>
              </a:extLst>
            </p:cNvPr>
            <p:cNvSpPr/>
            <p:nvPr/>
          </p:nvSpPr>
          <p:spPr bwMode="auto">
            <a:xfrm>
              <a:off x="6366003" y="1898983"/>
              <a:ext cx="1562400" cy="360000"/>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63" name="平行四辺形 62">
              <a:extLst>
                <a:ext uri="{FF2B5EF4-FFF2-40B4-BE49-F238E27FC236}">
                  <a16:creationId xmlns:a16="http://schemas.microsoft.com/office/drawing/2014/main" id="{9ADE35ED-A62F-A343-9577-F805C639330D}"/>
                </a:ext>
              </a:extLst>
            </p:cNvPr>
            <p:cNvSpPr/>
            <p:nvPr/>
          </p:nvSpPr>
          <p:spPr bwMode="auto">
            <a:xfrm>
              <a:off x="7821892" y="1898983"/>
              <a:ext cx="1584176" cy="360000"/>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64" name="平行四辺形 63">
              <a:extLst>
                <a:ext uri="{FF2B5EF4-FFF2-40B4-BE49-F238E27FC236}">
                  <a16:creationId xmlns:a16="http://schemas.microsoft.com/office/drawing/2014/main" id="{079C4D60-CBD1-600F-5FDE-176B5ACDA1A3}"/>
                </a:ext>
              </a:extLst>
            </p:cNvPr>
            <p:cNvSpPr/>
            <p:nvPr/>
          </p:nvSpPr>
          <p:spPr bwMode="auto">
            <a:xfrm>
              <a:off x="4925987" y="2348988"/>
              <a:ext cx="1562400" cy="360000"/>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65" name="平行四辺形 64">
              <a:extLst>
                <a:ext uri="{FF2B5EF4-FFF2-40B4-BE49-F238E27FC236}">
                  <a16:creationId xmlns:a16="http://schemas.microsoft.com/office/drawing/2014/main" id="{DF759656-D0D2-D9C1-1088-C8C920882097}"/>
                </a:ext>
              </a:extLst>
            </p:cNvPr>
            <p:cNvSpPr/>
            <p:nvPr/>
          </p:nvSpPr>
          <p:spPr bwMode="auto">
            <a:xfrm>
              <a:off x="6366003" y="2348988"/>
              <a:ext cx="1562400" cy="360000"/>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66" name="平行四辺形 65">
              <a:extLst>
                <a:ext uri="{FF2B5EF4-FFF2-40B4-BE49-F238E27FC236}">
                  <a16:creationId xmlns:a16="http://schemas.microsoft.com/office/drawing/2014/main" id="{0D5442FC-74CD-F159-5CB6-33FBACB4077F}"/>
                </a:ext>
              </a:extLst>
            </p:cNvPr>
            <p:cNvSpPr/>
            <p:nvPr/>
          </p:nvSpPr>
          <p:spPr bwMode="auto">
            <a:xfrm>
              <a:off x="7821892" y="2348988"/>
              <a:ext cx="1584176" cy="360000"/>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67" name="平行四辺形 66">
              <a:extLst>
                <a:ext uri="{FF2B5EF4-FFF2-40B4-BE49-F238E27FC236}">
                  <a16:creationId xmlns:a16="http://schemas.microsoft.com/office/drawing/2014/main" id="{1A5C944D-7DE8-E0D9-B203-BE229EDA4554}"/>
                </a:ext>
              </a:extLst>
            </p:cNvPr>
            <p:cNvSpPr/>
            <p:nvPr/>
          </p:nvSpPr>
          <p:spPr bwMode="auto">
            <a:xfrm>
              <a:off x="4925987" y="2798993"/>
              <a:ext cx="1562400" cy="360000"/>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68" name="平行四辺形 67">
              <a:extLst>
                <a:ext uri="{FF2B5EF4-FFF2-40B4-BE49-F238E27FC236}">
                  <a16:creationId xmlns:a16="http://schemas.microsoft.com/office/drawing/2014/main" id="{F0AD6565-85EC-51C5-3DEC-01D89594D7C2}"/>
                </a:ext>
              </a:extLst>
            </p:cNvPr>
            <p:cNvSpPr/>
            <p:nvPr/>
          </p:nvSpPr>
          <p:spPr bwMode="auto">
            <a:xfrm>
              <a:off x="6366003" y="2798993"/>
              <a:ext cx="1562400" cy="360000"/>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69" name="平行四辺形 68">
              <a:extLst>
                <a:ext uri="{FF2B5EF4-FFF2-40B4-BE49-F238E27FC236}">
                  <a16:creationId xmlns:a16="http://schemas.microsoft.com/office/drawing/2014/main" id="{7029B65D-8763-3575-FEB3-4EB4789EE595}"/>
                </a:ext>
              </a:extLst>
            </p:cNvPr>
            <p:cNvSpPr/>
            <p:nvPr/>
          </p:nvSpPr>
          <p:spPr bwMode="auto">
            <a:xfrm>
              <a:off x="7821892" y="2798993"/>
              <a:ext cx="1584176" cy="360000"/>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grpSp>
      <p:sp>
        <p:nvSpPr>
          <p:cNvPr id="70" name="平行四辺形 69">
            <a:extLst>
              <a:ext uri="{FF2B5EF4-FFF2-40B4-BE49-F238E27FC236}">
                <a16:creationId xmlns:a16="http://schemas.microsoft.com/office/drawing/2014/main" id="{B9838289-0B07-CA57-13DE-8965C2A7F1A7}"/>
              </a:ext>
            </a:extLst>
          </p:cNvPr>
          <p:cNvSpPr/>
          <p:nvPr/>
        </p:nvSpPr>
        <p:spPr bwMode="auto">
          <a:xfrm>
            <a:off x="2315957" y="4779019"/>
            <a:ext cx="708426" cy="360000"/>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71" name="平行四辺形 70">
            <a:extLst>
              <a:ext uri="{FF2B5EF4-FFF2-40B4-BE49-F238E27FC236}">
                <a16:creationId xmlns:a16="http://schemas.microsoft.com/office/drawing/2014/main" id="{E9632CF2-AE50-4684-CF44-8C0D88295687}"/>
              </a:ext>
            </a:extLst>
          </p:cNvPr>
          <p:cNvSpPr/>
          <p:nvPr/>
        </p:nvSpPr>
        <p:spPr bwMode="auto">
          <a:xfrm>
            <a:off x="2968891" y="4779019"/>
            <a:ext cx="708426" cy="360000"/>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73" name="平行四辺形 72">
            <a:extLst>
              <a:ext uri="{FF2B5EF4-FFF2-40B4-BE49-F238E27FC236}">
                <a16:creationId xmlns:a16="http://schemas.microsoft.com/office/drawing/2014/main" id="{F19AE7C0-EC69-4A5E-57AF-3F2146256707}"/>
              </a:ext>
            </a:extLst>
          </p:cNvPr>
          <p:cNvSpPr/>
          <p:nvPr/>
        </p:nvSpPr>
        <p:spPr bwMode="auto">
          <a:xfrm>
            <a:off x="3621826" y="4779019"/>
            <a:ext cx="708426" cy="360000"/>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74" name="平行四辺形 73">
            <a:extLst>
              <a:ext uri="{FF2B5EF4-FFF2-40B4-BE49-F238E27FC236}">
                <a16:creationId xmlns:a16="http://schemas.microsoft.com/office/drawing/2014/main" id="{CC0557DE-868A-BF39-CA0E-CDF6884395EA}"/>
              </a:ext>
            </a:extLst>
          </p:cNvPr>
          <p:cNvSpPr/>
          <p:nvPr/>
        </p:nvSpPr>
        <p:spPr bwMode="auto">
          <a:xfrm>
            <a:off x="4274760" y="4779019"/>
            <a:ext cx="708426" cy="360000"/>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72" name="平行四辺形 71">
            <a:extLst>
              <a:ext uri="{FF2B5EF4-FFF2-40B4-BE49-F238E27FC236}">
                <a16:creationId xmlns:a16="http://schemas.microsoft.com/office/drawing/2014/main" id="{C616A06D-97E6-876F-0CBF-7BC7DD93A875}"/>
              </a:ext>
            </a:extLst>
          </p:cNvPr>
          <p:cNvSpPr/>
          <p:nvPr/>
        </p:nvSpPr>
        <p:spPr bwMode="auto">
          <a:xfrm>
            <a:off x="4927694" y="4779019"/>
            <a:ext cx="718300" cy="360000"/>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75" name="平行四辺形 74">
            <a:extLst>
              <a:ext uri="{FF2B5EF4-FFF2-40B4-BE49-F238E27FC236}">
                <a16:creationId xmlns:a16="http://schemas.microsoft.com/office/drawing/2014/main" id="{11FCBE58-308F-E952-1E8C-FA0D5EEB259C}"/>
              </a:ext>
            </a:extLst>
          </p:cNvPr>
          <p:cNvSpPr/>
          <p:nvPr/>
        </p:nvSpPr>
        <p:spPr bwMode="auto">
          <a:xfrm>
            <a:off x="2315957" y="5229024"/>
            <a:ext cx="708426" cy="360000"/>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76" name="平行四辺形 75">
            <a:extLst>
              <a:ext uri="{FF2B5EF4-FFF2-40B4-BE49-F238E27FC236}">
                <a16:creationId xmlns:a16="http://schemas.microsoft.com/office/drawing/2014/main" id="{6562271F-EC3B-72A9-0611-8CCAEE54465D}"/>
              </a:ext>
            </a:extLst>
          </p:cNvPr>
          <p:cNvSpPr/>
          <p:nvPr/>
        </p:nvSpPr>
        <p:spPr bwMode="auto">
          <a:xfrm>
            <a:off x="2968891" y="5229024"/>
            <a:ext cx="708426" cy="360000"/>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77" name="平行四辺形 76">
            <a:extLst>
              <a:ext uri="{FF2B5EF4-FFF2-40B4-BE49-F238E27FC236}">
                <a16:creationId xmlns:a16="http://schemas.microsoft.com/office/drawing/2014/main" id="{CE79CB95-2029-2467-50B5-FE8C014EEBBB}"/>
              </a:ext>
            </a:extLst>
          </p:cNvPr>
          <p:cNvSpPr/>
          <p:nvPr/>
        </p:nvSpPr>
        <p:spPr bwMode="auto">
          <a:xfrm>
            <a:off x="3621826" y="5229024"/>
            <a:ext cx="708426" cy="360000"/>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78" name="平行四辺形 77">
            <a:extLst>
              <a:ext uri="{FF2B5EF4-FFF2-40B4-BE49-F238E27FC236}">
                <a16:creationId xmlns:a16="http://schemas.microsoft.com/office/drawing/2014/main" id="{A025B6C7-8C19-2018-24FF-9B12475230A6}"/>
              </a:ext>
            </a:extLst>
          </p:cNvPr>
          <p:cNvSpPr/>
          <p:nvPr/>
        </p:nvSpPr>
        <p:spPr bwMode="auto">
          <a:xfrm>
            <a:off x="4274760" y="5229024"/>
            <a:ext cx="708426" cy="360000"/>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79" name="平行四辺形 78">
            <a:extLst>
              <a:ext uri="{FF2B5EF4-FFF2-40B4-BE49-F238E27FC236}">
                <a16:creationId xmlns:a16="http://schemas.microsoft.com/office/drawing/2014/main" id="{25BB8F83-C276-5684-A3E2-974E88399DFB}"/>
              </a:ext>
            </a:extLst>
          </p:cNvPr>
          <p:cNvSpPr/>
          <p:nvPr/>
        </p:nvSpPr>
        <p:spPr bwMode="auto">
          <a:xfrm>
            <a:off x="4927694" y="5229024"/>
            <a:ext cx="718300" cy="360000"/>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80" name="平行四辺形 79">
            <a:extLst>
              <a:ext uri="{FF2B5EF4-FFF2-40B4-BE49-F238E27FC236}">
                <a16:creationId xmlns:a16="http://schemas.microsoft.com/office/drawing/2014/main" id="{ABDB63CD-7ACB-3E9C-6100-85DFFFD70885}"/>
              </a:ext>
            </a:extLst>
          </p:cNvPr>
          <p:cNvSpPr/>
          <p:nvPr/>
        </p:nvSpPr>
        <p:spPr bwMode="auto">
          <a:xfrm>
            <a:off x="2315957" y="5679029"/>
            <a:ext cx="708426" cy="360000"/>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81" name="平行四辺形 80">
            <a:extLst>
              <a:ext uri="{FF2B5EF4-FFF2-40B4-BE49-F238E27FC236}">
                <a16:creationId xmlns:a16="http://schemas.microsoft.com/office/drawing/2014/main" id="{2DA569A4-5BA9-157A-7E8F-9934C1613992}"/>
              </a:ext>
            </a:extLst>
          </p:cNvPr>
          <p:cNvSpPr/>
          <p:nvPr/>
        </p:nvSpPr>
        <p:spPr bwMode="auto">
          <a:xfrm>
            <a:off x="2968891" y="5679029"/>
            <a:ext cx="708426" cy="360000"/>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82" name="平行四辺形 81">
            <a:extLst>
              <a:ext uri="{FF2B5EF4-FFF2-40B4-BE49-F238E27FC236}">
                <a16:creationId xmlns:a16="http://schemas.microsoft.com/office/drawing/2014/main" id="{24197884-7410-BF63-D2C4-C8FCB9F31051}"/>
              </a:ext>
            </a:extLst>
          </p:cNvPr>
          <p:cNvSpPr/>
          <p:nvPr/>
        </p:nvSpPr>
        <p:spPr bwMode="auto">
          <a:xfrm>
            <a:off x="3621826" y="5679029"/>
            <a:ext cx="708426" cy="360000"/>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83" name="平行四辺形 82">
            <a:extLst>
              <a:ext uri="{FF2B5EF4-FFF2-40B4-BE49-F238E27FC236}">
                <a16:creationId xmlns:a16="http://schemas.microsoft.com/office/drawing/2014/main" id="{F60EB6AE-78E8-0FBE-DA62-6D261C2D5329}"/>
              </a:ext>
            </a:extLst>
          </p:cNvPr>
          <p:cNvSpPr/>
          <p:nvPr/>
        </p:nvSpPr>
        <p:spPr bwMode="auto">
          <a:xfrm>
            <a:off x="4274760" y="5679029"/>
            <a:ext cx="708426" cy="360000"/>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84" name="平行四辺形 83">
            <a:extLst>
              <a:ext uri="{FF2B5EF4-FFF2-40B4-BE49-F238E27FC236}">
                <a16:creationId xmlns:a16="http://schemas.microsoft.com/office/drawing/2014/main" id="{35E17676-3593-BD1C-CA03-72BAED93B750}"/>
              </a:ext>
            </a:extLst>
          </p:cNvPr>
          <p:cNvSpPr/>
          <p:nvPr/>
        </p:nvSpPr>
        <p:spPr bwMode="auto">
          <a:xfrm>
            <a:off x="4927694" y="5679029"/>
            <a:ext cx="718300" cy="360000"/>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99" name="矢印: 下 98">
            <a:extLst>
              <a:ext uri="{FF2B5EF4-FFF2-40B4-BE49-F238E27FC236}">
                <a16:creationId xmlns:a16="http://schemas.microsoft.com/office/drawing/2014/main" id="{52F6DF29-2F10-94EA-FC52-4E9B10F4282A}"/>
              </a:ext>
            </a:extLst>
          </p:cNvPr>
          <p:cNvSpPr/>
          <p:nvPr/>
        </p:nvSpPr>
        <p:spPr bwMode="auto">
          <a:xfrm>
            <a:off x="3395969" y="3879005"/>
            <a:ext cx="810009" cy="540006"/>
          </a:xfrm>
          <a:prstGeom prst="downArrow">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00" name="平行四辺形 99">
            <a:extLst>
              <a:ext uri="{FF2B5EF4-FFF2-40B4-BE49-F238E27FC236}">
                <a16:creationId xmlns:a16="http://schemas.microsoft.com/office/drawing/2014/main" id="{66DC1A6B-5FED-3FCA-A56C-C7E22F518BD8}"/>
              </a:ext>
            </a:extLst>
          </p:cNvPr>
          <p:cNvSpPr/>
          <p:nvPr/>
        </p:nvSpPr>
        <p:spPr bwMode="auto">
          <a:xfrm>
            <a:off x="965942" y="2438989"/>
            <a:ext cx="630007" cy="377997"/>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01" name="正方形/長方形 100">
            <a:extLst>
              <a:ext uri="{FF2B5EF4-FFF2-40B4-BE49-F238E27FC236}">
                <a16:creationId xmlns:a16="http://schemas.microsoft.com/office/drawing/2014/main" id="{BDBC81C0-0538-3BF8-FD69-D4BC92731B40}"/>
              </a:ext>
            </a:extLst>
          </p:cNvPr>
          <p:cNvSpPr/>
          <p:nvPr/>
        </p:nvSpPr>
        <p:spPr>
          <a:xfrm>
            <a:off x="927782" y="1700325"/>
            <a:ext cx="1478176" cy="738664"/>
          </a:xfrm>
          <a:prstGeom prst="rect">
            <a:avLst/>
          </a:prstGeom>
        </p:spPr>
        <p:txBody>
          <a:bodyPr wrap="squar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102" name="平行四辺形 101">
            <a:extLst>
              <a:ext uri="{FF2B5EF4-FFF2-40B4-BE49-F238E27FC236}">
                <a16:creationId xmlns:a16="http://schemas.microsoft.com/office/drawing/2014/main" id="{B6D2E010-945B-3359-6C80-C2664773A6B1}"/>
              </a:ext>
            </a:extLst>
          </p:cNvPr>
          <p:cNvSpPr/>
          <p:nvPr/>
        </p:nvSpPr>
        <p:spPr bwMode="auto">
          <a:xfrm>
            <a:off x="965942" y="5229024"/>
            <a:ext cx="630007" cy="377997"/>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03" name="正方形/長方形 102">
            <a:extLst>
              <a:ext uri="{FF2B5EF4-FFF2-40B4-BE49-F238E27FC236}">
                <a16:creationId xmlns:a16="http://schemas.microsoft.com/office/drawing/2014/main" id="{730B3BB5-4E9C-1B70-56E9-6EF052722E4E}"/>
              </a:ext>
            </a:extLst>
          </p:cNvPr>
          <p:cNvSpPr/>
          <p:nvPr/>
        </p:nvSpPr>
        <p:spPr>
          <a:xfrm>
            <a:off x="927782" y="4490360"/>
            <a:ext cx="1478176" cy="738664"/>
          </a:xfrm>
          <a:prstGeom prst="rect">
            <a:avLst/>
          </a:prstGeom>
        </p:spPr>
        <p:txBody>
          <a:bodyPr wrap="squar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104" name="テキスト プレースホルダー 2">
            <a:extLst>
              <a:ext uri="{FF2B5EF4-FFF2-40B4-BE49-F238E27FC236}">
                <a16:creationId xmlns:a16="http://schemas.microsoft.com/office/drawing/2014/main" id="{49596800-CE20-BA0B-FA72-83B69645E8EF}"/>
              </a:ext>
            </a:extLst>
          </p:cNvPr>
          <p:cNvSpPr>
            <a:spLocks noGrp="1"/>
          </p:cNvSpPr>
          <p:nvPr>
            <p:ph type="body" sz="quarter" idx="10"/>
          </p:nvPr>
        </p:nvSpPr>
        <p:spPr>
          <a:xfrm>
            <a:off x="4835986" y="1088974"/>
            <a:ext cx="7020078" cy="3060034"/>
          </a:xfrm>
        </p:spPr>
        <p:txBody>
          <a:bodyPr/>
          <a:lstStyle/>
          <a:p>
            <a:r>
              <a:rPr kumimoji="1" lang="ja-JP" altLang="en-US" dirty="0"/>
              <a:t>全体の数は変わらず，赤い部分（演算器）の数が増えている</a:t>
            </a:r>
            <a:endParaRPr kumimoji="1" lang="en-US" altLang="ja-JP" dirty="0"/>
          </a:p>
          <a:p>
            <a:pPr lvl="1"/>
            <a:r>
              <a:rPr kumimoji="1" lang="en-US" altLang="ja-JP" dirty="0"/>
              <a:t>Before: </a:t>
            </a:r>
            <a:r>
              <a:rPr kumimoji="1" lang="ja-JP" altLang="en-US" dirty="0"/>
              <a:t>洗う </a:t>
            </a:r>
            <a:r>
              <a:rPr kumimoji="1" lang="en-US" altLang="ja-JP" dirty="0">
                <a:solidFill>
                  <a:schemeClr val="accent5"/>
                </a:solidFill>
              </a:rPr>
              <a:t>or</a:t>
            </a:r>
            <a:r>
              <a:rPr kumimoji="1" lang="en-US" altLang="ja-JP" dirty="0"/>
              <a:t> </a:t>
            </a:r>
            <a:r>
              <a:rPr kumimoji="1" lang="ja-JP" altLang="en-US" dirty="0"/>
              <a:t>切る</a:t>
            </a:r>
            <a:r>
              <a:rPr lang="en-US" altLang="ja-JP" dirty="0"/>
              <a:t> </a:t>
            </a:r>
            <a:r>
              <a:rPr lang="en-US" altLang="ja-JP" dirty="0">
                <a:solidFill>
                  <a:schemeClr val="accent5"/>
                </a:solidFill>
              </a:rPr>
              <a:t>or</a:t>
            </a:r>
            <a:r>
              <a:rPr lang="en-US" altLang="ja-JP" dirty="0"/>
              <a:t> </a:t>
            </a:r>
            <a:r>
              <a:rPr lang="ja-JP" altLang="en-US" dirty="0"/>
              <a:t>炒める，が合計５つできる</a:t>
            </a:r>
            <a:br>
              <a:rPr lang="en-US" altLang="ja-JP" dirty="0"/>
            </a:br>
            <a:endParaRPr kumimoji="1" lang="en-US" altLang="ja-JP" dirty="0"/>
          </a:p>
          <a:p>
            <a:pPr lvl="1"/>
            <a:r>
              <a:rPr kumimoji="1" lang="en-US" altLang="ja-JP" dirty="0"/>
              <a:t>After: </a:t>
            </a:r>
            <a:r>
              <a:rPr kumimoji="1" lang="ja-JP" altLang="en-US" dirty="0"/>
              <a:t>洗う </a:t>
            </a:r>
            <a:r>
              <a:rPr kumimoji="1" lang="en-US" altLang="ja-JP" dirty="0">
                <a:solidFill>
                  <a:schemeClr val="accent5"/>
                </a:solidFill>
              </a:rPr>
              <a:t>and</a:t>
            </a:r>
            <a:r>
              <a:rPr kumimoji="1" lang="en-US" altLang="ja-JP" dirty="0"/>
              <a:t> </a:t>
            </a:r>
            <a:r>
              <a:rPr kumimoji="1" lang="ja-JP" altLang="en-US" dirty="0"/>
              <a:t>切る </a:t>
            </a:r>
            <a:r>
              <a:rPr kumimoji="1" lang="en-US" altLang="ja-JP" dirty="0">
                <a:solidFill>
                  <a:schemeClr val="accent5"/>
                </a:solidFill>
              </a:rPr>
              <a:t>and</a:t>
            </a:r>
            <a:r>
              <a:rPr kumimoji="1" lang="en-US" altLang="ja-JP" dirty="0"/>
              <a:t> </a:t>
            </a:r>
            <a:r>
              <a:rPr kumimoji="1" lang="ja-JP" altLang="en-US" dirty="0"/>
              <a:t>炒める，が３セットできる</a:t>
            </a:r>
            <a:endParaRPr kumimoji="1" lang="en-US" altLang="ja-JP" dirty="0"/>
          </a:p>
          <a:p>
            <a:pPr lvl="2"/>
            <a:r>
              <a:rPr kumimoji="1" lang="ja-JP" altLang="en-US" dirty="0"/>
              <a:t>炒め終わったものが３つ毎回できる</a:t>
            </a:r>
            <a:endParaRPr kumimoji="1" lang="en-US" altLang="ja-JP" dirty="0"/>
          </a:p>
          <a:p>
            <a:pPr lvl="2"/>
            <a:r>
              <a:rPr lang="ja-JP" altLang="en-US" dirty="0"/>
              <a:t>処理としては合計９つできている</a:t>
            </a:r>
            <a:endParaRPr kumimoji="1" lang="en-US" altLang="ja-JP" dirty="0"/>
          </a:p>
        </p:txBody>
      </p:sp>
      <p:sp>
        <p:nvSpPr>
          <p:cNvPr id="105" name="角丸四角形 45">
            <a:extLst>
              <a:ext uri="{FF2B5EF4-FFF2-40B4-BE49-F238E27FC236}">
                <a16:creationId xmlns:a16="http://schemas.microsoft.com/office/drawing/2014/main" id="{D2383C3E-EAD5-A59B-86B0-FC5D6C067B9C}"/>
              </a:ext>
            </a:extLst>
          </p:cNvPr>
          <p:cNvSpPr/>
          <p:nvPr/>
        </p:nvSpPr>
        <p:spPr bwMode="auto">
          <a:xfrm>
            <a:off x="3035965" y="1448978"/>
            <a:ext cx="540006" cy="360004"/>
          </a:xfrm>
          <a:prstGeom prst="roundRect">
            <a:avLst/>
          </a:prstGeom>
          <a:ln>
            <a:headEnd/>
            <a:tailEnd type="triangle" w="sm" len="med"/>
          </a:ln>
        </p:spPr>
        <p:style>
          <a:lnRef idx="3">
            <a:schemeClr val="lt1"/>
          </a:lnRef>
          <a:fillRef idx="1">
            <a:schemeClr val="accent4"/>
          </a:fillRef>
          <a:effectRef idx="1">
            <a:schemeClr val="accent4"/>
          </a:effectRef>
          <a:fontRef idx="minor">
            <a:schemeClr val="lt1"/>
          </a:fontRef>
        </p:style>
        <p:txBody>
          <a:bodyPr wrap="none" rtlCol="0" anchor="ctr"/>
          <a:lstStyle/>
          <a:p>
            <a:pPr algn="ctr"/>
            <a:r>
              <a:rPr kumimoji="1" lang="ja-JP" altLang="en-US" sz="1400" dirty="0">
                <a:solidFill>
                  <a:schemeClr val="bg1"/>
                </a:solidFill>
                <a:latin typeface="Arial Narrow" panose="020B0606020202030204" pitchFamily="34" charset="0"/>
              </a:rPr>
              <a:t>切る</a:t>
            </a:r>
          </a:p>
        </p:txBody>
      </p:sp>
      <p:sp>
        <p:nvSpPr>
          <p:cNvPr id="106" name="角丸四角形 45">
            <a:extLst>
              <a:ext uri="{FF2B5EF4-FFF2-40B4-BE49-F238E27FC236}">
                <a16:creationId xmlns:a16="http://schemas.microsoft.com/office/drawing/2014/main" id="{1C8340B6-A72B-0B2F-5F08-C8CE4E7D1E8C}"/>
              </a:ext>
            </a:extLst>
          </p:cNvPr>
          <p:cNvSpPr/>
          <p:nvPr/>
        </p:nvSpPr>
        <p:spPr bwMode="auto">
          <a:xfrm>
            <a:off x="3035965" y="1898983"/>
            <a:ext cx="540006" cy="360004"/>
          </a:xfrm>
          <a:prstGeom prst="roundRect">
            <a:avLst/>
          </a:prstGeom>
          <a:ln>
            <a:headEnd/>
            <a:tailEnd type="triangle" w="sm" len="med"/>
          </a:ln>
        </p:spPr>
        <p:style>
          <a:lnRef idx="3">
            <a:schemeClr val="lt1"/>
          </a:lnRef>
          <a:fillRef idx="1">
            <a:schemeClr val="accent4"/>
          </a:fillRef>
          <a:effectRef idx="1">
            <a:schemeClr val="accent4"/>
          </a:effectRef>
          <a:fontRef idx="minor">
            <a:schemeClr val="lt1"/>
          </a:fontRef>
        </p:style>
        <p:txBody>
          <a:bodyPr wrap="none" rtlCol="0" anchor="ctr"/>
          <a:lstStyle/>
          <a:p>
            <a:pPr algn="ctr"/>
            <a:r>
              <a:rPr lang="ja-JP" altLang="en-US" sz="1400" dirty="0">
                <a:solidFill>
                  <a:schemeClr val="bg1"/>
                </a:solidFill>
                <a:latin typeface="Arial Narrow" panose="020B0606020202030204" pitchFamily="34" charset="0"/>
              </a:rPr>
              <a:t>切る</a:t>
            </a:r>
          </a:p>
        </p:txBody>
      </p:sp>
      <p:sp>
        <p:nvSpPr>
          <p:cNvPr id="107" name="角丸四角形 45">
            <a:extLst>
              <a:ext uri="{FF2B5EF4-FFF2-40B4-BE49-F238E27FC236}">
                <a16:creationId xmlns:a16="http://schemas.microsoft.com/office/drawing/2014/main" id="{623DDDC8-CF27-C4D0-95A8-FD5E23985187}"/>
              </a:ext>
            </a:extLst>
          </p:cNvPr>
          <p:cNvSpPr/>
          <p:nvPr/>
        </p:nvSpPr>
        <p:spPr bwMode="auto">
          <a:xfrm>
            <a:off x="3035965" y="2348988"/>
            <a:ext cx="540006" cy="360004"/>
          </a:xfrm>
          <a:prstGeom prst="roundRect">
            <a:avLst/>
          </a:prstGeom>
          <a:ln>
            <a:headEnd/>
            <a:tailEnd type="triangle" w="sm" len="med"/>
          </a:ln>
        </p:spPr>
        <p:style>
          <a:lnRef idx="3">
            <a:schemeClr val="lt1"/>
          </a:lnRef>
          <a:fillRef idx="1">
            <a:schemeClr val="accent4"/>
          </a:fillRef>
          <a:effectRef idx="1">
            <a:schemeClr val="accent4"/>
          </a:effectRef>
          <a:fontRef idx="minor">
            <a:schemeClr val="lt1"/>
          </a:fontRef>
        </p:style>
        <p:txBody>
          <a:bodyPr wrap="none" rtlCol="0" anchor="ctr"/>
          <a:lstStyle/>
          <a:p>
            <a:pPr algn="ctr"/>
            <a:r>
              <a:rPr lang="ja-JP" altLang="en-US" sz="1400" dirty="0">
                <a:solidFill>
                  <a:schemeClr val="bg1"/>
                </a:solidFill>
                <a:latin typeface="Arial Narrow" panose="020B0606020202030204" pitchFamily="34" charset="0"/>
              </a:rPr>
              <a:t>切る</a:t>
            </a:r>
          </a:p>
        </p:txBody>
      </p:sp>
      <p:sp>
        <p:nvSpPr>
          <p:cNvPr id="108" name="角丸四角形 45">
            <a:extLst>
              <a:ext uri="{FF2B5EF4-FFF2-40B4-BE49-F238E27FC236}">
                <a16:creationId xmlns:a16="http://schemas.microsoft.com/office/drawing/2014/main" id="{DD41468E-E672-63C1-6ECE-BE6D161E1C6F}"/>
              </a:ext>
            </a:extLst>
          </p:cNvPr>
          <p:cNvSpPr/>
          <p:nvPr/>
        </p:nvSpPr>
        <p:spPr bwMode="auto">
          <a:xfrm>
            <a:off x="3035965" y="2798993"/>
            <a:ext cx="540006" cy="360004"/>
          </a:xfrm>
          <a:prstGeom prst="roundRect">
            <a:avLst/>
          </a:prstGeom>
          <a:ln>
            <a:headEnd/>
            <a:tailEnd type="triangle" w="sm" len="med"/>
          </a:ln>
        </p:spPr>
        <p:style>
          <a:lnRef idx="3">
            <a:schemeClr val="lt1"/>
          </a:lnRef>
          <a:fillRef idx="1">
            <a:schemeClr val="accent4"/>
          </a:fillRef>
          <a:effectRef idx="1">
            <a:schemeClr val="accent4"/>
          </a:effectRef>
          <a:fontRef idx="minor">
            <a:schemeClr val="lt1"/>
          </a:fontRef>
        </p:style>
        <p:txBody>
          <a:bodyPr wrap="none" rtlCol="0" anchor="ctr"/>
          <a:lstStyle/>
          <a:p>
            <a:pPr algn="ctr"/>
            <a:r>
              <a:rPr lang="ja-JP" altLang="en-US" sz="1400" dirty="0">
                <a:solidFill>
                  <a:schemeClr val="bg1"/>
                </a:solidFill>
                <a:latin typeface="Arial Narrow" panose="020B0606020202030204" pitchFamily="34" charset="0"/>
              </a:rPr>
              <a:t>切る</a:t>
            </a:r>
          </a:p>
        </p:txBody>
      </p:sp>
      <p:sp>
        <p:nvSpPr>
          <p:cNvPr id="109" name="角丸四角形 45">
            <a:extLst>
              <a:ext uri="{FF2B5EF4-FFF2-40B4-BE49-F238E27FC236}">
                <a16:creationId xmlns:a16="http://schemas.microsoft.com/office/drawing/2014/main" id="{E63424E5-1BA3-7820-983E-C0C5D540E066}"/>
              </a:ext>
            </a:extLst>
          </p:cNvPr>
          <p:cNvSpPr/>
          <p:nvPr/>
        </p:nvSpPr>
        <p:spPr bwMode="auto">
          <a:xfrm>
            <a:off x="3035965" y="3248998"/>
            <a:ext cx="540006" cy="360004"/>
          </a:xfrm>
          <a:prstGeom prst="roundRect">
            <a:avLst/>
          </a:prstGeom>
          <a:ln>
            <a:headEnd/>
            <a:tailEnd type="triangle" w="sm" len="med"/>
          </a:ln>
        </p:spPr>
        <p:style>
          <a:lnRef idx="3">
            <a:schemeClr val="lt1"/>
          </a:lnRef>
          <a:fillRef idx="1">
            <a:schemeClr val="accent4"/>
          </a:fillRef>
          <a:effectRef idx="1">
            <a:schemeClr val="accent4"/>
          </a:effectRef>
          <a:fontRef idx="minor">
            <a:schemeClr val="lt1"/>
          </a:fontRef>
        </p:style>
        <p:txBody>
          <a:bodyPr wrap="none" rtlCol="0" anchor="ctr"/>
          <a:lstStyle/>
          <a:p>
            <a:pPr algn="ctr"/>
            <a:r>
              <a:rPr lang="ja-JP" altLang="en-US" sz="1400" dirty="0">
                <a:solidFill>
                  <a:schemeClr val="bg1"/>
                </a:solidFill>
                <a:latin typeface="Arial Narrow" panose="020B0606020202030204" pitchFamily="34" charset="0"/>
              </a:rPr>
              <a:t>切る</a:t>
            </a:r>
          </a:p>
        </p:txBody>
      </p:sp>
      <p:sp>
        <p:nvSpPr>
          <p:cNvPr id="110" name="角丸四角形 45">
            <a:extLst>
              <a:ext uri="{FF2B5EF4-FFF2-40B4-BE49-F238E27FC236}">
                <a16:creationId xmlns:a16="http://schemas.microsoft.com/office/drawing/2014/main" id="{B30E10A3-9F87-E774-460F-E0E29CC5B2AC}"/>
              </a:ext>
            </a:extLst>
          </p:cNvPr>
          <p:cNvSpPr/>
          <p:nvPr/>
        </p:nvSpPr>
        <p:spPr bwMode="auto">
          <a:xfrm>
            <a:off x="3035965" y="4670362"/>
            <a:ext cx="540006" cy="360004"/>
          </a:xfrm>
          <a:prstGeom prst="roundRect">
            <a:avLst/>
          </a:prstGeom>
          <a:ln>
            <a:headEnd/>
            <a:tailEnd type="triangle" w="sm" len="med"/>
          </a:ln>
        </p:spPr>
        <p:style>
          <a:lnRef idx="3">
            <a:schemeClr val="lt1"/>
          </a:lnRef>
          <a:fillRef idx="1">
            <a:schemeClr val="accent4"/>
          </a:fillRef>
          <a:effectRef idx="1">
            <a:schemeClr val="accent4"/>
          </a:effectRef>
          <a:fontRef idx="minor">
            <a:schemeClr val="lt1"/>
          </a:fontRef>
        </p:style>
        <p:txBody>
          <a:bodyPr wrap="none" rtlCol="0" anchor="ctr"/>
          <a:lstStyle/>
          <a:p>
            <a:pPr algn="ctr"/>
            <a:r>
              <a:rPr kumimoji="1" lang="ja-JP" altLang="en-US" sz="1400" dirty="0">
                <a:solidFill>
                  <a:schemeClr val="bg1"/>
                </a:solidFill>
                <a:latin typeface="Arial Narrow" panose="020B0606020202030204" pitchFamily="34" charset="0"/>
              </a:rPr>
              <a:t>洗う</a:t>
            </a:r>
          </a:p>
        </p:txBody>
      </p:sp>
      <p:sp>
        <p:nvSpPr>
          <p:cNvPr id="111" name="角丸四角形 45">
            <a:extLst>
              <a:ext uri="{FF2B5EF4-FFF2-40B4-BE49-F238E27FC236}">
                <a16:creationId xmlns:a16="http://schemas.microsoft.com/office/drawing/2014/main" id="{92F236FA-4804-AE7C-3BDC-C5F9E096B8B5}"/>
              </a:ext>
            </a:extLst>
          </p:cNvPr>
          <p:cNvSpPr/>
          <p:nvPr/>
        </p:nvSpPr>
        <p:spPr bwMode="auto">
          <a:xfrm>
            <a:off x="3665972" y="4670362"/>
            <a:ext cx="540006" cy="360004"/>
          </a:xfrm>
          <a:prstGeom prst="roundRect">
            <a:avLst/>
          </a:prstGeom>
          <a:ln>
            <a:headEnd/>
            <a:tailEnd type="triangle" w="sm" len="med"/>
          </a:ln>
        </p:spPr>
        <p:style>
          <a:lnRef idx="3">
            <a:schemeClr val="lt1"/>
          </a:lnRef>
          <a:fillRef idx="1">
            <a:schemeClr val="accent4"/>
          </a:fillRef>
          <a:effectRef idx="1">
            <a:schemeClr val="accent4"/>
          </a:effectRef>
          <a:fontRef idx="minor">
            <a:schemeClr val="lt1"/>
          </a:fontRef>
        </p:style>
        <p:txBody>
          <a:bodyPr wrap="none" rtlCol="0" anchor="ctr"/>
          <a:lstStyle/>
          <a:p>
            <a:pPr algn="ctr"/>
            <a:r>
              <a:rPr kumimoji="1" lang="ja-JP" altLang="en-US" sz="1400" dirty="0">
                <a:solidFill>
                  <a:schemeClr val="bg1"/>
                </a:solidFill>
                <a:latin typeface="Arial Narrow" panose="020B0606020202030204" pitchFamily="34" charset="0"/>
              </a:rPr>
              <a:t>切る</a:t>
            </a:r>
          </a:p>
        </p:txBody>
      </p:sp>
      <p:sp>
        <p:nvSpPr>
          <p:cNvPr id="112" name="角丸四角形 45">
            <a:extLst>
              <a:ext uri="{FF2B5EF4-FFF2-40B4-BE49-F238E27FC236}">
                <a16:creationId xmlns:a16="http://schemas.microsoft.com/office/drawing/2014/main" id="{97593415-54B6-64FD-3A61-B1270C8330AB}"/>
              </a:ext>
            </a:extLst>
          </p:cNvPr>
          <p:cNvSpPr/>
          <p:nvPr/>
        </p:nvSpPr>
        <p:spPr bwMode="auto">
          <a:xfrm>
            <a:off x="4385980" y="4670362"/>
            <a:ext cx="540006" cy="360004"/>
          </a:xfrm>
          <a:prstGeom prst="roundRect">
            <a:avLst/>
          </a:prstGeom>
          <a:ln>
            <a:headEnd/>
            <a:tailEnd type="triangle" w="sm" len="med"/>
          </a:ln>
        </p:spPr>
        <p:style>
          <a:lnRef idx="3">
            <a:schemeClr val="lt1"/>
          </a:lnRef>
          <a:fillRef idx="1">
            <a:schemeClr val="accent4"/>
          </a:fillRef>
          <a:effectRef idx="1">
            <a:schemeClr val="accent4"/>
          </a:effectRef>
          <a:fontRef idx="minor">
            <a:schemeClr val="lt1"/>
          </a:fontRef>
        </p:style>
        <p:txBody>
          <a:bodyPr wrap="none" rtlCol="0" anchor="ctr"/>
          <a:lstStyle/>
          <a:p>
            <a:pPr algn="ctr"/>
            <a:r>
              <a:rPr lang="ja-JP" altLang="en-US" sz="1400" dirty="0">
                <a:solidFill>
                  <a:schemeClr val="bg1"/>
                </a:solidFill>
                <a:latin typeface="Arial Narrow" panose="020B0606020202030204" pitchFamily="34" charset="0"/>
              </a:rPr>
              <a:t>炒め</a:t>
            </a:r>
            <a:endParaRPr kumimoji="1" lang="ja-JP" altLang="en-US" sz="1400" dirty="0">
              <a:solidFill>
                <a:schemeClr val="bg1"/>
              </a:solidFill>
              <a:latin typeface="Arial Narrow" panose="020B0606020202030204" pitchFamily="34" charset="0"/>
            </a:endParaRPr>
          </a:p>
        </p:txBody>
      </p:sp>
      <p:sp>
        <p:nvSpPr>
          <p:cNvPr id="113" name="角丸四角形 45">
            <a:extLst>
              <a:ext uri="{FF2B5EF4-FFF2-40B4-BE49-F238E27FC236}">
                <a16:creationId xmlns:a16="http://schemas.microsoft.com/office/drawing/2014/main" id="{290C73E7-3FE2-4D64-DD76-E66F5A37CCF0}"/>
              </a:ext>
            </a:extLst>
          </p:cNvPr>
          <p:cNvSpPr/>
          <p:nvPr/>
        </p:nvSpPr>
        <p:spPr bwMode="auto">
          <a:xfrm>
            <a:off x="3035965" y="5210368"/>
            <a:ext cx="540006" cy="360004"/>
          </a:xfrm>
          <a:prstGeom prst="roundRect">
            <a:avLst/>
          </a:prstGeom>
          <a:ln>
            <a:headEnd/>
            <a:tailEnd type="triangle" w="sm" len="med"/>
          </a:ln>
        </p:spPr>
        <p:style>
          <a:lnRef idx="3">
            <a:schemeClr val="lt1"/>
          </a:lnRef>
          <a:fillRef idx="1">
            <a:schemeClr val="accent4"/>
          </a:fillRef>
          <a:effectRef idx="1">
            <a:schemeClr val="accent4"/>
          </a:effectRef>
          <a:fontRef idx="minor">
            <a:schemeClr val="lt1"/>
          </a:fontRef>
        </p:style>
        <p:txBody>
          <a:bodyPr wrap="none" rtlCol="0" anchor="ctr"/>
          <a:lstStyle/>
          <a:p>
            <a:pPr algn="ctr"/>
            <a:r>
              <a:rPr kumimoji="1" lang="ja-JP" altLang="en-US" sz="1400" dirty="0">
                <a:solidFill>
                  <a:schemeClr val="bg1"/>
                </a:solidFill>
                <a:latin typeface="Arial Narrow" panose="020B0606020202030204" pitchFamily="34" charset="0"/>
              </a:rPr>
              <a:t>洗う</a:t>
            </a:r>
          </a:p>
        </p:txBody>
      </p:sp>
      <p:sp>
        <p:nvSpPr>
          <p:cNvPr id="114" name="角丸四角形 45">
            <a:extLst>
              <a:ext uri="{FF2B5EF4-FFF2-40B4-BE49-F238E27FC236}">
                <a16:creationId xmlns:a16="http://schemas.microsoft.com/office/drawing/2014/main" id="{12C0922B-8A80-B6DB-C843-36E832E0EF97}"/>
              </a:ext>
            </a:extLst>
          </p:cNvPr>
          <p:cNvSpPr/>
          <p:nvPr/>
        </p:nvSpPr>
        <p:spPr bwMode="auto">
          <a:xfrm>
            <a:off x="3665972" y="5210368"/>
            <a:ext cx="540006" cy="360004"/>
          </a:xfrm>
          <a:prstGeom prst="roundRect">
            <a:avLst/>
          </a:prstGeom>
          <a:ln>
            <a:headEnd/>
            <a:tailEnd type="triangle" w="sm" len="med"/>
          </a:ln>
        </p:spPr>
        <p:style>
          <a:lnRef idx="3">
            <a:schemeClr val="lt1"/>
          </a:lnRef>
          <a:fillRef idx="1">
            <a:schemeClr val="accent4"/>
          </a:fillRef>
          <a:effectRef idx="1">
            <a:schemeClr val="accent4"/>
          </a:effectRef>
          <a:fontRef idx="minor">
            <a:schemeClr val="lt1"/>
          </a:fontRef>
        </p:style>
        <p:txBody>
          <a:bodyPr wrap="none" rtlCol="0" anchor="ctr"/>
          <a:lstStyle/>
          <a:p>
            <a:pPr algn="ctr"/>
            <a:r>
              <a:rPr kumimoji="1" lang="ja-JP" altLang="en-US" sz="1400" dirty="0">
                <a:solidFill>
                  <a:schemeClr val="bg1"/>
                </a:solidFill>
                <a:latin typeface="Arial Narrow" panose="020B0606020202030204" pitchFamily="34" charset="0"/>
              </a:rPr>
              <a:t>切る</a:t>
            </a:r>
          </a:p>
        </p:txBody>
      </p:sp>
      <p:sp>
        <p:nvSpPr>
          <p:cNvPr id="115" name="角丸四角形 45">
            <a:extLst>
              <a:ext uri="{FF2B5EF4-FFF2-40B4-BE49-F238E27FC236}">
                <a16:creationId xmlns:a16="http://schemas.microsoft.com/office/drawing/2014/main" id="{25211BF2-B175-A37F-DF23-B97424D0116E}"/>
              </a:ext>
            </a:extLst>
          </p:cNvPr>
          <p:cNvSpPr/>
          <p:nvPr/>
        </p:nvSpPr>
        <p:spPr bwMode="auto">
          <a:xfrm>
            <a:off x="4385980" y="5210368"/>
            <a:ext cx="540006" cy="360004"/>
          </a:xfrm>
          <a:prstGeom prst="roundRect">
            <a:avLst/>
          </a:prstGeom>
          <a:ln>
            <a:headEnd/>
            <a:tailEnd type="triangle" w="sm" len="med"/>
          </a:ln>
        </p:spPr>
        <p:style>
          <a:lnRef idx="3">
            <a:schemeClr val="lt1"/>
          </a:lnRef>
          <a:fillRef idx="1">
            <a:schemeClr val="accent4"/>
          </a:fillRef>
          <a:effectRef idx="1">
            <a:schemeClr val="accent4"/>
          </a:effectRef>
          <a:fontRef idx="minor">
            <a:schemeClr val="lt1"/>
          </a:fontRef>
        </p:style>
        <p:txBody>
          <a:bodyPr wrap="none" rtlCol="0" anchor="ctr"/>
          <a:lstStyle/>
          <a:p>
            <a:pPr algn="ctr"/>
            <a:r>
              <a:rPr lang="ja-JP" altLang="en-US" sz="1400" dirty="0">
                <a:solidFill>
                  <a:schemeClr val="bg1"/>
                </a:solidFill>
                <a:latin typeface="Arial Narrow" panose="020B0606020202030204" pitchFamily="34" charset="0"/>
              </a:rPr>
              <a:t>炒め</a:t>
            </a:r>
            <a:endParaRPr kumimoji="1" lang="ja-JP" altLang="en-US" sz="1400" dirty="0">
              <a:solidFill>
                <a:schemeClr val="bg1"/>
              </a:solidFill>
              <a:latin typeface="Arial Narrow" panose="020B0606020202030204" pitchFamily="34" charset="0"/>
            </a:endParaRPr>
          </a:p>
        </p:txBody>
      </p:sp>
      <p:sp>
        <p:nvSpPr>
          <p:cNvPr id="116" name="角丸四角形 45">
            <a:extLst>
              <a:ext uri="{FF2B5EF4-FFF2-40B4-BE49-F238E27FC236}">
                <a16:creationId xmlns:a16="http://schemas.microsoft.com/office/drawing/2014/main" id="{CA20D886-EF09-21A9-E317-FB617FCE89BF}"/>
              </a:ext>
            </a:extLst>
          </p:cNvPr>
          <p:cNvSpPr/>
          <p:nvPr/>
        </p:nvSpPr>
        <p:spPr bwMode="auto">
          <a:xfrm>
            <a:off x="3035965" y="5660373"/>
            <a:ext cx="540006" cy="360004"/>
          </a:xfrm>
          <a:prstGeom prst="roundRect">
            <a:avLst/>
          </a:prstGeom>
          <a:ln>
            <a:headEnd/>
            <a:tailEnd type="triangle" w="sm" len="med"/>
          </a:ln>
        </p:spPr>
        <p:style>
          <a:lnRef idx="3">
            <a:schemeClr val="lt1"/>
          </a:lnRef>
          <a:fillRef idx="1">
            <a:schemeClr val="accent4"/>
          </a:fillRef>
          <a:effectRef idx="1">
            <a:schemeClr val="accent4"/>
          </a:effectRef>
          <a:fontRef idx="minor">
            <a:schemeClr val="lt1"/>
          </a:fontRef>
        </p:style>
        <p:txBody>
          <a:bodyPr wrap="none" rtlCol="0" anchor="ctr"/>
          <a:lstStyle/>
          <a:p>
            <a:pPr algn="ctr"/>
            <a:r>
              <a:rPr kumimoji="1" lang="ja-JP" altLang="en-US" sz="1400" dirty="0">
                <a:solidFill>
                  <a:schemeClr val="bg1"/>
                </a:solidFill>
                <a:latin typeface="Arial Narrow" panose="020B0606020202030204" pitchFamily="34" charset="0"/>
              </a:rPr>
              <a:t>洗う</a:t>
            </a:r>
          </a:p>
        </p:txBody>
      </p:sp>
      <p:sp>
        <p:nvSpPr>
          <p:cNvPr id="117" name="角丸四角形 45">
            <a:extLst>
              <a:ext uri="{FF2B5EF4-FFF2-40B4-BE49-F238E27FC236}">
                <a16:creationId xmlns:a16="http://schemas.microsoft.com/office/drawing/2014/main" id="{EC911D82-50D5-C68D-410B-835CE54010B6}"/>
              </a:ext>
            </a:extLst>
          </p:cNvPr>
          <p:cNvSpPr/>
          <p:nvPr/>
        </p:nvSpPr>
        <p:spPr bwMode="auto">
          <a:xfrm>
            <a:off x="3665972" y="5660373"/>
            <a:ext cx="540006" cy="360004"/>
          </a:xfrm>
          <a:prstGeom prst="roundRect">
            <a:avLst/>
          </a:prstGeom>
          <a:ln>
            <a:headEnd/>
            <a:tailEnd type="triangle" w="sm" len="med"/>
          </a:ln>
        </p:spPr>
        <p:style>
          <a:lnRef idx="3">
            <a:schemeClr val="lt1"/>
          </a:lnRef>
          <a:fillRef idx="1">
            <a:schemeClr val="accent4"/>
          </a:fillRef>
          <a:effectRef idx="1">
            <a:schemeClr val="accent4"/>
          </a:effectRef>
          <a:fontRef idx="minor">
            <a:schemeClr val="lt1"/>
          </a:fontRef>
        </p:style>
        <p:txBody>
          <a:bodyPr wrap="none" rtlCol="0" anchor="ctr"/>
          <a:lstStyle/>
          <a:p>
            <a:pPr algn="ctr"/>
            <a:r>
              <a:rPr kumimoji="1" lang="ja-JP" altLang="en-US" sz="1400" dirty="0">
                <a:solidFill>
                  <a:schemeClr val="bg1"/>
                </a:solidFill>
                <a:latin typeface="Arial Narrow" panose="020B0606020202030204" pitchFamily="34" charset="0"/>
              </a:rPr>
              <a:t>切る</a:t>
            </a:r>
          </a:p>
        </p:txBody>
      </p:sp>
      <p:sp>
        <p:nvSpPr>
          <p:cNvPr id="118" name="角丸四角形 45">
            <a:extLst>
              <a:ext uri="{FF2B5EF4-FFF2-40B4-BE49-F238E27FC236}">
                <a16:creationId xmlns:a16="http://schemas.microsoft.com/office/drawing/2014/main" id="{61B57189-2255-2D54-1552-CBFA63D54701}"/>
              </a:ext>
            </a:extLst>
          </p:cNvPr>
          <p:cNvSpPr/>
          <p:nvPr/>
        </p:nvSpPr>
        <p:spPr bwMode="auto">
          <a:xfrm>
            <a:off x="4385980" y="5660373"/>
            <a:ext cx="540006" cy="360004"/>
          </a:xfrm>
          <a:prstGeom prst="roundRect">
            <a:avLst/>
          </a:prstGeom>
          <a:ln>
            <a:headEnd/>
            <a:tailEnd type="triangle" w="sm" len="med"/>
          </a:ln>
        </p:spPr>
        <p:style>
          <a:lnRef idx="3">
            <a:schemeClr val="lt1"/>
          </a:lnRef>
          <a:fillRef idx="1">
            <a:schemeClr val="accent4"/>
          </a:fillRef>
          <a:effectRef idx="1">
            <a:schemeClr val="accent4"/>
          </a:effectRef>
          <a:fontRef idx="minor">
            <a:schemeClr val="lt1"/>
          </a:fontRef>
        </p:style>
        <p:txBody>
          <a:bodyPr wrap="none" rtlCol="0" anchor="ctr"/>
          <a:lstStyle/>
          <a:p>
            <a:pPr algn="ctr"/>
            <a:r>
              <a:rPr lang="ja-JP" altLang="en-US" sz="1400" dirty="0">
                <a:solidFill>
                  <a:schemeClr val="bg1"/>
                </a:solidFill>
                <a:latin typeface="Arial Narrow" panose="020B0606020202030204" pitchFamily="34" charset="0"/>
              </a:rPr>
              <a:t>炒め</a:t>
            </a:r>
            <a:endParaRPr kumimoji="1" lang="ja-JP" altLang="en-US" sz="1400" dirty="0">
              <a:solidFill>
                <a:schemeClr val="bg1"/>
              </a:solidFill>
              <a:latin typeface="Arial Narrow" panose="020B0606020202030204" pitchFamily="34" charset="0"/>
            </a:endParaRPr>
          </a:p>
        </p:txBody>
      </p:sp>
    </p:spTree>
    <p:extLst>
      <p:ext uri="{BB962C8B-B14F-4D97-AF65-F5344CB8AC3E}">
        <p14:creationId xmlns:p14="http://schemas.microsoft.com/office/powerpoint/2010/main" val="378158609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2722BBD-DCD5-B681-6657-AC83E1B48FF5}"/>
              </a:ext>
            </a:extLst>
          </p:cNvPr>
          <p:cNvSpPr>
            <a:spLocks noGrp="1"/>
          </p:cNvSpPr>
          <p:nvPr>
            <p:ph type="title"/>
          </p:nvPr>
        </p:nvSpPr>
        <p:spPr/>
        <p:txBody>
          <a:bodyPr/>
          <a:lstStyle/>
          <a:p>
            <a:r>
              <a:rPr kumimoji="1" lang="ja-JP" altLang="en-US" dirty="0"/>
              <a:t>行列積の場合：シストリックアレイ</a:t>
            </a:r>
          </a:p>
        </p:txBody>
      </p:sp>
      <p:sp>
        <p:nvSpPr>
          <p:cNvPr id="3" name="テキスト プレースホルダー 2">
            <a:extLst>
              <a:ext uri="{FF2B5EF4-FFF2-40B4-BE49-F238E27FC236}">
                <a16:creationId xmlns:a16="http://schemas.microsoft.com/office/drawing/2014/main" id="{A15CE67C-D6AD-8BA4-76E2-AA2776A467CA}"/>
              </a:ext>
            </a:extLst>
          </p:cNvPr>
          <p:cNvSpPr>
            <a:spLocks noGrp="1"/>
          </p:cNvSpPr>
          <p:nvPr>
            <p:ph type="body" sz="quarter" idx="10"/>
          </p:nvPr>
        </p:nvSpPr>
        <p:spPr>
          <a:xfrm>
            <a:off x="1415948" y="6129030"/>
            <a:ext cx="9540106" cy="450005"/>
          </a:xfrm>
        </p:spPr>
        <p:txBody>
          <a:bodyPr/>
          <a:lstStyle/>
          <a:p>
            <a:pPr lvl="1"/>
            <a:r>
              <a:rPr kumimoji="1" lang="ja-JP" altLang="en-US" dirty="0"/>
              <a:t>上から来た </a:t>
            </a:r>
            <a:r>
              <a:rPr kumimoji="1" lang="en-US" altLang="ja-JP" dirty="0"/>
              <a:t>Input </a:t>
            </a:r>
            <a:r>
              <a:rPr kumimoji="1" lang="ja-JP" altLang="en-US" dirty="0"/>
              <a:t>に </a:t>
            </a:r>
            <a:r>
              <a:rPr kumimoji="1" lang="en-US" altLang="ja-JP" dirty="0"/>
              <a:t>Weight </a:t>
            </a:r>
            <a:r>
              <a:rPr kumimoji="1" lang="ja-JP" altLang="en-US" dirty="0"/>
              <a:t>をかけ</a:t>
            </a:r>
            <a:r>
              <a:rPr lang="ja-JP" altLang="en-US" dirty="0"/>
              <a:t>て，左から来たものに足し，右に流す</a:t>
            </a:r>
            <a:endParaRPr lang="en-US" altLang="ja-JP" dirty="0"/>
          </a:p>
          <a:p>
            <a:pPr lvl="1"/>
            <a:r>
              <a:rPr kumimoji="1" lang="ja-JP" altLang="en-US" dirty="0"/>
              <a:t>右端からドット積の結果がでてくる</a:t>
            </a:r>
          </a:p>
        </p:txBody>
      </p:sp>
      <p:sp>
        <p:nvSpPr>
          <p:cNvPr id="4" name="AutoShape 5">
            <a:extLst>
              <a:ext uri="{FF2B5EF4-FFF2-40B4-BE49-F238E27FC236}">
                <a16:creationId xmlns:a16="http://schemas.microsoft.com/office/drawing/2014/main" id="{151A6C9D-EC82-D462-3530-2810F944758E}"/>
              </a:ext>
            </a:extLst>
          </p:cNvPr>
          <p:cNvSpPr>
            <a:spLocks noChangeArrowheads="1"/>
          </p:cNvSpPr>
          <p:nvPr/>
        </p:nvSpPr>
        <p:spPr bwMode="auto">
          <a:xfrm rot="16200000">
            <a:off x="5267980" y="2006995"/>
            <a:ext cx="864096" cy="648072"/>
          </a:xfrm>
          <a:custGeom>
            <a:avLst/>
            <a:gdLst>
              <a:gd name="T0" fmla="*/ 787598 w 21600"/>
              <a:gd name="T1" fmla="*/ 180181 h 21600"/>
              <a:gd name="T2" fmla="*/ 450056 w 21600"/>
              <a:gd name="T3" fmla="*/ 360362 h 21600"/>
              <a:gd name="T4" fmla="*/ 112514 w 21600"/>
              <a:gd name="T5" fmla="*/ 180181 h 21600"/>
              <a:gd name="T6" fmla="*/ 450056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ln>
            <a:headEnd/>
            <a:tailEnd/>
          </a:ln>
        </p:spPr>
        <p:style>
          <a:lnRef idx="1">
            <a:schemeClr val="accent2"/>
          </a:lnRef>
          <a:fillRef idx="2">
            <a:schemeClr val="accent2"/>
          </a:fillRef>
          <a:effectRef idx="1">
            <a:schemeClr val="accent2"/>
          </a:effectRef>
          <a:fontRef idx="minor">
            <a:schemeClr val="dk1"/>
          </a:fontRef>
        </p:style>
        <p:txBody>
          <a:bodyPr vert="eaVert" wrap="none" anchor="ctr"/>
          <a:lstStyle>
            <a:defPPr>
              <a:defRPr lang="ja-JP"/>
            </a:defPPr>
            <a:lvl1pPr marL="0" algn="l" defTabSz="914400" rtl="0" eaLnBrk="1" latinLnBrk="0" hangingPunct="1">
              <a:defRPr kumimoji="1" sz="1800" kern="1200">
                <a:solidFill>
                  <a:schemeClr val="dk1"/>
                </a:solidFill>
                <a:latin typeface="+mn-lt"/>
                <a:ea typeface="+mn-ea"/>
                <a:cs typeface="+mn-cs"/>
              </a:defRPr>
            </a:lvl1pPr>
            <a:lvl2pPr marL="457200" algn="l" defTabSz="914400" rtl="0" eaLnBrk="1" latinLnBrk="0" hangingPunct="1">
              <a:defRPr kumimoji="1" sz="1800" kern="1200">
                <a:solidFill>
                  <a:schemeClr val="dk1"/>
                </a:solidFill>
                <a:latin typeface="+mn-lt"/>
                <a:ea typeface="+mn-ea"/>
                <a:cs typeface="+mn-cs"/>
              </a:defRPr>
            </a:lvl2pPr>
            <a:lvl3pPr marL="914400" algn="l" defTabSz="914400" rtl="0" eaLnBrk="1" latinLnBrk="0" hangingPunct="1">
              <a:defRPr kumimoji="1" sz="1800" kern="1200">
                <a:solidFill>
                  <a:schemeClr val="dk1"/>
                </a:solidFill>
                <a:latin typeface="+mn-lt"/>
                <a:ea typeface="+mn-ea"/>
                <a:cs typeface="+mn-cs"/>
              </a:defRPr>
            </a:lvl3pPr>
            <a:lvl4pPr marL="1371600" algn="l" defTabSz="914400" rtl="0" eaLnBrk="1" latinLnBrk="0" hangingPunct="1">
              <a:defRPr kumimoji="1" sz="1800" kern="1200">
                <a:solidFill>
                  <a:schemeClr val="dk1"/>
                </a:solidFill>
                <a:latin typeface="+mn-lt"/>
                <a:ea typeface="+mn-ea"/>
                <a:cs typeface="+mn-cs"/>
              </a:defRPr>
            </a:lvl4pPr>
            <a:lvl5pPr marL="1828800" algn="l" defTabSz="914400" rtl="0" eaLnBrk="1" latinLnBrk="0" hangingPunct="1">
              <a:defRPr kumimoji="1" sz="1800" kern="1200">
                <a:solidFill>
                  <a:schemeClr val="dk1"/>
                </a:solidFill>
                <a:latin typeface="+mn-lt"/>
                <a:ea typeface="+mn-ea"/>
                <a:cs typeface="+mn-cs"/>
              </a:defRPr>
            </a:lvl5pPr>
            <a:lvl6pPr marL="2286000" algn="l" defTabSz="914400" rtl="0" eaLnBrk="1" latinLnBrk="0" hangingPunct="1">
              <a:defRPr kumimoji="1" sz="1800" kern="1200">
                <a:solidFill>
                  <a:schemeClr val="dk1"/>
                </a:solidFill>
                <a:latin typeface="+mn-lt"/>
                <a:ea typeface="+mn-ea"/>
                <a:cs typeface="+mn-cs"/>
              </a:defRPr>
            </a:lvl6pPr>
            <a:lvl7pPr marL="2743200" algn="l" defTabSz="914400" rtl="0" eaLnBrk="1" latinLnBrk="0" hangingPunct="1">
              <a:defRPr kumimoji="1" sz="1800" kern="1200">
                <a:solidFill>
                  <a:schemeClr val="dk1"/>
                </a:solidFill>
                <a:latin typeface="+mn-lt"/>
                <a:ea typeface="+mn-ea"/>
                <a:cs typeface="+mn-cs"/>
              </a:defRPr>
            </a:lvl7pPr>
            <a:lvl8pPr marL="3200400" algn="l" defTabSz="914400" rtl="0" eaLnBrk="1" latinLnBrk="0" hangingPunct="1">
              <a:defRPr kumimoji="1" sz="1800" kern="1200">
                <a:solidFill>
                  <a:schemeClr val="dk1"/>
                </a:solidFill>
                <a:latin typeface="+mn-lt"/>
                <a:ea typeface="+mn-ea"/>
                <a:cs typeface="+mn-cs"/>
              </a:defRPr>
            </a:lvl8pPr>
            <a:lvl9pPr marL="3657600" algn="l" defTabSz="914400" rtl="0" eaLnBrk="1" latinLnBrk="0" hangingPunct="1">
              <a:defRPr kumimoji="1" sz="1800" kern="1200">
                <a:solidFill>
                  <a:schemeClr val="dk1"/>
                </a:solidFill>
                <a:latin typeface="+mn-lt"/>
                <a:ea typeface="+mn-ea"/>
                <a:cs typeface="+mn-cs"/>
              </a:defRPr>
            </a:lvl9pPr>
          </a:lstStyle>
          <a:p>
            <a:pPr algn="ctr"/>
            <a:r>
              <a:rPr lang="ja-JP" altLang="en-US" sz="160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乗算</a:t>
            </a:r>
            <a:endParaRPr lang="en-US" altLang="ja-JP" sz="160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160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加算</a:t>
            </a:r>
            <a:endPar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7" name="AutoShape 5">
            <a:extLst>
              <a:ext uri="{FF2B5EF4-FFF2-40B4-BE49-F238E27FC236}">
                <a16:creationId xmlns:a16="http://schemas.microsoft.com/office/drawing/2014/main" id="{0E4A12A2-4CAD-045D-8AD6-31BBF6E23FB1}"/>
              </a:ext>
            </a:extLst>
          </p:cNvPr>
          <p:cNvSpPr>
            <a:spLocks noChangeArrowheads="1"/>
          </p:cNvSpPr>
          <p:nvPr/>
        </p:nvSpPr>
        <p:spPr bwMode="auto">
          <a:xfrm rot="16200000">
            <a:off x="7994722" y="2006995"/>
            <a:ext cx="864096" cy="648072"/>
          </a:xfrm>
          <a:custGeom>
            <a:avLst/>
            <a:gdLst>
              <a:gd name="T0" fmla="*/ 787598 w 21600"/>
              <a:gd name="T1" fmla="*/ 180181 h 21600"/>
              <a:gd name="T2" fmla="*/ 450056 w 21600"/>
              <a:gd name="T3" fmla="*/ 360362 h 21600"/>
              <a:gd name="T4" fmla="*/ 112514 w 21600"/>
              <a:gd name="T5" fmla="*/ 180181 h 21600"/>
              <a:gd name="T6" fmla="*/ 450056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ln>
            <a:headEnd/>
            <a:tailEnd/>
          </a:ln>
        </p:spPr>
        <p:style>
          <a:lnRef idx="1">
            <a:schemeClr val="accent2"/>
          </a:lnRef>
          <a:fillRef idx="2">
            <a:schemeClr val="accent2"/>
          </a:fillRef>
          <a:effectRef idx="1">
            <a:schemeClr val="accent2"/>
          </a:effectRef>
          <a:fontRef idx="minor">
            <a:schemeClr val="dk1"/>
          </a:fontRef>
        </p:style>
        <p:txBody>
          <a:bodyPr vert="eaVert" wrap="none" anchor="ctr"/>
          <a:lstStyle>
            <a:defPPr>
              <a:defRPr lang="ja-JP"/>
            </a:defPPr>
            <a:lvl1pPr marL="0" algn="l" defTabSz="914400" rtl="0" eaLnBrk="1" latinLnBrk="0" hangingPunct="1">
              <a:defRPr kumimoji="1" sz="1800" kern="1200">
                <a:solidFill>
                  <a:schemeClr val="dk1"/>
                </a:solidFill>
                <a:latin typeface="+mn-lt"/>
                <a:ea typeface="+mn-ea"/>
                <a:cs typeface="+mn-cs"/>
              </a:defRPr>
            </a:lvl1pPr>
            <a:lvl2pPr marL="457200" algn="l" defTabSz="914400" rtl="0" eaLnBrk="1" latinLnBrk="0" hangingPunct="1">
              <a:defRPr kumimoji="1" sz="1800" kern="1200">
                <a:solidFill>
                  <a:schemeClr val="dk1"/>
                </a:solidFill>
                <a:latin typeface="+mn-lt"/>
                <a:ea typeface="+mn-ea"/>
                <a:cs typeface="+mn-cs"/>
              </a:defRPr>
            </a:lvl2pPr>
            <a:lvl3pPr marL="914400" algn="l" defTabSz="914400" rtl="0" eaLnBrk="1" latinLnBrk="0" hangingPunct="1">
              <a:defRPr kumimoji="1" sz="1800" kern="1200">
                <a:solidFill>
                  <a:schemeClr val="dk1"/>
                </a:solidFill>
                <a:latin typeface="+mn-lt"/>
                <a:ea typeface="+mn-ea"/>
                <a:cs typeface="+mn-cs"/>
              </a:defRPr>
            </a:lvl3pPr>
            <a:lvl4pPr marL="1371600" algn="l" defTabSz="914400" rtl="0" eaLnBrk="1" latinLnBrk="0" hangingPunct="1">
              <a:defRPr kumimoji="1" sz="1800" kern="1200">
                <a:solidFill>
                  <a:schemeClr val="dk1"/>
                </a:solidFill>
                <a:latin typeface="+mn-lt"/>
                <a:ea typeface="+mn-ea"/>
                <a:cs typeface="+mn-cs"/>
              </a:defRPr>
            </a:lvl4pPr>
            <a:lvl5pPr marL="1828800" algn="l" defTabSz="914400" rtl="0" eaLnBrk="1" latinLnBrk="0" hangingPunct="1">
              <a:defRPr kumimoji="1" sz="1800" kern="1200">
                <a:solidFill>
                  <a:schemeClr val="dk1"/>
                </a:solidFill>
                <a:latin typeface="+mn-lt"/>
                <a:ea typeface="+mn-ea"/>
                <a:cs typeface="+mn-cs"/>
              </a:defRPr>
            </a:lvl5pPr>
            <a:lvl6pPr marL="2286000" algn="l" defTabSz="914400" rtl="0" eaLnBrk="1" latinLnBrk="0" hangingPunct="1">
              <a:defRPr kumimoji="1" sz="1800" kern="1200">
                <a:solidFill>
                  <a:schemeClr val="dk1"/>
                </a:solidFill>
                <a:latin typeface="+mn-lt"/>
                <a:ea typeface="+mn-ea"/>
                <a:cs typeface="+mn-cs"/>
              </a:defRPr>
            </a:lvl6pPr>
            <a:lvl7pPr marL="2743200" algn="l" defTabSz="914400" rtl="0" eaLnBrk="1" latinLnBrk="0" hangingPunct="1">
              <a:defRPr kumimoji="1" sz="1800" kern="1200">
                <a:solidFill>
                  <a:schemeClr val="dk1"/>
                </a:solidFill>
                <a:latin typeface="+mn-lt"/>
                <a:ea typeface="+mn-ea"/>
                <a:cs typeface="+mn-cs"/>
              </a:defRPr>
            </a:lvl7pPr>
            <a:lvl8pPr marL="3200400" algn="l" defTabSz="914400" rtl="0" eaLnBrk="1" latinLnBrk="0" hangingPunct="1">
              <a:defRPr kumimoji="1" sz="1800" kern="1200">
                <a:solidFill>
                  <a:schemeClr val="dk1"/>
                </a:solidFill>
                <a:latin typeface="+mn-lt"/>
                <a:ea typeface="+mn-ea"/>
                <a:cs typeface="+mn-cs"/>
              </a:defRPr>
            </a:lvl8pPr>
            <a:lvl9pPr marL="3657600" algn="l" defTabSz="914400" rtl="0" eaLnBrk="1" latinLnBrk="0" hangingPunct="1">
              <a:defRPr kumimoji="1" sz="1800" kern="1200">
                <a:solidFill>
                  <a:schemeClr val="dk1"/>
                </a:solidFill>
                <a:latin typeface="+mn-lt"/>
                <a:ea typeface="+mn-ea"/>
                <a:cs typeface="+mn-cs"/>
              </a:defRPr>
            </a:lvl9pPr>
          </a:lstStyle>
          <a:p>
            <a:pPr algn="ctr"/>
            <a:r>
              <a:rPr lang="ja-JP" altLang="en-US" sz="160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乗算</a:t>
            </a:r>
            <a:endParaRPr lang="en-US" altLang="ja-JP" sz="160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160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加算</a:t>
            </a:r>
            <a:endPar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9" name="AutoShape 5">
            <a:extLst>
              <a:ext uri="{FF2B5EF4-FFF2-40B4-BE49-F238E27FC236}">
                <a16:creationId xmlns:a16="http://schemas.microsoft.com/office/drawing/2014/main" id="{D2516DC0-A729-6AF1-01C6-45264CF1C60F}"/>
              </a:ext>
            </a:extLst>
          </p:cNvPr>
          <p:cNvSpPr>
            <a:spLocks noChangeArrowheads="1"/>
          </p:cNvSpPr>
          <p:nvPr/>
        </p:nvSpPr>
        <p:spPr bwMode="auto">
          <a:xfrm rot="16200000">
            <a:off x="2387948" y="2006995"/>
            <a:ext cx="864096" cy="648072"/>
          </a:xfrm>
          <a:custGeom>
            <a:avLst/>
            <a:gdLst>
              <a:gd name="T0" fmla="*/ 787598 w 21600"/>
              <a:gd name="T1" fmla="*/ 180181 h 21600"/>
              <a:gd name="T2" fmla="*/ 450056 w 21600"/>
              <a:gd name="T3" fmla="*/ 360362 h 21600"/>
              <a:gd name="T4" fmla="*/ 112514 w 21600"/>
              <a:gd name="T5" fmla="*/ 180181 h 21600"/>
              <a:gd name="T6" fmla="*/ 450056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ln>
            <a:headEnd/>
            <a:tailEnd/>
          </a:ln>
        </p:spPr>
        <p:style>
          <a:lnRef idx="1">
            <a:schemeClr val="accent2"/>
          </a:lnRef>
          <a:fillRef idx="2">
            <a:schemeClr val="accent2"/>
          </a:fillRef>
          <a:effectRef idx="1">
            <a:schemeClr val="accent2"/>
          </a:effectRef>
          <a:fontRef idx="minor">
            <a:schemeClr val="dk1"/>
          </a:fontRef>
        </p:style>
        <p:txBody>
          <a:bodyPr vert="eaVert" wrap="none" anchor="ctr"/>
          <a:lstStyle>
            <a:defPPr>
              <a:defRPr lang="ja-JP"/>
            </a:defPPr>
            <a:lvl1pPr marL="0" algn="l" defTabSz="914400" rtl="0" eaLnBrk="1" latinLnBrk="0" hangingPunct="1">
              <a:defRPr kumimoji="1" sz="1800" kern="1200">
                <a:solidFill>
                  <a:schemeClr val="dk1"/>
                </a:solidFill>
                <a:latin typeface="+mn-lt"/>
                <a:ea typeface="+mn-ea"/>
                <a:cs typeface="+mn-cs"/>
              </a:defRPr>
            </a:lvl1pPr>
            <a:lvl2pPr marL="457200" algn="l" defTabSz="914400" rtl="0" eaLnBrk="1" latinLnBrk="0" hangingPunct="1">
              <a:defRPr kumimoji="1" sz="1800" kern="1200">
                <a:solidFill>
                  <a:schemeClr val="dk1"/>
                </a:solidFill>
                <a:latin typeface="+mn-lt"/>
                <a:ea typeface="+mn-ea"/>
                <a:cs typeface="+mn-cs"/>
              </a:defRPr>
            </a:lvl2pPr>
            <a:lvl3pPr marL="914400" algn="l" defTabSz="914400" rtl="0" eaLnBrk="1" latinLnBrk="0" hangingPunct="1">
              <a:defRPr kumimoji="1" sz="1800" kern="1200">
                <a:solidFill>
                  <a:schemeClr val="dk1"/>
                </a:solidFill>
                <a:latin typeface="+mn-lt"/>
                <a:ea typeface="+mn-ea"/>
                <a:cs typeface="+mn-cs"/>
              </a:defRPr>
            </a:lvl3pPr>
            <a:lvl4pPr marL="1371600" algn="l" defTabSz="914400" rtl="0" eaLnBrk="1" latinLnBrk="0" hangingPunct="1">
              <a:defRPr kumimoji="1" sz="1800" kern="1200">
                <a:solidFill>
                  <a:schemeClr val="dk1"/>
                </a:solidFill>
                <a:latin typeface="+mn-lt"/>
                <a:ea typeface="+mn-ea"/>
                <a:cs typeface="+mn-cs"/>
              </a:defRPr>
            </a:lvl4pPr>
            <a:lvl5pPr marL="1828800" algn="l" defTabSz="914400" rtl="0" eaLnBrk="1" latinLnBrk="0" hangingPunct="1">
              <a:defRPr kumimoji="1" sz="1800" kern="1200">
                <a:solidFill>
                  <a:schemeClr val="dk1"/>
                </a:solidFill>
                <a:latin typeface="+mn-lt"/>
                <a:ea typeface="+mn-ea"/>
                <a:cs typeface="+mn-cs"/>
              </a:defRPr>
            </a:lvl5pPr>
            <a:lvl6pPr marL="2286000" algn="l" defTabSz="914400" rtl="0" eaLnBrk="1" latinLnBrk="0" hangingPunct="1">
              <a:defRPr kumimoji="1" sz="1800" kern="1200">
                <a:solidFill>
                  <a:schemeClr val="dk1"/>
                </a:solidFill>
                <a:latin typeface="+mn-lt"/>
                <a:ea typeface="+mn-ea"/>
                <a:cs typeface="+mn-cs"/>
              </a:defRPr>
            </a:lvl6pPr>
            <a:lvl7pPr marL="2743200" algn="l" defTabSz="914400" rtl="0" eaLnBrk="1" latinLnBrk="0" hangingPunct="1">
              <a:defRPr kumimoji="1" sz="1800" kern="1200">
                <a:solidFill>
                  <a:schemeClr val="dk1"/>
                </a:solidFill>
                <a:latin typeface="+mn-lt"/>
                <a:ea typeface="+mn-ea"/>
                <a:cs typeface="+mn-cs"/>
              </a:defRPr>
            </a:lvl7pPr>
            <a:lvl8pPr marL="3200400" algn="l" defTabSz="914400" rtl="0" eaLnBrk="1" latinLnBrk="0" hangingPunct="1">
              <a:defRPr kumimoji="1" sz="1800" kern="1200">
                <a:solidFill>
                  <a:schemeClr val="dk1"/>
                </a:solidFill>
                <a:latin typeface="+mn-lt"/>
                <a:ea typeface="+mn-ea"/>
                <a:cs typeface="+mn-cs"/>
              </a:defRPr>
            </a:lvl8pPr>
            <a:lvl9pPr marL="3657600" algn="l" defTabSz="914400" rtl="0" eaLnBrk="1" latinLnBrk="0" hangingPunct="1">
              <a:defRPr kumimoji="1" sz="1800" kern="1200">
                <a:solidFill>
                  <a:schemeClr val="dk1"/>
                </a:solidFill>
                <a:latin typeface="+mn-lt"/>
                <a:ea typeface="+mn-ea"/>
                <a:cs typeface="+mn-cs"/>
              </a:defRPr>
            </a:lvl9pPr>
          </a:lstStyle>
          <a:p>
            <a:pPr algn="ctr"/>
            <a:r>
              <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乗算</a:t>
            </a:r>
            <a:endParaRPr lang="en-US" altLang="ja-JP"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加算</a:t>
            </a:r>
          </a:p>
        </p:txBody>
      </p:sp>
      <p:sp>
        <p:nvSpPr>
          <p:cNvPr id="11" name="正方形/長方形 10">
            <a:extLst>
              <a:ext uri="{FF2B5EF4-FFF2-40B4-BE49-F238E27FC236}">
                <a16:creationId xmlns:a16="http://schemas.microsoft.com/office/drawing/2014/main" id="{ADC2AC41-4900-1248-8A34-85A94F5E18F6}"/>
              </a:ext>
            </a:extLst>
          </p:cNvPr>
          <p:cNvSpPr/>
          <p:nvPr/>
        </p:nvSpPr>
        <p:spPr bwMode="auto">
          <a:xfrm>
            <a:off x="2495960" y="2708992"/>
            <a:ext cx="630007" cy="540006"/>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pPr algn="ctr"/>
            <a:r>
              <a:rPr lang="ja-JP" altLang="en-US" sz="1600" dirty="0">
                <a:solidFill>
                  <a:schemeClr val="tx1">
                    <a:lumMod val="75000"/>
                    <a:lumOff val="25000"/>
                  </a:schemeClr>
                </a:solidFill>
              </a:rPr>
              <a:t>重み </a:t>
            </a:r>
            <a:r>
              <a:rPr lang="en-US" altLang="ja-JP" sz="1600" dirty="0">
                <a:solidFill>
                  <a:schemeClr val="tx1">
                    <a:lumMod val="75000"/>
                    <a:lumOff val="25000"/>
                  </a:schemeClr>
                </a:solidFill>
              </a:rPr>
              <a:t>W0</a:t>
            </a:r>
            <a:endParaRPr lang="ja-JP" altLang="en-US" sz="1600" dirty="0">
              <a:solidFill>
                <a:schemeClr val="tx1">
                  <a:lumMod val="75000"/>
                  <a:lumOff val="25000"/>
                </a:schemeClr>
              </a:solidFill>
            </a:endParaRPr>
          </a:p>
        </p:txBody>
      </p:sp>
      <p:sp>
        <p:nvSpPr>
          <p:cNvPr id="12" name="正方形/長方形 11">
            <a:extLst>
              <a:ext uri="{FF2B5EF4-FFF2-40B4-BE49-F238E27FC236}">
                <a16:creationId xmlns:a16="http://schemas.microsoft.com/office/drawing/2014/main" id="{51BE2CCD-177C-2D71-3BA3-E81AD6FE53A5}"/>
              </a:ext>
            </a:extLst>
          </p:cNvPr>
          <p:cNvSpPr/>
          <p:nvPr/>
        </p:nvSpPr>
        <p:spPr bwMode="auto">
          <a:xfrm>
            <a:off x="5344491" y="2708992"/>
            <a:ext cx="693008" cy="540006"/>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pPr algn="ctr"/>
            <a:r>
              <a:rPr lang="ja-JP" altLang="en-US" sz="1600" dirty="0">
                <a:solidFill>
                  <a:schemeClr val="tx1">
                    <a:lumMod val="75000"/>
                    <a:lumOff val="25000"/>
                  </a:schemeClr>
                </a:solidFill>
              </a:rPr>
              <a:t>重み </a:t>
            </a:r>
            <a:r>
              <a:rPr lang="en-US" altLang="ja-JP" sz="1600" dirty="0">
                <a:solidFill>
                  <a:schemeClr val="tx1">
                    <a:lumMod val="75000"/>
                    <a:lumOff val="25000"/>
                  </a:schemeClr>
                </a:solidFill>
              </a:rPr>
              <a:t>W1</a:t>
            </a:r>
            <a:endParaRPr lang="ja-JP" altLang="en-US" sz="1600" dirty="0">
              <a:solidFill>
                <a:schemeClr val="tx1">
                  <a:lumMod val="75000"/>
                  <a:lumOff val="25000"/>
                </a:schemeClr>
              </a:solidFill>
            </a:endParaRPr>
          </a:p>
        </p:txBody>
      </p:sp>
      <p:sp>
        <p:nvSpPr>
          <p:cNvPr id="13" name="正方形/長方形 12">
            <a:extLst>
              <a:ext uri="{FF2B5EF4-FFF2-40B4-BE49-F238E27FC236}">
                <a16:creationId xmlns:a16="http://schemas.microsoft.com/office/drawing/2014/main" id="{26D701F4-B422-A6B7-DC51-511FAFFB1E80}"/>
              </a:ext>
            </a:extLst>
          </p:cNvPr>
          <p:cNvSpPr/>
          <p:nvPr/>
        </p:nvSpPr>
        <p:spPr bwMode="auto">
          <a:xfrm>
            <a:off x="8103022" y="2690999"/>
            <a:ext cx="693008" cy="540006"/>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pPr algn="ctr"/>
            <a:r>
              <a:rPr lang="ja-JP" altLang="en-US" sz="1600" dirty="0">
                <a:solidFill>
                  <a:schemeClr val="tx1">
                    <a:lumMod val="75000"/>
                    <a:lumOff val="25000"/>
                  </a:schemeClr>
                </a:solidFill>
              </a:rPr>
              <a:t>重み </a:t>
            </a:r>
            <a:r>
              <a:rPr lang="en-US" altLang="ja-JP" sz="1600" dirty="0">
                <a:solidFill>
                  <a:schemeClr val="tx1">
                    <a:lumMod val="75000"/>
                    <a:lumOff val="25000"/>
                  </a:schemeClr>
                </a:solidFill>
              </a:rPr>
              <a:t>W2</a:t>
            </a:r>
            <a:endParaRPr lang="ja-JP" altLang="en-US" sz="1600" dirty="0">
              <a:solidFill>
                <a:schemeClr val="tx1">
                  <a:lumMod val="75000"/>
                  <a:lumOff val="25000"/>
                </a:schemeClr>
              </a:solidFill>
            </a:endParaRPr>
          </a:p>
        </p:txBody>
      </p:sp>
      <p:sp>
        <p:nvSpPr>
          <p:cNvPr id="14" name="四角形: 角を丸くする 13">
            <a:extLst>
              <a:ext uri="{FF2B5EF4-FFF2-40B4-BE49-F238E27FC236}">
                <a16:creationId xmlns:a16="http://schemas.microsoft.com/office/drawing/2014/main" id="{67813A88-D9FA-8D0E-FBB4-3E237A95935A}"/>
              </a:ext>
            </a:extLst>
          </p:cNvPr>
          <p:cNvSpPr/>
          <p:nvPr/>
        </p:nvSpPr>
        <p:spPr bwMode="auto">
          <a:xfrm>
            <a:off x="2495960" y="908972"/>
            <a:ext cx="720008" cy="540006"/>
          </a:xfrm>
          <a:prstGeom prst="roundRect">
            <a:avLst/>
          </a:prstGeom>
          <a:ln>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In0</a:t>
            </a:r>
            <a:endParaRPr kumimoji="1" lang="ja-JP" altLang="en-US" dirty="0">
              <a:solidFill>
                <a:schemeClr val="tx1">
                  <a:lumMod val="75000"/>
                  <a:lumOff val="25000"/>
                </a:schemeClr>
              </a:solidFill>
              <a:latin typeface="+mn-ea"/>
            </a:endParaRPr>
          </a:p>
        </p:txBody>
      </p:sp>
      <p:sp>
        <p:nvSpPr>
          <p:cNvPr id="15" name="四角形: 角を丸くする 14">
            <a:extLst>
              <a:ext uri="{FF2B5EF4-FFF2-40B4-BE49-F238E27FC236}">
                <a16:creationId xmlns:a16="http://schemas.microsoft.com/office/drawing/2014/main" id="{7205633C-FCC1-0F97-2AAB-7CD1E9819390}"/>
              </a:ext>
            </a:extLst>
          </p:cNvPr>
          <p:cNvSpPr/>
          <p:nvPr/>
        </p:nvSpPr>
        <p:spPr bwMode="auto">
          <a:xfrm>
            <a:off x="1145945" y="2078985"/>
            <a:ext cx="720008" cy="540006"/>
          </a:xfrm>
          <a:prstGeom prst="roundRect">
            <a:avLst/>
          </a:prstGeom>
          <a:ln>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dirty="0">
                <a:solidFill>
                  <a:schemeClr val="tx1">
                    <a:lumMod val="75000"/>
                    <a:lumOff val="25000"/>
                  </a:schemeClr>
                </a:solidFill>
                <a:latin typeface="+mn-ea"/>
              </a:rPr>
              <a:t>0</a:t>
            </a:r>
            <a:endParaRPr kumimoji="1" lang="ja-JP" altLang="en-US" dirty="0">
              <a:solidFill>
                <a:schemeClr val="tx1">
                  <a:lumMod val="75000"/>
                  <a:lumOff val="25000"/>
                </a:schemeClr>
              </a:solidFill>
              <a:latin typeface="+mn-ea"/>
            </a:endParaRPr>
          </a:p>
        </p:txBody>
      </p:sp>
      <p:sp>
        <p:nvSpPr>
          <p:cNvPr id="16" name="矢印: 右 15">
            <a:extLst>
              <a:ext uri="{FF2B5EF4-FFF2-40B4-BE49-F238E27FC236}">
                <a16:creationId xmlns:a16="http://schemas.microsoft.com/office/drawing/2014/main" id="{98A6A592-8733-293A-C3B4-79125DE729A0}"/>
              </a:ext>
            </a:extLst>
          </p:cNvPr>
          <p:cNvSpPr/>
          <p:nvPr/>
        </p:nvSpPr>
        <p:spPr bwMode="auto">
          <a:xfrm rot="5400000">
            <a:off x="2630961" y="1493979"/>
            <a:ext cx="360004" cy="450005"/>
          </a:xfrm>
          <a:prstGeom prst="rightArrow">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8" name="四角形: 角を丸くする 17">
            <a:extLst>
              <a:ext uri="{FF2B5EF4-FFF2-40B4-BE49-F238E27FC236}">
                <a16:creationId xmlns:a16="http://schemas.microsoft.com/office/drawing/2014/main" id="{8FF24FEE-5A62-C12F-5276-5F30589B29B0}"/>
              </a:ext>
            </a:extLst>
          </p:cNvPr>
          <p:cNvSpPr/>
          <p:nvPr/>
        </p:nvSpPr>
        <p:spPr bwMode="auto">
          <a:xfrm>
            <a:off x="3755974" y="2078985"/>
            <a:ext cx="1080012" cy="540006"/>
          </a:xfrm>
          <a:prstGeom prst="roundRect">
            <a:avLst/>
          </a:prstGeom>
          <a:ln>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In0*W0</a:t>
            </a:r>
            <a:endParaRPr kumimoji="1" lang="ja-JP" altLang="en-US" dirty="0">
              <a:solidFill>
                <a:schemeClr val="tx1">
                  <a:lumMod val="75000"/>
                  <a:lumOff val="25000"/>
                </a:schemeClr>
              </a:solidFill>
              <a:latin typeface="+mn-ea"/>
            </a:endParaRPr>
          </a:p>
        </p:txBody>
      </p:sp>
      <p:sp>
        <p:nvSpPr>
          <p:cNvPr id="19" name="矢印: 右 18">
            <a:extLst>
              <a:ext uri="{FF2B5EF4-FFF2-40B4-BE49-F238E27FC236}">
                <a16:creationId xmlns:a16="http://schemas.microsoft.com/office/drawing/2014/main" id="{5112B6DE-6001-4C5D-534E-A5B1E36DE889}"/>
              </a:ext>
            </a:extLst>
          </p:cNvPr>
          <p:cNvSpPr/>
          <p:nvPr/>
        </p:nvSpPr>
        <p:spPr bwMode="auto">
          <a:xfrm>
            <a:off x="2045955" y="2078985"/>
            <a:ext cx="360004" cy="450005"/>
          </a:xfrm>
          <a:prstGeom prst="rightArrow">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20" name="矢印: 右 19">
            <a:extLst>
              <a:ext uri="{FF2B5EF4-FFF2-40B4-BE49-F238E27FC236}">
                <a16:creationId xmlns:a16="http://schemas.microsoft.com/office/drawing/2014/main" id="{DDD4AC0C-082B-32E8-6B18-CACAECAC6EB7}"/>
              </a:ext>
            </a:extLst>
          </p:cNvPr>
          <p:cNvSpPr/>
          <p:nvPr/>
        </p:nvSpPr>
        <p:spPr bwMode="auto">
          <a:xfrm>
            <a:off x="3305969" y="2078985"/>
            <a:ext cx="360004" cy="450005"/>
          </a:xfrm>
          <a:prstGeom prst="rightArrow">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24" name="AutoShape 5">
            <a:extLst>
              <a:ext uri="{FF2B5EF4-FFF2-40B4-BE49-F238E27FC236}">
                <a16:creationId xmlns:a16="http://schemas.microsoft.com/office/drawing/2014/main" id="{61A30055-B6E2-F93E-6F5C-43BAF0926F69}"/>
              </a:ext>
            </a:extLst>
          </p:cNvPr>
          <p:cNvSpPr>
            <a:spLocks noChangeArrowheads="1"/>
          </p:cNvSpPr>
          <p:nvPr/>
        </p:nvSpPr>
        <p:spPr bwMode="auto">
          <a:xfrm rot="16200000">
            <a:off x="5267980" y="4617024"/>
            <a:ext cx="864096" cy="648072"/>
          </a:xfrm>
          <a:custGeom>
            <a:avLst/>
            <a:gdLst>
              <a:gd name="T0" fmla="*/ 787598 w 21600"/>
              <a:gd name="T1" fmla="*/ 180181 h 21600"/>
              <a:gd name="T2" fmla="*/ 450056 w 21600"/>
              <a:gd name="T3" fmla="*/ 360362 h 21600"/>
              <a:gd name="T4" fmla="*/ 112514 w 21600"/>
              <a:gd name="T5" fmla="*/ 180181 h 21600"/>
              <a:gd name="T6" fmla="*/ 450056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ln>
            <a:headEnd/>
            <a:tailEnd/>
          </a:ln>
        </p:spPr>
        <p:style>
          <a:lnRef idx="1">
            <a:schemeClr val="accent2"/>
          </a:lnRef>
          <a:fillRef idx="2">
            <a:schemeClr val="accent2"/>
          </a:fillRef>
          <a:effectRef idx="1">
            <a:schemeClr val="accent2"/>
          </a:effectRef>
          <a:fontRef idx="minor">
            <a:schemeClr val="dk1"/>
          </a:fontRef>
        </p:style>
        <p:txBody>
          <a:bodyPr vert="eaVert" wrap="none" anchor="ctr"/>
          <a:lstStyle>
            <a:defPPr>
              <a:defRPr lang="ja-JP"/>
            </a:defPPr>
            <a:lvl1pPr marL="0" algn="l" defTabSz="914400" rtl="0" eaLnBrk="1" latinLnBrk="0" hangingPunct="1">
              <a:defRPr kumimoji="1" sz="1800" kern="1200">
                <a:solidFill>
                  <a:schemeClr val="dk1"/>
                </a:solidFill>
                <a:latin typeface="+mn-lt"/>
                <a:ea typeface="+mn-ea"/>
                <a:cs typeface="+mn-cs"/>
              </a:defRPr>
            </a:lvl1pPr>
            <a:lvl2pPr marL="457200" algn="l" defTabSz="914400" rtl="0" eaLnBrk="1" latinLnBrk="0" hangingPunct="1">
              <a:defRPr kumimoji="1" sz="1800" kern="1200">
                <a:solidFill>
                  <a:schemeClr val="dk1"/>
                </a:solidFill>
                <a:latin typeface="+mn-lt"/>
                <a:ea typeface="+mn-ea"/>
                <a:cs typeface="+mn-cs"/>
              </a:defRPr>
            </a:lvl2pPr>
            <a:lvl3pPr marL="914400" algn="l" defTabSz="914400" rtl="0" eaLnBrk="1" latinLnBrk="0" hangingPunct="1">
              <a:defRPr kumimoji="1" sz="1800" kern="1200">
                <a:solidFill>
                  <a:schemeClr val="dk1"/>
                </a:solidFill>
                <a:latin typeface="+mn-lt"/>
                <a:ea typeface="+mn-ea"/>
                <a:cs typeface="+mn-cs"/>
              </a:defRPr>
            </a:lvl3pPr>
            <a:lvl4pPr marL="1371600" algn="l" defTabSz="914400" rtl="0" eaLnBrk="1" latinLnBrk="0" hangingPunct="1">
              <a:defRPr kumimoji="1" sz="1800" kern="1200">
                <a:solidFill>
                  <a:schemeClr val="dk1"/>
                </a:solidFill>
                <a:latin typeface="+mn-lt"/>
                <a:ea typeface="+mn-ea"/>
                <a:cs typeface="+mn-cs"/>
              </a:defRPr>
            </a:lvl4pPr>
            <a:lvl5pPr marL="1828800" algn="l" defTabSz="914400" rtl="0" eaLnBrk="1" latinLnBrk="0" hangingPunct="1">
              <a:defRPr kumimoji="1" sz="1800" kern="1200">
                <a:solidFill>
                  <a:schemeClr val="dk1"/>
                </a:solidFill>
                <a:latin typeface="+mn-lt"/>
                <a:ea typeface="+mn-ea"/>
                <a:cs typeface="+mn-cs"/>
              </a:defRPr>
            </a:lvl5pPr>
            <a:lvl6pPr marL="2286000" algn="l" defTabSz="914400" rtl="0" eaLnBrk="1" latinLnBrk="0" hangingPunct="1">
              <a:defRPr kumimoji="1" sz="1800" kern="1200">
                <a:solidFill>
                  <a:schemeClr val="dk1"/>
                </a:solidFill>
                <a:latin typeface="+mn-lt"/>
                <a:ea typeface="+mn-ea"/>
                <a:cs typeface="+mn-cs"/>
              </a:defRPr>
            </a:lvl6pPr>
            <a:lvl7pPr marL="2743200" algn="l" defTabSz="914400" rtl="0" eaLnBrk="1" latinLnBrk="0" hangingPunct="1">
              <a:defRPr kumimoji="1" sz="1800" kern="1200">
                <a:solidFill>
                  <a:schemeClr val="dk1"/>
                </a:solidFill>
                <a:latin typeface="+mn-lt"/>
                <a:ea typeface="+mn-ea"/>
                <a:cs typeface="+mn-cs"/>
              </a:defRPr>
            </a:lvl7pPr>
            <a:lvl8pPr marL="3200400" algn="l" defTabSz="914400" rtl="0" eaLnBrk="1" latinLnBrk="0" hangingPunct="1">
              <a:defRPr kumimoji="1" sz="1800" kern="1200">
                <a:solidFill>
                  <a:schemeClr val="dk1"/>
                </a:solidFill>
                <a:latin typeface="+mn-lt"/>
                <a:ea typeface="+mn-ea"/>
                <a:cs typeface="+mn-cs"/>
              </a:defRPr>
            </a:lvl8pPr>
            <a:lvl9pPr marL="3657600" algn="l" defTabSz="914400" rtl="0" eaLnBrk="1" latinLnBrk="0" hangingPunct="1">
              <a:defRPr kumimoji="1" sz="1800" kern="1200">
                <a:solidFill>
                  <a:schemeClr val="dk1"/>
                </a:solidFill>
                <a:latin typeface="+mn-lt"/>
                <a:ea typeface="+mn-ea"/>
                <a:cs typeface="+mn-cs"/>
              </a:defRPr>
            </a:lvl9pPr>
          </a:lstStyle>
          <a:p>
            <a:pPr algn="ctr"/>
            <a:r>
              <a:rPr lang="ja-JP" altLang="en-US" sz="160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乗算</a:t>
            </a:r>
            <a:endParaRPr lang="en-US" altLang="ja-JP" sz="160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160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加算</a:t>
            </a:r>
            <a:endPar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25" name="AutoShape 5">
            <a:extLst>
              <a:ext uri="{FF2B5EF4-FFF2-40B4-BE49-F238E27FC236}">
                <a16:creationId xmlns:a16="http://schemas.microsoft.com/office/drawing/2014/main" id="{8BC22576-D052-A357-F1E0-5EB4F5C9E3F6}"/>
              </a:ext>
            </a:extLst>
          </p:cNvPr>
          <p:cNvSpPr>
            <a:spLocks noChangeArrowheads="1"/>
          </p:cNvSpPr>
          <p:nvPr/>
        </p:nvSpPr>
        <p:spPr bwMode="auto">
          <a:xfrm rot="16200000">
            <a:off x="7994722" y="4617024"/>
            <a:ext cx="864096" cy="648072"/>
          </a:xfrm>
          <a:custGeom>
            <a:avLst/>
            <a:gdLst>
              <a:gd name="T0" fmla="*/ 787598 w 21600"/>
              <a:gd name="T1" fmla="*/ 180181 h 21600"/>
              <a:gd name="T2" fmla="*/ 450056 w 21600"/>
              <a:gd name="T3" fmla="*/ 360362 h 21600"/>
              <a:gd name="T4" fmla="*/ 112514 w 21600"/>
              <a:gd name="T5" fmla="*/ 180181 h 21600"/>
              <a:gd name="T6" fmla="*/ 450056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ln>
            <a:headEnd/>
            <a:tailEnd/>
          </a:ln>
        </p:spPr>
        <p:style>
          <a:lnRef idx="1">
            <a:schemeClr val="accent2"/>
          </a:lnRef>
          <a:fillRef idx="2">
            <a:schemeClr val="accent2"/>
          </a:fillRef>
          <a:effectRef idx="1">
            <a:schemeClr val="accent2"/>
          </a:effectRef>
          <a:fontRef idx="minor">
            <a:schemeClr val="dk1"/>
          </a:fontRef>
        </p:style>
        <p:txBody>
          <a:bodyPr vert="eaVert" wrap="none" anchor="ctr"/>
          <a:lstStyle>
            <a:defPPr>
              <a:defRPr lang="ja-JP"/>
            </a:defPPr>
            <a:lvl1pPr marL="0" algn="l" defTabSz="914400" rtl="0" eaLnBrk="1" latinLnBrk="0" hangingPunct="1">
              <a:defRPr kumimoji="1" sz="1800" kern="1200">
                <a:solidFill>
                  <a:schemeClr val="dk1"/>
                </a:solidFill>
                <a:latin typeface="+mn-lt"/>
                <a:ea typeface="+mn-ea"/>
                <a:cs typeface="+mn-cs"/>
              </a:defRPr>
            </a:lvl1pPr>
            <a:lvl2pPr marL="457200" algn="l" defTabSz="914400" rtl="0" eaLnBrk="1" latinLnBrk="0" hangingPunct="1">
              <a:defRPr kumimoji="1" sz="1800" kern="1200">
                <a:solidFill>
                  <a:schemeClr val="dk1"/>
                </a:solidFill>
                <a:latin typeface="+mn-lt"/>
                <a:ea typeface="+mn-ea"/>
                <a:cs typeface="+mn-cs"/>
              </a:defRPr>
            </a:lvl2pPr>
            <a:lvl3pPr marL="914400" algn="l" defTabSz="914400" rtl="0" eaLnBrk="1" latinLnBrk="0" hangingPunct="1">
              <a:defRPr kumimoji="1" sz="1800" kern="1200">
                <a:solidFill>
                  <a:schemeClr val="dk1"/>
                </a:solidFill>
                <a:latin typeface="+mn-lt"/>
                <a:ea typeface="+mn-ea"/>
                <a:cs typeface="+mn-cs"/>
              </a:defRPr>
            </a:lvl3pPr>
            <a:lvl4pPr marL="1371600" algn="l" defTabSz="914400" rtl="0" eaLnBrk="1" latinLnBrk="0" hangingPunct="1">
              <a:defRPr kumimoji="1" sz="1800" kern="1200">
                <a:solidFill>
                  <a:schemeClr val="dk1"/>
                </a:solidFill>
                <a:latin typeface="+mn-lt"/>
                <a:ea typeface="+mn-ea"/>
                <a:cs typeface="+mn-cs"/>
              </a:defRPr>
            </a:lvl4pPr>
            <a:lvl5pPr marL="1828800" algn="l" defTabSz="914400" rtl="0" eaLnBrk="1" latinLnBrk="0" hangingPunct="1">
              <a:defRPr kumimoji="1" sz="1800" kern="1200">
                <a:solidFill>
                  <a:schemeClr val="dk1"/>
                </a:solidFill>
                <a:latin typeface="+mn-lt"/>
                <a:ea typeface="+mn-ea"/>
                <a:cs typeface="+mn-cs"/>
              </a:defRPr>
            </a:lvl5pPr>
            <a:lvl6pPr marL="2286000" algn="l" defTabSz="914400" rtl="0" eaLnBrk="1" latinLnBrk="0" hangingPunct="1">
              <a:defRPr kumimoji="1" sz="1800" kern="1200">
                <a:solidFill>
                  <a:schemeClr val="dk1"/>
                </a:solidFill>
                <a:latin typeface="+mn-lt"/>
                <a:ea typeface="+mn-ea"/>
                <a:cs typeface="+mn-cs"/>
              </a:defRPr>
            </a:lvl6pPr>
            <a:lvl7pPr marL="2743200" algn="l" defTabSz="914400" rtl="0" eaLnBrk="1" latinLnBrk="0" hangingPunct="1">
              <a:defRPr kumimoji="1" sz="1800" kern="1200">
                <a:solidFill>
                  <a:schemeClr val="dk1"/>
                </a:solidFill>
                <a:latin typeface="+mn-lt"/>
                <a:ea typeface="+mn-ea"/>
                <a:cs typeface="+mn-cs"/>
              </a:defRPr>
            </a:lvl7pPr>
            <a:lvl8pPr marL="3200400" algn="l" defTabSz="914400" rtl="0" eaLnBrk="1" latinLnBrk="0" hangingPunct="1">
              <a:defRPr kumimoji="1" sz="1800" kern="1200">
                <a:solidFill>
                  <a:schemeClr val="dk1"/>
                </a:solidFill>
                <a:latin typeface="+mn-lt"/>
                <a:ea typeface="+mn-ea"/>
                <a:cs typeface="+mn-cs"/>
              </a:defRPr>
            </a:lvl8pPr>
            <a:lvl9pPr marL="3657600" algn="l" defTabSz="914400" rtl="0" eaLnBrk="1" latinLnBrk="0" hangingPunct="1">
              <a:defRPr kumimoji="1" sz="1800" kern="1200">
                <a:solidFill>
                  <a:schemeClr val="dk1"/>
                </a:solidFill>
                <a:latin typeface="+mn-lt"/>
                <a:ea typeface="+mn-ea"/>
                <a:cs typeface="+mn-cs"/>
              </a:defRPr>
            </a:lvl9pPr>
          </a:lstStyle>
          <a:p>
            <a:pPr algn="ctr"/>
            <a:r>
              <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乗算</a:t>
            </a:r>
            <a:endParaRPr lang="en-US" altLang="ja-JP"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加算</a:t>
            </a:r>
          </a:p>
        </p:txBody>
      </p:sp>
      <p:sp>
        <p:nvSpPr>
          <p:cNvPr id="26" name="AutoShape 5">
            <a:extLst>
              <a:ext uri="{FF2B5EF4-FFF2-40B4-BE49-F238E27FC236}">
                <a16:creationId xmlns:a16="http://schemas.microsoft.com/office/drawing/2014/main" id="{AFD8FA98-ABD2-B4AB-B650-574ECA417B65}"/>
              </a:ext>
            </a:extLst>
          </p:cNvPr>
          <p:cNvSpPr>
            <a:spLocks noChangeArrowheads="1"/>
          </p:cNvSpPr>
          <p:nvPr/>
        </p:nvSpPr>
        <p:spPr bwMode="auto">
          <a:xfrm rot="16200000">
            <a:off x="2387948" y="4617024"/>
            <a:ext cx="864096" cy="648072"/>
          </a:xfrm>
          <a:custGeom>
            <a:avLst/>
            <a:gdLst>
              <a:gd name="T0" fmla="*/ 787598 w 21600"/>
              <a:gd name="T1" fmla="*/ 180181 h 21600"/>
              <a:gd name="T2" fmla="*/ 450056 w 21600"/>
              <a:gd name="T3" fmla="*/ 360362 h 21600"/>
              <a:gd name="T4" fmla="*/ 112514 w 21600"/>
              <a:gd name="T5" fmla="*/ 180181 h 21600"/>
              <a:gd name="T6" fmla="*/ 450056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ln>
            <a:headEnd/>
            <a:tailEnd/>
          </a:ln>
        </p:spPr>
        <p:style>
          <a:lnRef idx="1">
            <a:schemeClr val="accent2"/>
          </a:lnRef>
          <a:fillRef idx="2">
            <a:schemeClr val="accent2"/>
          </a:fillRef>
          <a:effectRef idx="1">
            <a:schemeClr val="accent2"/>
          </a:effectRef>
          <a:fontRef idx="minor">
            <a:schemeClr val="dk1"/>
          </a:fontRef>
        </p:style>
        <p:txBody>
          <a:bodyPr vert="eaVert" wrap="none" anchor="ctr"/>
          <a:lstStyle>
            <a:defPPr>
              <a:defRPr lang="ja-JP"/>
            </a:defPPr>
            <a:lvl1pPr marL="0" algn="l" defTabSz="914400" rtl="0" eaLnBrk="1" latinLnBrk="0" hangingPunct="1">
              <a:defRPr kumimoji="1" sz="1800" kern="1200">
                <a:solidFill>
                  <a:schemeClr val="dk1"/>
                </a:solidFill>
                <a:latin typeface="+mn-lt"/>
                <a:ea typeface="+mn-ea"/>
                <a:cs typeface="+mn-cs"/>
              </a:defRPr>
            </a:lvl1pPr>
            <a:lvl2pPr marL="457200" algn="l" defTabSz="914400" rtl="0" eaLnBrk="1" latinLnBrk="0" hangingPunct="1">
              <a:defRPr kumimoji="1" sz="1800" kern="1200">
                <a:solidFill>
                  <a:schemeClr val="dk1"/>
                </a:solidFill>
                <a:latin typeface="+mn-lt"/>
                <a:ea typeface="+mn-ea"/>
                <a:cs typeface="+mn-cs"/>
              </a:defRPr>
            </a:lvl2pPr>
            <a:lvl3pPr marL="914400" algn="l" defTabSz="914400" rtl="0" eaLnBrk="1" latinLnBrk="0" hangingPunct="1">
              <a:defRPr kumimoji="1" sz="1800" kern="1200">
                <a:solidFill>
                  <a:schemeClr val="dk1"/>
                </a:solidFill>
                <a:latin typeface="+mn-lt"/>
                <a:ea typeface="+mn-ea"/>
                <a:cs typeface="+mn-cs"/>
              </a:defRPr>
            </a:lvl3pPr>
            <a:lvl4pPr marL="1371600" algn="l" defTabSz="914400" rtl="0" eaLnBrk="1" latinLnBrk="0" hangingPunct="1">
              <a:defRPr kumimoji="1" sz="1800" kern="1200">
                <a:solidFill>
                  <a:schemeClr val="dk1"/>
                </a:solidFill>
                <a:latin typeface="+mn-lt"/>
                <a:ea typeface="+mn-ea"/>
                <a:cs typeface="+mn-cs"/>
              </a:defRPr>
            </a:lvl4pPr>
            <a:lvl5pPr marL="1828800" algn="l" defTabSz="914400" rtl="0" eaLnBrk="1" latinLnBrk="0" hangingPunct="1">
              <a:defRPr kumimoji="1" sz="1800" kern="1200">
                <a:solidFill>
                  <a:schemeClr val="dk1"/>
                </a:solidFill>
                <a:latin typeface="+mn-lt"/>
                <a:ea typeface="+mn-ea"/>
                <a:cs typeface="+mn-cs"/>
              </a:defRPr>
            </a:lvl5pPr>
            <a:lvl6pPr marL="2286000" algn="l" defTabSz="914400" rtl="0" eaLnBrk="1" latinLnBrk="0" hangingPunct="1">
              <a:defRPr kumimoji="1" sz="1800" kern="1200">
                <a:solidFill>
                  <a:schemeClr val="dk1"/>
                </a:solidFill>
                <a:latin typeface="+mn-lt"/>
                <a:ea typeface="+mn-ea"/>
                <a:cs typeface="+mn-cs"/>
              </a:defRPr>
            </a:lvl6pPr>
            <a:lvl7pPr marL="2743200" algn="l" defTabSz="914400" rtl="0" eaLnBrk="1" latinLnBrk="0" hangingPunct="1">
              <a:defRPr kumimoji="1" sz="1800" kern="1200">
                <a:solidFill>
                  <a:schemeClr val="dk1"/>
                </a:solidFill>
                <a:latin typeface="+mn-lt"/>
                <a:ea typeface="+mn-ea"/>
                <a:cs typeface="+mn-cs"/>
              </a:defRPr>
            </a:lvl7pPr>
            <a:lvl8pPr marL="3200400" algn="l" defTabSz="914400" rtl="0" eaLnBrk="1" latinLnBrk="0" hangingPunct="1">
              <a:defRPr kumimoji="1" sz="1800" kern="1200">
                <a:solidFill>
                  <a:schemeClr val="dk1"/>
                </a:solidFill>
                <a:latin typeface="+mn-lt"/>
                <a:ea typeface="+mn-ea"/>
                <a:cs typeface="+mn-cs"/>
              </a:defRPr>
            </a:lvl8pPr>
            <a:lvl9pPr marL="3657600" algn="l" defTabSz="914400" rtl="0" eaLnBrk="1" latinLnBrk="0" hangingPunct="1">
              <a:defRPr kumimoji="1" sz="1800" kern="1200">
                <a:solidFill>
                  <a:schemeClr val="dk1"/>
                </a:solidFill>
                <a:latin typeface="+mn-lt"/>
                <a:ea typeface="+mn-ea"/>
                <a:cs typeface="+mn-cs"/>
              </a:defRPr>
            </a:lvl9pPr>
          </a:lstStyle>
          <a:p>
            <a:pPr algn="ctr"/>
            <a:r>
              <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乗算</a:t>
            </a:r>
            <a:endParaRPr lang="en-US" altLang="ja-JP"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加算</a:t>
            </a:r>
          </a:p>
        </p:txBody>
      </p:sp>
      <p:sp>
        <p:nvSpPr>
          <p:cNvPr id="27" name="正方形/長方形 26">
            <a:extLst>
              <a:ext uri="{FF2B5EF4-FFF2-40B4-BE49-F238E27FC236}">
                <a16:creationId xmlns:a16="http://schemas.microsoft.com/office/drawing/2014/main" id="{29FD1BAF-E120-25A1-A087-83D5275F344F}"/>
              </a:ext>
            </a:extLst>
          </p:cNvPr>
          <p:cNvSpPr/>
          <p:nvPr/>
        </p:nvSpPr>
        <p:spPr bwMode="auto">
          <a:xfrm>
            <a:off x="2495960" y="5319021"/>
            <a:ext cx="630007" cy="540006"/>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pPr algn="ctr"/>
            <a:r>
              <a:rPr lang="ja-JP" altLang="en-US" sz="1600" dirty="0">
                <a:solidFill>
                  <a:schemeClr val="tx1">
                    <a:lumMod val="75000"/>
                    <a:lumOff val="25000"/>
                  </a:schemeClr>
                </a:solidFill>
              </a:rPr>
              <a:t>重み </a:t>
            </a:r>
            <a:r>
              <a:rPr lang="en-US" altLang="ja-JP" sz="1600" dirty="0">
                <a:solidFill>
                  <a:schemeClr val="tx1">
                    <a:lumMod val="75000"/>
                    <a:lumOff val="25000"/>
                  </a:schemeClr>
                </a:solidFill>
              </a:rPr>
              <a:t>W0</a:t>
            </a:r>
            <a:endParaRPr lang="ja-JP" altLang="en-US" sz="1600" dirty="0">
              <a:solidFill>
                <a:schemeClr val="tx1">
                  <a:lumMod val="75000"/>
                  <a:lumOff val="25000"/>
                </a:schemeClr>
              </a:solidFill>
            </a:endParaRPr>
          </a:p>
        </p:txBody>
      </p:sp>
      <p:sp>
        <p:nvSpPr>
          <p:cNvPr id="28" name="正方形/長方形 27">
            <a:extLst>
              <a:ext uri="{FF2B5EF4-FFF2-40B4-BE49-F238E27FC236}">
                <a16:creationId xmlns:a16="http://schemas.microsoft.com/office/drawing/2014/main" id="{941F918A-4460-9247-5A05-2EADD9964116}"/>
              </a:ext>
            </a:extLst>
          </p:cNvPr>
          <p:cNvSpPr/>
          <p:nvPr/>
        </p:nvSpPr>
        <p:spPr bwMode="auto">
          <a:xfrm>
            <a:off x="5344491" y="5319021"/>
            <a:ext cx="693008" cy="540006"/>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pPr algn="ctr"/>
            <a:r>
              <a:rPr lang="ja-JP" altLang="en-US" sz="1600" dirty="0">
                <a:solidFill>
                  <a:schemeClr val="tx1">
                    <a:lumMod val="75000"/>
                    <a:lumOff val="25000"/>
                  </a:schemeClr>
                </a:solidFill>
              </a:rPr>
              <a:t>重み </a:t>
            </a:r>
            <a:r>
              <a:rPr lang="en-US" altLang="ja-JP" sz="1600" dirty="0">
                <a:solidFill>
                  <a:schemeClr val="tx1">
                    <a:lumMod val="75000"/>
                    <a:lumOff val="25000"/>
                  </a:schemeClr>
                </a:solidFill>
              </a:rPr>
              <a:t>W1</a:t>
            </a:r>
            <a:endParaRPr lang="ja-JP" altLang="en-US" sz="1600" dirty="0">
              <a:solidFill>
                <a:schemeClr val="tx1">
                  <a:lumMod val="75000"/>
                  <a:lumOff val="25000"/>
                </a:schemeClr>
              </a:solidFill>
            </a:endParaRPr>
          </a:p>
        </p:txBody>
      </p:sp>
      <p:sp>
        <p:nvSpPr>
          <p:cNvPr id="29" name="正方形/長方形 28">
            <a:extLst>
              <a:ext uri="{FF2B5EF4-FFF2-40B4-BE49-F238E27FC236}">
                <a16:creationId xmlns:a16="http://schemas.microsoft.com/office/drawing/2014/main" id="{6004D0E0-B712-AFD5-AA7A-E8B2C46B0AE6}"/>
              </a:ext>
            </a:extLst>
          </p:cNvPr>
          <p:cNvSpPr/>
          <p:nvPr/>
        </p:nvSpPr>
        <p:spPr bwMode="auto">
          <a:xfrm>
            <a:off x="8103022" y="5301028"/>
            <a:ext cx="693008" cy="540006"/>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pPr algn="ctr"/>
            <a:r>
              <a:rPr lang="ja-JP" altLang="en-US" sz="1600" dirty="0">
                <a:solidFill>
                  <a:schemeClr val="tx1">
                    <a:lumMod val="75000"/>
                    <a:lumOff val="25000"/>
                  </a:schemeClr>
                </a:solidFill>
              </a:rPr>
              <a:t>重み </a:t>
            </a:r>
            <a:r>
              <a:rPr lang="en-US" altLang="ja-JP" sz="1600" dirty="0">
                <a:solidFill>
                  <a:schemeClr val="tx1">
                    <a:lumMod val="75000"/>
                    <a:lumOff val="25000"/>
                  </a:schemeClr>
                </a:solidFill>
              </a:rPr>
              <a:t>W2</a:t>
            </a:r>
            <a:endParaRPr lang="ja-JP" altLang="en-US" sz="1600" dirty="0">
              <a:solidFill>
                <a:schemeClr val="tx1">
                  <a:lumMod val="75000"/>
                  <a:lumOff val="25000"/>
                </a:schemeClr>
              </a:solidFill>
            </a:endParaRPr>
          </a:p>
        </p:txBody>
      </p:sp>
      <p:sp>
        <p:nvSpPr>
          <p:cNvPr id="33" name="四角形: 角を丸くする 32">
            <a:extLst>
              <a:ext uri="{FF2B5EF4-FFF2-40B4-BE49-F238E27FC236}">
                <a16:creationId xmlns:a16="http://schemas.microsoft.com/office/drawing/2014/main" id="{11D733BB-F256-1952-855F-EC2CDA0DAC9A}"/>
              </a:ext>
            </a:extLst>
          </p:cNvPr>
          <p:cNvSpPr/>
          <p:nvPr/>
        </p:nvSpPr>
        <p:spPr bwMode="auto">
          <a:xfrm>
            <a:off x="3755974" y="4689014"/>
            <a:ext cx="1080012" cy="540006"/>
          </a:xfrm>
          <a:prstGeom prst="roundRect">
            <a:avLst/>
          </a:prstGeom>
          <a:ln>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In0*W0</a:t>
            </a:r>
            <a:endParaRPr kumimoji="1" lang="ja-JP" altLang="en-US" dirty="0">
              <a:solidFill>
                <a:schemeClr val="tx1">
                  <a:lumMod val="75000"/>
                  <a:lumOff val="25000"/>
                </a:schemeClr>
              </a:solidFill>
              <a:latin typeface="+mn-ea"/>
            </a:endParaRPr>
          </a:p>
        </p:txBody>
      </p:sp>
      <p:sp>
        <p:nvSpPr>
          <p:cNvPr id="36" name="矢印: 右 35">
            <a:extLst>
              <a:ext uri="{FF2B5EF4-FFF2-40B4-BE49-F238E27FC236}">
                <a16:creationId xmlns:a16="http://schemas.microsoft.com/office/drawing/2014/main" id="{B50BD6A0-FFDD-EC14-7989-96CDA760F199}"/>
              </a:ext>
            </a:extLst>
          </p:cNvPr>
          <p:cNvSpPr/>
          <p:nvPr/>
        </p:nvSpPr>
        <p:spPr bwMode="auto">
          <a:xfrm>
            <a:off x="4925987" y="4689014"/>
            <a:ext cx="360004" cy="450005"/>
          </a:xfrm>
          <a:prstGeom prst="rightArrow">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37" name="四角形: 角を丸くする 36">
            <a:extLst>
              <a:ext uri="{FF2B5EF4-FFF2-40B4-BE49-F238E27FC236}">
                <a16:creationId xmlns:a16="http://schemas.microsoft.com/office/drawing/2014/main" id="{EE1AD627-9B63-C290-75AA-A7C698E0CA12}"/>
              </a:ext>
            </a:extLst>
          </p:cNvPr>
          <p:cNvSpPr/>
          <p:nvPr/>
        </p:nvSpPr>
        <p:spPr bwMode="auto">
          <a:xfrm>
            <a:off x="5465993" y="3519001"/>
            <a:ext cx="720008" cy="540006"/>
          </a:xfrm>
          <a:prstGeom prst="roundRect">
            <a:avLst/>
          </a:prstGeom>
          <a:ln>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In1</a:t>
            </a:r>
            <a:endParaRPr kumimoji="1" lang="ja-JP" altLang="en-US" dirty="0">
              <a:solidFill>
                <a:schemeClr val="tx1">
                  <a:lumMod val="75000"/>
                  <a:lumOff val="25000"/>
                </a:schemeClr>
              </a:solidFill>
              <a:latin typeface="+mn-ea"/>
            </a:endParaRPr>
          </a:p>
        </p:txBody>
      </p:sp>
      <p:sp>
        <p:nvSpPr>
          <p:cNvPr id="38" name="矢印: 右 37">
            <a:extLst>
              <a:ext uri="{FF2B5EF4-FFF2-40B4-BE49-F238E27FC236}">
                <a16:creationId xmlns:a16="http://schemas.microsoft.com/office/drawing/2014/main" id="{BDFB74D9-7B4A-B586-3AC4-E084A1DF7403}"/>
              </a:ext>
            </a:extLst>
          </p:cNvPr>
          <p:cNvSpPr/>
          <p:nvPr/>
        </p:nvSpPr>
        <p:spPr bwMode="auto">
          <a:xfrm rot="5400000">
            <a:off x="5600994" y="4104008"/>
            <a:ext cx="360004" cy="450005"/>
          </a:xfrm>
          <a:prstGeom prst="rightArrow">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cxnSp>
        <p:nvCxnSpPr>
          <p:cNvPr id="40" name="直線コネクタ 39">
            <a:extLst>
              <a:ext uri="{FF2B5EF4-FFF2-40B4-BE49-F238E27FC236}">
                <a16:creationId xmlns:a16="http://schemas.microsoft.com/office/drawing/2014/main" id="{BA602D42-60B1-0D35-67B3-F0AAFC493AF8}"/>
              </a:ext>
            </a:extLst>
          </p:cNvPr>
          <p:cNvCxnSpPr/>
          <p:nvPr/>
        </p:nvCxnSpPr>
        <p:spPr bwMode="auto">
          <a:xfrm flipV="1">
            <a:off x="785941" y="3338999"/>
            <a:ext cx="10890121" cy="90001"/>
          </a:xfrm>
          <a:prstGeom prst="line">
            <a:avLst/>
          </a:prstGeom>
          <a:noFill/>
          <a:ln w="9525" cap="flat" cmpd="sng" algn="ctr">
            <a:solidFill>
              <a:schemeClr val="tx1"/>
            </a:solidFill>
            <a:prstDash val="solid"/>
            <a:round/>
            <a:headEnd type="none" w="med" len="med"/>
            <a:tailEnd type="none" w="med" len="med"/>
          </a:ln>
          <a:effectLst/>
        </p:spPr>
      </p:cxnSp>
      <p:sp>
        <p:nvSpPr>
          <p:cNvPr id="41" name="四角形: 角を丸くする 40">
            <a:extLst>
              <a:ext uri="{FF2B5EF4-FFF2-40B4-BE49-F238E27FC236}">
                <a16:creationId xmlns:a16="http://schemas.microsoft.com/office/drawing/2014/main" id="{3979E425-FA7A-C130-9FCD-E6E0F8980189}"/>
              </a:ext>
            </a:extLst>
          </p:cNvPr>
          <p:cNvSpPr/>
          <p:nvPr/>
        </p:nvSpPr>
        <p:spPr bwMode="auto">
          <a:xfrm>
            <a:off x="6456004" y="4689014"/>
            <a:ext cx="1260014" cy="540006"/>
          </a:xfrm>
          <a:prstGeom prst="roundRect">
            <a:avLst/>
          </a:prstGeom>
          <a:ln>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dirty="0">
                <a:solidFill>
                  <a:schemeClr val="tx1">
                    <a:lumMod val="75000"/>
                    <a:lumOff val="25000"/>
                  </a:schemeClr>
                </a:solidFill>
                <a:latin typeface="+mn-ea"/>
              </a:rPr>
              <a:t>In0*W0</a:t>
            </a:r>
            <a:r>
              <a:rPr lang="ja-JP" altLang="en-US" dirty="0">
                <a:solidFill>
                  <a:schemeClr val="tx1">
                    <a:lumMod val="75000"/>
                    <a:lumOff val="25000"/>
                  </a:schemeClr>
                </a:solidFill>
                <a:latin typeface="+mn-ea"/>
              </a:rPr>
              <a:t>＋</a:t>
            </a:r>
            <a:endParaRPr lang="en-US" altLang="ja-JP" dirty="0">
              <a:solidFill>
                <a:schemeClr val="tx1">
                  <a:lumMod val="75000"/>
                  <a:lumOff val="25000"/>
                </a:schemeClr>
              </a:solidFill>
              <a:latin typeface="+mn-ea"/>
            </a:endParaRPr>
          </a:p>
          <a:p>
            <a:r>
              <a:rPr kumimoji="1" lang="en-US" altLang="ja-JP" dirty="0">
                <a:solidFill>
                  <a:schemeClr val="tx1">
                    <a:lumMod val="75000"/>
                    <a:lumOff val="25000"/>
                  </a:schemeClr>
                </a:solidFill>
                <a:latin typeface="+mn-ea"/>
              </a:rPr>
              <a:t>In1*W1</a:t>
            </a:r>
            <a:endParaRPr kumimoji="1" lang="ja-JP" altLang="en-US" dirty="0">
              <a:solidFill>
                <a:schemeClr val="tx1">
                  <a:lumMod val="75000"/>
                  <a:lumOff val="25000"/>
                </a:schemeClr>
              </a:solidFill>
              <a:latin typeface="+mn-ea"/>
            </a:endParaRPr>
          </a:p>
        </p:txBody>
      </p:sp>
      <p:sp>
        <p:nvSpPr>
          <p:cNvPr id="42" name="矢印: 右 41">
            <a:extLst>
              <a:ext uri="{FF2B5EF4-FFF2-40B4-BE49-F238E27FC236}">
                <a16:creationId xmlns:a16="http://schemas.microsoft.com/office/drawing/2014/main" id="{5427E7DC-E7D8-821E-5EF9-08FB54549E0F}"/>
              </a:ext>
            </a:extLst>
          </p:cNvPr>
          <p:cNvSpPr/>
          <p:nvPr/>
        </p:nvSpPr>
        <p:spPr bwMode="auto">
          <a:xfrm>
            <a:off x="6096000" y="4689014"/>
            <a:ext cx="360004" cy="450005"/>
          </a:xfrm>
          <a:prstGeom prst="rightArrow">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Tree>
    <p:extLst>
      <p:ext uri="{BB962C8B-B14F-4D97-AF65-F5344CB8AC3E}">
        <p14:creationId xmlns:p14="http://schemas.microsoft.com/office/powerpoint/2010/main" val="153134192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72272A-4A5A-DA1A-1866-083E5C5E9B0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249DC0A-CE7D-10AC-90D9-90DBFF00BFE9}"/>
              </a:ext>
            </a:extLst>
          </p:cNvPr>
          <p:cNvSpPr>
            <a:spLocks noGrp="1"/>
          </p:cNvSpPr>
          <p:nvPr>
            <p:ph type="title"/>
          </p:nvPr>
        </p:nvSpPr>
        <p:spPr/>
        <p:txBody>
          <a:bodyPr/>
          <a:lstStyle/>
          <a:p>
            <a:r>
              <a:rPr lang="ja-JP" altLang="en-US" dirty="0"/>
              <a:t>行列積の場合：シストリックアレイ</a:t>
            </a:r>
            <a:endParaRPr kumimoji="1" lang="ja-JP" altLang="en-US" dirty="0"/>
          </a:p>
        </p:txBody>
      </p:sp>
      <p:sp>
        <p:nvSpPr>
          <p:cNvPr id="4" name="AutoShape 5">
            <a:extLst>
              <a:ext uri="{FF2B5EF4-FFF2-40B4-BE49-F238E27FC236}">
                <a16:creationId xmlns:a16="http://schemas.microsoft.com/office/drawing/2014/main" id="{0F76634A-E500-2B0E-4C27-9CDCD1833162}"/>
              </a:ext>
            </a:extLst>
          </p:cNvPr>
          <p:cNvSpPr>
            <a:spLocks noChangeArrowheads="1"/>
          </p:cNvSpPr>
          <p:nvPr/>
        </p:nvSpPr>
        <p:spPr bwMode="auto">
          <a:xfrm rot="16200000">
            <a:off x="7878009" y="2997006"/>
            <a:ext cx="864096" cy="648072"/>
          </a:xfrm>
          <a:custGeom>
            <a:avLst/>
            <a:gdLst>
              <a:gd name="T0" fmla="*/ 787598 w 21600"/>
              <a:gd name="T1" fmla="*/ 180181 h 21600"/>
              <a:gd name="T2" fmla="*/ 450056 w 21600"/>
              <a:gd name="T3" fmla="*/ 360362 h 21600"/>
              <a:gd name="T4" fmla="*/ 112514 w 21600"/>
              <a:gd name="T5" fmla="*/ 180181 h 21600"/>
              <a:gd name="T6" fmla="*/ 450056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ln>
            <a:headEnd/>
            <a:tailEnd/>
          </a:ln>
        </p:spPr>
        <p:style>
          <a:lnRef idx="1">
            <a:schemeClr val="accent2"/>
          </a:lnRef>
          <a:fillRef idx="2">
            <a:schemeClr val="accent2"/>
          </a:fillRef>
          <a:effectRef idx="1">
            <a:schemeClr val="accent2"/>
          </a:effectRef>
          <a:fontRef idx="minor">
            <a:schemeClr val="dk1"/>
          </a:fontRef>
        </p:style>
        <p:txBody>
          <a:bodyPr vert="eaVert" wrap="none" anchor="ctr"/>
          <a:lstStyle>
            <a:defPPr>
              <a:defRPr lang="ja-JP"/>
            </a:defPPr>
            <a:lvl1pPr marL="0" algn="l" defTabSz="914400" rtl="0" eaLnBrk="1" latinLnBrk="0" hangingPunct="1">
              <a:defRPr kumimoji="1" sz="1800" kern="1200">
                <a:solidFill>
                  <a:schemeClr val="dk1"/>
                </a:solidFill>
                <a:latin typeface="+mn-lt"/>
                <a:ea typeface="+mn-ea"/>
                <a:cs typeface="+mn-cs"/>
              </a:defRPr>
            </a:lvl1pPr>
            <a:lvl2pPr marL="457200" algn="l" defTabSz="914400" rtl="0" eaLnBrk="1" latinLnBrk="0" hangingPunct="1">
              <a:defRPr kumimoji="1" sz="1800" kern="1200">
                <a:solidFill>
                  <a:schemeClr val="dk1"/>
                </a:solidFill>
                <a:latin typeface="+mn-lt"/>
                <a:ea typeface="+mn-ea"/>
                <a:cs typeface="+mn-cs"/>
              </a:defRPr>
            </a:lvl2pPr>
            <a:lvl3pPr marL="914400" algn="l" defTabSz="914400" rtl="0" eaLnBrk="1" latinLnBrk="0" hangingPunct="1">
              <a:defRPr kumimoji="1" sz="1800" kern="1200">
                <a:solidFill>
                  <a:schemeClr val="dk1"/>
                </a:solidFill>
                <a:latin typeface="+mn-lt"/>
                <a:ea typeface="+mn-ea"/>
                <a:cs typeface="+mn-cs"/>
              </a:defRPr>
            </a:lvl3pPr>
            <a:lvl4pPr marL="1371600" algn="l" defTabSz="914400" rtl="0" eaLnBrk="1" latinLnBrk="0" hangingPunct="1">
              <a:defRPr kumimoji="1" sz="1800" kern="1200">
                <a:solidFill>
                  <a:schemeClr val="dk1"/>
                </a:solidFill>
                <a:latin typeface="+mn-lt"/>
                <a:ea typeface="+mn-ea"/>
                <a:cs typeface="+mn-cs"/>
              </a:defRPr>
            </a:lvl4pPr>
            <a:lvl5pPr marL="1828800" algn="l" defTabSz="914400" rtl="0" eaLnBrk="1" latinLnBrk="0" hangingPunct="1">
              <a:defRPr kumimoji="1" sz="1800" kern="1200">
                <a:solidFill>
                  <a:schemeClr val="dk1"/>
                </a:solidFill>
                <a:latin typeface="+mn-lt"/>
                <a:ea typeface="+mn-ea"/>
                <a:cs typeface="+mn-cs"/>
              </a:defRPr>
            </a:lvl5pPr>
            <a:lvl6pPr marL="2286000" algn="l" defTabSz="914400" rtl="0" eaLnBrk="1" latinLnBrk="0" hangingPunct="1">
              <a:defRPr kumimoji="1" sz="1800" kern="1200">
                <a:solidFill>
                  <a:schemeClr val="dk1"/>
                </a:solidFill>
                <a:latin typeface="+mn-lt"/>
                <a:ea typeface="+mn-ea"/>
                <a:cs typeface="+mn-cs"/>
              </a:defRPr>
            </a:lvl6pPr>
            <a:lvl7pPr marL="2743200" algn="l" defTabSz="914400" rtl="0" eaLnBrk="1" latinLnBrk="0" hangingPunct="1">
              <a:defRPr kumimoji="1" sz="1800" kern="1200">
                <a:solidFill>
                  <a:schemeClr val="dk1"/>
                </a:solidFill>
                <a:latin typeface="+mn-lt"/>
                <a:ea typeface="+mn-ea"/>
                <a:cs typeface="+mn-cs"/>
              </a:defRPr>
            </a:lvl7pPr>
            <a:lvl8pPr marL="3200400" algn="l" defTabSz="914400" rtl="0" eaLnBrk="1" latinLnBrk="0" hangingPunct="1">
              <a:defRPr kumimoji="1" sz="1800" kern="1200">
                <a:solidFill>
                  <a:schemeClr val="dk1"/>
                </a:solidFill>
                <a:latin typeface="+mn-lt"/>
                <a:ea typeface="+mn-ea"/>
                <a:cs typeface="+mn-cs"/>
              </a:defRPr>
            </a:lvl8pPr>
            <a:lvl9pPr marL="3657600" algn="l" defTabSz="914400" rtl="0" eaLnBrk="1" latinLnBrk="0" hangingPunct="1">
              <a:defRPr kumimoji="1" sz="1800" kern="1200">
                <a:solidFill>
                  <a:schemeClr val="dk1"/>
                </a:solidFill>
                <a:latin typeface="+mn-lt"/>
                <a:ea typeface="+mn-ea"/>
                <a:cs typeface="+mn-cs"/>
              </a:defRPr>
            </a:lvl9pPr>
          </a:lstStyle>
          <a:p>
            <a:pPr algn="ctr"/>
            <a:r>
              <a:rPr lang="ja-JP" altLang="en-US" sz="160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乗算</a:t>
            </a:r>
            <a:endParaRPr lang="en-US" altLang="ja-JP" sz="160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160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加算</a:t>
            </a:r>
            <a:endPar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7" name="AutoShape 5">
            <a:extLst>
              <a:ext uri="{FF2B5EF4-FFF2-40B4-BE49-F238E27FC236}">
                <a16:creationId xmlns:a16="http://schemas.microsoft.com/office/drawing/2014/main" id="{E03FD23D-7449-2BAF-42EA-29CF079DF6C4}"/>
              </a:ext>
            </a:extLst>
          </p:cNvPr>
          <p:cNvSpPr>
            <a:spLocks noChangeArrowheads="1"/>
          </p:cNvSpPr>
          <p:nvPr/>
        </p:nvSpPr>
        <p:spPr bwMode="auto">
          <a:xfrm rot="16200000">
            <a:off x="9048022" y="2997006"/>
            <a:ext cx="864096" cy="648072"/>
          </a:xfrm>
          <a:custGeom>
            <a:avLst/>
            <a:gdLst>
              <a:gd name="T0" fmla="*/ 787598 w 21600"/>
              <a:gd name="T1" fmla="*/ 180181 h 21600"/>
              <a:gd name="T2" fmla="*/ 450056 w 21600"/>
              <a:gd name="T3" fmla="*/ 360362 h 21600"/>
              <a:gd name="T4" fmla="*/ 112514 w 21600"/>
              <a:gd name="T5" fmla="*/ 180181 h 21600"/>
              <a:gd name="T6" fmla="*/ 450056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ln>
            <a:headEnd/>
            <a:tailEnd/>
          </a:ln>
        </p:spPr>
        <p:style>
          <a:lnRef idx="1">
            <a:schemeClr val="accent2"/>
          </a:lnRef>
          <a:fillRef idx="2">
            <a:schemeClr val="accent2"/>
          </a:fillRef>
          <a:effectRef idx="1">
            <a:schemeClr val="accent2"/>
          </a:effectRef>
          <a:fontRef idx="minor">
            <a:schemeClr val="dk1"/>
          </a:fontRef>
        </p:style>
        <p:txBody>
          <a:bodyPr vert="eaVert" wrap="none" anchor="ctr"/>
          <a:lstStyle>
            <a:defPPr>
              <a:defRPr lang="ja-JP"/>
            </a:defPPr>
            <a:lvl1pPr marL="0" algn="l" defTabSz="914400" rtl="0" eaLnBrk="1" latinLnBrk="0" hangingPunct="1">
              <a:defRPr kumimoji="1" sz="1800" kern="1200">
                <a:solidFill>
                  <a:schemeClr val="dk1"/>
                </a:solidFill>
                <a:latin typeface="+mn-lt"/>
                <a:ea typeface="+mn-ea"/>
                <a:cs typeface="+mn-cs"/>
              </a:defRPr>
            </a:lvl1pPr>
            <a:lvl2pPr marL="457200" algn="l" defTabSz="914400" rtl="0" eaLnBrk="1" latinLnBrk="0" hangingPunct="1">
              <a:defRPr kumimoji="1" sz="1800" kern="1200">
                <a:solidFill>
                  <a:schemeClr val="dk1"/>
                </a:solidFill>
                <a:latin typeface="+mn-lt"/>
                <a:ea typeface="+mn-ea"/>
                <a:cs typeface="+mn-cs"/>
              </a:defRPr>
            </a:lvl2pPr>
            <a:lvl3pPr marL="914400" algn="l" defTabSz="914400" rtl="0" eaLnBrk="1" latinLnBrk="0" hangingPunct="1">
              <a:defRPr kumimoji="1" sz="1800" kern="1200">
                <a:solidFill>
                  <a:schemeClr val="dk1"/>
                </a:solidFill>
                <a:latin typeface="+mn-lt"/>
                <a:ea typeface="+mn-ea"/>
                <a:cs typeface="+mn-cs"/>
              </a:defRPr>
            </a:lvl3pPr>
            <a:lvl4pPr marL="1371600" algn="l" defTabSz="914400" rtl="0" eaLnBrk="1" latinLnBrk="0" hangingPunct="1">
              <a:defRPr kumimoji="1" sz="1800" kern="1200">
                <a:solidFill>
                  <a:schemeClr val="dk1"/>
                </a:solidFill>
                <a:latin typeface="+mn-lt"/>
                <a:ea typeface="+mn-ea"/>
                <a:cs typeface="+mn-cs"/>
              </a:defRPr>
            </a:lvl4pPr>
            <a:lvl5pPr marL="1828800" algn="l" defTabSz="914400" rtl="0" eaLnBrk="1" latinLnBrk="0" hangingPunct="1">
              <a:defRPr kumimoji="1" sz="1800" kern="1200">
                <a:solidFill>
                  <a:schemeClr val="dk1"/>
                </a:solidFill>
                <a:latin typeface="+mn-lt"/>
                <a:ea typeface="+mn-ea"/>
                <a:cs typeface="+mn-cs"/>
              </a:defRPr>
            </a:lvl5pPr>
            <a:lvl6pPr marL="2286000" algn="l" defTabSz="914400" rtl="0" eaLnBrk="1" latinLnBrk="0" hangingPunct="1">
              <a:defRPr kumimoji="1" sz="1800" kern="1200">
                <a:solidFill>
                  <a:schemeClr val="dk1"/>
                </a:solidFill>
                <a:latin typeface="+mn-lt"/>
                <a:ea typeface="+mn-ea"/>
                <a:cs typeface="+mn-cs"/>
              </a:defRPr>
            </a:lvl6pPr>
            <a:lvl7pPr marL="2743200" algn="l" defTabSz="914400" rtl="0" eaLnBrk="1" latinLnBrk="0" hangingPunct="1">
              <a:defRPr kumimoji="1" sz="1800" kern="1200">
                <a:solidFill>
                  <a:schemeClr val="dk1"/>
                </a:solidFill>
                <a:latin typeface="+mn-lt"/>
                <a:ea typeface="+mn-ea"/>
                <a:cs typeface="+mn-cs"/>
              </a:defRPr>
            </a:lvl7pPr>
            <a:lvl8pPr marL="3200400" algn="l" defTabSz="914400" rtl="0" eaLnBrk="1" latinLnBrk="0" hangingPunct="1">
              <a:defRPr kumimoji="1" sz="1800" kern="1200">
                <a:solidFill>
                  <a:schemeClr val="dk1"/>
                </a:solidFill>
                <a:latin typeface="+mn-lt"/>
                <a:ea typeface="+mn-ea"/>
                <a:cs typeface="+mn-cs"/>
              </a:defRPr>
            </a:lvl8pPr>
            <a:lvl9pPr marL="3657600" algn="l" defTabSz="914400" rtl="0" eaLnBrk="1" latinLnBrk="0" hangingPunct="1">
              <a:defRPr kumimoji="1" sz="1800" kern="1200">
                <a:solidFill>
                  <a:schemeClr val="dk1"/>
                </a:solidFill>
                <a:latin typeface="+mn-lt"/>
                <a:ea typeface="+mn-ea"/>
                <a:cs typeface="+mn-cs"/>
              </a:defRPr>
            </a:lvl9pPr>
          </a:lstStyle>
          <a:p>
            <a:pPr algn="ctr"/>
            <a:r>
              <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乗算</a:t>
            </a:r>
            <a:endParaRPr lang="en-US" altLang="ja-JP"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加算</a:t>
            </a:r>
          </a:p>
        </p:txBody>
      </p:sp>
      <p:sp>
        <p:nvSpPr>
          <p:cNvPr id="9" name="AutoShape 5">
            <a:extLst>
              <a:ext uri="{FF2B5EF4-FFF2-40B4-BE49-F238E27FC236}">
                <a16:creationId xmlns:a16="http://schemas.microsoft.com/office/drawing/2014/main" id="{1904D3B3-1468-53E1-A5F9-7C404BF9B2BE}"/>
              </a:ext>
            </a:extLst>
          </p:cNvPr>
          <p:cNvSpPr>
            <a:spLocks noChangeArrowheads="1"/>
          </p:cNvSpPr>
          <p:nvPr/>
        </p:nvSpPr>
        <p:spPr bwMode="auto">
          <a:xfrm rot="16200000">
            <a:off x="6707996" y="2997006"/>
            <a:ext cx="864096" cy="648072"/>
          </a:xfrm>
          <a:custGeom>
            <a:avLst/>
            <a:gdLst>
              <a:gd name="T0" fmla="*/ 787598 w 21600"/>
              <a:gd name="T1" fmla="*/ 180181 h 21600"/>
              <a:gd name="T2" fmla="*/ 450056 w 21600"/>
              <a:gd name="T3" fmla="*/ 360362 h 21600"/>
              <a:gd name="T4" fmla="*/ 112514 w 21600"/>
              <a:gd name="T5" fmla="*/ 180181 h 21600"/>
              <a:gd name="T6" fmla="*/ 450056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ln>
            <a:headEnd/>
            <a:tailEnd/>
          </a:ln>
        </p:spPr>
        <p:style>
          <a:lnRef idx="1">
            <a:schemeClr val="accent2"/>
          </a:lnRef>
          <a:fillRef idx="2">
            <a:schemeClr val="accent2"/>
          </a:fillRef>
          <a:effectRef idx="1">
            <a:schemeClr val="accent2"/>
          </a:effectRef>
          <a:fontRef idx="minor">
            <a:schemeClr val="dk1"/>
          </a:fontRef>
        </p:style>
        <p:txBody>
          <a:bodyPr vert="eaVert" wrap="none" anchor="ctr"/>
          <a:lstStyle>
            <a:defPPr>
              <a:defRPr lang="ja-JP"/>
            </a:defPPr>
            <a:lvl1pPr marL="0" algn="l" defTabSz="914400" rtl="0" eaLnBrk="1" latinLnBrk="0" hangingPunct="1">
              <a:defRPr kumimoji="1" sz="1800" kern="1200">
                <a:solidFill>
                  <a:schemeClr val="dk1"/>
                </a:solidFill>
                <a:latin typeface="+mn-lt"/>
                <a:ea typeface="+mn-ea"/>
                <a:cs typeface="+mn-cs"/>
              </a:defRPr>
            </a:lvl1pPr>
            <a:lvl2pPr marL="457200" algn="l" defTabSz="914400" rtl="0" eaLnBrk="1" latinLnBrk="0" hangingPunct="1">
              <a:defRPr kumimoji="1" sz="1800" kern="1200">
                <a:solidFill>
                  <a:schemeClr val="dk1"/>
                </a:solidFill>
                <a:latin typeface="+mn-lt"/>
                <a:ea typeface="+mn-ea"/>
                <a:cs typeface="+mn-cs"/>
              </a:defRPr>
            </a:lvl2pPr>
            <a:lvl3pPr marL="914400" algn="l" defTabSz="914400" rtl="0" eaLnBrk="1" latinLnBrk="0" hangingPunct="1">
              <a:defRPr kumimoji="1" sz="1800" kern="1200">
                <a:solidFill>
                  <a:schemeClr val="dk1"/>
                </a:solidFill>
                <a:latin typeface="+mn-lt"/>
                <a:ea typeface="+mn-ea"/>
                <a:cs typeface="+mn-cs"/>
              </a:defRPr>
            </a:lvl3pPr>
            <a:lvl4pPr marL="1371600" algn="l" defTabSz="914400" rtl="0" eaLnBrk="1" latinLnBrk="0" hangingPunct="1">
              <a:defRPr kumimoji="1" sz="1800" kern="1200">
                <a:solidFill>
                  <a:schemeClr val="dk1"/>
                </a:solidFill>
                <a:latin typeface="+mn-lt"/>
                <a:ea typeface="+mn-ea"/>
                <a:cs typeface="+mn-cs"/>
              </a:defRPr>
            </a:lvl4pPr>
            <a:lvl5pPr marL="1828800" algn="l" defTabSz="914400" rtl="0" eaLnBrk="1" latinLnBrk="0" hangingPunct="1">
              <a:defRPr kumimoji="1" sz="1800" kern="1200">
                <a:solidFill>
                  <a:schemeClr val="dk1"/>
                </a:solidFill>
                <a:latin typeface="+mn-lt"/>
                <a:ea typeface="+mn-ea"/>
                <a:cs typeface="+mn-cs"/>
              </a:defRPr>
            </a:lvl5pPr>
            <a:lvl6pPr marL="2286000" algn="l" defTabSz="914400" rtl="0" eaLnBrk="1" latinLnBrk="0" hangingPunct="1">
              <a:defRPr kumimoji="1" sz="1800" kern="1200">
                <a:solidFill>
                  <a:schemeClr val="dk1"/>
                </a:solidFill>
                <a:latin typeface="+mn-lt"/>
                <a:ea typeface="+mn-ea"/>
                <a:cs typeface="+mn-cs"/>
              </a:defRPr>
            </a:lvl6pPr>
            <a:lvl7pPr marL="2743200" algn="l" defTabSz="914400" rtl="0" eaLnBrk="1" latinLnBrk="0" hangingPunct="1">
              <a:defRPr kumimoji="1" sz="1800" kern="1200">
                <a:solidFill>
                  <a:schemeClr val="dk1"/>
                </a:solidFill>
                <a:latin typeface="+mn-lt"/>
                <a:ea typeface="+mn-ea"/>
                <a:cs typeface="+mn-cs"/>
              </a:defRPr>
            </a:lvl7pPr>
            <a:lvl8pPr marL="3200400" algn="l" defTabSz="914400" rtl="0" eaLnBrk="1" latinLnBrk="0" hangingPunct="1">
              <a:defRPr kumimoji="1" sz="1800" kern="1200">
                <a:solidFill>
                  <a:schemeClr val="dk1"/>
                </a:solidFill>
                <a:latin typeface="+mn-lt"/>
                <a:ea typeface="+mn-ea"/>
                <a:cs typeface="+mn-cs"/>
              </a:defRPr>
            </a:lvl8pPr>
            <a:lvl9pPr marL="3657600" algn="l" defTabSz="914400" rtl="0" eaLnBrk="1" latinLnBrk="0" hangingPunct="1">
              <a:defRPr kumimoji="1" sz="1800" kern="1200">
                <a:solidFill>
                  <a:schemeClr val="dk1"/>
                </a:solidFill>
                <a:latin typeface="+mn-lt"/>
                <a:ea typeface="+mn-ea"/>
                <a:cs typeface="+mn-cs"/>
              </a:defRPr>
            </a:lvl9pPr>
          </a:lstStyle>
          <a:p>
            <a:pPr algn="ctr"/>
            <a:r>
              <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乗算</a:t>
            </a:r>
            <a:endParaRPr lang="en-US" altLang="ja-JP"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加算</a:t>
            </a:r>
          </a:p>
        </p:txBody>
      </p:sp>
      <p:sp>
        <p:nvSpPr>
          <p:cNvPr id="14" name="四角形: 角を丸くする 13">
            <a:extLst>
              <a:ext uri="{FF2B5EF4-FFF2-40B4-BE49-F238E27FC236}">
                <a16:creationId xmlns:a16="http://schemas.microsoft.com/office/drawing/2014/main" id="{F8884D5E-690E-AE44-10E6-E9CCC5C136EB}"/>
              </a:ext>
            </a:extLst>
          </p:cNvPr>
          <p:cNvSpPr/>
          <p:nvPr/>
        </p:nvSpPr>
        <p:spPr bwMode="auto">
          <a:xfrm>
            <a:off x="6816008" y="1718981"/>
            <a:ext cx="720008" cy="540006"/>
          </a:xfrm>
          <a:prstGeom prst="roundRect">
            <a:avLst/>
          </a:prstGeom>
          <a:ln>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In0</a:t>
            </a:r>
            <a:endParaRPr kumimoji="1" lang="ja-JP" altLang="en-US" dirty="0">
              <a:solidFill>
                <a:schemeClr val="tx1">
                  <a:lumMod val="75000"/>
                  <a:lumOff val="25000"/>
                </a:schemeClr>
              </a:solidFill>
              <a:latin typeface="+mn-ea"/>
            </a:endParaRPr>
          </a:p>
        </p:txBody>
      </p:sp>
      <p:sp>
        <p:nvSpPr>
          <p:cNvPr id="16" name="矢印: 右 15">
            <a:extLst>
              <a:ext uri="{FF2B5EF4-FFF2-40B4-BE49-F238E27FC236}">
                <a16:creationId xmlns:a16="http://schemas.microsoft.com/office/drawing/2014/main" id="{ABDC7A77-D41F-6F19-4FCE-050E12401981}"/>
              </a:ext>
            </a:extLst>
          </p:cNvPr>
          <p:cNvSpPr/>
          <p:nvPr/>
        </p:nvSpPr>
        <p:spPr bwMode="auto">
          <a:xfrm rot="5400000">
            <a:off x="6951009" y="2483990"/>
            <a:ext cx="360004" cy="450005"/>
          </a:xfrm>
          <a:prstGeom prst="rightArrow">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8" name="四角形: 角を丸くする 7">
            <a:extLst>
              <a:ext uri="{FF2B5EF4-FFF2-40B4-BE49-F238E27FC236}">
                <a16:creationId xmlns:a16="http://schemas.microsoft.com/office/drawing/2014/main" id="{FAF3DE19-23CA-2147-521A-F32A8C4FAE2F}"/>
              </a:ext>
            </a:extLst>
          </p:cNvPr>
          <p:cNvSpPr/>
          <p:nvPr/>
        </p:nvSpPr>
        <p:spPr bwMode="auto">
          <a:xfrm>
            <a:off x="7986021" y="1088974"/>
            <a:ext cx="720008" cy="540006"/>
          </a:xfrm>
          <a:prstGeom prst="roundRect">
            <a:avLst/>
          </a:prstGeom>
          <a:ln>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In</a:t>
            </a:r>
            <a:r>
              <a:rPr lang="ja-JP" altLang="en-US" dirty="0">
                <a:solidFill>
                  <a:schemeClr val="tx1">
                    <a:lumMod val="75000"/>
                    <a:lumOff val="25000"/>
                  </a:schemeClr>
                </a:solidFill>
                <a:latin typeface="+mn-ea"/>
              </a:rPr>
              <a:t>１</a:t>
            </a:r>
            <a:endParaRPr kumimoji="1" lang="ja-JP" altLang="en-US" dirty="0">
              <a:solidFill>
                <a:schemeClr val="tx1">
                  <a:lumMod val="75000"/>
                  <a:lumOff val="25000"/>
                </a:schemeClr>
              </a:solidFill>
              <a:latin typeface="+mn-ea"/>
            </a:endParaRPr>
          </a:p>
        </p:txBody>
      </p:sp>
      <p:sp>
        <p:nvSpPr>
          <p:cNvPr id="10" name="矢印: 右 9">
            <a:extLst>
              <a:ext uri="{FF2B5EF4-FFF2-40B4-BE49-F238E27FC236}">
                <a16:creationId xmlns:a16="http://schemas.microsoft.com/office/drawing/2014/main" id="{B31DE541-51BC-4741-F1C7-B74F3E6C482E}"/>
              </a:ext>
            </a:extLst>
          </p:cNvPr>
          <p:cNvSpPr/>
          <p:nvPr/>
        </p:nvSpPr>
        <p:spPr bwMode="auto">
          <a:xfrm>
            <a:off x="8724094" y="3068996"/>
            <a:ext cx="360004" cy="450005"/>
          </a:xfrm>
          <a:prstGeom prst="rightArrow">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7" name="矢印: 右 16">
            <a:extLst>
              <a:ext uri="{FF2B5EF4-FFF2-40B4-BE49-F238E27FC236}">
                <a16:creationId xmlns:a16="http://schemas.microsoft.com/office/drawing/2014/main" id="{2DE874DC-E7BD-8FDA-FF02-665B309540CC}"/>
              </a:ext>
            </a:extLst>
          </p:cNvPr>
          <p:cNvSpPr/>
          <p:nvPr/>
        </p:nvSpPr>
        <p:spPr bwMode="auto">
          <a:xfrm rot="5400000">
            <a:off x="6951009" y="3834005"/>
            <a:ext cx="360004" cy="450005"/>
          </a:xfrm>
          <a:prstGeom prst="rightArrow">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21" name="矢印: 右 20">
            <a:extLst>
              <a:ext uri="{FF2B5EF4-FFF2-40B4-BE49-F238E27FC236}">
                <a16:creationId xmlns:a16="http://schemas.microsoft.com/office/drawing/2014/main" id="{67391BDA-4C68-1269-F9F1-23664C13450A}"/>
              </a:ext>
            </a:extLst>
          </p:cNvPr>
          <p:cNvSpPr/>
          <p:nvPr/>
        </p:nvSpPr>
        <p:spPr bwMode="auto">
          <a:xfrm>
            <a:off x="7536016" y="3068996"/>
            <a:ext cx="360004" cy="450005"/>
          </a:xfrm>
          <a:prstGeom prst="rightArrow">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22" name="AutoShape 5">
            <a:extLst>
              <a:ext uri="{FF2B5EF4-FFF2-40B4-BE49-F238E27FC236}">
                <a16:creationId xmlns:a16="http://schemas.microsoft.com/office/drawing/2014/main" id="{BC629BA8-B69B-4EDB-663B-D23574714636}"/>
              </a:ext>
            </a:extLst>
          </p:cNvPr>
          <p:cNvSpPr>
            <a:spLocks noChangeArrowheads="1"/>
          </p:cNvSpPr>
          <p:nvPr/>
        </p:nvSpPr>
        <p:spPr bwMode="auto">
          <a:xfrm rot="16200000">
            <a:off x="7878009" y="4347021"/>
            <a:ext cx="864096" cy="648072"/>
          </a:xfrm>
          <a:custGeom>
            <a:avLst/>
            <a:gdLst>
              <a:gd name="T0" fmla="*/ 787598 w 21600"/>
              <a:gd name="T1" fmla="*/ 180181 h 21600"/>
              <a:gd name="T2" fmla="*/ 450056 w 21600"/>
              <a:gd name="T3" fmla="*/ 360362 h 21600"/>
              <a:gd name="T4" fmla="*/ 112514 w 21600"/>
              <a:gd name="T5" fmla="*/ 180181 h 21600"/>
              <a:gd name="T6" fmla="*/ 450056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ln>
            <a:headEnd/>
            <a:tailEnd/>
          </a:ln>
        </p:spPr>
        <p:style>
          <a:lnRef idx="1">
            <a:schemeClr val="accent2"/>
          </a:lnRef>
          <a:fillRef idx="2">
            <a:schemeClr val="accent2"/>
          </a:fillRef>
          <a:effectRef idx="1">
            <a:schemeClr val="accent2"/>
          </a:effectRef>
          <a:fontRef idx="minor">
            <a:schemeClr val="dk1"/>
          </a:fontRef>
        </p:style>
        <p:txBody>
          <a:bodyPr vert="eaVert" wrap="none" anchor="ctr"/>
          <a:lstStyle>
            <a:defPPr>
              <a:defRPr lang="ja-JP"/>
            </a:defPPr>
            <a:lvl1pPr marL="0" algn="l" defTabSz="914400" rtl="0" eaLnBrk="1" latinLnBrk="0" hangingPunct="1">
              <a:defRPr kumimoji="1" sz="1800" kern="1200">
                <a:solidFill>
                  <a:schemeClr val="dk1"/>
                </a:solidFill>
                <a:latin typeface="+mn-lt"/>
                <a:ea typeface="+mn-ea"/>
                <a:cs typeface="+mn-cs"/>
              </a:defRPr>
            </a:lvl1pPr>
            <a:lvl2pPr marL="457200" algn="l" defTabSz="914400" rtl="0" eaLnBrk="1" latinLnBrk="0" hangingPunct="1">
              <a:defRPr kumimoji="1" sz="1800" kern="1200">
                <a:solidFill>
                  <a:schemeClr val="dk1"/>
                </a:solidFill>
                <a:latin typeface="+mn-lt"/>
                <a:ea typeface="+mn-ea"/>
                <a:cs typeface="+mn-cs"/>
              </a:defRPr>
            </a:lvl2pPr>
            <a:lvl3pPr marL="914400" algn="l" defTabSz="914400" rtl="0" eaLnBrk="1" latinLnBrk="0" hangingPunct="1">
              <a:defRPr kumimoji="1" sz="1800" kern="1200">
                <a:solidFill>
                  <a:schemeClr val="dk1"/>
                </a:solidFill>
                <a:latin typeface="+mn-lt"/>
                <a:ea typeface="+mn-ea"/>
                <a:cs typeface="+mn-cs"/>
              </a:defRPr>
            </a:lvl3pPr>
            <a:lvl4pPr marL="1371600" algn="l" defTabSz="914400" rtl="0" eaLnBrk="1" latinLnBrk="0" hangingPunct="1">
              <a:defRPr kumimoji="1" sz="1800" kern="1200">
                <a:solidFill>
                  <a:schemeClr val="dk1"/>
                </a:solidFill>
                <a:latin typeface="+mn-lt"/>
                <a:ea typeface="+mn-ea"/>
                <a:cs typeface="+mn-cs"/>
              </a:defRPr>
            </a:lvl4pPr>
            <a:lvl5pPr marL="1828800" algn="l" defTabSz="914400" rtl="0" eaLnBrk="1" latinLnBrk="0" hangingPunct="1">
              <a:defRPr kumimoji="1" sz="1800" kern="1200">
                <a:solidFill>
                  <a:schemeClr val="dk1"/>
                </a:solidFill>
                <a:latin typeface="+mn-lt"/>
                <a:ea typeface="+mn-ea"/>
                <a:cs typeface="+mn-cs"/>
              </a:defRPr>
            </a:lvl5pPr>
            <a:lvl6pPr marL="2286000" algn="l" defTabSz="914400" rtl="0" eaLnBrk="1" latinLnBrk="0" hangingPunct="1">
              <a:defRPr kumimoji="1" sz="1800" kern="1200">
                <a:solidFill>
                  <a:schemeClr val="dk1"/>
                </a:solidFill>
                <a:latin typeface="+mn-lt"/>
                <a:ea typeface="+mn-ea"/>
                <a:cs typeface="+mn-cs"/>
              </a:defRPr>
            </a:lvl6pPr>
            <a:lvl7pPr marL="2743200" algn="l" defTabSz="914400" rtl="0" eaLnBrk="1" latinLnBrk="0" hangingPunct="1">
              <a:defRPr kumimoji="1" sz="1800" kern="1200">
                <a:solidFill>
                  <a:schemeClr val="dk1"/>
                </a:solidFill>
                <a:latin typeface="+mn-lt"/>
                <a:ea typeface="+mn-ea"/>
                <a:cs typeface="+mn-cs"/>
              </a:defRPr>
            </a:lvl7pPr>
            <a:lvl8pPr marL="3200400" algn="l" defTabSz="914400" rtl="0" eaLnBrk="1" latinLnBrk="0" hangingPunct="1">
              <a:defRPr kumimoji="1" sz="1800" kern="1200">
                <a:solidFill>
                  <a:schemeClr val="dk1"/>
                </a:solidFill>
                <a:latin typeface="+mn-lt"/>
                <a:ea typeface="+mn-ea"/>
                <a:cs typeface="+mn-cs"/>
              </a:defRPr>
            </a:lvl8pPr>
            <a:lvl9pPr marL="3657600" algn="l" defTabSz="914400" rtl="0" eaLnBrk="1" latinLnBrk="0" hangingPunct="1">
              <a:defRPr kumimoji="1" sz="1800" kern="1200">
                <a:solidFill>
                  <a:schemeClr val="dk1"/>
                </a:solidFill>
                <a:latin typeface="+mn-lt"/>
                <a:ea typeface="+mn-ea"/>
                <a:cs typeface="+mn-cs"/>
              </a:defRPr>
            </a:lvl9pPr>
          </a:lstStyle>
          <a:p>
            <a:pPr algn="ctr"/>
            <a:r>
              <a:rPr lang="ja-JP" altLang="en-US" sz="160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乗算</a:t>
            </a:r>
            <a:endParaRPr lang="en-US" altLang="ja-JP" sz="160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160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加算</a:t>
            </a:r>
            <a:endPar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23" name="AutoShape 5">
            <a:extLst>
              <a:ext uri="{FF2B5EF4-FFF2-40B4-BE49-F238E27FC236}">
                <a16:creationId xmlns:a16="http://schemas.microsoft.com/office/drawing/2014/main" id="{856F1C02-AE65-B1E4-BABE-F9FCBFD5FAF0}"/>
              </a:ext>
            </a:extLst>
          </p:cNvPr>
          <p:cNvSpPr>
            <a:spLocks noChangeArrowheads="1"/>
          </p:cNvSpPr>
          <p:nvPr/>
        </p:nvSpPr>
        <p:spPr bwMode="auto">
          <a:xfrm rot="16200000">
            <a:off x="9048022" y="4347021"/>
            <a:ext cx="864096" cy="648072"/>
          </a:xfrm>
          <a:custGeom>
            <a:avLst/>
            <a:gdLst>
              <a:gd name="T0" fmla="*/ 787598 w 21600"/>
              <a:gd name="T1" fmla="*/ 180181 h 21600"/>
              <a:gd name="T2" fmla="*/ 450056 w 21600"/>
              <a:gd name="T3" fmla="*/ 360362 h 21600"/>
              <a:gd name="T4" fmla="*/ 112514 w 21600"/>
              <a:gd name="T5" fmla="*/ 180181 h 21600"/>
              <a:gd name="T6" fmla="*/ 450056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ln>
            <a:headEnd/>
            <a:tailEnd/>
          </a:ln>
        </p:spPr>
        <p:style>
          <a:lnRef idx="1">
            <a:schemeClr val="accent2"/>
          </a:lnRef>
          <a:fillRef idx="2">
            <a:schemeClr val="accent2"/>
          </a:fillRef>
          <a:effectRef idx="1">
            <a:schemeClr val="accent2"/>
          </a:effectRef>
          <a:fontRef idx="minor">
            <a:schemeClr val="dk1"/>
          </a:fontRef>
        </p:style>
        <p:txBody>
          <a:bodyPr vert="eaVert" wrap="none" anchor="ctr"/>
          <a:lstStyle>
            <a:defPPr>
              <a:defRPr lang="ja-JP"/>
            </a:defPPr>
            <a:lvl1pPr marL="0" algn="l" defTabSz="914400" rtl="0" eaLnBrk="1" latinLnBrk="0" hangingPunct="1">
              <a:defRPr kumimoji="1" sz="1800" kern="1200">
                <a:solidFill>
                  <a:schemeClr val="dk1"/>
                </a:solidFill>
                <a:latin typeface="+mn-lt"/>
                <a:ea typeface="+mn-ea"/>
                <a:cs typeface="+mn-cs"/>
              </a:defRPr>
            </a:lvl1pPr>
            <a:lvl2pPr marL="457200" algn="l" defTabSz="914400" rtl="0" eaLnBrk="1" latinLnBrk="0" hangingPunct="1">
              <a:defRPr kumimoji="1" sz="1800" kern="1200">
                <a:solidFill>
                  <a:schemeClr val="dk1"/>
                </a:solidFill>
                <a:latin typeface="+mn-lt"/>
                <a:ea typeface="+mn-ea"/>
                <a:cs typeface="+mn-cs"/>
              </a:defRPr>
            </a:lvl2pPr>
            <a:lvl3pPr marL="914400" algn="l" defTabSz="914400" rtl="0" eaLnBrk="1" latinLnBrk="0" hangingPunct="1">
              <a:defRPr kumimoji="1" sz="1800" kern="1200">
                <a:solidFill>
                  <a:schemeClr val="dk1"/>
                </a:solidFill>
                <a:latin typeface="+mn-lt"/>
                <a:ea typeface="+mn-ea"/>
                <a:cs typeface="+mn-cs"/>
              </a:defRPr>
            </a:lvl3pPr>
            <a:lvl4pPr marL="1371600" algn="l" defTabSz="914400" rtl="0" eaLnBrk="1" latinLnBrk="0" hangingPunct="1">
              <a:defRPr kumimoji="1" sz="1800" kern="1200">
                <a:solidFill>
                  <a:schemeClr val="dk1"/>
                </a:solidFill>
                <a:latin typeface="+mn-lt"/>
                <a:ea typeface="+mn-ea"/>
                <a:cs typeface="+mn-cs"/>
              </a:defRPr>
            </a:lvl4pPr>
            <a:lvl5pPr marL="1828800" algn="l" defTabSz="914400" rtl="0" eaLnBrk="1" latinLnBrk="0" hangingPunct="1">
              <a:defRPr kumimoji="1" sz="1800" kern="1200">
                <a:solidFill>
                  <a:schemeClr val="dk1"/>
                </a:solidFill>
                <a:latin typeface="+mn-lt"/>
                <a:ea typeface="+mn-ea"/>
                <a:cs typeface="+mn-cs"/>
              </a:defRPr>
            </a:lvl5pPr>
            <a:lvl6pPr marL="2286000" algn="l" defTabSz="914400" rtl="0" eaLnBrk="1" latinLnBrk="0" hangingPunct="1">
              <a:defRPr kumimoji="1" sz="1800" kern="1200">
                <a:solidFill>
                  <a:schemeClr val="dk1"/>
                </a:solidFill>
                <a:latin typeface="+mn-lt"/>
                <a:ea typeface="+mn-ea"/>
                <a:cs typeface="+mn-cs"/>
              </a:defRPr>
            </a:lvl6pPr>
            <a:lvl7pPr marL="2743200" algn="l" defTabSz="914400" rtl="0" eaLnBrk="1" latinLnBrk="0" hangingPunct="1">
              <a:defRPr kumimoji="1" sz="1800" kern="1200">
                <a:solidFill>
                  <a:schemeClr val="dk1"/>
                </a:solidFill>
                <a:latin typeface="+mn-lt"/>
                <a:ea typeface="+mn-ea"/>
                <a:cs typeface="+mn-cs"/>
              </a:defRPr>
            </a:lvl7pPr>
            <a:lvl8pPr marL="3200400" algn="l" defTabSz="914400" rtl="0" eaLnBrk="1" latinLnBrk="0" hangingPunct="1">
              <a:defRPr kumimoji="1" sz="1800" kern="1200">
                <a:solidFill>
                  <a:schemeClr val="dk1"/>
                </a:solidFill>
                <a:latin typeface="+mn-lt"/>
                <a:ea typeface="+mn-ea"/>
                <a:cs typeface="+mn-cs"/>
              </a:defRPr>
            </a:lvl8pPr>
            <a:lvl9pPr marL="3657600" algn="l" defTabSz="914400" rtl="0" eaLnBrk="1" latinLnBrk="0" hangingPunct="1">
              <a:defRPr kumimoji="1" sz="1800" kern="1200">
                <a:solidFill>
                  <a:schemeClr val="dk1"/>
                </a:solidFill>
                <a:latin typeface="+mn-lt"/>
                <a:ea typeface="+mn-ea"/>
                <a:cs typeface="+mn-cs"/>
              </a:defRPr>
            </a:lvl9pPr>
          </a:lstStyle>
          <a:p>
            <a:pPr algn="ctr"/>
            <a:r>
              <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乗算</a:t>
            </a:r>
            <a:endParaRPr lang="en-US" altLang="ja-JP"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加算</a:t>
            </a:r>
          </a:p>
        </p:txBody>
      </p:sp>
      <p:sp>
        <p:nvSpPr>
          <p:cNvPr id="30" name="AutoShape 5">
            <a:extLst>
              <a:ext uri="{FF2B5EF4-FFF2-40B4-BE49-F238E27FC236}">
                <a16:creationId xmlns:a16="http://schemas.microsoft.com/office/drawing/2014/main" id="{E46BDBE5-6E77-2EF1-9003-DB4682B0A60E}"/>
              </a:ext>
            </a:extLst>
          </p:cNvPr>
          <p:cNvSpPr>
            <a:spLocks noChangeArrowheads="1"/>
          </p:cNvSpPr>
          <p:nvPr/>
        </p:nvSpPr>
        <p:spPr bwMode="auto">
          <a:xfrm rot="16200000">
            <a:off x="6707996" y="4347021"/>
            <a:ext cx="864096" cy="648072"/>
          </a:xfrm>
          <a:custGeom>
            <a:avLst/>
            <a:gdLst>
              <a:gd name="T0" fmla="*/ 787598 w 21600"/>
              <a:gd name="T1" fmla="*/ 180181 h 21600"/>
              <a:gd name="T2" fmla="*/ 450056 w 21600"/>
              <a:gd name="T3" fmla="*/ 360362 h 21600"/>
              <a:gd name="T4" fmla="*/ 112514 w 21600"/>
              <a:gd name="T5" fmla="*/ 180181 h 21600"/>
              <a:gd name="T6" fmla="*/ 450056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ln>
            <a:headEnd/>
            <a:tailEnd/>
          </a:ln>
        </p:spPr>
        <p:style>
          <a:lnRef idx="1">
            <a:schemeClr val="accent2"/>
          </a:lnRef>
          <a:fillRef idx="2">
            <a:schemeClr val="accent2"/>
          </a:fillRef>
          <a:effectRef idx="1">
            <a:schemeClr val="accent2"/>
          </a:effectRef>
          <a:fontRef idx="minor">
            <a:schemeClr val="dk1"/>
          </a:fontRef>
        </p:style>
        <p:txBody>
          <a:bodyPr vert="eaVert" wrap="none" anchor="ctr"/>
          <a:lstStyle>
            <a:defPPr>
              <a:defRPr lang="ja-JP"/>
            </a:defPPr>
            <a:lvl1pPr marL="0" algn="l" defTabSz="914400" rtl="0" eaLnBrk="1" latinLnBrk="0" hangingPunct="1">
              <a:defRPr kumimoji="1" sz="1800" kern="1200">
                <a:solidFill>
                  <a:schemeClr val="dk1"/>
                </a:solidFill>
                <a:latin typeface="+mn-lt"/>
                <a:ea typeface="+mn-ea"/>
                <a:cs typeface="+mn-cs"/>
              </a:defRPr>
            </a:lvl1pPr>
            <a:lvl2pPr marL="457200" algn="l" defTabSz="914400" rtl="0" eaLnBrk="1" latinLnBrk="0" hangingPunct="1">
              <a:defRPr kumimoji="1" sz="1800" kern="1200">
                <a:solidFill>
                  <a:schemeClr val="dk1"/>
                </a:solidFill>
                <a:latin typeface="+mn-lt"/>
                <a:ea typeface="+mn-ea"/>
                <a:cs typeface="+mn-cs"/>
              </a:defRPr>
            </a:lvl2pPr>
            <a:lvl3pPr marL="914400" algn="l" defTabSz="914400" rtl="0" eaLnBrk="1" latinLnBrk="0" hangingPunct="1">
              <a:defRPr kumimoji="1" sz="1800" kern="1200">
                <a:solidFill>
                  <a:schemeClr val="dk1"/>
                </a:solidFill>
                <a:latin typeface="+mn-lt"/>
                <a:ea typeface="+mn-ea"/>
                <a:cs typeface="+mn-cs"/>
              </a:defRPr>
            </a:lvl3pPr>
            <a:lvl4pPr marL="1371600" algn="l" defTabSz="914400" rtl="0" eaLnBrk="1" latinLnBrk="0" hangingPunct="1">
              <a:defRPr kumimoji="1" sz="1800" kern="1200">
                <a:solidFill>
                  <a:schemeClr val="dk1"/>
                </a:solidFill>
                <a:latin typeface="+mn-lt"/>
                <a:ea typeface="+mn-ea"/>
                <a:cs typeface="+mn-cs"/>
              </a:defRPr>
            </a:lvl4pPr>
            <a:lvl5pPr marL="1828800" algn="l" defTabSz="914400" rtl="0" eaLnBrk="1" latinLnBrk="0" hangingPunct="1">
              <a:defRPr kumimoji="1" sz="1800" kern="1200">
                <a:solidFill>
                  <a:schemeClr val="dk1"/>
                </a:solidFill>
                <a:latin typeface="+mn-lt"/>
                <a:ea typeface="+mn-ea"/>
                <a:cs typeface="+mn-cs"/>
              </a:defRPr>
            </a:lvl5pPr>
            <a:lvl6pPr marL="2286000" algn="l" defTabSz="914400" rtl="0" eaLnBrk="1" latinLnBrk="0" hangingPunct="1">
              <a:defRPr kumimoji="1" sz="1800" kern="1200">
                <a:solidFill>
                  <a:schemeClr val="dk1"/>
                </a:solidFill>
                <a:latin typeface="+mn-lt"/>
                <a:ea typeface="+mn-ea"/>
                <a:cs typeface="+mn-cs"/>
              </a:defRPr>
            </a:lvl6pPr>
            <a:lvl7pPr marL="2743200" algn="l" defTabSz="914400" rtl="0" eaLnBrk="1" latinLnBrk="0" hangingPunct="1">
              <a:defRPr kumimoji="1" sz="1800" kern="1200">
                <a:solidFill>
                  <a:schemeClr val="dk1"/>
                </a:solidFill>
                <a:latin typeface="+mn-lt"/>
                <a:ea typeface="+mn-ea"/>
                <a:cs typeface="+mn-cs"/>
              </a:defRPr>
            </a:lvl7pPr>
            <a:lvl8pPr marL="3200400" algn="l" defTabSz="914400" rtl="0" eaLnBrk="1" latinLnBrk="0" hangingPunct="1">
              <a:defRPr kumimoji="1" sz="1800" kern="1200">
                <a:solidFill>
                  <a:schemeClr val="dk1"/>
                </a:solidFill>
                <a:latin typeface="+mn-lt"/>
                <a:ea typeface="+mn-ea"/>
                <a:cs typeface="+mn-cs"/>
              </a:defRPr>
            </a:lvl8pPr>
            <a:lvl9pPr marL="3657600" algn="l" defTabSz="914400" rtl="0" eaLnBrk="1" latinLnBrk="0" hangingPunct="1">
              <a:defRPr kumimoji="1" sz="1800" kern="1200">
                <a:solidFill>
                  <a:schemeClr val="dk1"/>
                </a:solidFill>
                <a:latin typeface="+mn-lt"/>
                <a:ea typeface="+mn-ea"/>
                <a:cs typeface="+mn-cs"/>
              </a:defRPr>
            </a:lvl9pPr>
          </a:lstStyle>
          <a:p>
            <a:pPr algn="ctr"/>
            <a:r>
              <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乗算</a:t>
            </a:r>
            <a:endParaRPr lang="en-US" altLang="ja-JP"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加算</a:t>
            </a:r>
          </a:p>
        </p:txBody>
      </p:sp>
      <p:sp>
        <p:nvSpPr>
          <p:cNvPr id="31" name="矢印: 右 30">
            <a:extLst>
              <a:ext uri="{FF2B5EF4-FFF2-40B4-BE49-F238E27FC236}">
                <a16:creationId xmlns:a16="http://schemas.microsoft.com/office/drawing/2014/main" id="{AAE0D404-3F7D-80A5-51E9-EDF070E1A788}"/>
              </a:ext>
            </a:extLst>
          </p:cNvPr>
          <p:cNvSpPr/>
          <p:nvPr/>
        </p:nvSpPr>
        <p:spPr bwMode="auto">
          <a:xfrm>
            <a:off x="8724094" y="4419011"/>
            <a:ext cx="360004" cy="450005"/>
          </a:xfrm>
          <a:prstGeom prst="rightArrow">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32" name="矢印: 右 31">
            <a:extLst>
              <a:ext uri="{FF2B5EF4-FFF2-40B4-BE49-F238E27FC236}">
                <a16:creationId xmlns:a16="http://schemas.microsoft.com/office/drawing/2014/main" id="{62DCC240-99B6-056F-6F0C-CA123C4E8EE6}"/>
              </a:ext>
            </a:extLst>
          </p:cNvPr>
          <p:cNvSpPr/>
          <p:nvPr/>
        </p:nvSpPr>
        <p:spPr bwMode="auto">
          <a:xfrm>
            <a:off x="7536016" y="4419011"/>
            <a:ext cx="360004" cy="450005"/>
          </a:xfrm>
          <a:prstGeom prst="rightArrow">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34" name="矢印: 右 33">
            <a:extLst>
              <a:ext uri="{FF2B5EF4-FFF2-40B4-BE49-F238E27FC236}">
                <a16:creationId xmlns:a16="http://schemas.microsoft.com/office/drawing/2014/main" id="{746EB0E3-E5D5-2BAC-5AD7-D66A6AB03B81}"/>
              </a:ext>
            </a:extLst>
          </p:cNvPr>
          <p:cNvSpPr/>
          <p:nvPr/>
        </p:nvSpPr>
        <p:spPr bwMode="auto">
          <a:xfrm rot="5400000">
            <a:off x="8121023" y="3834005"/>
            <a:ext cx="360004" cy="450005"/>
          </a:xfrm>
          <a:prstGeom prst="rightArrow">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35" name="矢印: 右 34">
            <a:extLst>
              <a:ext uri="{FF2B5EF4-FFF2-40B4-BE49-F238E27FC236}">
                <a16:creationId xmlns:a16="http://schemas.microsoft.com/office/drawing/2014/main" id="{2A6C6A15-1A7E-6AE5-B745-6C28B5D773D9}"/>
              </a:ext>
            </a:extLst>
          </p:cNvPr>
          <p:cNvSpPr/>
          <p:nvPr/>
        </p:nvSpPr>
        <p:spPr bwMode="auto">
          <a:xfrm rot="5400000">
            <a:off x="9381036" y="3834005"/>
            <a:ext cx="360004" cy="450005"/>
          </a:xfrm>
          <a:prstGeom prst="rightArrow">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39" name="矢印: 右 38">
            <a:extLst>
              <a:ext uri="{FF2B5EF4-FFF2-40B4-BE49-F238E27FC236}">
                <a16:creationId xmlns:a16="http://schemas.microsoft.com/office/drawing/2014/main" id="{F49733A5-CFC8-16EC-6B17-F81C223BE7A5}"/>
              </a:ext>
            </a:extLst>
          </p:cNvPr>
          <p:cNvSpPr/>
          <p:nvPr/>
        </p:nvSpPr>
        <p:spPr bwMode="auto">
          <a:xfrm rot="5400000">
            <a:off x="6951009" y="5138895"/>
            <a:ext cx="360004" cy="450005"/>
          </a:xfrm>
          <a:prstGeom prst="rightArrow">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43" name="AutoShape 5">
            <a:extLst>
              <a:ext uri="{FF2B5EF4-FFF2-40B4-BE49-F238E27FC236}">
                <a16:creationId xmlns:a16="http://schemas.microsoft.com/office/drawing/2014/main" id="{CD7A9C6F-4666-7A1F-4276-2975080BE69D}"/>
              </a:ext>
            </a:extLst>
          </p:cNvPr>
          <p:cNvSpPr>
            <a:spLocks noChangeArrowheads="1"/>
          </p:cNvSpPr>
          <p:nvPr/>
        </p:nvSpPr>
        <p:spPr bwMode="auto">
          <a:xfrm rot="16200000">
            <a:off x="7878009" y="5651911"/>
            <a:ext cx="864096" cy="648072"/>
          </a:xfrm>
          <a:custGeom>
            <a:avLst/>
            <a:gdLst>
              <a:gd name="T0" fmla="*/ 787598 w 21600"/>
              <a:gd name="T1" fmla="*/ 180181 h 21600"/>
              <a:gd name="T2" fmla="*/ 450056 w 21600"/>
              <a:gd name="T3" fmla="*/ 360362 h 21600"/>
              <a:gd name="T4" fmla="*/ 112514 w 21600"/>
              <a:gd name="T5" fmla="*/ 180181 h 21600"/>
              <a:gd name="T6" fmla="*/ 450056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ln>
            <a:headEnd/>
            <a:tailEnd/>
          </a:ln>
        </p:spPr>
        <p:style>
          <a:lnRef idx="1">
            <a:schemeClr val="accent2"/>
          </a:lnRef>
          <a:fillRef idx="2">
            <a:schemeClr val="accent2"/>
          </a:fillRef>
          <a:effectRef idx="1">
            <a:schemeClr val="accent2"/>
          </a:effectRef>
          <a:fontRef idx="minor">
            <a:schemeClr val="dk1"/>
          </a:fontRef>
        </p:style>
        <p:txBody>
          <a:bodyPr vert="eaVert" wrap="none" anchor="ctr"/>
          <a:lstStyle>
            <a:defPPr>
              <a:defRPr lang="ja-JP"/>
            </a:defPPr>
            <a:lvl1pPr marL="0" algn="l" defTabSz="914400" rtl="0" eaLnBrk="1" latinLnBrk="0" hangingPunct="1">
              <a:defRPr kumimoji="1" sz="1800" kern="1200">
                <a:solidFill>
                  <a:schemeClr val="dk1"/>
                </a:solidFill>
                <a:latin typeface="+mn-lt"/>
                <a:ea typeface="+mn-ea"/>
                <a:cs typeface="+mn-cs"/>
              </a:defRPr>
            </a:lvl1pPr>
            <a:lvl2pPr marL="457200" algn="l" defTabSz="914400" rtl="0" eaLnBrk="1" latinLnBrk="0" hangingPunct="1">
              <a:defRPr kumimoji="1" sz="1800" kern="1200">
                <a:solidFill>
                  <a:schemeClr val="dk1"/>
                </a:solidFill>
                <a:latin typeface="+mn-lt"/>
                <a:ea typeface="+mn-ea"/>
                <a:cs typeface="+mn-cs"/>
              </a:defRPr>
            </a:lvl2pPr>
            <a:lvl3pPr marL="914400" algn="l" defTabSz="914400" rtl="0" eaLnBrk="1" latinLnBrk="0" hangingPunct="1">
              <a:defRPr kumimoji="1" sz="1800" kern="1200">
                <a:solidFill>
                  <a:schemeClr val="dk1"/>
                </a:solidFill>
                <a:latin typeface="+mn-lt"/>
                <a:ea typeface="+mn-ea"/>
                <a:cs typeface="+mn-cs"/>
              </a:defRPr>
            </a:lvl3pPr>
            <a:lvl4pPr marL="1371600" algn="l" defTabSz="914400" rtl="0" eaLnBrk="1" latinLnBrk="0" hangingPunct="1">
              <a:defRPr kumimoji="1" sz="1800" kern="1200">
                <a:solidFill>
                  <a:schemeClr val="dk1"/>
                </a:solidFill>
                <a:latin typeface="+mn-lt"/>
                <a:ea typeface="+mn-ea"/>
                <a:cs typeface="+mn-cs"/>
              </a:defRPr>
            </a:lvl4pPr>
            <a:lvl5pPr marL="1828800" algn="l" defTabSz="914400" rtl="0" eaLnBrk="1" latinLnBrk="0" hangingPunct="1">
              <a:defRPr kumimoji="1" sz="1800" kern="1200">
                <a:solidFill>
                  <a:schemeClr val="dk1"/>
                </a:solidFill>
                <a:latin typeface="+mn-lt"/>
                <a:ea typeface="+mn-ea"/>
                <a:cs typeface="+mn-cs"/>
              </a:defRPr>
            </a:lvl5pPr>
            <a:lvl6pPr marL="2286000" algn="l" defTabSz="914400" rtl="0" eaLnBrk="1" latinLnBrk="0" hangingPunct="1">
              <a:defRPr kumimoji="1" sz="1800" kern="1200">
                <a:solidFill>
                  <a:schemeClr val="dk1"/>
                </a:solidFill>
                <a:latin typeface="+mn-lt"/>
                <a:ea typeface="+mn-ea"/>
                <a:cs typeface="+mn-cs"/>
              </a:defRPr>
            </a:lvl6pPr>
            <a:lvl7pPr marL="2743200" algn="l" defTabSz="914400" rtl="0" eaLnBrk="1" latinLnBrk="0" hangingPunct="1">
              <a:defRPr kumimoji="1" sz="1800" kern="1200">
                <a:solidFill>
                  <a:schemeClr val="dk1"/>
                </a:solidFill>
                <a:latin typeface="+mn-lt"/>
                <a:ea typeface="+mn-ea"/>
                <a:cs typeface="+mn-cs"/>
              </a:defRPr>
            </a:lvl7pPr>
            <a:lvl8pPr marL="3200400" algn="l" defTabSz="914400" rtl="0" eaLnBrk="1" latinLnBrk="0" hangingPunct="1">
              <a:defRPr kumimoji="1" sz="1800" kern="1200">
                <a:solidFill>
                  <a:schemeClr val="dk1"/>
                </a:solidFill>
                <a:latin typeface="+mn-lt"/>
                <a:ea typeface="+mn-ea"/>
                <a:cs typeface="+mn-cs"/>
              </a:defRPr>
            </a:lvl8pPr>
            <a:lvl9pPr marL="3657600" algn="l" defTabSz="914400" rtl="0" eaLnBrk="1" latinLnBrk="0" hangingPunct="1">
              <a:defRPr kumimoji="1" sz="1800" kern="1200">
                <a:solidFill>
                  <a:schemeClr val="dk1"/>
                </a:solidFill>
                <a:latin typeface="+mn-lt"/>
                <a:ea typeface="+mn-ea"/>
                <a:cs typeface="+mn-cs"/>
              </a:defRPr>
            </a:lvl9pPr>
          </a:lstStyle>
          <a:p>
            <a:pPr algn="ctr"/>
            <a:r>
              <a:rPr lang="ja-JP" altLang="en-US" sz="160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乗算</a:t>
            </a:r>
            <a:endParaRPr lang="en-US" altLang="ja-JP" sz="160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160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加算</a:t>
            </a:r>
            <a:endPar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44" name="AutoShape 5">
            <a:extLst>
              <a:ext uri="{FF2B5EF4-FFF2-40B4-BE49-F238E27FC236}">
                <a16:creationId xmlns:a16="http://schemas.microsoft.com/office/drawing/2014/main" id="{605BFEB8-29C0-6675-2F6B-89A6D4E6F3B3}"/>
              </a:ext>
            </a:extLst>
          </p:cNvPr>
          <p:cNvSpPr>
            <a:spLocks noChangeArrowheads="1"/>
          </p:cNvSpPr>
          <p:nvPr/>
        </p:nvSpPr>
        <p:spPr bwMode="auto">
          <a:xfrm rot="16200000">
            <a:off x="9048022" y="5651911"/>
            <a:ext cx="864096" cy="648072"/>
          </a:xfrm>
          <a:custGeom>
            <a:avLst/>
            <a:gdLst>
              <a:gd name="T0" fmla="*/ 787598 w 21600"/>
              <a:gd name="T1" fmla="*/ 180181 h 21600"/>
              <a:gd name="T2" fmla="*/ 450056 w 21600"/>
              <a:gd name="T3" fmla="*/ 360362 h 21600"/>
              <a:gd name="T4" fmla="*/ 112514 w 21600"/>
              <a:gd name="T5" fmla="*/ 180181 h 21600"/>
              <a:gd name="T6" fmla="*/ 450056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ln>
            <a:headEnd/>
            <a:tailEnd/>
          </a:ln>
        </p:spPr>
        <p:style>
          <a:lnRef idx="1">
            <a:schemeClr val="accent2"/>
          </a:lnRef>
          <a:fillRef idx="2">
            <a:schemeClr val="accent2"/>
          </a:fillRef>
          <a:effectRef idx="1">
            <a:schemeClr val="accent2"/>
          </a:effectRef>
          <a:fontRef idx="minor">
            <a:schemeClr val="dk1"/>
          </a:fontRef>
        </p:style>
        <p:txBody>
          <a:bodyPr vert="eaVert" wrap="none" anchor="ctr"/>
          <a:lstStyle>
            <a:defPPr>
              <a:defRPr lang="ja-JP"/>
            </a:defPPr>
            <a:lvl1pPr marL="0" algn="l" defTabSz="914400" rtl="0" eaLnBrk="1" latinLnBrk="0" hangingPunct="1">
              <a:defRPr kumimoji="1" sz="1800" kern="1200">
                <a:solidFill>
                  <a:schemeClr val="dk1"/>
                </a:solidFill>
                <a:latin typeface="+mn-lt"/>
                <a:ea typeface="+mn-ea"/>
                <a:cs typeface="+mn-cs"/>
              </a:defRPr>
            </a:lvl1pPr>
            <a:lvl2pPr marL="457200" algn="l" defTabSz="914400" rtl="0" eaLnBrk="1" latinLnBrk="0" hangingPunct="1">
              <a:defRPr kumimoji="1" sz="1800" kern="1200">
                <a:solidFill>
                  <a:schemeClr val="dk1"/>
                </a:solidFill>
                <a:latin typeface="+mn-lt"/>
                <a:ea typeface="+mn-ea"/>
                <a:cs typeface="+mn-cs"/>
              </a:defRPr>
            </a:lvl2pPr>
            <a:lvl3pPr marL="914400" algn="l" defTabSz="914400" rtl="0" eaLnBrk="1" latinLnBrk="0" hangingPunct="1">
              <a:defRPr kumimoji="1" sz="1800" kern="1200">
                <a:solidFill>
                  <a:schemeClr val="dk1"/>
                </a:solidFill>
                <a:latin typeface="+mn-lt"/>
                <a:ea typeface="+mn-ea"/>
                <a:cs typeface="+mn-cs"/>
              </a:defRPr>
            </a:lvl3pPr>
            <a:lvl4pPr marL="1371600" algn="l" defTabSz="914400" rtl="0" eaLnBrk="1" latinLnBrk="0" hangingPunct="1">
              <a:defRPr kumimoji="1" sz="1800" kern="1200">
                <a:solidFill>
                  <a:schemeClr val="dk1"/>
                </a:solidFill>
                <a:latin typeface="+mn-lt"/>
                <a:ea typeface="+mn-ea"/>
                <a:cs typeface="+mn-cs"/>
              </a:defRPr>
            </a:lvl4pPr>
            <a:lvl5pPr marL="1828800" algn="l" defTabSz="914400" rtl="0" eaLnBrk="1" latinLnBrk="0" hangingPunct="1">
              <a:defRPr kumimoji="1" sz="1800" kern="1200">
                <a:solidFill>
                  <a:schemeClr val="dk1"/>
                </a:solidFill>
                <a:latin typeface="+mn-lt"/>
                <a:ea typeface="+mn-ea"/>
                <a:cs typeface="+mn-cs"/>
              </a:defRPr>
            </a:lvl5pPr>
            <a:lvl6pPr marL="2286000" algn="l" defTabSz="914400" rtl="0" eaLnBrk="1" latinLnBrk="0" hangingPunct="1">
              <a:defRPr kumimoji="1" sz="1800" kern="1200">
                <a:solidFill>
                  <a:schemeClr val="dk1"/>
                </a:solidFill>
                <a:latin typeface="+mn-lt"/>
                <a:ea typeface="+mn-ea"/>
                <a:cs typeface="+mn-cs"/>
              </a:defRPr>
            </a:lvl6pPr>
            <a:lvl7pPr marL="2743200" algn="l" defTabSz="914400" rtl="0" eaLnBrk="1" latinLnBrk="0" hangingPunct="1">
              <a:defRPr kumimoji="1" sz="1800" kern="1200">
                <a:solidFill>
                  <a:schemeClr val="dk1"/>
                </a:solidFill>
                <a:latin typeface="+mn-lt"/>
                <a:ea typeface="+mn-ea"/>
                <a:cs typeface="+mn-cs"/>
              </a:defRPr>
            </a:lvl7pPr>
            <a:lvl8pPr marL="3200400" algn="l" defTabSz="914400" rtl="0" eaLnBrk="1" latinLnBrk="0" hangingPunct="1">
              <a:defRPr kumimoji="1" sz="1800" kern="1200">
                <a:solidFill>
                  <a:schemeClr val="dk1"/>
                </a:solidFill>
                <a:latin typeface="+mn-lt"/>
                <a:ea typeface="+mn-ea"/>
                <a:cs typeface="+mn-cs"/>
              </a:defRPr>
            </a:lvl8pPr>
            <a:lvl9pPr marL="3657600" algn="l" defTabSz="914400" rtl="0" eaLnBrk="1" latinLnBrk="0" hangingPunct="1">
              <a:defRPr kumimoji="1" sz="1800" kern="1200">
                <a:solidFill>
                  <a:schemeClr val="dk1"/>
                </a:solidFill>
                <a:latin typeface="+mn-lt"/>
                <a:ea typeface="+mn-ea"/>
                <a:cs typeface="+mn-cs"/>
              </a:defRPr>
            </a:lvl9pPr>
          </a:lstStyle>
          <a:p>
            <a:pPr algn="ctr"/>
            <a:r>
              <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乗算</a:t>
            </a:r>
            <a:endParaRPr lang="en-US" altLang="ja-JP"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加算</a:t>
            </a:r>
          </a:p>
        </p:txBody>
      </p:sp>
      <p:sp>
        <p:nvSpPr>
          <p:cNvPr id="45" name="AutoShape 5">
            <a:extLst>
              <a:ext uri="{FF2B5EF4-FFF2-40B4-BE49-F238E27FC236}">
                <a16:creationId xmlns:a16="http://schemas.microsoft.com/office/drawing/2014/main" id="{BCA0D2D9-1662-65D2-42F9-81D8395DC784}"/>
              </a:ext>
            </a:extLst>
          </p:cNvPr>
          <p:cNvSpPr>
            <a:spLocks noChangeArrowheads="1"/>
          </p:cNvSpPr>
          <p:nvPr/>
        </p:nvSpPr>
        <p:spPr bwMode="auto">
          <a:xfrm rot="16200000">
            <a:off x="6707996" y="5651911"/>
            <a:ext cx="864096" cy="648072"/>
          </a:xfrm>
          <a:custGeom>
            <a:avLst/>
            <a:gdLst>
              <a:gd name="T0" fmla="*/ 787598 w 21600"/>
              <a:gd name="T1" fmla="*/ 180181 h 21600"/>
              <a:gd name="T2" fmla="*/ 450056 w 21600"/>
              <a:gd name="T3" fmla="*/ 360362 h 21600"/>
              <a:gd name="T4" fmla="*/ 112514 w 21600"/>
              <a:gd name="T5" fmla="*/ 180181 h 21600"/>
              <a:gd name="T6" fmla="*/ 450056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ln>
            <a:headEnd/>
            <a:tailEnd/>
          </a:ln>
        </p:spPr>
        <p:style>
          <a:lnRef idx="1">
            <a:schemeClr val="accent2"/>
          </a:lnRef>
          <a:fillRef idx="2">
            <a:schemeClr val="accent2"/>
          </a:fillRef>
          <a:effectRef idx="1">
            <a:schemeClr val="accent2"/>
          </a:effectRef>
          <a:fontRef idx="minor">
            <a:schemeClr val="dk1"/>
          </a:fontRef>
        </p:style>
        <p:txBody>
          <a:bodyPr vert="eaVert" wrap="none" anchor="ctr"/>
          <a:lstStyle>
            <a:defPPr>
              <a:defRPr lang="ja-JP"/>
            </a:defPPr>
            <a:lvl1pPr marL="0" algn="l" defTabSz="914400" rtl="0" eaLnBrk="1" latinLnBrk="0" hangingPunct="1">
              <a:defRPr kumimoji="1" sz="1800" kern="1200">
                <a:solidFill>
                  <a:schemeClr val="dk1"/>
                </a:solidFill>
                <a:latin typeface="+mn-lt"/>
                <a:ea typeface="+mn-ea"/>
                <a:cs typeface="+mn-cs"/>
              </a:defRPr>
            </a:lvl1pPr>
            <a:lvl2pPr marL="457200" algn="l" defTabSz="914400" rtl="0" eaLnBrk="1" latinLnBrk="0" hangingPunct="1">
              <a:defRPr kumimoji="1" sz="1800" kern="1200">
                <a:solidFill>
                  <a:schemeClr val="dk1"/>
                </a:solidFill>
                <a:latin typeface="+mn-lt"/>
                <a:ea typeface="+mn-ea"/>
                <a:cs typeface="+mn-cs"/>
              </a:defRPr>
            </a:lvl2pPr>
            <a:lvl3pPr marL="914400" algn="l" defTabSz="914400" rtl="0" eaLnBrk="1" latinLnBrk="0" hangingPunct="1">
              <a:defRPr kumimoji="1" sz="1800" kern="1200">
                <a:solidFill>
                  <a:schemeClr val="dk1"/>
                </a:solidFill>
                <a:latin typeface="+mn-lt"/>
                <a:ea typeface="+mn-ea"/>
                <a:cs typeface="+mn-cs"/>
              </a:defRPr>
            </a:lvl3pPr>
            <a:lvl4pPr marL="1371600" algn="l" defTabSz="914400" rtl="0" eaLnBrk="1" latinLnBrk="0" hangingPunct="1">
              <a:defRPr kumimoji="1" sz="1800" kern="1200">
                <a:solidFill>
                  <a:schemeClr val="dk1"/>
                </a:solidFill>
                <a:latin typeface="+mn-lt"/>
                <a:ea typeface="+mn-ea"/>
                <a:cs typeface="+mn-cs"/>
              </a:defRPr>
            </a:lvl4pPr>
            <a:lvl5pPr marL="1828800" algn="l" defTabSz="914400" rtl="0" eaLnBrk="1" latinLnBrk="0" hangingPunct="1">
              <a:defRPr kumimoji="1" sz="1800" kern="1200">
                <a:solidFill>
                  <a:schemeClr val="dk1"/>
                </a:solidFill>
                <a:latin typeface="+mn-lt"/>
                <a:ea typeface="+mn-ea"/>
                <a:cs typeface="+mn-cs"/>
              </a:defRPr>
            </a:lvl5pPr>
            <a:lvl6pPr marL="2286000" algn="l" defTabSz="914400" rtl="0" eaLnBrk="1" latinLnBrk="0" hangingPunct="1">
              <a:defRPr kumimoji="1" sz="1800" kern="1200">
                <a:solidFill>
                  <a:schemeClr val="dk1"/>
                </a:solidFill>
                <a:latin typeface="+mn-lt"/>
                <a:ea typeface="+mn-ea"/>
                <a:cs typeface="+mn-cs"/>
              </a:defRPr>
            </a:lvl6pPr>
            <a:lvl7pPr marL="2743200" algn="l" defTabSz="914400" rtl="0" eaLnBrk="1" latinLnBrk="0" hangingPunct="1">
              <a:defRPr kumimoji="1" sz="1800" kern="1200">
                <a:solidFill>
                  <a:schemeClr val="dk1"/>
                </a:solidFill>
                <a:latin typeface="+mn-lt"/>
                <a:ea typeface="+mn-ea"/>
                <a:cs typeface="+mn-cs"/>
              </a:defRPr>
            </a:lvl7pPr>
            <a:lvl8pPr marL="3200400" algn="l" defTabSz="914400" rtl="0" eaLnBrk="1" latinLnBrk="0" hangingPunct="1">
              <a:defRPr kumimoji="1" sz="1800" kern="1200">
                <a:solidFill>
                  <a:schemeClr val="dk1"/>
                </a:solidFill>
                <a:latin typeface="+mn-lt"/>
                <a:ea typeface="+mn-ea"/>
                <a:cs typeface="+mn-cs"/>
              </a:defRPr>
            </a:lvl8pPr>
            <a:lvl9pPr marL="3657600" algn="l" defTabSz="914400" rtl="0" eaLnBrk="1" latinLnBrk="0" hangingPunct="1">
              <a:defRPr kumimoji="1" sz="1800" kern="1200">
                <a:solidFill>
                  <a:schemeClr val="dk1"/>
                </a:solidFill>
                <a:latin typeface="+mn-lt"/>
                <a:ea typeface="+mn-ea"/>
                <a:cs typeface="+mn-cs"/>
              </a:defRPr>
            </a:lvl9pPr>
          </a:lstStyle>
          <a:p>
            <a:pPr algn="ctr"/>
            <a:r>
              <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乗算</a:t>
            </a:r>
            <a:endParaRPr lang="en-US" altLang="ja-JP"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加算</a:t>
            </a:r>
          </a:p>
        </p:txBody>
      </p:sp>
      <p:sp>
        <p:nvSpPr>
          <p:cNvPr id="46" name="矢印: 右 45">
            <a:extLst>
              <a:ext uri="{FF2B5EF4-FFF2-40B4-BE49-F238E27FC236}">
                <a16:creationId xmlns:a16="http://schemas.microsoft.com/office/drawing/2014/main" id="{89BEA97F-EE89-4230-7756-FDCBEBC1B14A}"/>
              </a:ext>
            </a:extLst>
          </p:cNvPr>
          <p:cNvSpPr/>
          <p:nvPr/>
        </p:nvSpPr>
        <p:spPr bwMode="auto">
          <a:xfrm>
            <a:off x="8724094" y="5723901"/>
            <a:ext cx="360004" cy="450005"/>
          </a:xfrm>
          <a:prstGeom prst="rightArrow">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47" name="矢印: 右 46">
            <a:extLst>
              <a:ext uri="{FF2B5EF4-FFF2-40B4-BE49-F238E27FC236}">
                <a16:creationId xmlns:a16="http://schemas.microsoft.com/office/drawing/2014/main" id="{73735BB5-C69B-52CF-2561-8A2AA71D58F8}"/>
              </a:ext>
            </a:extLst>
          </p:cNvPr>
          <p:cNvSpPr/>
          <p:nvPr/>
        </p:nvSpPr>
        <p:spPr bwMode="auto">
          <a:xfrm>
            <a:off x="7536016" y="5723901"/>
            <a:ext cx="360004" cy="450005"/>
          </a:xfrm>
          <a:prstGeom prst="rightArrow">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48" name="矢印: 右 47">
            <a:extLst>
              <a:ext uri="{FF2B5EF4-FFF2-40B4-BE49-F238E27FC236}">
                <a16:creationId xmlns:a16="http://schemas.microsoft.com/office/drawing/2014/main" id="{0D52AA77-7B9B-170F-8FD0-56FD3111BA4E}"/>
              </a:ext>
            </a:extLst>
          </p:cNvPr>
          <p:cNvSpPr/>
          <p:nvPr/>
        </p:nvSpPr>
        <p:spPr bwMode="auto">
          <a:xfrm rot="5400000">
            <a:off x="8121023" y="5138895"/>
            <a:ext cx="360004" cy="450005"/>
          </a:xfrm>
          <a:prstGeom prst="rightArrow">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49" name="矢印: 右 48">
            <a:extLst>
              <a:ext uri="{FF2B5EF4-FFF2-40B4-BE49-F238E27FC236}">
                <a16:creationId xmlns:a16="http://schemas.microsoft.com/office/drawing/2014/main" id="{A0F80F7C-11C2-F16C-9DC1-AE12CD8389C8}"/>
              </a:ext>
            </a:extLst>
          </p:cNvPr>
          <p:cNvSpPr/>
          <p:nvPr/>
        </p:nvSpPr>
        <p:spPr bwMode="auto">
          <a:xfrm rot="5400000">
            <a:off x="9381036" y="5138895"/>
            <a:ext cx="360004" cy="450005"/>
          </a:xfrm>
          <a:prstGeom prst="rightArrow">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50" name="四角形: 角を丸くする 49">
            <a:extLst>
              <a:ext uri="{FF2B5EF4-FFF2-40B4-BE49-F238E27FC236}">
                <a16:creationId xmlns:a16="http://schemas.microsoft.com/office/drawing/2014/main" id="{A2C4FC33-1658-F76E-5F03-A0AA1C354969}"/>
              </a:ext>
            </a:extLst>
          </p:cNvPr>
          <p:cNvSpPr/>
          <p:nvPr/>
        </p:nvSpPr>
        <p:spPr bwMode="auto">
          <a:xfrm>
            <a:off x="9066033" y="368966"/>
            <a:ext cx="720008" cy="540006"/>
          </a:xfrm>
          <a:prstGeom prst="roundRect">
            <a:avLst/>
          </a:prstGeom>
          <a:ln>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In2</a:t>
            </a:r>
            <a:endParaRPr kumimoji="1" lang="ja-JP" altLang="en-US" dirty="0">
              <a:solidFill>
                <a:schemeClr val="tx1">
                  <a:lumMod val="75000"/>
                  <a:lumOff val="25000"/>
                </a:schemeClr>
              </a:solidFill>
              <a:latin typeface="+mn-ea"/>
            </a:endParaRPr>
          </a:p>
        </p:txBody>
      </p:sp>
      <p:sp>
        <p:nvSpPr>
          <p:cNvPr id="54" name="矢印: 右 53">
            <a:extLst>
              <a:ext uri="{FF2B5EF4-FFF2-40B4-BE49-F238E27FC236}">
                <a16:creationId xmlns:a16="http://schemas.microsoft.com/office/drawing/2014/main" id="{559F1AFB-77C7-BF23-6D66-960FFA867787}"/>
              </a:ext>
            </a:extLst>
          </p:cNvPr>
          <p:cNvSpPr/>
          <p:nvPr/>
        </p:nvSpPr>
        <p:spPr bwMode="auto">
          <a:xfrm>
            <a:off x="9966043" y="3068996"/>
            <a:ext cx="360004" cy="450005"/>
          </a:xfrm>
          <a:prstGeom prst="rightArrow">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55" name="矢印: 右 54">
            <a:extLst>
              <a:ext uri="{FF2B5EF4-FFF2-40B4-BE49-F238E27FC236}">
                <a16:creationId xmlns:a16="http://schemas.microsoft.com/office/drawing/2014/main" id="{0CF97957-072F-2DE9-D27A-018CCF76E16C}"/>
              </a:ext>
            </a:extLst>
          </p:cNvPr>
          <p:cNvSpPr/>
          <p:nvPr/>
        </p:nvSpPr>
        <p:spPr bwMode="auto">
          <a:xfrm>
            <a:off x="9966043" y="4419011"/>
            <a:ext cx="360004" cy="450005"/>
          </a:xfrm>
          <a:prstGeom prst="rightArrow">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56" name="矢印: 右 55">
            <a:extLst>
              <a:ext uri="{FF2B5EF4-FFF2-40B4-BE49-F238E27FC236}">
                <a16:creationId xmlns:a16="http://schemas.microsoft.com/office/drawing/2014/main" id="{B7F730A5-93C3-C6CD-7B2B-94D3CAB00381}"/>
              </a:ext>
            </a:extLst>
          </p:cNvPr>
          <p:cNvSpPr/>
          <p:nvPr/>
        </p:nvSpPr>
        <p:spPr bwMode="auto">
          <a:xfrm>
            <a:off x="9966043" y="5769026"/>
            <a:ext cx="360004" cy="450005"/>
          </a:xfrm>
          <a:prstGeom prst="rightArrow">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58" name="テキスト プレースホルダー 2">
            <a:extLst>
              <a:ext uri="{FF2B5EF4-FFF2-40B4-BE49-F238E27FC236}">
                <a16:creationId xmlns:a16="http://schemas.microsoft.com/office/drawing/2014/main" id="{7C6E4141-595F-89E8-3AAB-866153290D64}"/>
              </a:ext>
            </a:extLst>
          </p:cNvPr>
          <p:cNvSpPr>
            <a:spLocks noGrp="1"/>
          </p:cNvSpPr>
          <p:nvPr>
            <p:ph type="body" sz="quarter" idx="10"/>
          </p:nvPr>
        </p:nvSpPr>
        <p:spPr>
          <a:xfrm>
            <a:off x="335936" y="1088974"/>
            <a:ext cx="5580062" cy="5490061"/>
          </a:xfrm>
        </p:spPr>
        <p:txBody>
          <a:bodyPr/>
          <a:lstStyle/>
          <a:p>
            <a:r>
              <a:rPr kumimoji="1" lang="ja-JP" altLang="en-US" dirty="0"/>
              <a:t>２次元的に同様にデータを流していく</a:t>
            </a:r>
            <a:endParaRPr kumimoji="1" lang="en-US" altLang="ja-JP" dirty="0"/>
          </a:p>
          <a:p>
            <a:pPr lvl="1"/>
            <a:r>
              <a:rPr lang="ja-JP" altLang="en-US" dirty="0"/>
              <a:t>上からいれるデータは，流れてくるものとタイミングを合わせてずらす</a:t>
            </a:r>
            <a:endParaRPr lang="en-US" altLang="ja-JP" dirty="0"/>
          </a:p>
          <a:p>
            <a:pPr lvl="1"/>
            <a:r>
              <a:rPr lang="en-US" altLang="ja-JP" dirty="0"/>
              <a:t>In0*W0 + In1*W1 </a:t>
            </a:r>
            <a:endParaRPr kumimoji="1" lang="en-US" altLang="ja-JP" dirty="0"/>
          </a:p>
          <a:p>
            <a:r>
              <a:rPr lang="ja-JP" altLang="en-US" dirty="0"/>
              <a:t>シストリック：心臓の脈打ち</a:t>
            </a:r>
            <a:endParaRPr lang="en-US" altLang="ja-JP" dirty="0"/>
          </a:p>
          <a:p>
            <a:pPr lvl="1"/>
            <a:r>
              <a:rPr kumimoji="1" lang="ja-JP" altLang="en-US" dirty="0"/>
              <a:t>ドクン ドクンとデータが処理されて流れていく</a:t>
            </a:r>
            <a:endParaRPr kumimoji="1" lang="en-US" altLang="ja-JP" dirty="0"/>
          </a:p>
          <a:p>
            <a:r>
              <a:rPr lang="en-US" altLang="ja-JP" dirty="0"/>
              <a:t>Input/Output/Weight </a:t>
            </a:r>
            <a:r>
              <a:rPr lang="ja-JP" altLang="en-US" dirty="0"/>
              <a:t>のどれを演算器に貼り付けるかで，いくつかやり方がある</a:t>
            </a:r>
            <a:endParaRPr kumimoji="1" lang="en-US" altLang="ja-JP" dirty="0"/>
          </a:p>
        </p:txBody>
      </p:sp>
    </p:spTree>
    <p:extLst>
      <p:ext uri="{BB962C8B-B14F-4D97-AF65-F5344CB8AC3E}">
        <p14:creationId xmlns:p14="http://schemas.microsoft.com/office/powerpoint/2010/main" val="101035067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6B16F6E-F08B-72F6-DCAB-2B03C908E779}"/>
              </a:ext>
            </a:extLst>
          </p:cNvPr>
          <p:cNvSpPr>
            <a:spLocks noGrp="1"/>
          </p:cNvSpPr>
          <p:nvPr>
            <p:ph type="title"/>
          </p:nvPr>
        </p:nvSpPr>
        <p:spPr/>
        <p:txBody>
          <a:bodyPr/>
          <a:lstStyle/>
          <a:p>
            <a:r>
              <a:rPr kumimoji="1" lang="en-US" altLang="ja-JP" dirty="0"/>
              <a:t>Tensor </a:t>
            </a:r>
            <a:r>
              <a:rPr lang="en-US" altLang="ja-JP" dirty="0"/>
              <a:t>Core (NVIDIA Ampere </a:t>
            </a:r>
            <a:r>
              <a:rPr lang="ja-JP" altLang="en-US" dirty="0"/>
              <a:t>と </a:t>
            </a:r>
            <a:r>
              <a:rPr lang="en-US" altLang="ja-JP" dirty="0"/>
              <a:t>Hopper </a:t>
            </a:r>
            <a:r>
              <a:rPr lang="ja-JP" altLang="en-US" dirty="0"/>
              <a:t>のもの</a:t>
            </a:r>
            <a:r>
              <a:rPr lang="en-US" altLang="ja-JP" dirty="0"/>
              <a:t>)</a:t>
            </a:r>
            <a:br>
              <a:rPr lang="en-US" altLang="ja-JP" dirty="0"/>
            </a:br>
            <a:r>
              <a:rPr lang="en-US" altLang="ja-JP" sz="1600" dirty="0">
                <a:hlinkClick r:id="rId2">
                  <a:extLst>
                    <a:ext uri="{A12FA001-AC4F-418D-AE19-62706E023703}">
                      <ahyp:hlinkClr xmlns:ahyp="http://schemas.microsoft.com/office/drawing/2018/hyperlinkcolor" val="tx"/>
                    </a:ext>
                  </a:extLst>
                </a:hlinkClick>
              </a:rPr>
              <a:t>https://www.nvidia.com/ja-jp/data-center/tensor-cores/</a:t>
            </a:r>
            <a:r>
              <a:rPr lang="en-US" altLang="ja-JP" sz="1600" dirty="0"/>
              <a:t>  </a:t>
            </a:r>
            <a:r>
              <a:rPr lang="ja-JP" altLang="en-US" sz="1600" dirty="0"/>
              <a:t>より</a:t>
            </a:r>
            <a:endParaRPr kumimoji="1" lang="ja-JP" altLang="en-US" sz="1600" dirty="0"/>
          </a:p>
        </p:txBody>
      </p:sp>
      <p:sp>
        <p:nvSpPr>
          <p:cNvPr id="3" name="テキスト プレースホルダー 2">
            <a:extLst>
              <a:ext uri="{FF2B5EF4-FFF2-40B4-BE49-F238E27FC236}">
                <a16:creationId xmlns:a16="http://schemas.microsoft.com/office/drawing/2014/main" id="{EE61ED7F-21A6-F644-3733-B8AA9C602AD0}"/>
              </a:ext>
            </a:extLst>
          </p:cNvPr>
          <p:cNvSpPr>
            <a:spLocks noGrp="1"/>
          </p:cNvSpPr>
          <p:nvPr>
            <p:ph type="body" sz="quarter" idx="10"/>
          </p:nvPr>
        </p:nvSpPr>
        <p:spPr>
          <a:xfrm>
            <a:off x="1775952" y="5769026"/>
            <a:ext cx="8640096" cy="810009"/>
          </a:xfrm>
        </p:spPr>
        <p:txBody>
          <a:bodyPr/>
          <a:lstStyle/>
          <a:p>
            <a:r>
              <a:rPr lang="en-US" altLang="ja-JP" dirty="0"/>
              <a:t>NVIDIA</a:t>
            </a:r>
            <a:r>
              <a:rPr lang="ja-JP" altLang="en-US" dirty="0"/>
              <a:t> </a:t>
            </a:r>
            <a:r>
              <a:rPr lang="en-US" altLang="ja-JP" dirty="0"/>
              <a:t>GPU</a:t>
            </a:r>
            <a:r>
              <a:rPr lang="ja-JP" altLang="en-US" dirty="0"/>
              <a:t> の </a:t>
            </a:r>
            <a:r>
              <a:rPr lang="en-US" altLang="ja-JP" dirty="0"/>
              <a:t>Tensor Core</a:t>
            </a:r>
            <a:r>
              <a:rPr lang="ja-JP" altLang="en-US" dirty="0"/>
              <a:t> は，より直接に行列積を一気に行う</a:t>
            </a:r>
            <a:endParaRPr kumimoji="1" lang="ja-JP" altLang="en-US" dirty="0"/>
          </a:p>
        </p:txBody>
      </p:sp>
      <p:pic>
        <p:nvPicPr>
          <p:cNvPr id="1026" name="Picture 2" descr="FP8 Tensor Cores">
            <a:extLst>
              <a:ext uri="{FF2B5EF4-FFF2-40B4-BE49-F238E27FC236}">
                <a16:creationId xmlns:a16="http://schemas.microsoft.com/office/drawing/2014/main" id="{9BA3DA5F-743C-532B-A32F-D6ED6186854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15958" y="1178975"/>
            <a:ext cx="7986021" cy="44879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6803618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605939" y="0"/>
            <a:ext cx="11586061" cy="908972"/>
          </a:xfrm>
        </p:spPr>
        <p:txBody>
          <a:bodyPr/>
          <a:lstStyle/>
          <a:p>
            <a:r>
              <a:rPr lang="en-US" altLang="ja-JP" sz="2800" dirty="0"/>
              <a:t>Google TPU v1 </a:t>
            </a:r>
            <a:r>
              <a:rPr lang="ja-JP" altLang="en-US" sz="2800" dirty="0"/>
              <a:t>の構造</a:t>
            </a:r>
            <a:br>
              <a:rPr lang="en-US" altLang="ja-JP" sz="2000" dirty="0"/>
            </a:br>
            <a:r>
              <a:rPr lang="en-US" altLang="ja-JP" sz="1600" dirty="0"/>
              <a:t>Norman P. Jouppi et al., In-Datacenter Performance Analysis of a Tensor Processing Unit (ISCA 2017)</a:t>
            </a:r>
            <a:r>
              <a:rPr lang="ja-JP" altLang="en-US" sz="1600" dirty="0"/>
              <a:t>より</a:t>
            </a:r>
          </a:p>
        </p:txBody>
      </p:sp>
      <p:pic>
        <p:nvPicPr>
          <p:cNvPr id="4" name="図 3">
            <a:extLst>
              <a:ext uri="{FF2B5EF4-FFF2-40B4-BE49-F238E27FC236}">
                <a16:creationId xmlns:a16="http://schemas.microsoft.com/office/drawing/2014/main" id="{80F220EB-94AA-473E-94E1-38959C0E8E22}"/>
              </a:ext>
            </a:extLst>
          </p:cNvPr>
          <p:cNvPicPr>
            <a:picLocks noChangeAspect="1"/>
          </p:cNvPicPr>
          <p:nvPr/>
        </p:nvPicPr>
        <p:blipFill>
          <a:blip r:embed="rId2"/>
          <a:stretch>
            <a:fillRect/>
          </a:stretch>
        </p:blipFill>
        <p:spPr>
          <a:xfrm>
            <a:off x="1145945" y="1268976"/>
            <a:ext cx="5540974" cy="5263381"/>
          </a:xfrm>
          <a:prstGeom prst="rect">
            <a:avLst/>
          </a:prstGeom>
        </p:spPr>
      </p:pic>
      <p:sp>
        <p:nvSpPr>
          <p:cNvPr id="3" name="テキスト プレースホルダー 2">
            <a:extLst>
              <a:ext uri="{FF2B5EF4-FFF2-40B4-BE49-F238E27FC236}">
                <a16:creationId xmlns:a16="http://schemas.microsoft.com/office/drawing/2014/main" id="{8EC24DFC-80B9-7F89-8ABD-7E2FEFD1F964}"/>
              </a:ext>
            </a:extLst>
          </p:cNvPr>
          <p:cNvSpPr>
            <a:spLocks noGrp="1"/>
          </p:cNvSpPr>
          <p:nvPr>
            <p:ph type="body" sz="quarter" idx="10"/>
          </p:nvPr>
        </p:nvSpPr>
        <p:spPr>
          <a:xfrm>
            <a:off x="7266012" y="1448978"/>
            <a:ext cx="4860055" cy="5130057"/>
          </a:xfrm>
        </p:spPr>
        <p:txBody>
          <a:bodyPr/>
          <a:lstStyle/>
          <a:p>
            <a:r>
              <a:rPr lang="ja-JP" altLang="en-US" dirty="0"/>
              <a:t>構成：</a:t>
            </a:r>
            <a:endParaRPr lang="en-US" altLang="ja-JP" dirty="0"/>
          </a:p>
          <a:p>
            <a:pPr lvl="1"/>
            <a:r>
              <a:rPr lang="ja-JP" altLang="en-US" dirty="0"/>
              <a:t>行列積を行うシストリックアレイ</a:t>
            </a:r>
            <a:endParaRPr lang="en-US" altLang="ja-JP" dirty="0"/>
          </a:p>
          <a:p>
            <a:pPr lvl="1"/>
            <a:r>
              <a:rPr lang="ja-JP" altLang="en-US" dirty="0"/>
              <a:t>活性化関数を処理する </a:t>
            </a:r>
            <a:r>
              <a:rPr lang="en-US" altLang="ja-JP" dirty="0"/>
              <a:t>SIMD </a:t>
            </a:r>
          </a:p>
          <a:p>
            <a:r>
              <a:rPr lang="ja-JP" altLang="en-US" dirty="0"/>
              <a:t>この構成はよくある</a:t>
            </a:r>
            <a:endParaRPr lang="en-US" altLang="ja-JP" dirty="0"/>
          </a:p>
        </p:txBody>
      </p:sp>
    </p:spTree>
    <p:extLst>
      <p:ext uri="{BB962C8B-B14F-4D97-AF65-F5344CB8AC3E}">
        <p14:creationId xmlns:p14="http://schemas.microsoft.com/office/powerpoint/2010/main" val="49231862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EC09325-8FA7-6AAF-6B89-18526DF91052}"/>
              </a:ext>
            </a:extLst>
          </p:cNvPr>
          <p:cNvSpPr>
            <a:spLocks noGrp="1"/>
          </p:cNvSpPr>
          <p:nvPr>
            <p:ph type="title"/>
          </p:nvPr>
        </p:nvSpPr>
        <p:spPr>
          <a:xfrm>
            <a:off x="965943" y="0"/>
            <a:ext cx="11226057" cy="908972"/>
          </a:xfrm>
        </p:spPr>
        <p:txBody>
          <a:bodyPr/>
          <a:lstStyle/>
          <a:p>
            <a:r>
              <a:rPr lang="en-US" altLang="ja-JP" sz="2400" dirty="0"/>
              <a:t>META (</a:t>
            </a:r>
            <a:r>
              <a:rPr lang="ja-JP" altLang="en-US" sz="2400" dirty="0"/>
              <a:t>旧 </a:t>
            </a:r>
            <a:r>
              <a:rPr lang="en-US" altLang="ja-JP" sz="2400" dirty="0"/>
              <a:t>Facebook) MITA v2 </a:t>
            </a:r>
            <a:r>
              <a:rPr lang="ja-JP" altLang="en-US" sz="2400" dirty="0"/>
              <a:t>の構造</a:t>
            </a:r>
            <a:r>
              <a:rPr lang="en-US" altLang="ja-JP" sz="2400" dirty="0"/>
              <a:t> </a:t>
            </a:r>
            <a:br>
              <a:rPr lang="en-US" altLang="ja-JP" sz="1600" dirty="0"/>
            </a:br>
            <a:r>
              <a:rPr lang="en-US" altLang="ja-JP" sz="1400" dirty="0"/>
              <a:t>Joel Coburn et al. Meta’s Second Generation AI Chip: Model-Chip Co-Design and </a:t>
            </a:r>
            <a:r>
              <a:rPr lang="en-US" altLang="ja-JP" sz="1400" dirty="0" err="1"/>
              <a:t>Productionization</a:t>
            </a:r>
            <a:r>
              <a:rPr lang="en-US" altLang="ja-JP" sz="1400" dirty="0"/>
              <a:t> Experiences (ISCA 2025) </a:t>
            </a:r>
            <a:r>
              <a:rPr lang="ja-JP" altLang="en-US" sz="1400" dirty="0"/>
              <a:t>より</a:t>
            </a:r>
            <a:endParaRPr kumimoji="1" lang="ja-JP" altLang="en-US" sz="1600" dirty="0"/>
          </a:p>
        </p:txBody>
      </p:sp>
      <p:sp>
        <p:nvSpPr>
          <p:cNvPr id="3" name="テキスト プレースホルダー 2">
            <a:extLst>
              <a:ext uri="{FF2B5EF4-FFF2-40B4-BE49-F238E27FC236}">
                <a16:creationId xmlns:a16="http://schemas.microsoft.com/office/drawing/2014/main" id="{6B39A73D-51A7-B2CB-E7A0-F175B03C5370}"/>
              </a:ext>
            </a:extLst>
          </p:cNvPr>
          <p:cNvSpPr>
            <a:spLocks noGrp="1"/>
          </p:cNvSpPr>
          <p:nvPr>
            <p:ph type="body" sz="quarter" idx="10"/>
          </p:nvPr>
        </p:nvSpPr>
        <p:spPr>
          <a:xfrm>
            <a:off x="1775951" y="5319021"/>
            <a:ext cx="9450105" cy="990011"/>
          </a:xfrm>
        </p:spPr>
        <p:txBody>
          <a:bodyPr/>
          <a:lstStyle/>
          <a:p>
            <a:r>
              <a:rPr kumimoji="1" lang="ja-JP" altLang="en-US" dirty="0"/>
              <a:t>先ほどと同様の構造</a:t>
            </a:r>
            <a:endParaRPr kumimoji="1" lang="en-US" altLang="ja-JP" dirty="0"/>
          </a:p>
          <a:p>
            <a:pPr lvl="1"/>
            <a:r>
              <a:rPr kumimoji="1" lang="en-US" altLang="ja-JP" dirty="0"/>
              <a:t>Dot Product Engine </a:t>
            </a:r>
            <a:r>
              <a:rPr kumimoji="1" lang="ja-JP" altLang="en-US" dirty="0"/>
              <a:t>が行列積</a:t>
            </a:r>
            <a:endParaRPr kumimoji="1" lang="en-US" altLang="ja-JP" dirty="0"/>
          </a:p>
          <a:p>
            <a:pPr lvl="1"/>
            <a:r>
              <a:rPr kumimoji="1" lang="en-US" altLang="ja-JP" dirty="0"/>
              <a:t>Reduction Engine </a:t>
            </a:r>
            <a:r>
              <a:rPr lang="ja-JP" altLang="en-US" dirty="0"/>
              <a:t>と </a:t>
            </a:r>
            <a:r>
              <a:rPr lang="en-US" altLang="ja-JP" dirty="0"/>
              <a:t>SIMD Engine </a:t>
            </a:r>
            <a:r>
              <a:rPr lang="ja-JP" altLang="en-US" dirty="0"/>
              <a:t>が活性化関数を処理</a:t>
            </a:r>
            <a:endParaRPr lang="en-US" altLang="ja-JP" dirty="0"/>
          </a:p>
          <a:p>
            <a:r>
              <a:rPr kumimoji="1" lang="en-US" altLang="ja-JP" dirty="0"/>
              <a:t>AI </a:t>
            </a:r>
            <a:r>
              <a:rPr kumimoji="1" lang="ja-JP" altLang="en-US" dirty="0"/>
              <a:t>フレームワーク対応のために，柔軟性がある </a:t>
            </a:r>
            <a:r>
              <a:rPr kumimoji="1" lang="en-US" altLang="ja-JP" dirty="0"/>
              <a:t>RISC-V CPU </a:t>
            </a:r>
            <a:r>
              <a:rPr kumimoji="1" lang="ja-JP" altLang="en-US" dirty="0"/>
              <a:t>がのっている</a:t>
            </a:r>
          </a:p>
        </p:txBody>
      </p:sp>
      <p:pic>
        <p:nvPicPr>
          <p:cNvPr id="5" name="図 4">
            <a:extLst>
              <a:ext uri="{FF2B5EF4-FFF2-40B4-BE49-F238E27FC236}">
                <a16:creationId xmlns:a16="http://schemas.microsoft.com/office/drawing/2014/main" id="{96F75E53-0D1B-EEF7-0DE4-023ECBC4055E}"/>
              </a:ext>
            </a:extLst>
          </p:cNvPr>
          <p:cNvPicPr>
            <a:picLocks noChangeAspect="1"/>
          </p:cNvPicPr>
          <p:nvPr/>
        </p:nvPicPr>
        <p:blipFill>
          <a:blip r:embed="rId2"/>
          <a:stretch>
            <a:fillRect/>
          </a:stretch>
        </p:blipFill>
        <p:spPr>
          <a:xfrm>
            <a:off x="3125967" y="908972"/>
            <a:ext cx="5884456" cy="3797336"/>
          </a:xfrm>
          <a:prstGeom prst="rect">
            <a:avLst/>
          </a:prstGeom>
        </p:spPr>
      </p:pic>
    </p:spTree>
    <p:extLst>
      <p:ext uri="{BB962C8B-B14F-4D97-AF65-F5344CB8AC3E}">
        <p14:creationId xmlns:p14="http://schemas.microsoft.com/office/powerpoint/2010/main" val="201647392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8093934-A482-021A-4199-A1C2B1EE441E}"/>
              </a:ext>
            </a:extLst>
          </p:cNvPr>
          <p:cNvSpPr>
            <a:spLocks noGrp="1"/>
          </p:cNvSpPr>
          <p:nvPr>
            <p:ph type="title"/>
          </p:nvPr>
        </p:nvSpPr>
        <p:spPr/>
        <p:txBody>
          <a:bodyPr/>
          <a:lstStyle/>
          <a:p>
            <a:r>
              <a:rPr kumimoji="1" lang="ja-JP" altLang="en-US" dirty="0"/>
              <a:t>アクセラレータのまとめ</a:t>
            </a:r>
          </a:p>
        </p:txBody>
      </p:sp>
      <p:sp>
        <p:nvSpPr>
          <p:cNvPr id="3" name="テキスト プレースホルダー 2">
            <a:extLst>
              <a:ext uri="{FF2B5EF4-FFF2-40B4-BE49-F238E27FC236}">
                <a16:creationId xmlns:a16="http://schemas.microsoft.com/office/drawing/2014/main" id="{E91265DC-62AF-99A6-2EFD-8EF88708145B}"/>
              </a:ext>
            </a:extLst>
          </p:cNvPr>
          <p:cNvSpPr>
            <a:spLocks noGrp="1"/>
          </p:cNvSpPr>
          <p:nvPr>
            <p:ph type="body" sz="quarter" idx="10"/>
          </p:nvPr>
        </p:nvSpPr>
        <p:spPr/>
        <p:txBody>
          <a:bodyPr/>
          <a:lstStyle/>
          <a:p>
            <a:r>
              <a:rPr kumimoji="1" lang="ja-JP" altLang="en-US" dirty="0"/>
              <a:t>行列積では，演算器を並べて効率を向上</a:t>
            </a:r>
            <a:endParaRPr kumimoji="1" lang="en-US" altLang="ja-JP" dirty="0"/>
          </a:p>
          <a:p>
            <a:pPr lvl="1"/>
            <a:r>
              <a:rPr kumimoji="1" lang="ja-JP" altLang="en-US" dirty="0"/>
              <a:t>命令の制御だけでなく，レジスタの読み書きも省略できる</a:t>
            </a:r>
            <a:endParaRPr kumimoji="1" lang="en-US" altLang="ja-JP" dirty="0"/>
          </a:p>
          <a:p>
            <a:r>
              <a:rPr lang="en-US" altLang="ja-JP" dirty="0"/>
              <a:t>AI </a:t>
            </a:r>
            <a:r>
              <a:rPr lang="ja-JP" altLang="en-US" dirty="0"/>
              <a:t>アクセラレータの場合，以下の構成が典型的</a:t>
            </a:r>
            <a:endParaRPr lang="en-US" altLang="ja-JP" dirty="0"/>
          </a:p>
          <a:p>
            <a:pPr lvl="1"/>
            <a:r>
              <a:rPr kumimoji="1" lang="ja-JP" altLang="en-US" dirty="0"/>
              <a:t>行列積エンジン</a:t>
            </a:r>
            <a:endParaRPr kumimoji="1" lang="en-US" altLang="ja-JP" dirty="0"/>
          </a:p>
          <a:p>
            <a:pPr lvl="1"/>
            <a:r>
              <a:rPr kumimoji="1" lang="ja-JP" altLang="en-US" dirty="0"/>
              <a:t>活性化関数を処理する </a:t>
            </a:r>
            <a:r>
              <a:rPr kumimoji="1" lang="en-US" altLang="ja-JP" dirty="0"/>
              <a:t>SIMD </a:t>
            </a:r>
            <a:r>
              <a:rPr kumimoji="1" lang="ja-JP" altLang="en-US" dirty="0"/>
              <a:t>エンジン</a:t>
            </a:r>
            <a:endParaRPr kumimoji="1" lang="en-US" altLang="ja-JP" dirty="0"/>
          </a:p>
          <a:p>
            <a:pPr lvl="2"/>
            <a:r>
              <a:rPr lang="ja-JP" altLang="en-US" dirty="0"/>
              <a:t>活性化関数の処理は，あまり数珠つなぎにできないため，</a:t>
            </a:r>
            <a:br>
              <a:rPr lang="en-US" altLang="ja-JP" dirty="0"/>
            </a:br>
            <a:r>
              <a:rPr lang="en-US" altLang="ja-JP" dirty="0"/>
              <a:t>SIMD </a:t>
            </a:r>
            <a:r>
              <a:rPr lang="ja-JP" altLang="en-US" dirty="0"/>
              <a:t>になっていることが多い</a:t>
            </a:r>
            <a:endParaRPr kumimoji="1" lang="ja-JP" altLang="en-US" dirty="0"/>
          </a:p>
        </p:txBody>
      </p:sp>
    </p:spTree>
    <p:extLst>
      <p:ext uri="{BB962C8B-B14F-4D97-AF65-F5344CB8AC3E}">
        <p14:creationId xmlns:p14="http://schemas.microsoft.com/office/powerpoint/2010/main" val="63508084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a:extLst>
              <a:ext uri="{FF2B5EF4-FFF2-40B4-BE49-F238E27FC236}">
                <a16:creationId xmlns:a16="http://schemas.microsoft.com/office/drawing/2014/main" id="{3C0D04B9-9012-0369-2DC8-7D72ACFBA862}"/>
              </a:ext>
            </a:extLst>
          </p:cNvPr>
          <p:cNvSpPr>
            <a:spLocks noGrp="1"/>
          </p:cNvSpPr>
          <p:nvPr>
            <p:ph type="title"/>
          </p:nvPr>
        </p:nvSpPr>
        <p:spPr/>
        <p:txBody>
          <a:bodyPr/>
          <a:lstStyle/>
          <a:p>
            <a:r>
              <a:rPr lang="ja-JP" altLang="en-US" b="1" dirty="0"/>
              <a:t>まとめ</a:t>
            </a:r>
          </a:p>
        </p:txBody>
      </p:sp>
    </p:spTree>
    <p:extLst>
      <p:ext uri="{BB962C8B-B14F-4D97-AF65-F5344CB8AC3E}">
        <p14:creationId xmlns:p14="http://schemas.microsoft.com/office/powerpoint/2010/main" val="3503086351"/>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a:extLst>
              <a:ext uri="{FF2B5EF4-FFF2-40B4-BE49-F238E27FC236}">
                <a16:creationId xmlns:a16="http://schemas.microsoft.com/office/drawing/2014/main" id="{2D77A105-11D9-BDAC-E5E6-AA06A9067DFE}"/>
              </a:ext>
            </a:extLst>
          </p:cNvPr>
          <p:cNvSpPr>
            <a:spLocks noGrp="1"/>
          </p:cNvSpPr>
          <p:nvPr>
            <p:ph type="title"/>
          </p:nvPr>
        </p:nvSpPr>
        <p:spPr/>
        <p:txBody>
          <a:bodyPr/>
          <a:lstStyle/>
          <a:p>
            <a:r>
              <a:rPr lang="ja-JP" altLang="en-US" dirty="0"/>
              <a:t>まとめ：半導体回路の消費電力</a:t>
            </a:r>
          </a:p>
        </p:txBody>
      </p:sp>
      <p:sp>
        <p:nvSpPr>
          <p:cNvPr id="5" name="テキスト プレースホルダー 4">
            <a:extLst>
              <a:ext uri="{FF2B5EF4-FFF2-40B4-BE49-F238E27FC236}">
                <a16:creationId xmlns:a16="http://schemas.microsoft.com/office/drawing/2014/main" id="{7C09C225-78DD-081A-6A4E-5AAC5817C521}"/>
              </a:ext>
            </a:extLst>
          </p:cNvPr>
          <p:cNvSpPr>
            <a:spLocks noGrp="1"/>
          </p:cNvSpPr>
          <p:nvPr>
            <p:ph type="body" sz="quarter" idx="10"/>
          </p:nvPr>
        </p:nvSpPr>
        <p:spPr>
          <a:xfrm>
            <a:off x="605939" y="2078985"/>
            <a:ext cx="10620118" cy="3330037"/>
          </a:xfrm>
        </p:spPr>
        <p:txBody>
          <a:bodyPr/>
          <a:lstStyle/>
          <a:p>
            <a:r>
              <a:rPr lang="ja-JP" altLang="en-US" dirty="0"/>
              <a:t>半導体回路の消費電力：</a:t>
            </a:r>
            <a:endParaRPr lang="en-US" altLang="ja-JP" dirty="0"/>
          </a:p>
          <a:p>
            <a:pPr lvl="1"/>
            <a:r>
              <a:rPr lang="ja-JP" altLang="en-US" dirty="0"/>
              <a:t>回路の量と動作回数に比例する</a:t>
            </a:r>
            <a:endParaRPr lang="en-US" altLang="ja-JP" dirty="0"/>
          </a:p>
          <a:p>
            <a:pPr lvl="2"/>
            <a:r>
              <a:rPr lang="ja-JP" altLang="en-US" dirty="0"/>
              <a:t>流れる電荷の総量と電圧により決まる</a:t>
            </a:r>
            <a:endParaRPr lang="en-US" altLang="ja-JP" dirty="0"/>
          </a:p>
          <a:p>
            <a:pPr lvl="1"/>
            <a:r>
              <a:rPr lang="ja-JP" altLang="en-US" dirty="0"/>
              <a:t>流れ込む水流のイメージに近い</a:t>
            </a:r>
            <a:endParaRPr lang="en-US" altLang="ja-JP" dirty="0"/>
          </a:p>
          <a:p>
            <a:pPr lvl="2"/>
            <a:r>
              <a:rPr lang="ja-JP" altLang="en-US" dirty="0"/>
              <a:t>タンクやパイプにたまる水の量と高さで説明</a:t>
            </a:r>
            <a:endParaRPr lang="en-US" altLang="ja-JP" dirty="0"/>
          </a:p>
        </p:txBody>
      </p:sp>
    </p:spTree>
    <p:extLst>
      <p:ext uri="{BB962C8B-B14F-4D97-AF65-F5344CB8AC3E}">
        <p14:creationId xmlns:p14="http://schemas.microsoft.com/office/powerpoint/2010/main" val="275205806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C0DDBF-9620-9281-0B82-17C783F3B232}"/>
            </a:ext>
          </a:extLst>
        </p:cNvPr>
        <p:cNvGrpSpPr/>
        <p:nvPr/>
      </p:nvGrpSpPr>
      <p:grpSpPr>
        <a:xfrm>
          <a:off x="0" y="0"/>
          <a:ext cx="0" cy="0"/>
          <a:chOff x="0" y="0"/>
          <a:chExt cx="0" cy="0"/>
        </a:xfrm>
      </p:grpSpPr>
      <p:sp>
        <p:nvSpPr>
          <p:cNvPr id="4" name="タイトル 3">
            <a:extLst>
              <a:ext uri="{FF2B5EF4-FFF2-40B4-BE49-F238E27FC236}">
                <a16:creationId xmlns:a16="http://schemas.microsoft.com/office/drawing/2014/main" id="{8F10A479-DE78-9B92-7C1A-6AF51E0F7A1D}"/>
              </a:ext>
            </a:extLst>
          </p:cNvPr>
          <p:cNvSpPr>
            <a:spLocks noGrp="1"/>
          </p:cNvSpPr>
          <p:nvPr>
            <p:ph type="title"/>
          </p:nvPr>
        </p:nvSpPr>
        <p:spPr/>
        <p:txBody>
          <a:bodyPr/>
          <a:lstStyle/>
          <a:p>
            <a:r>
              <a:rPr lang="ja-JP" altLang="en-US" dirty="0"/>
              <a:t>まとめ：カレー屋さんの場合</a:t>
            </a:r>
          </a:p>
        </p:txBody>
      </p:sp>
      <p:sp>
        <p:nvSpPr>
          <p:cNvPr id="5" name="テキスト プレースホルダー 4">
            <a:extLst>
              <a:ext uri="{FF2B5EF4-FFF2-40B4-BE49-F238E27FC236}">
                <a16:creationId xmlns:a16="http://schemas.microsoft.com/office/drawing/2014/main" id="{A7153707-4A06-EDB5-0CAB-C65827991573}"/>
              </a:ext>
            </a:extLst>
          </p:cNvPr>
          <p:cNvSpPr>
            <a:spLocks noGrp="1"/>
          </p:cNvSpPr>
          <p:nvPr>
            <p:ph type="body" sz="quarter" idx="10"/>
          </p:nvPr>
        </p:nvSpPr>
        <p:spPr>
          <a:xfrm>
            <a:off x="785941" y="1178975"/>
            <a:ext cx="10710119" cy="4320048"/>
          </a:xfrm>
        </p:spPr>
        <p:txBody>
          <a:bodyPr/>
          <a:lstStyle/>
          <a:p>
            <a:r>
              <a:rPr lang="ja-JP" altLang="en-US" dirty="0"/>
              <a:t>前提：</a:t>
            </a:r>
            <a:endParaRPr lang="en-US" altLang="ja-JP" dirty="0"/>
          </a:p>
          <a:p>
            <a:pPr lvl="1"/>
            <a:r>
              <a:rPr lang="ja-JP" altLang="en-US" dirty="0"/>
              <a:t>１つのカレーを作るのではなく，大量の同じカレーを作るのが目的</a:t>
            </a:r>
            <a:endParaRPr lang="en-US" altLang="ja-JP" dirty="0"/>
          </a:p>
          <a:p>
            <a:pPr lvl="1"/>
            <a:r>
              <a:rPr lang="ja-JP" altLang="en-US" dirty="0"/>
              <a:t>レシピを読む人やキッチン台担当の人を減らしても，同じカレーなら大量に作れる</a:t>
            </a:r>
            <a:endParaRPr lang="en-US" altLang="ja-JP" dirty="0"/>
          </a:p>
          <a:p>
            <a:r>
              <a:rPr lang="ja-JP" altLang="en-US" dirty="0"/>
              <a:t>効率の上げ方：</a:t>
            </a:r>
            <a:endParaRPr lang="en-US" altLang="ja-JP" dirty="0"/>
          </a:p>
          <a:p>
            <a:pPr lvl="1"/>
            <a:r>
              <a:rPr lang="ja-JP" altLang="en-US" dirty="0"/>
              <a:t>レシピを読む人の数を減らし，シェフ人数を増やす</a:t>
            </a:r>
            <a:endParaRPr lang="en-US" altLang="ja-JP" dirty="0"/>
          </a:p>
          <a:p>
            <a:pPr lvl="1"/>
            <a:r>
              <a:rPr lang="ja-JP" altLang="en-US" dirty="0"/>
              <a:t>レシピを読む人に難しいことをさせず，人件費を下げる</a:t>
            </a:r>
            <a:endParaRPr lang="en-US" altLang="ja-JP" dirty="0"/>
          </a:p>
          <a:p>
            <a:pPr lvl="2"/>
            <a:r>
              <a:rPr lang="ja-JP" altLang="en-US" dirty="0"/>
              <a:t>難しい事＝レシピの中で並列に出来ることを探す</a:t>
            </a:r>
            <a:endParaRPr lang="en-US" altLang="ja-JP" dirty="0"/>
          </a:p>
          <a:p>
            <a:r>
              <a:rPr lang="ja-JP" altLang="en-US" dirty="0"/>
              <a:t>根っこの部分では </a:t>
            </a:r>
            <a:r>
              <a:rPr lang="en-US" altLang="ja-JP" dirty="0"/>
              <a:t>GPU </a:t>
            </a:r>
            <a:r>
              <a:rPr lang="ja-JP" altLang="en-US" dirty="0"/>
              <a:t>は同じことをしている</a:t>
            </a:r>
            <a:endParaRPr lang="en-US" altLang="ja-JP" dirty="0"/>
          </a:p>
        </p:txBody>
      </p:sp>
      <p:sp>
        <p:nvSpPr>
          <p:cNvPr id="6" name="平行四辺形 5">
            <a:extLst>
              <a:ext uri="{FF2B5EF4-FFF2-40B4-BE49-F238E27FC236}">
                <a16:creationId xmlns:a16="http://schemas.microsoft.com/office/drawing/2014/main" id="{09ECFDA8-1097-169B-3A1D-388CD71E55EA}"/>
              </a:ext>
            </a:extLst>
          </p:cNvPr>
          <p:cNvSpPr/>
          <p:nvPr/>
        </p:nvSpPr>
        <p:spPr bwMode="auto">
          <a:xfrm>
            <a:off x="8166023" y="4806003"/>
            <a:ext cx="15624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7" name="正方形/長方形 6">
            <a:extLst>
              <a:ext uri="{FF2B5EF4-FFF2-40B4-BE49-F238E27FC236}">
                <a16:creationId xmlns:a16="http://schemas.microsoft.com/office/drawing/2014/main" id="{DDE8B524-2B17-160D-D414-4980F13C75A4}"/>
              </a:ext>
            </a:extLst>
          </p:cNvPr>
          <p:cNvSpPr/>
          <p:nvPr/>
        </p:nvSpPr>
        <p:spPr>
          <a:xfrm>
            <a:off x="8616028" y="3995994"/>
            <a:ext cx="1440016" cy="738664"/>
          </a:xfrm>
          <a:prstGeom prst="rect">
            <a:avLst/>
          </a:prstGeom>
        </p:spPr>
        <p:txBody>
          <a:bodyPr wrap="squar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8" name="平行四辺形 7">
            <a:extLst>
              <a:ext uri="{FF2B5EF4-FFF2-40B4-BE49-F238E27FC236}">
                <a16:creationId xmlns:a16="http://schemas.microsoft.com/office/drawing/2014/main" id="{D0B7EAD1-C827-9AAE-0F23-2410D3B60929}"/>
              </a:ext>
            </a:extLst>
          </p:cNvPr>
          <p:cNvSpPr/>
          <p:nvPr/>
        </p:nvSpPr>
        <p:spPr bwMode="auto">
          <a:xfrm>
            <a:off x="9786041" y="4175996"/>
            <a:ext cx="15624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9" name="正方形/長方形 8">
            <a:extLst>
              <a:ext uri="{FF2B5EF4-FFF2-40B4-BE49-F238E27FC236}">
                <a16:creationId xmlns:a16="http://schemas.microsoft.com/office/drawing/2014/main" id="{AFE57B0F-1E43-11DC-E48E-AF8ED08774A4}"/>
              </a:ext>
            </a:extLst>
          </p:cNvPr>
          <p:cNvSpPr/>
          <p:nvPr/>
        </p:nvSpPr>
        <p:spPr>
          <a:xfrm>
            <a:off x="10146045" y="3365987"/>
            <a:ext cx="865983" cy="738664"/>
          </a:xfrm>
          <a:prstGeom prst="rect">
            <a:avLst/>
          </a:prstGeom>
        </p:spPr>
        <p:txBody>
          <a:bodyPr wrap="square">
            <a:spAutoFit/>
          </a:bodyPr>
          <a:lstStyle/>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ﾟーﾟ</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10" name="角丸四角形吹き出し 44">
            <a:extLst>
              <a:ext uri="{FF2B5EF4-FFF2-40B4-BE49-F238E27FC236}">
                <a16:creationId xmlns:a16="http://schemas.microsoft.com/office/drawing/2014/main" id="{973FE726-2E0C-A362-C7A9-8A8AA2FF7E34}"/>
              </a:ext>
            </a:extLst>
          </p:cNvPr>
          <p:cNvSpPr/>
          <p:nvPr/>
        </p:nvSpPr>
        <p:spPr bwMode="auto">
          <a:xfrm>
            <a:off x="8976032" y="3185985"/>
            <a:ext cx="1260014" cy="522648"/>
          </a:xfrm>
          <a:prstGeom prst="wedgeRoundRectCallout">
            <a:avLst>
              <a:gd name="adj1" fmla="val -32299"/>
              <a:gd name="adj2" fmla="val 154333"/>
              <a:gd name="adj3" fmla="val 16667"/>
            </a:avLst>
          </a:prstGeom>
          <a:ln>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400" dirty="0">
                <a:solidFill>
                  <a:schemeClr val="tx1">
                    <a:lumMod val="65000"/>
                    <a:lumOff val="35000"/>
                  </a:schemeClr>
                </a:solidFill>
                <a:latin typeface="Arial Narrow" panose="020B0606020202030204" pitchFamily="34" charset="0"/>
              </a:rPr>
              <a:t>次はみんな</a:t>
            </a:r>
            <a:br>
              <a:rPr lang="en-US" altLang="ja-JP" sz="1400" dirty="0">
                <a:solidFill>
                  <a:schemeClr val="tx1">
                    <a:lumMod val="65000"/>
                    <a:lumOff val="35000"/>
                  </a:schemeClr>
                </a:solidFill>
                <a:latin typeface="Arial Narrow" panose="020B0606020202030204" pitchFamily="34" charset="0"/>
              </a:rPr>
            </a:br>
            <a:r>
              <a:rPr lang="ja-JP" altLang="en-US" sz="1400" dirty="0">
                <a:solidFill>
                  <a:schemeClr val="tx1">
                    <a:lumMod val="65000"/>
                    <a:lumOff val="35000"/>
                  </a:schemeClr>
                </a:solidFill>
                <a:latin typeface="Arial Narrow" panose="020B0606020202030204" pitchFamily="34" charset="0"/>
              </a:rPr>
              <a:t>炒めやでー</a:t>
            </a:r>
          </a:p>
        </p:txBody>
      </p:sp>
      <p:sp>
        <p:nvSpPr>
          <p:cNvPr id="11" name="角丸四角形吹き出し 44">
            <a:extLst>
              <a:ext uri="{FF2B5EF4-FFF2-40B4-BE49-F238E27FC236}">
                <a16:creationId xmlns:a16="http://schemas.microsoft.com/office/drawing/2014/main" id="{94E16CE3-D10C-D16E-F51A-4CB6EAB730E8}"/>
              </a:ext>
            </a:extLst>
          </p:cNvPr>
          <p:cNvSpPr/>
          <p:nvPr/>
        </p:nvSpPr>
        <p:spPr bwMode="auto">
          <a:xfrm>
            <a:off x="10866053" y="3185985"/>
            <a:ext cx="720008" cy="324054"/>
          </a:xfrm>
          <a:prstGeom prst="wedgeRoundRectCallout">
            <a:avLst>
              <a:gd name="adj1" fmla="val -41466"/>
              <a:gd name="adj2" fmla="val 84351"/>
              <a:gd name="adj3" fmla="val 16667"/>
            </a:avLst>
          </a:prstGeom>
          <a:ln>
            <a:headEnd/>
            <a:tailEnd type="triangle" w="sm" len="med"/>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200" dirty="0">
                <a:solidFill>
                  <a:schemeClr val="tx1">
                    <a:lumMod val="65000"/>
                    <a:lumOff val="35000"/>
                  </a:schemeClr>
                </a:solidFill>
                <a:latin typeface="Arial Narrow" panose="020B0606020202030204" pitchFamily="34" charset="0"/>
              </a:rPr>
              <a:t>はーい</a:t>
            </a:r>
          </a:p>
        </p:txBody>
      </p:sp>
      <p:sp>
        <p:nvSpPr>
          <p:cNvPr id="12" name="平行四辺形 11">
            <a:extLst>
              <a:ext uri="{FF2B5EF4-FFF2-40B4-BE49-F238E27FC236}">
                <a16:creationId xmlns:a16="http://schemas.microsoft.com/office/drawing/2014/main" id="{CB9DA370-0D6A-C53C-307A-C169A7786F48}"/>
              </a:ext>
            </a:extLst>
          </p:cNvPr>
          <p:cNvSpPr/>
          <p:nvPr/>
        </p:nvSpPr>
        <p:spPr bwMode="auto">
          <a:xfrm>
            <a:off x="9786041" y="4806003"/>
            <a:ext cx="15624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3" name="平行四辺形 12">
            <a:extLst>
              <a:ext uri="{FF2B5EF4-FFF2-40B4-BE49-F238E27FC236}">
                <a16:creationId xmlns:a16="http://schemas.microsoft.com/office/drawing/2014/main" id="{9B8B4D33-81DF-1913-524C-028B7E97FD95}"/>
              </a:ext>
            </a:extLst>
          </p:cNvPr>
          <p:cNvSpPr/>
          <p:nvPr/>
        </p:nvSpPr>
        <p:spPr bwMode="auto">
          <a:xfrm>
            <a:off x="9696040" y="5444972"/>
            <a:ext cx="15624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cxnSp>
        <p:nvCxnSpPr>
          <p:cNvPr id="14" name="直線矢印コネクタ 13">
            <a:extLst>
              <a:ext uri="{FF2B5EF4-FFF2-40B4-BE49-F238E27FC236}">
                <a16:creationId xmlns:a16="http://schemas.microsoft.com/office/drawing/2014/main" id="{B550696A-152A-D069-A90B-AA95D7F75367}"/>
              </a:ext>
            </a:extLst>
          </p:cNvPr>
          <p:cNvCxnSpPr>
            <a:cxnSpLocks/>
          </p:cNvCxnSpPr>
          <p:nvPr/>
        </p:nvCxnSpPr>
        <p:spPr bwMode="auto">
          <a:xfrm flipV="1">
            <a:off x="9516038" y="4445999"/>
            <a:ext cx="540006" cy="450005"/>
          </a:xfrm>
          <a:prstGeom prst="straightConnector1">
            <a:avLst/>
          </a:prstGeom>
          <a:ln>
            <a:headEnd type="none" w="med" len="med"/>
            <a:tailEnd type="triangle"/>
          </a:ln>
        </p:spPr>
        <p:style>
          <a:lnRef idx="3">
            <a:schemeClr val="accent5"/>
          </a:lnRef>
          <a:fillRef idx="0">
            <a:schemeClr val="accent5"/>
          </a:fillRef>
          <a:effectRef idx="2">
            <a:schemeClr val="accent5"/>
          </a:effectRef>
          <a:fontRef idx="minor">
            <a:schemeClr val="tx1"/>
          </a:fontRef>
        </p:style>
      </p:cxnSp>
      <p:cxnSp>
        <p:nvCxnSpPr>
          <p:cNvPr id="15" name="直線矢印コネクタ 14">
            <a:extLst>
              <a:ext uri="{FF2B5EF4-FFF2-40B4-BE49-F238E27FC236}">
                <a16:creationId xmlns:a16="http://schemas.microsoft.com/office/drawing/2014/main" id="{944700BA-AA21-16D1-440F-7FBB4EE96D0D}"/>
              </a:ext>
            </a:extLst>
          </p:cNvPr>
          <p:cNvCxnSpPr>
            <a:cxnSpLocks/>
          </p:cNvCxnSpPr>
          <p:nvPr/>
        </p:nvCxnSpPr>
        <p:spPr bwMode="auto">
          <a:xfrm>
            <a:off x="9516038" y="5076006"/>
            <a:ext cx="540006" cy="0"/>
          </a:xfrm>
          <a:prstGeom prst="straightConnector1">
            <a:avLst/>
          </a:prstGeom>
          <a:ln>
            <a:headEnd type="none" w="med" len="med"/>
            <a:tailEnd type="triangle"/>
          </a:ln>
        </p:spPr>
        <p:style>
          <a:lnRef idx="3">
            <a:schemeClr val="accent5"/>
          </a:lnRef>
          <a:fillRef idx="0">
            <a:schemeClr val="accent5"/>
          </a:fillRef>
          <a:effectRef idx="2">
            <a:schemeClr val="accent5"/>
          </a:effectRef>
          <a:fontRef idx="minor">
            <a:schemeClr val="tx1"/>
          </a:fontRef>
        </p:style>
      </p:cxnSp>
      <p:cxnSp>
        <p:nvCxnSpPr>
          <p:cNvPr id="16" name="直線矢印コネクタ 15">
            <a:extLst>
              <a:ext uri="{FF2B5EF4-FFF2-40B4-BE49-F238E27FC236}">
                <a16:creationId xmlns:a16="http://schemas.microsoft.com/office/drawing/2014/main" id="{421E0BF7-6F03-B43C-B748-CC15AD1FC528}"/>
              </a:ext>
            </a:extLst>
          </p:cNvPr>
          <p:cNvCxnSpPr>
            <a:cxnSpLocks/>
          </p:cNvCxnSpPr>
          <p:nvPr/>
        </p:nvCxnSpPr>
        <p:spPr bwMode="auto">
          <a:xfrm>
            <a:off x="9516038" y="5166007"/>
            <a:ext cx="540006" cy="540006"/>
          </a:xfrm>
          <a:prstGeom prst="straightConnector1">
            <a:avLst/>
          </a:prstGeom>
          <a:ln>
            <a:headEnd type="none" w="med" len="med"/>
            <a:tailEnd type="triangle"/>
          </a:ln>
        </p:spPr>
        <p:style>
          <a:lnRef idx="3">
            <a:schemeClr val="accent5"/>
          </a:lnRef>
          <a:fillRef idx="0">
            <a:schemeClr val="accent5"/>
          </a:fillRef>
          <a:effectRef idx="2">
            <a:schemeClr val="accent5"/>
          </a:effectRef>
          <a:fontRef idx="minor">
            <a:schemeClr val="tx1"/>
          </a:fontRef>
        </p:style>
      </p:cxnSp>
    </p:spTree>
    <p:extLst>
      <p:ext uri="{BB962C8B-B14F-4D97-AF65-F5344CB8AC3E}">
        <p14:creationId xmlns:p14="http://schemas.microsoft.com/office/powerpoint/2010/main" val="74350362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a:extLst>
              <a:ext uri="{FF2B5EF4-FFF2-40B4-BE49-F238E27FC236}">
                <a16:creationId xmlns:a16="http://schemas.microsoft.com/office/drawing/2014/main" id="{2D77A105-11D9-BDAC-E5E6-AA06A9067DFE}"/>
              </a:ext>
            </a:extLst>
          </p:cNvPr>
          <p:cNvSpPr>
            <a:spLocks noGrp="1"/>
          </p:cNvSpPr>
          <p:nvPr>
            <p:ph type="title"/>
          </p:nvPr>
        </p:nvSpPr>
        <p:spPr/>
        <p:txBody>
          <a:bodyPr/>
          <a:lstStyle/>
          <a:p>
            <a:r>
              <a:rPr lang="ja-JP" altLang="en-US" dirty="0"/>
              <a:t>まとめ：</a:t>
            </a:r>
            <a:r>
              <a:rPr lang="en-US" altLang="ja-JP" dirty="0"/>
              <a:t>GPU </a:t>
            </a:r>
            <a:r>
              <a:rPr lang="ja-JP" altLang="en-US" dirty="0"/>
              <a:t>と </a:t>
            </a:r>
            <a:r>
              <a:rPr lang="en-US" altLang="ja-JP" dirty="0"/>
              <a:t>CPU </a:t>
            </a:r>
            <a:r>
              <a:rPr lang="ja-JP" altLang="en-US" dirty="0"/>
              <a:t>の違い</a:t>
            </a:r>
          </a:p>
        </p:txBody>
      </p:sp>
      <p:sp>
        <p:nvSpPr>
          <p:cNvPr id="5" name="テキスト プレースホルダー 4">
            <a:extLst>
              <a:ext uri="{FF2B5EF4-FFF2-40B4-BE49-F238E27FC236}">
                <a16:creationId xmlns:a16="http://schemas.microsoft.com/office/drawing/2014/main" id="{7C09C225-78DD-081A-6A4E-5AAC5817C521}"/>
              </a:ext>
            </a:extLst>
          </p:cNvPr>
          <p:cNvSpPr>
            <a:spLocks noGrp="1"/>
          </p:cNvSpPr>
          <p:nvPr>
            <p:ph type="body" sz="quarter" idx="10"/>
          </p:nvPr>
        </p:nvSpPr>
        <p:spPr>
          <a:xfrm>
            <a:off x="605939" y="2078985"/>
            <a:ext cx="10620118" cy="3330037"/>
          </a:xfrm>
        </p:spPr>
        <p:txBody>
          <a:bodyPr/>
          <a:lstStyle/>
          <a:p>
            <a:r>
              <a:rPr lang="en-US" altLang="ja-JP" dirty="0"/>
              <a:t>GPU </a:t>
            </a:r>
            <a:r>
              <a:rPr lang="ja-JP" altLang="en-US" dirty="0"/>
              <a:t>は </a:t>
            </a:r>
            <a:r>
              <a:rPr lang="en-US" altLang="ja-JP" dirty="0"/>
              <a:t>CPU </a:t>
            </a:r>
            <a:r>
              <a:rPr lang="ja-JP" altLang="en-US" dirty="0"/>
              <a:t>とは何が違うのか？</a:t>
            </a:r>
            <a:endParaRPr lang="en-US" altLang="ja-JP" dirty="0"/>
          </a:p>
          <a:p>
            <a:pPr lvl="1"/>
            <a:r>
              <a:rPr lang="ja-JP" altLang="en-US" dirty="0"/>
              <a:t>制御部を共有して回路全体に占める演算器比率をあげている（</a:t>
            </a:r>
            <a:r>
              <a:rPr lang="en-US" altLang="ja-JP" dirty="0"/>
              <a:t>SIMD</a:t>
            </a:r>
            <a:r>
              <a:rPr lang="ja-JP" altLang="en-US" dirty="0"/>
              <a:t>）</a:t>
            </a:r>
            <a:endParaRPr lang="en-US" altLang="ja-JP" dirty="0"/>
          </a:p>
          <a:p>
            <a:pPr lvl="1"/>
            <a:r>
              <a:rPr lang="ja-JP" altLang="en-US" dirty="0"/>
              <a:t>制御部で難しいことをさせず，小型化しその分演算器比率を上げる</a:t>
            </a:r>
            <a:endParaRPr lang="en-US" altLang="ja-JP" dirty="0"/>
          </a:p>
          <a:p>
            <a:r>
              <a:rPr lang="ja-JP" altLang="en-US" dirty="0"/>
              <a:t>なぜ </a:t>
            </a:r>
            <a:r>
              <a:rPr lang="en-US" altLang="ja-JP" dirty="0"/>
              <a:t>GPU </a:t>
            </a:r>
            <a:r>
              <a:rPr lang="ja-JP" altLang="en-US" dirty="0"/>
              <a:t>やアクセラレータは，</a:t>
            </a:r>
            <a:r>
              <a:rPr lang="en-US" altLang="ja-JP" dirty="0"/>
              <a:t>AI </a:t>
            </a:r>
            <a:r>
              <a:rPr lang="ja-JP" altLang="en-US" dirty="0"/>
              <a:t>で高速で効率が良いのか？</a:t>
            </a:r>
            <a:endParaRPr lang="en-US" altLang="ja-JP" dirty="0"/>
          </a:p>
          <a:p>
            <a:pPr lvl="1"/>
            <a:r>
              <a:rPr lang="ja-JP" altLang="en-US" dirty="0"/>
              <a:t>行列積や活性化関数は，同じ処理を複数のデータに対して処理している</a:t>
            </a:r>
            <a:endParaRPr lang="en-US" altLang="ja-JP" dirty="0"/>
          </a:p>
          <a:p>
            <a:pPr lvl="1"/>
            <a:r>
              <a:rPr lang="ja-JP" altLang="en-US" dirty="0"/>
              <a:t>演算器アレイや </a:t>
            </a:r>
            <a:r>
              <a:rPr lang="en-US" altLang="ja-JP" dirty="0"/>
              <a:t>SIMD </a:t>
            </a:r>
            <a:r>
              <a:rPr lang="ja-JP" altLang="en-US" dirty="0"/>
              <a:t>型の構造で，余計なことをせずに効率よく処理できる</a:t>
            </a:r>
            <a:endParaRPr lang="en-US" altLang="ja-JP" dirty="0"/>
          </a:p>
        </p:txBody>
      </p:sp>
    </p:spTree>
    <p:extLst>
      <p:ext uri="{BB962C8B-B14F-4D97-AF65-F5344CB8AC3E}">
        <p14:creationId xmlns:p14="http://schemas.microsoft.com/office/powerpoint/2010/main" val="173078182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614C87B-1010-3C48-3314-4FF044D61203}"/>
              </a:ext>
            </a:extLst>
          </p:cNvPr>
          <p:cNvSpPr>
            <a:spLocks noGrp="1"/>
          </p:cNvSpPr>
          <p:nvPr>
            <p:ph type="title"/>
          </p:nvPr>
        </p:nvSpPr>
        <p:spPr/>
        <p:txBody>
          <a:bodyPr/>
          <a:lstStyle/>
          <a:p>
            <a:r>
              <a:rPr kumimoji="1" lang="ja-JP" altLang="en-US" dirty="0"/>
              <a:t>補足：本日触れなかった </a:t>
            </a:r>
            <a:r>
              <a:rPr kumimoji="1" lang="en-US" altLang="ja-JP" dirty="0"/>
              <a:t>GPU </a:t>
            </a:r>
            <a:r>
              <a:rPr kumimoji="1" lang="ja-JP" altLang="en-US" dirty="0"/>
              <a:t>に関する話題</a:t>
            </a:r>
            <a:endParaRPr kumimoji="1" lang="en-US" dirty="0"/>
          </a:p>
        </p:txBody>
      </p:sp>
      <p:sp>
        <p:nvSpPr>
          <p:cNvPr id="3" name="テキスト プレースホルダー 2">
            <a:extLst>
              <a:ext uri="{FF2B5EF4-FFF2-40B4-BE49-F238E27FC236}">
                <a16:creationId xmlns:a16="http://schemas.microsoft.com/office/drawing/2014/main" id="{6B202F3B-9356-7458-DBB9-E47F528F033C}"/>
              </a:ext>
            </a:extLst>
          </p:cNvPr>
          <p:cNvSpPr>
            <a:spLocks noGrp="1"/>
          </p:cNvSpPr>
          <p:nvPr>
            <p:ph type="body" sz="quarter" idx="10"/>
          </p:nvPr>
        </p:nvSpPr>
        <p:spPr/>
        <p:txBody>
          <a:bodyPr/>
          <a:lstStyle/>
          <a:p>
            <a:r>
              <a:rPr kumimoji="1" lang="ja-JP" altLang="en-US" dirty="0"/>
              <a:t>マルチスレッド実行によるレイテンシの隠蔽</a:t>
            </a:r>
            <a:endParaRPr kumimoji="1" lang="en-US" altLang="ja-JP" dirty="0"/>
          </a:p>
          <a:p>
            <a:pPr lvl="1"/>
            <a:r>
              <a:rPr lang="en-US" dirty="0"/>
              <a:t>GPU </a:t>
            </a:r>
            <a:r>
              <a:rPr lang="ja-JP" altLang="en-US" dirty="0"/>
              <a:t>では非常に多くのスレッドを同時に実行することで，メモリアクセスのレイテンシを隠蔽している</a:t>
            </a:r>
            <a:endParaRPr lang="en-US" altLang="ja-JP" dirty="0"/>
          </a:p>
          <a:p>
            <a:pPr lvl="1"/>
            <a:r>
              <a:rPr kumimoji="1" lang="en-US" dirty="0"/>
              <a:t>SIMT </a:t>
            </a:r>
            <a:r>
              <a:rPr kumimoji="1" lang="ja-JP" altLang="en-US" dirty="0"/>
              <a:t>や </a:t>
            </a:r>
            <a:r>
              <a:rPr kumimoji="1" lang="en-US" altLang="ja-JP" dirty="0"/>
              <a:t>SPMD </a:t>
            </a:r>
            <a:r>
              <a:rPr kumimoji="1" lang="ja-JP" altLang="en-US" dirty="0"/>
              <a:t>においてスレッドが並列に実行されているのとは直交した概念</a:t>
            </a:r>
            <a:endParaRPr kumimoji="1" lang="en-US" altLang="ja-JP" dirty="0"/>
          </a:p>
          <a:p>
            <a:r>
              <a:rPr kumimoji="1" lang="ja-JP" altLang="en-US" dirty="0"/>
              <a:t>演算精度の低精度化</a:t>
            </a:r>
            <a:endParaRPr kumimoji="1" lang="en-US" altLang="ja-JP" dirty="0"/>
          </a:p>
          <a:p>
            <a:pPr lvl="1"/>
            <a:r>
              <a:rPr kumimoji="1" lang="ja-JP" altLang="en-US" dirty="0"/>
              <a:t>付録で少しだけ補足</a:t>
            </a:r>
            <a:endParaRPr kumimoji="1" lang="en-US" altLang="ja-JP" dirty="0"/>
          </a:p>
        </p:txBody>
      </p:sp>
    </p:spTree>
    <p:extLst>
      <p:ext uri="{BB962C8B-B14F-4D97-AF65-F5344CB8AC3E}">
        <p14:creationId xmlns:p14="http://schemas.microsoft.com/office/powerpoint/2010/main" val="375272490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551549B-A370-F69E-665B-B8172C0C47A1}"/>
              </a:ext>
            </a:extLst>
          </p:cNvPr>
          <p:cNvSpPr>
            <a:spLocks noGrp="1"/>
          </p:cNvSpPr>
          <p:nvPr>
            <p:ph type="title"/>
          </p:nvPr>
        </p:nvSpPr>
        <p:spPr/>
        <p:txBody>
          <a:bodyPr/>
          <a:lstStyle/>
          <a:p>
            <a:r>
              <a:rPr kumimoji="1" lang="ja-JP" altLang="en-US" dirty="0"/>
              <a:t>補足：</a:t>
            </a:r>
            <a:r>
              <a:rPr kumimoji="1" lang="en-US" altLang="ja-JP" dirty="0"/>
              <a:t>GPU </a:t>
            </a:r>
            <a:r>
              <a:rPr kumimoji="1" lang="ja-JP" altLang="en-US" dirty="0"/>
              <a:t>に</a:t>
            </a:r>
            <a:r>
              <a:rPr kumimoji="1" lang="ja-JP" altLang="en-US"/>
              <a:t>ついての他所の講義</a:t>
            </a:r>
            <a:r>
              <a:rPr kumimoji="1" lang="ja-JP" altLang="en-US" dirty="0"/>
              <a:t>資料について</a:t>
            </a:r>
          </a:p>
        </p:txBody>
      </p:sp>
      <p:sp>
        <p:nvSpPr>
          <p:cNvPr id="3" name="テキスト プレースホルダー 2">
            <a:extLst>
              <a:ext uri="{FF2B5EF4-FFF2-40B4-BE49-F238E27FC236}">
                <a16:creationId xmlns:a16="http://schemas.microsoft.com/office/drawing/2014/main" id="{49AAAF36-0863-E104-3525-3A1586BBC87E}"/>
              </a:ext>
            </a:extLst>
          </p:cNvPr>
          <p:cNvSpPr>
            <a:spLocks noGrp="1"/>
          </p:cNvSpPr>
          <p:nvPr>
            <p:ph type="body" sz="quarter" idx="10"/>
          </p:nvPr>
        </p:nvSpPr>
        <p:spPr/>
        <p:txBody>
          <a:bodyPr/>
          <a:lstStyle/>
          <a:p>
            <a:r>
              <a:rPr lang="en-US" altLang="ja-JP" dirty="0"/>
              <a:t>Caroline Collange (</a:t>
            </a:r>
            <a:r>
              <a:rPr lang="ja-JP" altLang="en-US" dirty="0"/>
              <a:t>フランス国立情報学自動制御研究所</a:t>
            </a:r>
            <a:r>
              <a:rPr lang="en-US" altLang="ja-JP" dirty="0"/>
              <a:t>), </a:t>
            </a:r>
            <a:br>
              <a:rPr lang="en-US" altLang="ja-JP" dirty="0"/>
            </a:br>
            <a:r>
              <a:rPr lang="en-US" altLang="ja-JP" dirty="0"/>
              <a:t>"GPU architecture", </a:t>
            </a:r>
            <a:br>
              <a:rPr lang="en-US" altLang="ja-JP" dirty="0"/>
            </a:br>
            <a:r>
              <a:rPr lang="en-US" altLang="ja-JP" dirty="0">
                <a:hlinkClick r:id="rId2"/>
              </a:rPr>
              <a:t>https://team.inria.fr/pacap/members/collange/</a:t>
            </a:r>
            <a:endParaRPr lang="en-US" altLang="ja-JP" dirty="0"/>
          </a:p>
          <a:p>
            <a:r>
              <a:rPr lang="en-US" altLang="ja-JP" dirty="0"/>
              <a:t>Juan Gómez Luna and Onur Mutlu (</a:t>
            </a:r>
            <a:r>
              <a:rPr lang="ja-JP" altLang="en-US" dirty="0"/>
              <a:t>チューリッヒ工科大学</a:t>
            </a:r>
            <a:r>
              <a:rPr lang="en-US" altLang="ja-JP" dirty="0"/>
              <a:t>), </a:t>
            </a:r>
            <a:br>
              <a:rPr lang="en-US" altLang="ja-JP" dirty="0"/>
            </a:br>
            <a:r>
              <a:rPr lang="en-US" altLang="ja-JP" dirty="0"/>
              <a:t>"Computer Architecture Lecture 7: SIMD Processors and GPUs", </a:t>
            </a:r>
            <a:r>
              <a:rPr lang="en-US" altLang="ja-JP" dirty="0">
                <a:hlinkClick r:id="rId3"/>
              </a:rPr>
              <a:t>https://safari.ethz.ch/architecture/fall2018/lib/exe/fetch.php?media=comparch-fall2018-lecture7-simdandgpu-afterlecture.pdf</a:t>
            </a:r>
            <a:endParaRPr lang="en-US" altLang="ja-JP" dirty="0"/>
          </a:p>
          <a:p>
            <a:pPr marL="0" indent="0">
              <a:buNone/>
            </a:pPr>
            <a:r>
              <a:rPr kumimoji="1" lang="ja-JP" altLang="en-US" dirty="0"/>
              <a:t>より </a:t>
            </a:r>
            <a:r>
              <a:rPr kumimoji="1" lang="en-US" altLang="ja-JP" dirty="0"/>
              <a:t>GPU </a:t>
            </a:r>
            <a:r>
              <a:rPr kumimoji="1" lang="ja-JP" altLang="en-US" dirty="0"/>
              <a:t>の事を勉強したい人はたとえば上記の講義資料がおすすめです</a:t>
            </a:r>
          </a:p>
        </p:txBody>
      </p:sp>
    </p:spTree>
    <p:extLst>
      <p:ext uri="{BB962C8B-B14F-4D97-AF65-F5344CB8AC3E}">
        <p14:creationId xmlns:p14="http://schemas.microsoft.com/office/powerpoint/2010/main" val="171985548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DD9328-C5D2-3AD1-D66D-6DCE99716FE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3954075-3973-80A0-9A6B-09A1717C4493}"/>
              </a:ext>
            </a:extLst>
          </p:cNvPr>
          <p:cNvSpPr>
            <a:spLocks noGrp="1"/>
          </p:cNvSpPr>
          <p:nvPr>
            <p:ph type="title"/>
          </p:nvPr>
        </p:nvSpPr>
        <p:spPr/>
        <p:txBody>
          <a:bodyPr/>
          <a:lstStyle/>
          <a:p>
            <a:r>
              <a:rPr kumimoji="1" lang="ja-JP" altLang="en-US" dirty="0"/>
              <a:t>付録</a:t>
            </a:r>
          </a:p>
        </p:txBody>
      </p:sp>
      <p:sp>
        <p:nvSpPr>
          <p:cNvPr id="3" name="テキスト プレースホルダー 2">
            <a:extLst>
              <a:ext uri="{FF2B5EF4-FFF2-40B4-BE49-F238E27FC236}">
                <a16:creationId xmlns:a16="http://schemas.microsoft.com/office/drawing/2014/main" id="{E788D4FA-A2FC-4D9E-175B-2D7EAEB4C19C}"/>
              </a:ext>
            </a:extLst>
          </p:cNvPr>
          <p:cNvSpPr>
            <a:spLocks noGrp="1"/>
          </p:cNvSpPr>
          <p:nvPr>
            <p:ph type="body" sz="quarter" idx="10"/>
          </p:nvPr>
        </p:nvSpPr>
        <p:spPr/>
        <p:txBody>
          <a:bodyPr/>
          <a:lstStyle/>
          <a:p>
            <a:endParaRPr kumimoji="1" lang="ja-JP" altLang="en-US"/>
          </a:p>
        </p:txBody>
      </p:sp>
    </p:spTree>
    <p:extLst>
      <p:ext uri="{BB962C8B-B14F-4D97-AF65-F5344CB8AC3E}">
        <p14:creationId xmlns:p14="http://schemas.microsoft.com/office/powerpoint/2010/main" val="224133662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E180CF7-D4A2-E09C-48E0-BB79EED663AA}"/>
              </a:ext>
            </a:extLst>
          </p:cNvPr>
          <p:cNvSpPr>
            <a:spLocks noGrp="1"/>
          </p:cNvSpPr>
          <p:nvPr>
            <p:ph type="title"/>
          </p:nvPr>
        </p:nvSpPr>
        <p:spPr/>
        <p:txBody>
          <a:bodyPr/>
          <a:lstStyle/>
          <a:p>
            <a:r>
              <a:rPr kumimoji="1" lang="ja-JP" altLang="en-US" dirty="0"/>
              <a:t>今回触れなかった部分の補足</a:t>
            </a:r>
          </a:p>
        </p:txBody>
      </p:sp>
      <p:sp>
        <p:nvSpPr>
          <p:cNvPr id="3" name="テキスト プレースホルダー 2">
            <a:extLst>
              <a:ext uri="{FF2B5EF4-FFF2-40B4-BE49-F238E27FC236}">
                <a16:creationId xmlns:a16="http://schemas.microsoft.com/office/drawing/2014/main" id="{711343A1-DB4E-E61E-485F-D91E20F61381}"/>
              </a:ext>
            </a:extLst>
          </p:cNvPr>
          <p:cNvSpPr>
            <a:spLocks noGrp="1"/>
          </p:cNvSpPr>
          <p:nvPr>
            <p:ph type="body" sz="quarter" idx="10"/>
          </p:nvPr>
        </p:nvSpPr>
        <p:spPr>
          <a:xfrm>
            <a:off x="965943" y="1088974"/>
            <a:ext cx="9990111" cy="5490061"/>
          </a:xfrm>
        </p:spPr>
        <p:txBody>
          <a:bodyPr/>
          <a:lstStyle/>
          <a:p>
            <a:r>
              <a:rPr kumimoji="1" lang="ja-JP" altLang="en-US" sz="1600" dirty="0"/>
              <a:t>演算の低精度化</a:t>
            </a:r>
            <a:endParaRPr kumimoji="1" lang="en-US" altLang="ja-JP" sz="1600" dirty="0"/>
          </a:p>
          <a:p>
            <a:pPr lvl="1"/>
            <a:r>
              <a:rPr lang="en-US" altLang="ja-JP" sz="1600" dirty="0"/>
              <a:t>GPU </a:t>
            </a:r>
            <a:r>
              <a:rPr lang="ja-JP" altLang="en-US" sz="1600" dirty="0"/>
              <a:t>では演算の精度も低下させて消費エネルギーを削減している</a:t>
            </a:r>
            <a:endParaRPr lang="en-US" altLang="ja-JP" sz="1600" dirty="0"/>
          </a:p>
          <a:p>
            <a:r>
              <a:rPr kumimoji="1" lang="ja-JP" altLang="en-US" sz="1600" dirty="0"/>
              <a:t>マイクロスケーリング（</a:t>
            </a:r>
            <a:r>
              <a:rPr kumimoji="1" lang="en-US" altLang="ja-JP" sz="1600" dirty="0"/>
              <a:t>MX</a:t>
            </a:r>
            <a:r>
              <a:rPr kumimoji="1" lang="ja-JP" altLang="en-US" sz="1600" dirty="0"/>
              <a:t>）</a:t>
            </a:r>
            <a:endParaRPr kumimoji="1" lang="en-US" altLang="ja-JP" sz="1600" dirty="0"/>
          </a:p>
          <a:p>
            <a:pPr lvl="1"/>
            <a:r>
              <a:rPr lang="ja-JP" altLang="en-US" sz="1600" dirty="0"/>
              <a:t>複数の低制度のデータと，</a:t>
            </a:r>
            <a:r>
              <a:rPr lang="ja-JP" altLang="en-US" sz="1600" dirty="0">
                <a:solidFill>
                  <a:schemeClr val="accent5"/>
                </a:solidFill>
              </a:rPr>
              <a:t>共有された指数部から構成</a:t>
            </a:r>
            <a:endParaRPr lang="en-US" altLang="ja-JP" sz="1600" dirty="0">
              <a:solidFill>
                <a:schemeClr val="accent5"/>
              </a:solidFill>
            </a:endParaRPr>
          </a:p>
          <a:p>
            <a:pPr lvl="2"/>
            <a:r>
              <a:rPr lang="ja-JP" altLang="en-US" sz="1600" dirty="0"/>
              <a:t>個々の</a:t>
            </a:r>
            <a:r>
              <a:rPr kumimoji="1" lang="ja-JP" altLang="en-US" sz="1600" dirty="0"/>
              <a:t>乗算は低精度となり，回路が簡略化される</a:t>
            </a:r>
            <a:endParaRPr kumimoji="1" lang="en-US" altLang="ja-JP" sz="1600" dirty="0"/>
          </a:p>
          <a:p>
            <a:pPr lvl="2"/>
            <a:r>
              <a:rPr lang="ja-JP" altLang="en-US" sz="1600" dirty="0"/>
              <a:t>推論だけでなく，学習でも使用する取り組みが進んでいる</a:t>
            </a:r>
            <a:endParaRPr lang="en-US" altLang="ja-JP" sz="1600" dirty="0"/>
          </a:p>
          <a:p>
            <a:pPr lvl="2"/>
            <a:r>
              <a:rPr lang="ja-JP" altLang="en-US" sz="1600" dirty="0"/>
              <a:t>なぜ指数を共有できるのか？</a:t>
            </a:r>
            <a:endParaRPr lang="en-US" altLang="ja-JP" sz="1600" dirty="0"/>
          </a:p>
          <a:p>
            <a:pPr lvl="3"/>
            <a:r>
              <a:rPr lang="ja-JP" altLang="en-US" sz="1600" dirty="0"/>
              <a:t>行列演算などでドット積を取ると，最も指数が大きいものが結果に対して支配的になる</a:t>
            </a:r>
            <a:endParaRPr lang="en-US" altLang="ja-JP" sz="1600" dirty="0"/>
          </a:p>
          <a:p>
            <a:pPr lvl="3"/>
            <a:r>
              <a:rPr lang="ja-JP" altLang="en-US" sz="1600" dirty="0"/>
              <a:t>指数が小さいものは精度が低下しても結果への影響が小さい</a:t>
            </a:r>
            <a:endParaRPr lang="en-US" altLang="ja-JP" sz="1600" dirty="0"/>
          </a:p>
          <a:p>
            <a:pPr lvl="1"/>
            <a:r>
              <a:rPr lang="en-US" altLang="ja-JP" sz="1600" dirty="0"/>
              <a:t>MS/ARM/Meta/Intel/AMD/Qualcomm </a:t>
            </a:r>
            <a:r>
              <a:rPr lang="ja-JP" altLang="en-US" sz="1600" dirty="0"/>
              <a:t>による標準化</a:t>
            </a:r>
            <a:endParaRPr lang="en-US" altLang="ja-JP" sz="1600" dirty="0"/>
          </a:p>
          <a:p>
            <a:pPr lvl="2"/>
            <a:r>
              <a:rPr lang="en-US" altLang="ja-JP" sz="1600" dirty="0"/>
              <a:t>OCP </a:t>
            </a:r>
            <a:r>
              <a:rPr lang="en-US" altLang="ja-JP" sz="1600" dirty="0" err="1"/>
              <a:t>Microscaling</a:t>
            </a:r>
            <a:r>
              <a:rPr lang="en-US" altLang="ja-JP" sz="1600" dirty="0"/>
              <a:t> Formats (MX) Specification Version 1.0</a:t>
            </a:r>
          </a:p>
          <a:p>
            <a:pPr lvl="2"/>
            <a:r>
              <a:rPr lang="en-US" altLang="ja-JP" sz="1600" dirty="0">
                <a:hlinkClick r:id="rId2"/>
              </a:rPr>
              <a:t>https://www.opencompute.org/documents/ocp-microscaling-formats-mx-v1-0-spec-final-pdf</a:t>
            </a:r>
            <a:endParaRPr lang="en-US" altLang="ja-JP" sz="1600" dirty="0"/>
          </a:p>
          <a:p>
            <a:pPr lvl="1"/>
            <a:r>
              <a:rPr lang="en-US" altLang="ja-JP" sz="1600" dirty="0"/>
              <a:t>NVIDIA GPU </a:t>
            </a:r>
            <a:r>
              <a:rPr lang="ja-JP" altLang="en-US" sz="1600" dirty="0"/>
              <a:t>でも </a:t>
            </a:r>
            <a:r>
              <a:rPr lang="en-US" altLang="ja-JP" sz="1600" dirty="0"/>
              <a:t>Blackwell </a:t>
            </a:r>
            <a:r>
              <a:rPr lang="ja-JP" altLang="en-US" sz="1600" dirty="0"/>
              <a:t>世代から採用</a:t>
            </a:r>
            <a:endParaRPr lang="en-US" altLang="ja-JP" sz="1600" dirty="0"/>
          </a:p>
          <a:p>
            <a:pPr marL="0" indent="0">
              <a:buNone/>
            </a:pPr>
            <a:r>
              <a:rPr kumimoji="1" lang="ja-JP" altLang="en-US" sz="1600" dirty="0"/>
              <a:t>（時間がたりないので省略</a:t>
            </a:r>
          </a:p>
        </p:txBody>
      </p:sp>
    </p:spTree>
    <p:extLst>
      <p:ext uri="{BB962C8B-B14F-4D97-AF65-F5344CB8AC3E}">
        <p14:creationId xmlns:p14="http://schemas.microsoft.com/office/powerpoint/2010/main" val="248237987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457395-9236-C8E4-8363-B9FECA326DCA}"/>
            </a:ext>
          </a:extLst>
        </p:cNvPr>
        <p:cNvGrpSpPr/>
        <p:nvPr/>
      </p:nvGrpSpPr>
      <p:grpSpPr>
        <a:xfrm>
          <a:off x="0" y="0"/>
          <a:ext cx="0" cy="0"/>
          <a:chOff x="0" y="0"/>
          <a:chExt cx="0" cy="0"/>
        </a:xfrm>
      </p:grpSpPr>
      <p:grpSp>
        <p:nvGrpSpPr>
          <p:cNvPr id="34" name="グループ化 33">
            <a:extLst>
              <a:ext uri="{FF2B5EF4-FFF2-40B4-BE49-F238E27FC236}">
                <a16:creationId xmlns:a16="http://schemas.microsoft.com/office/drawing/2014/main" id="{95C07C18-3F30-253D-FD72-F066C517F139}"/>
              </a:ext>
            </a:extLst>
          </p:cNvPr>
          <p:cNvGrpSpPr/>
          <p:nvPr/>
        </p:nvGrpSpPr>
        <p:grpSpPr>
          <a:xfrm>
            <a:off x="5105989" y="3158997"/>
            <a:ext cx="1562400" cy="576064"/>
            <a:chOff x="971600" y="5445224"/>
            <a:chExt cx="7200800" cy="576064"/>
          </a:xfrm>
        </p:grpSpPr>
        <p:sp>
          <p:nvSpPr>
            <p:cNvPr id="35" name="平行四辺形 34">
              <a:extLst>
                <a:ext uri="{FF2B5EF4-FFF2-40B4-BE49-F238E27FC236}">
                  <a16:creationId xmlns:a16="http://schemas.microsoft.com/office/drawing/2014/main" id="{4A1F4793-DF01-4A7B-68E8-D5A6E1343C8C}"/>
                </a:ext>
              </a:extLst>
            </p:cNvPr>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37" name="平行四辺形 36">
              <a:extLst>
                <a:ext uri="{FF2B5EF4-FFF2-40B4-BE49-F238E27FC236}">
                  <a16:creationId xmlns:a16="http://schemas.microsoft.com/office/drawing/2014/main" id="{CD940479-C290-926C-615F-8E268BDB2819}"/>
                </a:ext>
              </a:extLst>
            </p:cNvPr>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38" name="グループ化 37">
            <a:extLst>
              <a:ext uri="{FF2B5EF4-FFF2-40B4-BE49-F238E27FC236}">
                <a16:creationId xmlns:a16="http://schemas.microsoft.com/office/drawing/2014/main" id="{ED1A92C0-B7AD-2931-9AD8-160182751BF7}"/>
              </a:ext>
            </a:extLst>
          </p:cNvPr>
          <p:cNvGrpSpPr/>
          <p:nvPr/>
        </p:nvGrpSpPr>
        <p:grpSpPr>
          <a:xfrm>
            <a:off x="6546149" y="3158997"/>
            <a:ext cx="1562400" cy="576064"/>
            <a:chOff x="971600" y="5445224"/>
            <a:chExt cx="7200800" cy="576064"/>
          </a:xfrm>
        </p:grpSpPr>
        <p:sp>
          <p:nvSpPr>
            <p:cNvPr id="50" name="平行四辺形 49">
              <a:extLst>
                <a:ext uri="{FF2B5EF4-FFF2-40B4-BE49-F238E27FC236}">
                  <a16:creationId xmlns:a16="http://schemas.microsoft.com/office/drawing/2014/main" id="{C691F7F0-3F24-B53D-44F5-D52C975E8D3D}"/>
                </a:ext>
              </a:extLst>
            </p:cNvPr>
            <p:cNvSpPr/>
            <p:nvPr/>
          </p:nvSpPr>
          <p:spPr bwMode="auto">
            <a:xfrm>
              <a:off x="971600" y="5517232"/>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51" name="平行四辺形 50">
              <a:extLst>
                <a:ext uri="{FF2B5EF4-FFF2-40B4-BE49-F238E27FC236}">
                  <a16:creationId xmlns:a16="http://schemas.microsoft.com/office/drawing/2014/main" id="{79FADB28-9FA5-F50B-A5E8-02E9475BB0A2}"/>
                </a:ext>
              </a:extLst>
            </p:cNvPr>
            <p:cNvSpPr/>
            <p:nvPr/>
          </p:nvSpPr>
          <p:spPr bwMode="auto">
            <a:xfrm>
              <a:off x="971600" y="5445224"/>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52" name="グループ化 51">
            <a:extLst>
              <a:ext uri="{FF2B5EF4-FFF2-40B4-BE49-F238E27FC236}">
                <a16:creationId xmlns:a16="http://schemas.microsoft.com/office/drawing/2014/main" id="{519DF8AA-EBFA-8BB8-7A23-67B91ED848DA}"/>
              </a:ext>
            </a:extLst>
          </p:cNvPr>
          <p:cNvGrpSpPr/>
          <p:nvPr/>
        </p:nvGrpSpPr>
        <p:grpSpPr>
          <a:xfrm>
            <a:off x="7986309" y="3158997"/>
            <a:ext cx="1562400" cy="576064"/>
            <a:chOff x="971600" y="5445224"/>
            <a:chExt cx="7200800" cy="576064"/>
          </a:xfrm>
        </p:grpSpPr>
        <p:sp>
          <p:nvSpPr>
            <p:cNvPr id="53" name="平行四辺形 52">
              <a:extLst>
                <a:ext uri="{FF2B5EF4-FFF2-40B4-BE49-F238E27FC236}">
                  <a16:creationId xmlns:a16="http://schemas.microsoft.com/office/drawing/2014/main" id="{11BAFC48-6C57-E50F-E198-1871BBABA566}"/>
                </a:ext>
              </a:extLst>
            </p:cNvPr>
            <p:cNvSpPr/>
            <p:nvPr/>
          </p:nvSpPr>
          <p:spPr bwMode="auto">
            <a:xfrm>
              <a:off x="971600" y="5517232"/>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54" name="平行四辺形 53">
              <a:extLst>
                <a:ext uri="{FF2B5EF4-FFF2-40B4-BE49-F238E27FC236}">
                  <a16:creationId xmlns:a16="http://schemas.microsoft.com/office/drawing/2014/main" id="{8FBB159D-997D-B414-7AAC-F183A6F81BC4}"/>
                </a:ext>
              </a:extLst>
            </p:cNvPr>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56" name="グループ化 55">
            <a:extLst>
              <a:ext uri="{FF2B5EF4-FFF2-40B4-BE49-F238E27FC236}">
                <a16:creationId xmlns:a16="http://schemas.microsoft.com/office/drawing/2014/main" id="{E1844D45-3B86-96AD-C37E-174000520C01}"/>
              </a:ext>
            </a:extLst>
          </p:cNvPr>
          <p:cNvGrpSpPr/>
          <p:nvPr/>
        </p:nvGrpSpPr>
        <p:grpSpPr>
          <a:xfrm>
            <a:off x="9426469" y="3158997"/>
            <a:ext cx="1584176" cy="576064"/>
            <a:chOff x="971600" y="5445224"/>
            <a:chExt cx="7200800" cy="576064"/>
          </a:xfrm>
        </p:grpSpPr>
        <p:sp>
          <p:nvSpPr>
            <p:cNvPr id="62" name="平行四辺形 61">
              <a:extLst>
                <a:ext uri="{FF2B5EF4-FFF2-40B4-BE49-F238E27FC236}">
                  <a16:creationId xmlns:a16="http://schemas.microsoft.com/office/drawing/2014/main" id="{63A7FA36-F38D-D47E-3D7A-ECA02D9A9F1A}"/>
                </a:ext>
              </a:extLst>
            </p:cNvPr>
            <p:cNvSpPr/>
            <p:nvPr/>
          </p:nvSpPr>
          <p:spPr bwMode="auto">
            <a:xfrm>
              <a:off x="971600" y="5517232"/>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64" name="平行四辺形 63">
              <a:extLst>
                <a:ext uri="{FF2B5EF4-FFF2-40B4-BE49-F238E27FC236}">
                  <a16:creationId xmlns:a16="http://schemas.microsoft.com/office/drawing/2014/main" id="{2E58BFD2-8853-7121-C445-25BFE5B6AAE7}"/>
                </a:ext>
              </a:extLst>
            </p:cNvPr>
            <p:cNvSpPr/>
            <p:nvPr/>
          </p:nvSpPr>
          <p:spPr bwMode="auto">
            <a:xfrm>
              <a:off x="971600" y="5445224"/>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sp>
        <p:nvSpPr>
          <p:cNvPr id="3" name="正方形/長方形 2">
            <a:extLst>
              <a:ext uri="{FF2B5EF4-FFF2-40B4-BE49-F238E27FC236}">
                <a16:creationId xmlns:a16="http://schemas.microsoft.com/office/drawing/2014/main" id="{D7954B4F-071E-1BCD-A3F5-2424D4023BA5}"/>
              </a:ext>
            </a:extLst>
          </p:cNvPr>
          <p:cNvSpPr/>
          <p:nvPr/>
        </p:nvSpPr>
        <p:spPr>
          <a:xfrm>
            <a:off x="5067829" y="2294454"/>
            <a:ext cx="865983" cy="738664"/>
          </a:xfrm>
          <a:prstGeom prst="rect">
            <a:avLst/>
          </a:prstGeom>
        </p:spPr>
        <p:txBody>
          <a:bodyPr wrap="squar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36" name="正方形/長方形 35">
            <a:extLst>
              <a:ext uri="{FF2B5EF4-FFF2-40B4-BE49-F238E27FC236}">
                <a16:creationId xmlns:a16="http://schemas.microsoft.com/office/drawing/2014/main" id="{C48F4EB9-7183-8589-5A70-4E10A1FC5355}"/>
              </a:ext>
            </a:extLst>
          </p:cNvPr>
          <p:cNvSpPr/>
          <p:nvPr/>
        </p:nvSpPr>
        <p:spPr>
          <a:xfrm>
            <a:off x="6507989" y="2294454"/>
            <a:ext cx="937991" cy="738664"/>
          </a:xfrm>
          <a:prstGeom prst="rect">
            <a:avLst/>
          </a:prstGeom>
        </p:spPr>
        <p:txBody>
          <a:bodyPr wrap="square">
            <a:spAutoFit/>
          </a:bodyPr>
          <a:lstStyle/>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49" name="正方形/長方形 48">
            <a:extLst>
              <a:ext uri="{FF2B5EF4-FFF2-40B4-BE49-F238E27FC236}">
                <a16:creationId xmlns:a16="http://schemas.microsoft.com/office/drawing/2014/main" id="{05BC7066-13E6-68EE-6187-BBE394E49771}"/>
              </a:ext>
            </a:extLst>
          </p:cNvPr>
          <p:cNvSpPr/>
          <p:nvPr/>
        </p:nvSpPr>
        <p:spPr>
          <a:xfrm>
            <a:off x="7950036" y="2313038"/>
            <a:ext cx="865983" cy="738664"/>
          </a:xfrm>
          <a:prstGeom prst="rect">
            <a:avLst/>
          </a:prstGeom>
        </p:spPr>
        <p:txBody>
          <a:bodyPr wrap="square">
            <a:spAutoFit/>
          </a:bodyPr>
          <a:lstStyle/>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ﾟーﾟ</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55" name="正方形/長方形 54">
            <a:extLst>
              <a:ext uri="{FF2B5EF4-FFF2-40B4-BE49-F238E27FC236}">
                <a16:creationId xmlns:a16="http://schemas.microsoft.com/office/drawing/2014/main" id="{206C31B8-150E-A0D3-75B5-27897CA517A7}"/>
              </a:ext>
            </a:extLst>
          </p:cNvPr>
          <p:cNvSpPr/>
          <p:nvPr/>
        </p:nvSpPr>
        <p:spPr>
          <a:xfrm>
            <a:off x="9390196" y="2313038"/>
            <a:ext cx="937991" cy="738664"/>
          </a:xfrm>
          <a:prstGeom prst="rect">
            <a:avLst/>
          </a:prstGeom>
        </p:spPr>
        <p:txBody>
          <a:bodyPr wrap="square">
            <a:spAutoFit/>
          </a:bodyPr>
          <a:lstStyle/>
          <a:p>
            <a:r>
              <a:rPr lang="ja-JP" altLang="en-US" sz="1400" b="1" dirty="0">
                <a:solidFill>
                  <a:schemeClr val="accent3">
                    <a:lumMod val="7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l-GR" altLang="ja-JP" sz="1400" b="1" dirty="0">
                <a:solidFill>
                  <a:schemeClr val="accent3">
                    <a:lumMod val="7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3">
                    <a:lumMod val="7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l-GR" altLang="ja-JP" sz="1400" b="1" dirty="0">
                <a:solidFill>
                  <a:schemeClr val="accent3">
                    <a:lumMod val="7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l-GR" sz="1400" b="1" dirty="0">
                <a:solidFill>
                  <a:schemeClr val="accent3">
                    <a:lumMod val="7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3">
                    <a:lumMod val="7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ω</a:t>
            </a:r>
            <a:r>
              <a:rPr lang="ja-JP" altLang="el-GR" sz="1400" b="1" dirty="0">
                <a:solidFill>
                  <a:schemeClr val="accent3">
                    <a:lumMod val="7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3">
                    <a:lumMod val="7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3">
                    <a:lumMod val="7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2" name="タイトル 1">
            <a:extLst>
              <a:ext uri="{FF2B5EF4-FFF2-40B4-BE49-F238E27FC236}">
                <a16:creationId xmlns:a16="http://schemas.microsoft.com/office/drawing/2014/main" id="{25F79E0B-149F-4A30-D986-1077B902848B}"/>
              </a:ext>
            </a:extLst>
          </p:cNvPr>
          <p:cNvSpPr>
            <a:spLocks noGrp="1"/>
          </p:cNvSpPr>
          <p:nvPr>
            <p:ph type="title"/>
          </p:nvPr>
        </p:nvSpPr>
        <p:spPr/>
        <p:txBody>
          <a:bodyPr/>
          <a:lstStyle/>
          <a:p>
            <a:r>
              <a:rPr lang="ja-JP" altLang="en-US" dirty="0"/>
              <a:t>カレー屋さんのコストカット</a:t>
            </a:r>
            <a:endParaRPr kumimoji="1" lang="ja-JP" altLang="en-US" dirty="0"/>
          </a:p>
        </p:txBody>
      </p:sp>
      <p:cxnSp>
        <p:nvCxnSpPr>
          <p:cNvPr id="67" name="直線矢印コネクタ 66">
            <a:extLst>
              <a:ext uri="{FF2B5EF4-FFF2-40B4-BE49-F238E27FC236}">
                <a16:creationId xmlns:a16="http://schemas.microsoft.com/office/drawing/2014/main" id="{BB87C232-F4E3-1670-09D1-BD80AFE11657}"/>
              </a:ext>
            </a:extLst>
          </p:cNvPr>
          <p:cNvCxnSpPr/>
          <p:nvPr/>
        </p:nvCxnSpPr>
        <p:spPr bwMode="auto">
          <a:xfrm>
            <a:off x="5105989" y="3969006"/>
            <a:ext cx="5904656" cy="0"/>
          </a:xfrm>
          <a:prstGeom prst="straightConnector1">
            <a:avLst/>
          </a:prstGeom>
          <a:ln cap="rnd">
            <a:solidFill>
              <a:schemeClr val="tx1">
                <a:lumMod val="65000"/>
                <a:lumOff val="35000"/>
              </a:schemeClr>
            </a:solidFill>
            <a:headEnd type="none" w="med" len="med"/>
            <a:tailEnd type="arrow"/>
          </a:ln>
        </p:spPr>
        <p:style>
          <a:lnRef idx="2">
            <a:schemeClr val="dk1"/>
          </a:lnRef>
          <a:fillRef idx="0">
            <a:schemeClr val="dk1"/>
          </a:fillRef>
          <a:effectRef idx="1">
            <a:schemeClr val="dk1"/>
          </a:effectRef>
          <a:fontRef idx="minor">
            <a:schemeClr val="tx1"/>
          </a:fontRef>
        </p:style>
      </p:cxnSp>
      <p:sp>
        <p:nvSpPr>
          <p:cNvPr id="97" name="正方形/長方形 96">
            <a:extLst>
              <a:ext uri="{FF2B5EF4-FFF2-40B4-BE49-F238E27FC236}">
                <a16:creationId xmlns:a16="http://schemas.microsoft.com/office/drawing/2014/main" id="{FF894902-9F9A-FF0A-25B2-74A76A4806D3}"/>
              </a:ext>
            </a:extLst>
          </p:cNvPr>
          <p:cNvSpPr/>
          <p:nvPr/>
        </p:nvSpPr>
        <p:spPr bwMode="auto">
          <a:xfrm>
            <a:off x="3935976" y="1628980"/>
            <a:ext cx="630007" cy="540006"/>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pPr algn="ctr"/>
            <a:r>
              <a:rPr lang="ja-JP" altLang="en-US" sz="1600" dirty="0">
                <a:solidFill>
                  <a:schemeClr val="tx1">
                    <a:lumMod val="75000"/>
                    <a:lumOff val="25000"/>
                  </a:schemeClr>
                </a:solidFill>
              </a:rPr>
              <a:t>レシピ</a:t>
            </a:r>
          </a:p>
        </p:txBody>
      </p:sp>
      <p:sp>
        <p:nvSpPr>
          <p:cNvPr id="30" name="Freeform 25">
            <a:extLst>
              <a:ext uri="{FF2B5EF4-FFF2-40B4-BE49-F238E27FC236}">
                <a16:creationId xmlns:a16="http://schemas.microsoft.com/office/drawing/2014/main" id="{A5722ACE-E01F-9372-E2B8-F8140CE8D868}"/>
              </a:ext>
            </a:extLst>
          </p:cNvPr>
          <p:cNvSpPr>
            <a:spLocks/>
          </p:cNvSpPr>
          <p:nvPr/>
        </p:nvSpPr>
        <p:spPr bwMode="auto">
          <a:xfrm>
            <a:off x="6726007" y="998973"/>
            <a:ext cx="4032448" cy="648072"/>
          </a:xfrm>
          <a:custGeom>
            <a:avLst/>
            <a:gdLst>
              <a:gd name="T0" fmla="*/ 720725 w 1588"/>
              <a:gd name="T1" fmla="*/ 539750 h 340"/>
              <a:gd name="T2" fmla="*/ 720725 w 1588"/>
              <a:gd name="T3" fmla="*/ 360363 h 340"/>
              <a:gd name="T4" fmla="*/ 1800225 w 1588"/>
              <a:gd name="T5" fmla="*/ 360363 h 340"/>
              <a:gd name="T6" fmla="*/ 1800225 w 1588"/>
              <a:gd name="T7" fmla="*/ 539750 h 340"/>
              <a:gd name="T8" fmla="*/ 2520950 w 1588"/>
              <a:gd name="T9" fmla="*/ 539750 h 340"/>
              <a:gd name="T10" fmla="*/ 2520950 w 1588"/>
              <a:gd name="T11" fmla="*/ 0 h 340"/>
              <a:gd name="T12" fmla="*/ 0 w 1588"/>
              <a:gd name="T13" fmla="*/ 0 h 340"/>
              <a:gd name="T14" fmla="*/ 0 w 1588"/>
              <a:gd name="T15" fmla="*/ 539750 h 340"/>
              <a:gd name="T16" fmla="*/ 720725 w 1588"/>
              <a:gd name="T17" fmla="*/ 539750 h 34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588" h="340">
                <a:moveTo>
                  <a:pt x="454" y="340"/>
                </a:moveTo>
                <a:lnTo>
                  <a:pt x="454" y="227"/>
                </a:lnTo>
                <a:lnTo>
                  <a:pt x="1134" y="227"/>
                </a:lnTo>
                <a:lnTo>
                  <a:pt x="1134" y="340"/>
                </a:lnTo>
                <a:lnTo>
                  <a:pt x="1588" y="340"/>
                </a:lnTo>
                <a:lnTo>
                  <a:pt x="1588" y="0"/>
                </a:lnTo>
                <a:lnTo>
                  <a:pt x="0" y="0"/>
                </a:lnTo>
                <a:lnTo>
                  <a:pt x="0" y="340"/>
                </a:lnTo>
                <a:lnTo>
                  <a:pt x="454" y="340"/>
                </a:lnTo>
                <a:close/>
              </a:path>
            </a:pathLst>
          </a:custGeom>
          <a:ln>
            <a:headEnd/>
            <a:tailEnd/>
          </a:ln>
        </p:spPr>
        <p:style>
          <a:lnRef idx="1">
            <a:schemeClr val="accent3"/>
          </a:lnRef>
          <a:fillRef idx="2">
            <a:schemeClr val="accent3"/>
          </a:fillRef>
          <a:effectRef idx="1">
            <a:schemeClr val="accent3"/>
          </a:effectRef>
          <a:fontRef idx="minor">
            <a:schemeClr val="dk1"/>
          </a:fontRef>
        </p:style>
        <p:txBody>
          <a:bodyPr/>
          <a:lstStyle>
            <a:defPPr>
              <a:defRPr lang="ja-JP"/>
            </a:defPPr>
            <a:lvl1pPr marL="0" algn="l" defTabSz="914400" rtl="0" eaLnBrk="1" latinLnBrk="0" hangingPunct="1">
              <a:defRPr kumimoji="1" sz="1800" kern="1200">
                <a:solidFill>
                  <a:schemeClr val="dk1"/>
                </a:solidFill>
                <a:latin typeface="+mn-lt"/>
                <a:ea typeface="+mn-ea"/>
                <a:cs typeface="+mn-cs"/>
              </a:defRPr>
            </a:lvl1pPr>
            <a:lvl2pPr marL="457200" algn="l" defTabSz="914400" rtl="0" eaLnBrk="1" latinLnBrk="0" hangingPunct="1">
              <a:defRPr kumimoji="1" sz="1800" kern="1200">
                <a:solidFill>
                  <a:schemeClr val="dk1"/>
                </a:solidFill>
                <a:latin typeface="+mn-lt"/>
                <a:ea typeface="+mn-ea"/>
                <a:cs typeface="+mn-cs"/>
              </a:defRPr>
            </a:lvl2pPr>
            <a:lvl3pPr marL="914400" algn="l" defTabSz="914400" rtl="0" eaLnBrk="1" latinLnBrk="0" hangingPunct="1">
              <a:defRPr kumimoji="1" sz="1800" kern="1200">
                <a:solidFill>
                  <a:schemeClr val="dk1"/>
                </a:solidFill>
                <a:latin typeface="+mn-lt"/>
                <a:ea typeface="+mn-ea"/>
                <a:cs typeface="+mn-cs"/>
              </a:defRPr>
            </a:lvl3pPr>
            <a:lvl4pPr marL="1371600" algn="l" defTabSz="914400" rtl="0" eaLnBrk="1" latinLnBrk="0" hangingPunct="1">
              <a:defRPr kumimoji="1" sz="1800" kern="1200">
                <a:solidFill>
                  <a:schemeClr val="dk1"/>
                </a:solidFill>
                <a:latin typeface="+mn-lt"/>
                <a:ea typeface="+mn-ea"/>
                <a:cs typeface="+mn-cs"/>
              </a:defRPr>
            </a:lvl4pPr>
            <a:lvl5pPr marL="1828800" algn="l" defTabSz="914400" rtl="0" eaLnBrk="1" latinLnBrk="0" hangingPunct="1">
              <a:defRPr kumimoji="1" sz="1800" kern="1200">
                <a:solidFill>
                  <a:schemeClr val="dk1"/>
                </a:solidFill>
                <a:latin typeface="+mn-lt"/>
                <a:ea typeface="+mn-ea"/>
                <a:cs typeface="+mn-cs"/>
              </a:defRPr>
            </a:lvl5pPr>
            <a:lvl6pPr marL="2286000" algn="l" defTabSz="914400" rtl="0" eaLnBrk="1" latinLnBrk="0" hangingPunct="1">
              <a:defRPr kumimoji="1" sz="1800" kern="1200">
                <a:solidFill>
                  <a:schemeClr val="dk1"/>
                </a:solidFill>
                <a:latin typeface="+mn-lt"/>
                <a:ea typeface="+mn-ea"/>
                <a:cs typeface="+mn-cs"/>
              </a:defRPr>
            </a:lvl6pPr>
            <a:lvl7pPr marL="2743200" algn="l" defTabSz="914400" rtl="0" eaLnBrk="1" latinLnBrk="0" hangingPunct="1">
              <a:defRPr kumimoji="1" sz="1800" kern="1200">
                <a:solidFill>
                  <a:schemeClr val="dk1"/>
                </a:solidFill>
                <a:latin typeface="+mn-lt"/>
                <a:ea typeface="+mn-ea"/>
                <a:cs typeface="+mn-cs"/>
              </a:defRPr>
            </a:lvl7pPr>
            <a:lvl8pPr marL="3200400" algn="l" defTabSz="914400" rtl="0" eaLnBrk="1" latinLnBrk="0" hangingPunct="1">
              <a:defRPr kumimoji="1" sz="1800" kern="1200">
                <a:solidFill>
                  <a:schemeClr val="dk1"/>
                </a:solidFill>
                <a:latin typeface="+mn-lt"/>
                <a:ea typeface="+mn-ea"/>
                <a:cs typeface="+mn-cs"/>
              </a:defRPr>
            </a:lvl8pPr>
            <a:lvl9pPr marL="3657600" algn="l" defTabSz="914400" rtl="0" eaLnBrk="1" latinLnBrk="0" hangingPunct="1">
              <a:defRPr kumimoji="1" sz="1800" kern="1200">
                <a:solidFill>
                  <a:schemeClr val="dk1"/>
                </a:solidFill>
                <a:latin typeface="+mn-lt"/>
                <a:ea typeface="+mn-ea"/>
                <a:cs typeface="+mn-cs"/>
              </a:defRPr>
            </a:lvl9pPr>
          </a:lstStyle>
          <a:p>
            <a:pPr algn="ctr"/>
            <a:r>
              <a:rPr lang="ja-JP" altLang="en-US" dirty="0">
                <a:solidFill>
                  <a:schemeClr val="tx1">
                    <a:lumMod val="75000"/>
                    <a:lumOff val="25000"/>
                  </a:schemeClr>
                </a:solidFill>
              </a:rPr>
              <a:t>キッチン台</a:t>
            </a:r>
          </a:p>
        </p:txBody>
      </p:sp>
      <p:sp>
        <p:nvSpPr>
          <p:cNvPr id="31" name="AutoShape 5">
            <a:extLst>
              <a:ext uri="{FF2B5EF4-FFF2-40B4-BE49-F238E27FC236}">
                <a16:creationId xmlns:a16="http://schemas.microsoft.com/office/drawing/2014/main" id="{19A45841-A94B-5880-22EB-FB4372AD6767}"/>
              </a:ext>
            </a:extLst>
          </p:cNvPr>
          <p:cNvSpPr>
            <a:spLocks noChangeArrowheads="1"/>
          </p:cNvSpPr>
          <p:nvPr/>
        </p:nvSpPr>
        <p:spPr bwMode="auto">
          <a:xfrm rot="-5400000">
            <a:off x="8346187" y="1683049"/>
            <a:ext cx="864096" cy="648072"/>
          </a:xfrm>
          <a:custGeom>
            <a:avLst/>
            <a:gdLst>
              <a:gd name="T0" fmla="*/ 787598 w 21600"/>
              <a:gd name="T1" fmla="*/ 180181 h 21600"/>
              <a:gd name="T2" fmla="*/ 450056 w 21600"/>
              <a:gd name="T3" fmla="*/ 360362 h 21600"/>
              <a:gd name="T4" fmla="*/ 112514 w 21600"/>
              <a:gd name="T5" fmla="*/ 180181 h 21600"/>
              <a:gd name="T6" fmla="*/ 450056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ln>
            <a:headEnd/>
            <a:tailEnd/>
          </a:ln>
        </p:spPr>
        <p:style>
          <a:lnRef idx="1">
            <a:schemeClr val="accent2"/>
          </a:lnRef>
          <a:fillRef idx="2">
            <a:schemeClr val="accent2"/>
          </a:fillRef>
          <a:effectRef idx="1">
            <a:schemeClr val="accent2"/>
          </a:effectRef>
          <a:fontRef idx="minor">
            <a:schemeClr val="dk1"/>
          </a:fontRef>
        </p:style>
        <p:txBody>
          <a:bodyPr vert="eaVert" wrap="none" anchor="ctr"/>
          <a:lstStyle>
            <a:defPPr>
              <a:defRPr lang="ja-JP"/>
            </a:defPPr>
            <a:lvl1pPr marL="0" algn="l" defTabSz="914400" rtl="0" eaLnBrk="1" latinLnBrk="0" hangingPunct="1">
              <a:defRPr kumimoji="1" sz="1800" kern="1200">
                <a:solidFill>
                  <a:schemeClr val="dk1"/>
                </a:solidFill>
                <a:latin typeface="+mn-lt"/>
                <a:ea typeface="+mn-ea"/>
                <a:cs typeface="+mn-cs"/>
              </a:defRPr>
            </a:lvl1pPr>
            <a:lvl2pPr marL="457200" algn="l" defTabSz="914400" rtl="0" eaLnBrk="1" latinLnBrk="0" hangingPunct="1">
              <a:defRPr kumimoji="1" sz="1800" kern="1200">
                <a:solidFill>
                  <a:schemeClr val="dk1"/>
                </a:solidFill>
                <a:latin typeface="+mn-lt"/>
                <a:ea typeface="+mn-ea"/>
                <a:cs typeface="+mn-cs"/>
              </a:defRPr>
            </a:lvl2pPr>
            <a:lvl3pPr marL="914400" algn="l" defTabSz="914400" rtl="0" eaLnBrk="1" latinLnBrk="0" hangingPunct="1">
              <a:defRPr kumimoji="1" sz="1800" kern="1200">
                <a:solidFill>
                  <a:schemeClr val="dk1"/>
                </a:solidFill>
                <a:latin typeface="+mn-lt"/>
                <a:ea typeface="+mn-ea"/>
                <a:cs typeface="+mn-cs"/>
              </a:defRPr>
            </a:lvl3pPr>
            <a:lvl4pPr marL="1371600" algn="l" defTabSz="914400" rtl="0" eaLnBrk="1" latinLnBrk="0" hangingPunct="1">
              <a:defRPr kumimoji="1" sz="1800" kern="1200">
                <a:solidFill>
                  <a:schemeClr val="dk1"/>
                </a:solidFill>
                <a:latin typeface="+mn-lt"/>
                <a:ea typeface="+mn-ea"/>
                <a:cs typeface="+mn-cs"/>
              </a:defRPr>
            </a:lvl4pPr>
            <a:lvl5pPr marL="1828800" algn="l" defTabSz="914400" rtl="0" eaLnBrk="1" latinLnBrk="0" hangingPunct="1">
              <a:defRPr kumimoji="1" sz="1800" kern="1200">
                <a:solidFill>
                  <a:schemeClr val="dk1"/>
                </a:solidFill>
                <a:latin typeface="+mn-lt"/>
                <a:ea typeface="+mn-ea"/>
                <a:cs typeface="+mn-cs"/>
              </a:defRPr>
            </a:lvl5pPr>
            <a:lvl6pPr marL="2286000" algn="l" defTabSz="914400" rtl="0" eaLnBrk="1" latinLnBrk="0" hangingPunct="1">
              <a:defRPr kumimoji="1" sz="1800" kern="1200">
                <a:solidFill>
                  <a:schemeClr val="dk1"/>
                </a:solidFill>
                <a:latin typeface="+mn-lt"/>
                <a:ea typeface="+mn-ea"/>
                <a:cs typeface="+mn-cs"/>
              </a:defRPr>
            </a:lvl6pPr>
            <a:lvl7pPr marL="2743200" algn="l" defTabSz="914400" rtl="0" eaLnBrk="1" latinLnBrk="0" hangingPunct="1">
              <a:defRPr kumimoji="1" sz="1800" kern="1200">
                <a:solidFill>
                  <a:schemeClr val="dk1"/>
                </a:solidFill>
                <a:latin typeface="+mn-lt"/>
                <a:ea typeface="+mn-ea"/>
                <a:cs typeface="+mn-cs"/>
              </a:defRPr>
            </a:lvl7pPr>
            <a:lvl8pPr marL="3200400" algn="l" defTabSz="914400" rtl="0" eaLnBrk="1" latinLnBrk="0" hangingPunct="1">
              <a:defRPr kumimoji="1" sz="1800" kern="1200">
                <a:solidFill>
                  <a:schemeClr val="dk1"/>
                </a:solidFill>
                <a:latin typeface="+mn-lt"/>
                <a:ea typeface="+mn-ea"/>
                <a:cs typeface="+mn-cs"/>
              </a:defRPr>
            </a:lvl8pPr>
            <a:lvl9pPr marL="3657600" algn="l" defTabSz="914400" rtl="0" eaLnBrk="1" latinLnBrk="0" hangingPunct="1">
              <a:defRPr kumimoji="1" sz="1800" kern="1200">
                <a:solidFill>
                  <a:schemeClr val="dk1"/>
                </a:solidFill>
                <a:latin typeface="+mn-lt"/>
                <a:ea typeface="+mn-ea"/>
                <a:cs typeface="+mn-cs"/>
              </a:defRPr>
            </a:lvl9pPr>
          </a:lstStyle>
          <a:p>
            <a:pPr algn="ctr"/>
            <a:r>
              <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コンロ</a:t>
            </a:r>
            <a:endParaRPr lang="en-US" altLang="ja-JP"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まな板</a:t>
            </a:r>
          </a:p>
        </p:txBody>
      </p:sp>
      <p:grpSp>
        <p:nvGrpSpPr>
          <p:cNvPr id="32" name="グループ化 31">
            <a:extLst>
              <a:ext uri="{FF2B5EF4-FFF2-40B4-BE49-F238E27FC236}">
                <a16:creationId xmlns:a16="http://schemas.microsoft.com/office/drawing/2014/main" id="{3152753D-53C8-4DF0-7227-1C57F6047EF3}"/>
              </a:ext>
            </a:extLst>
          </p:cNvPr>
          <p:cNvGrpSpPr/>
          <p:nvPr/>
        </p:nvGrpSpPr>
        <p:grpSpPr>
          <a:xfrm>
            <a:off x="7014039" y="1719053"/>
            <a:ext cx="1008112" cy="432048"/>
            <a:chOff x="3563888" y="2708920"/>
            <a:chExt cx="1296144" cy="432048"/>
          </a:xfrm>
        </p:grpSpPr>
        <p:sp>
          <p:nvSpPr>
            <p:cNvPr id="33" name="Freeform 9">
              <a:extLst>
                <a:ext uri="{FF2B5EF4-FFF2-40B4-BE49-F238E27FC236}">
                  <a16:creationId xmlns:a16="http://schemas.microsoft.com/office/drawing/2014/main" id="{2D451DFB-E00B-05C2-BFF2-B55AFE2894D2}"/>
                </a:ext>
              </a:extLst>
            </p:cNvPr>
            <p:cNvSpPr>
              <a:spLocks/>
            </p:cNvSpPr>
            <p:nvPr/>
          </p:nvSpPr>
          <p:spPr bwMode="auto">
            <a:xfrm>
              <a:off x="4211960" y="2708920"/>
              <a:ext cx="648072" cy="144016"/>
            </a:xfrm>
            <a:custGeom>
              <a:avLst/>
              <a:gdLst>
                <a:gd name="T0" fmla="*/ 0 w 170"/>
                <a:gd name="T1" fmla="*/ 0 h 170"/>
                <a:gd name="T2" fmla="*/ 0 w 170"/>
                <a:gd name="T3" fmla="*/ 269875 h 170"/>
                <a:gd name="T4" fmla="*/ 269875 w 170"/>
                <a:gd name="T5" fmla="*/ 26987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headEnd/>
              <a:tailEnd type="triangle" w="med" len="med"/>
            </a:ln>
          </p:spPr>
          <p:style>
            <a:lnRef idx="3">
              <a:schemeClr val="accent3"/>
            </a:lnRef>
            <a:fillRef idx="0">
              <a:schemeClr val="accent3"/>
            </a:fillRef>
            <a:effectRef idx="2">
              <a:schemeClr val="accent3"/>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sp>
          <p:nvSpPr>
            <p:cNvPr id="39" name="Freeform 10">
              <a:extLst>
                <a:ext uri="{FF2B5EF4-FFF2-40B4-BE49-F238E27FC236}">
                  <a16:creationId xmlns:a16="http://schemas.microsoft.com/office/drawing/2014/main" id="{0A862A74-54E7-E4FF-7E6C-796091A6855A}"/>
                </a:ext>
              </a:extLst>
            </p:cNvPr>
            <p:cNvSpPr>
              <a:spLocks/>
            </p:cNvSpPr>
            <p:nvPr/>
          </p:nvSpPr>
          <p:spPr bwMode="auto">
            <a:xfrm>
              <a:off x="3563888" y="2708920"/>
              <a:ext cx="1296144" cy="432048"/>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headEnd/>
              <a:tailEnd type="triangle" w="med" len="med"/>
            </a:ln>
          </p:spPr>
          <p:style>
            <a:lnRef idx="3">
              <a:schemeClr val="accent3"/>
            </a:lnRef>
            <a:fillRef idx="0">
              <a:schemeClr val="accent3"/>
            </a:fillRef>
            <a:effectRef idx="2">
              <a:schemeClr val="accent3"/>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grpSp>
      <p:sp>
        <p:nvSpPr>
          <p:cNvPr id="40" name="Freeform 8">
            <a:extLst>
              <a:ext uri="{FF2B5EF4-FFF2-40B4-BE49-F238E27FC236}">
                <a16:creationId xmlns:a16="http://schemas.microsoft.com/office/drawing/2014/main" id="{473956E2-51DF-F808-8B25-88023009DE28}"/>
              </a:ext>
            </a:extLst>
          </p:cNvPr>
          <p:cNvSpPr>
            <a:spLocks/>
          </p:cNvSpPr>
          <p:nvPr/>
        </p:nvSpPr>
        <p:spPr bwMode="auto">
          <a:xfrm>
            <a:off x="9462311" y="1719053"/>
            <a:ext cx="720080" cy="288032"/>
          </a:xfrm>
          <a:custGeom>
            <a:avLst/>
            <a:gdLst>
              <a:gd name="T0" fmla="*/ 0 w 227"/>
              <a:gd name="T1" fmla="*/ 541338 h 1021"/>
              <a:gd name="T2" fmla="*/ 719138 w 227"/>
              <a:gd name="T3" fmla="*/ 541338 h 1021"/>
              <a:gd name="T4" fmla="*/ 719138 w 227"/>
              <a:gd name="T5" fmla="*/ 0 h 1021"/>
              <a:gd name="T6" fmla="*/ 0 60000 65536"/>
              <a:gd name="T7" fmla="*/ 0 60000 65536"/>
              <a:gd name="T8" fmla="*/ 0 60000 65536"/>
            </a:gdLst>
            <a:ahLst/>
            <a:cxnLst>
              <a:cxn ang="T6">
                <a:pos x="T0" y="T1"/>
              </a:cxn>
              <a:cxn ang="T7">
                <a:pos x="T2" y="T3"/>
              </a:cxn>
              <a:cxn ang="T8">
                <a:pos x="T4" y="T5"/>
              </a:cxn>
            </a:cxnLst>
            <a:rect l="0" t="0" r="r" b="b"/>
            <a:pathLst>
              <a:path w="227" h="1021">
                <a:moveTo>
                  <a:pt x="0" y="1021"/>
                </a:moveTo>
                <a:lnTo>
                  <a:pt x="227" y="1021"/>
                </a:lnTo>
                <a:lnTo>
                  <a:pt x="227" y="0"/>
                </a:lnTo>
              </a:path>
            </a:pathLst>
          </a:custGeom>
          <a:ln w="50800">
            <a:solidFill>
              <a:schemeClr val="accent3"/>
            </a:solidFill>
            <a:headEnd/>
            <a:tailEnd type="triangle" w="med" len="med"/>
          </a:ln>
        </p:spPr>
        <p:style>
          <a:lnRef idx="3">
            <a:schemeClr val="accent4"/>
          </a:lnRef>
          <a:fillRef idx="0">
            <a:schemeClr val="accent4"/>
          </a:fillRef>
          <a:effectRef idx="2">
            <a:schemeClr val="accent4"/>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grpSp>
        <p:nvGrpSpPr>
          <p:cNvPr id="41" name="グループ化 40">
            <a:extLst>
              <a:ext uri="{FF2B5EF4-FFF2-40B4-BE49-F238E27FC236}">
                <a16:creationId xmlns:a16="http://schemas.microsoft.com/office/drawing/2014/main" id="{00E39F6A-CA80-430E-ECE1-27A4F196FABD}"/>
              </a:ext>
            </a:extLst>
          </p:cNvPr>
          <p:cNvGrpSpPr/>
          <p:nvPr/>
        </p:nvGrpSpPr>
        <p:grpSpPr>
          <a:xfrm>
            <a:off x="4025978" y="2618990"/>
            <a:ext cx="720009" cy="360004"/>
            <a:chOff x="6372020" y="3699004"/>
            <a:chExt cx="720009" cy="360004"/>
          </a:xfrm>
        </p:grpSpPr>
        <p:sp>
          <p:nvSpPr>
            <p:cNvPr id="42" name="角丸四角形 41">
              <a:extLst>
                <a:ext uri="{FF2B5EF4-FFF2-40B4-BE49-F238E27FC236}">
                  <a16:creationId xmlns:a16="http://schemas.microsoft.com/office/drawing/2014/main" id="{C77DDDE8-37BA-1BB9-1104-D379CDD8C1B7}"/>
                </a:ext>
              </a:extLst>
            </p:cNvPr>
            <p:cNvSpPr/>
            <p:nvPr/>
          </p:nvSpPr>
          <p:spPr bwMode="auto">
            <a:xfrm>
              <a:off x="6372021" y="3699004"/>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en-US" altLang="ja-JP" dirty="0">
                  <a:latin typeface="Arial Narrow" panose="020B0606020202030204" pitchFamily="34" charset="0"/>
                </a:rPr>
                <a:t>a++</a:t>
              </a:r>
              <a:endParaRPr lang="ja-JP" altLang="en-US" dirty="0">
                <a:latin typeface="Arial Narrow" panose="020B0606020202030204" pitchFamily="34" charset="0"/>
              </a:endParaRPr>
            </a:p>
          </p:txBody>
        </p:sp>
        <p:sp>
          <p:nvSpPr>
            <p:cNvPr id="44" name="角丸四角形 43">
              <a:extLst>
                <a:ext uri="{FF2B5EF4-FFF2-40B4-BE49-F238E27FC236}">
                  <a16:creationId xmlns:a16="http://schemas.microsoft.com/office/drawing/2014/main" id="{739877FB-0445-E6C1-CC49-E8D34C25AC87}"/>
                </a:ext>
              </a:extLst>
            </p:cNvPr>
            <p:cNvSpPr/>
            <p:nvPr/>
          </p:nvSpPr>
          <p:spPr bwMode="auto">
            <a:xfrm>
              <a:off x="6372020" y="3699004"/>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en-US" altLang="ja-JP" dirty="0">
                  <a:latin typeface="Arial Narrow" panose="020B0606020202030204" pitchFamily="34" charset="0"/>
                </a:rPr>
                <a:t>a++</a:t>
              </a:r>
              <a:endParaRPr lang="ja-JP" altLang="en-US" dirty="0">
                <a:latin typeface="Arial Narrow" panose="020B0606020202030204" pitchFamily="34" charset="0"/>
              </a:endParaRPr>
            </a:p>
          </p:txBody>
        </p:sp>
      </p:grpSp>
      <p:sp>
        <p:nvSpPr>
          <p:cNvPr id="96" name="正方形/長方形 95">
            <a:extLst>
              <a:ext uri="{FF2B5EF4-FFF2-40B4-BE49-F238E27FC236}">
                <a16:creationId xmlns:a16="http://schemas.microsoft.com/office/drawing/2014/main" id="{9DF9E633-E113-C416-6DAF-1AF4153FAFB0}"/>
              </a:ext>
            </a:extLst>
          </p:cNvPr>
          <p:cNvSpPr/>
          <p:nvPr/>
        </p:nvSpPr>
        <p:spPr bwMode="auto">
          <a:xfrm>
            <a:off x="3665973" y="2078985"/>
            <a:ext cx="1260014" cy="1710019"/>
          </a:xfrm>
          <a:prstGeom prst="rect">
            <a:avLst/>
          </a:prstGeom>
          <a:ln>
            <a:headEnd/>
            <a:tailEnd type="non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400" dirty="0">
                <a:solidFill>
                  <a:schemeClr val="tx1"/>
                </a:solidFill>
                <a:latin typeface="Arial Narrow" panose="020B0606020202030204" pitchFamily="34" charset="0"/>
              </a:rPr>
              <a:t>1. </a:t>
            </a:r>
            <a:r>
              <a:rPr lang="ja-JP" altLang="en-US" sz="1400" dirty="0">
                <a:solidFill>
                  <a:schemeClr val="tx1"/>
                </a:solidFill>
                <a:latin typeface="Arial Narrow" panose="020B0606020202030204" pitchFamily="34" charset="0"/>
              </a:rPr>
              <a:t>人参を切る</a:t>
            </a:r>
            <a:endParaRPr lang="en-US" altLang="ja-JP" sz="1400" dirty="0">
              <a:solidFill>
                <a:schemeClr val="tx1"/>
              </a:solidFill>
              <a:latin typeface="Arial Narrow" panose="020B0606020202030204" pitchFamily="34" charset="0"/>
            </a:endParaRPr>
          </a:p>
          <a:p>
            <a:r>
              <a:rPr lang="en-US" altLang="ja-JP" sz="1400" dirty="0">
                <a:solidFill>
                  <a:schemeClr val="tx1"/>
                </a:solidFill>
                <a:latin typeface="Arial Narrow" panose="020B0606020202030204" pitchFamily="34" charset="0"/>
              </a:rPr>
              <a:t>2. </a:t>
            </a:r>
            <a:r>
              <a:rPr lang="ja-JP" altLang="en-US" sz="1400" dirty="0">
                <a:solidFill>
                  <a:schemeClr val="tx1"/>
                </a:solidFill>
                <a:latin typeface="Arial Narrow" panose="020B0606020202030204" pitchFamily="34" charset="0"/>
              </a:rPr>
              <a:t>玉葱を切る</a:t>
            </a:r>
            <a:endParaRPr lang="en-US" altLang="ja-JP" sz="1400" dirty="0">
              <a:solidFill>
                <a:schemeClr val="tx1"/>
              </a:solidFill>
              <a:latin typeface="Arial Narrow" panose="020B0606020202030204" pitchFamily="34" charset="0"/>
            </a:endParaRPr>
          </a:p>
          <a:p>
            <a:r>
              <a:rPr lang="en-US" altLang="ja-JP" sz="1400" dirty="0">
                <a:solidFill>
                  <a:schemeClr val="tx1"/>
                </a:solidFill>
                <a:latin typeface="Arial Narrow" panose="020B0606020202030204" pitchFamily="34" charset="0"/>
              </a:rPr>
              <a:t>3. </a:t>
            </a:r>
            <a:r>
              <a:rPr lang="ja-JP" altLang="en-US" sz="1400" dirty="0">
                <a:solidFill>
                  <a:schemeClr val="tx1"/>
                </a:solidFill>
                <a:latin typeface="Arial Narrow" panose="020B0606020202030204" pitchFamily="34" charset="0"/>
              </a:rPr>
              <a:t>肉を切る</a:t>
            </a:r>
            <a:endParaRPr lang="en-US" altLang="ja-JP" sz="1400" dirty="0">
              <a:solidFill>
                <a:schemeClr val="tx1"/>
              </a:solidFill>
              <a:latin typeface="Arial Narrow" panose="020B0606020202030204" pitchFamily="34" charset="0"/>
            </a:endParaRPr>
          </a:p>
          <a:p>
            <a:r>
              <a:rPr lang="en-US" altLang="ja-JP" sz="1400" dirty="0">
                <a:solidFill>
                  <a:schemeClr val="tx1"/>
                </a:solidFill>
                <a:latin typeface="Arial Narrow" panose="020B0606020202030204" pitchFamily="34" charset="0"/>
              </a:rPr>
              <a:t>4. </a:t>
            </a:r>
            <a:r>
              <a:rPr lang="ja-JP" altLang="en-US" sz="1400" dirty="0">
                <a:solidFill>
                  <a:schemeClr val="tx1"/>
                </a:solidFill>
                <a:latin typeface="Arial Narrow" panose="020B0606020202030204" pitchFamily="34" charset="0"/>
              </a:rPr>
              <a:t>芋を切る</a:t>
            </a:r>
            <a:endParaRPr lang="en-US" altLang="ja-JP" sz="1400" dirty="0">
              <a:solidFill>
                <a:schemeClr val="tx1"/>
              </a:solidFill>
              <a:latin typeface="Arial Narrow" panose="020B0606020202030204" pitchFamily="34" charset="0"/>
            </a:endParaRPr>
          </a:p>
          <a:p>
            <a:r>
              <a:rPr lang="en-US" altLang="ja-JP" sz="1400" dirty="0">
                <a:solidFill>
                  <a:schemeClr val="tx1"/>
                </a:solidFill>
                <a:latin typeface="Arial Narrow" panose="020B0606020202030204" pitchFamily="34" charset="0"/>
              </a:rPr>
              <a:t>5. </a:t>
            </a:r>
            <a:r>
              <a:rPr lang="ja-JP" altLang="en-US" sz="1400" dirty="0">
                <a:solidFill>
                  <a:schemeClr val="tx1"/>
                </a:solidFill>
                <a:latin typeface="Arial Narrow" panose="020B0606020202030204" pitchFamily="34" charset="0"/>
              </a:rPr>
              <a:t>炒める</a:t>
            </a:r>
          </a:p>
        </p:txBody>
      </p:sp>
      <p:sp>
        <p:nvSpPr>
          <p:cNvPr id="5" name="角丸四角形 45">
            <a:extLst>
              <a:ext uri="{FF2B5EF4-FFF2-40B4-BE49-F238E27FC236}">
                <a16:creationId xmlns:a16="http://schemas.microsoft.com/office/drawing/2014/main" id="{1F9FEE8B-2C3E-5D42-B5E8-DB24C18465AD}"/>
              </a:ext>
            </a:extLst>
          </p:cNvPr>
          <p:cNvSpPr/>
          <p:nvPr/>
        </p:nvSpPr>
        <p:spPr bwMode="auto">
          <a:xfrm>
            <a:off x="6912026" y="2978995"/>
            <a:ext cx="720008" cy="360004"/>
          </a:xfrm>
          <a:prstGeom prst="roundRect">
            <a:avLst/>
          </a:prstGeom>
          <a:ln>
            <a:headEnd/>
            <a:tailEnd type="triangle" w="sm" len="med"/>
          </a:ln>
        </p:spPr>
        <p:style>
          <a:lnRef idx="3">
            <a:schemeClr val="lt1"/>
          </a:lnRef>
          <a:fillRef idx="1">
            <a:schemeClr val="accent4"/>
          </a:fillRef>
          <a:effectRef idx="1">
            <a:schemeClr val="accent4"/>
          </a:effectRef>
          <a:fontRef idx="minor">
            <a:schemeClr val="lt1"/>
          </a:fontRef>
        </p:style>
        <p:txBody>
          <a:bodyPr wrap="none" rtlCol="0" anchor="ctr"/>
          <a:lstStyle/>
          <a:p>
            <a:pPr algn="ctr"/>
            <a:r>
              <a:rPr kumimoji="1" lang="ja-JP" altLang="en-US" sz="1100" dirty="0">
                <a:solidFill>
                  <a:schemeClr val="bg1"/>
                </a:solidFill>
                <a:latin typeface="Arial Narrow" panose="020B0606020202030204" pitchFamily="34" charset="0"/>
              </a:rPr>
              <a:t>人参切る</a:t>
            </a:r>
          </a:p>
        </p:txBody>
      </p:sp>
      <p:sp>
        <p:nvSpPr>
          <p:cNvPr id="6" name="角丸四角形 46">
            <a:extLst>
              <a:ext uri="{FF2B5EF4-FFF2-40B4-BE49-F238E27FC236}">
                <a16:creationId xmlns:a16="http://schemas.microsoft.com/office/drawing/2014/main" id="{5023CA6F-EC02-73DC-BD2A-A08B6A56B572}"/>
              </a:ext>
            </a:extLst>
          </p:cNvPr>
          <p:cNvSpPr/>
          <p:nvPr/>
        </p:nvSpPr>
        <p:spPr bwMode="auto">
          <a:xfrm>
            <a:off x="5472010" y="2978995"/>
            <a:ext cx="720008" cy="360004"/>
          </a:xfrm>
          <a:prstGeom prst="roundRect">
            <a:avLst/>
          </a:prstGeom>
          <a:ln>
            <a:headEnd/>
            <a:tailEnd type="triangle" w="sm" len="med"/>
          </a:ln>
        </p:spPr>
        <p:style>
          <a:lnRef idx="3">
            <a:schemeClr val="lt1"/>
          </a:lnRef>
          <a:fillRef idx="1">
            <a:schemeClr val="accent4"/>
          </a:fillRef>
          <a:effectRef idx="1">
            <a:schemeClr val="accent4"/>
          </a:effectRef>
          <a:fontRef idx="minor">
            <a:schemeClr val="lt1"/>
          </a:fontRef>
        </p:style>
        <p:txBody>
          <a:bodyPr wrap="none" rtlCol="0" anchor="ctr"/>
          <a:lstStyle/>
          <a:p>
            <a:pPr algn="ctr"/>
            <a:r>
              <a:rPr lang="ja-JP" altLang="en-US" sz="1100" dirty="0">
                <a:solidFill>
                  <a:schemeClr val="bg1"/>
                </a:solidFill>
                <a:latin typeface="Arial Narrow" panose="020B0606020202030204" pitchFamily="34" charset="0"/>
              </a:rPr>
              <a:t>玉葱切る</a:t>
            </a:r>
            <a:endParaRPr kumimoji="1" lang="ja-JP" altLang="en-US" sz="1100" dirty="0">
              <a:solidFill>
                <a:schemeClr val="bg1"/>
              </a:solidFill>
              <a:latin typeface="Arial Narrow" panose="020B0606020202030204" pitchFamily="34" charset="0"/>
            </a:endParaRPr>
          </a:p>
        </p:txBody>
      </p:sp>
      <p:sp>
        <p:nvSpPr>
          <p:cNvPr id="8" name="角丸四角形吹き出し 42">
            <a:extLst>
              <a:ext uri="{FF2B5EF4-FFF2-40B4-BE49-F238E27FC236}">
                <a16:creationId xmlns:a16="http://schemas.microsoft.com/office/drawing/2014/main" id="{E1EA902E-9E42-6BDD-E156-C947248B6C7C}"/>
              </a:ext>
            </a:extLst>
          </p:cNvPr>
          <p:cNvSpPr/>
          <p:nvPr/>
        </p:nvSpPr>
        <p:spPr bwMode="auto">
          <a:xfrm>
            <a:off x="10056044" y="1988985"/>
            <a:ext cx="1080012" cy="522648"/>
          </a:xfrm>
          <a:prstGeom prst="wedgeRoundRectCallout">
            <a:avLst>
              <a:gd name="adj1" fmla="val -46134"/>
              <a:gd name="adj2" fmla="val 94815"/>
              <a:gd name="adj3" fmla="val 16667"/>
            </a:avLst>
          </a:prstGeom>
          <a:ln>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400" dirty="0">
                <a:solidFill>
                  <a:schemeClr val="tx1">
                    <a:lumMod val="65000"/>
                    <a:lumOff val="35000"/>
                  </a:schemeClr>
                </a:solidFill>
                <a:latin typeface="Arial Narrow" panose="020B0606020202030204" pitchFamily="34" charset="0"/>
              </a:rPr>
              <a:t>台に</a:t>
            </a:r>
            <a:endParaRPr lang="en-US" altLang="ja-JP" sz="1400" dirty="0">
              <a:solidFill>
                <a:schemeClr val="tx1">
                  <a:lumMod val="65000"/>
                  <a:lumOff val="35000"/>
                </a:schemeClr>
              </a:solidFill>
              <a:latin typeface="Arial Narrow" panose="020B0606020202030204" pitchFamily="34" charset="0"/>
            </a:endParaRPr>
          </a:p>
          <a:p>
            <a:r>
              <a:rPr lang="ja-JP" altLang="en-US" sz="1400" dirty="0">
                <a:solidFill>
                  <a:schemeClr val="tx1">
                    <a:lumMod val="65000"/>
                    <a:lumOff val="35000"/>
                  </a:schemeClr>
                </a:solidFill>
                <a:latin typeface="Arial Narrow" panose="020B0606020202030204" pitchFamily="34" charset="0"/>
              </a:rPr>
              <a:t>戻す係です！</a:t>
            </a:r>
          </a:p>
        </p:txBody>
      </p:sp>
      <p:sp>
        <p:nvSpPr>
          <p:cNvPr id="9" name="角丸四角形吹き出し 44">
            <a:extLst>
              <a:ext uri="{FF2B5EF4-FFF2-40B4-BE49-F238E27FC236}">
                <a16:creationId xmlns:a16="http://schemas.microsoft.com/office/drawing/2014/main" id="{6115DC85-DD7D-E70C-155E-748546BBE8D9}"/>
              </a:ext>
            </a:extLst>
          </p:cNvPr>
          <p:cNvSpPr/>
          <p:nvPr/>
        </p:nvSpPr>
        <p:spPr bwMode="auto">
          <a:xfrm>
            <a:off x="7176012" y="1988985"/>
            <a:ext cx="1080012" cy="522648"/>
          </a:xfrm>
          <a:prstGeom prst="wedgeRoundRectCallout">
            <a:avLst>
              <a:gd name="adj1" fmla="val -41466"/>
              <a:gd name="adj2" fmla="val 84351"/>
              <a:gd name="adj3" fmla="val 16667"/>
            </a:avLst>
          </a:prstGeom>
          <a:ln>
            <a:headEnd/>
            <a:tailEnd type="triangle" w="sm" len="med"/>
          </a:ln>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400" dirty="0">
                <a:solidFill>
                  <a:schemeClr val="tx1">
                    <a:lumMod val="65000"/>
                    <a:lumOff val="35000"/>
                  </a:schemeClr>
                </a:solidFill>
                <a:latin typeface="Arial Narrow" panose="020B0606020202030204" pitchFamily="34" charset="0"/>
              </a:rPr>
              <a:t>材料</a:t>
            </a:r>
            <a:br>
              <a:rPr lang="en-US" altLang="ja-JP" sz="1400" dirty="0">
                <a:solidFill>
                  <a:schemeClr val="tx1">
                    <a:lumMod val="65000"/>
                    <a:lumOff val="35000"/>
                  </a:schemeClr>
                </a:solidFill>
                <a:latin typeface="Arial Narrow" panose="020B0606020202030204" pitchFamily="34" charset="0"/>
              </a:rPr>
            </a:br>
            <a:r>
              <a:rPr lang="ja-JP" altLang="en-US" sz="1400" dirty="0">
                <a:solidFill>
                  <a:schemeClr val="tx1">
                    <a:lumMod val="65000"/>
                    <a:lumOff val="35000"/>
                  </a:schemeClr>
                </a:solidFill>
                <a:latin typeface="Arial Narrow" panose="020B0606020202030204" pitchFamily="34" charset="0"/>
              </a:rPr>
              <a:t>取る係です！</a:t>
            </a:r>
          </a:p>
        </p:txBody>
      </p:sp>
      <p:sp>
        <p:nvSpPr>
          <p:cNvPr id="10" name="角丸四角形吹き出し 44">
            <a:extLst>
              <a:ext uri="{FF2B5EF4-FFF2-40B4-BE49-F238E27FC236}">
                <a16:creationId xmlns:a16="http://schemas.microsoft.com/office/drawing/2014/main" id="{3302280A-DE28-7263-E7F4-87EF2A04C2EA}"/>
              </a:ext>
            </a:extLst>
          </p:cNvPr>
          <p:cNvSpPr/>
          <p:nvPr/>
        </p:nvSpPr>
        <p:spPr bwMode="auto">
          <a:xfrm>
            <a:off x="5555994" y="2168987"/>
            <a:ext cx="1260014" cy="342645"/>
          </a:xfrm>
          <a:prstGeom prst="wedgeRoundRectCallout">
            <a:avLst>
              <a:gd name="adj1" fmla="val -41466"/>
              <a:gd name="adj2" fmla="val 84351"/>
              <a:gd name="adj3" fmla="val 16667"/>
            </a:avLst>
          </a:prstGeom>
          <a:ln>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400" dirty="0">
                <a:solidFill>
                  <a:schemeClr val="tx1">
                    <a:lumMod val="65000"/>
                    <a:lumOff val="35000"/>
                  </a:schemeClr>
                </a:solidFill>
                <a:latin typeface="Arial Narrow" panose="020B0606020202030204" pitchFamily="34" charset="0"/>
              </a:rPr>
              <a:t>レシピを読むぜ</a:t>
            </a:r>
          </a:p>
        </p:txBody>
      </p:sp>
      <p:sp>
        <p:nvSpPr>
          <p:cNvPr id="11" name="角丸四角形吹き出し 44">
            <a:extLst>
              <a:ext uri="{FF2B5EF4-FFF2-40B4-BE49-F238E27FC236}">
                <a16:creationId xmlns:a16="http://schemas.microsoft.com/office/drawing/2014/main" id="{AE931AAC-8459-FB23-D48C-303F9CA99901}"/>
              </a:ext>
            </a:extLst>
          </p:cNvPr>
          <p:cNvSpPr/>
          <p:nvPr/>
        </p:nvSpPr>
        <p:spPr bwMode="auto">
          <a:xfrm>
            <a:off x="8526027" y="2258987"/>
            <a:ext cx="1170013" cy="342645"/>
          </a:xfrm>
          <a:prstGeom prst="wedgeRoundRectCallout">
            <a:avLst>
              <a:gd name="adj1" fmla="val -41466"/>
              <a:gd name="adj2" fmla="val 84351"/>
              <a:gd name="adj3" fmla="val 16667"/>
            </a:avLst>
          </a:prstGeom>
          <a:ln>
            <a:headEnd/>
            <a:tailEnd type="triangle" w="sm" len="med"/>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400" dirty="0">
                <a:solidFill>
                  <a:schemeClr val="tx1">
                    <a:lumMod val="65000"/>
                    <a:lumOff val="35000"/>
                  </a:schemeClr>
                </a:solidFill>
                <a:latin typeface="Arial Narrow" panose="020B0606020202030204" pitchFamily="34" charset="0"/>
              </a:rPr>
              <a:t>シェフです！</a:t>
            </a:r>
          </a:p>
        </p:txBody>
      </p:sp>
      <p:sp>
        <p:nvSpPr>
          <p:cNvPr id="12" name="正方形/長方形 11">
            <a:extLst>
              <a:ext uri="{FF2B5EF4-FFF2-40B4-BE49-F238E27FC236}">
                <a16:creationId xmlns:a16="http://schemas.microsoft.com/office/drawing/2014/main" id="{A2EBFD69-1717-5A16-6321-78DF71C7F77C}"/>
              </a:ext>
            </a:extLst>
          </p:cNvPr>
          <p:cNvSpPr/>
          <p:nvPr/>
        </p:nvSpPr>
        <p:spPr>
          <a:xfrm>
            <a:off x="1151962" y="1592922"/>
            <a:ext cx="1620018" cy="1384995"/>
          </a:xfrm>
          <a:prstGeom prst="rect">
            <a:avLst/>
          </a:prstGeom>
        </p:spPr>
        <p:txBody>
          <a:bodyPr wrap="square">
            <a:spAutoFit/>
          </a:bodyPr>
          <a:lstStyle/>
          <a:p>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　・∀・）</a:t>
            </a:r>
            <a:endParaRPr lang="en-US" altLang="ja-JP"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endParaRPr>
          </a:p>
          <a:p>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φ</a:t>
            </a:r>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__⊂)__</a:t>
            </a:r>
            <a:endPar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endParaRPr>
          </a:p>
          <a:p>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／旦／三／ ／</a:t>
            </a:r>
            <a:r>
              <a:rPr lang="en-US" altLang="ja-JP"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社長 　　</a:t>
            </a:r>
            <a:r>
              <a:rPr lang="en-US" altLang="ja-JP"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p:txBody>
      </p:sp>
      <p:sp>
        <p:nvSpPr>
          <p:cNvPr id="13" name="角丸四角形吹き出し 28">
            <a:extLst>
              <a:ext uri="{FF2B5EF4-FFF2-40B4-BE49-F238E27FC236}">
                <a16:creationId xmlns:a16="http://schemas.microsoft.com/office/drawing/2014/main" id="{527D8168-05B8-2FAA-1A99-F6813B47715E}"/>
              </a:ext>
            </a:extLst>
          </p:cNvPr>
          <p:cNvSpPr/>
          <p:nvPr/>
        </p:nvSpPr>
        <p:spPr bwMode="auto">
          <a:xfrm>
            <a:off x="2231974" y="962915"/>
            <a:ext cx="2964016" cy="522647"/>
          </a:xfrm>
          <a:prstGeom prst="wedgeRoundRectCallout">
            <a:avLst>
              <a:gd name="adj1" fmla="val -43365"/>
              <a:gd name="adj2" fmla="val 134720"/>
              <a:gd name="adj3" fmla="val 16667"/>
            </a:avLst>
          </a:prstGeom>
          <a:ln>
            <a:solidFill>
              <a:schemeClr val="tx1">
                <a:lumMod val="65000"/>
                <a:lumOff val="35000"/>
              </a:schemeClr>
            </a:solidFill>
            <a:headEnd/>
            <a:tailEnd type="triangle" w="sm" len="med"/>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kumimoji="1" lang="ja-JP" altLang="en-US" sz="1400" dirty="0">
                <a:solidFill>
                  <a:schemeClr val="tx1">
                    <a:lumMod val="85000"/>
                    <a:lumOff val="15000"/>
                  </a:schemeClr>
                </a:solidFill>
                <a:latin typeface="Arial Narrow" panose="020B0606020202030204" pitchFamily="34" charset="0"/>
              </a:rPr>
              <a:t>シェフもなんとかならないかなぁ</a:t>
            </a:r>
          </a:p>
        </p:txBody>
      </p:sp>
      <p:sp>
        <p:nvSpPr>
          <p:cNvPr id="14" name="正方形/長方形 13">
            <a:extLst>
              <a:ext uri="{FF2B5EF4-FFF2-40B4-BE49-F238E27FC236}">
                <a16:creationId xmlns:a16="http://schemas.microsoft.com/office/drawing/2014/main" id="{C3D051D2-9DB7-7DE9-71D0-6D21D13B6FCB}"/>
              </a:ext>
            </a:extLst>
          </p:cNvPr>
          <p:cNvSpPr/>
          <p:nvPr/>
        </p:nvSpPr>
        <p:spPr bwMode="auto">
          <a:xfrm>
            <a:off x="1151962" y="1178975"/>
            <a:ext cx="630007" cy="540006"/>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pPr algn="ctr"/>
            <a:endParaRPr kumimoji="1" lang="ja-JP" altLang="en-US" sz="1600" dirty="0">
              <a:solidFill>
                <a:schemeClr val="tx1">
                  <a:lumMod val="85000"/>
                  <a:lumOff val="15000"/>
                </a:schemeClr>
              </a:solidFill>
            </a:endParaRPr>
          </a:p>
        </p:txBody>
      </p:sp>
      <mc:AlternateContent xmlns:mc="http://schemas.openxmlformats.org/markup-compatibility/2006" xmlns:a14="http://schemas.microsoft.com/office/drawing/2010/main">
        <mc:Choice Requires="a14">
          <p:sp>
            <p:nvSpPr>
              <p:cNvPr id="4" name="テキスト プレースホルダー 4">
                <a:extLst>
                  <a:ext uri="{FF2B5EF4-FFF2-40B4-BE49-F238E27FC236}">
                    <a16:creationId xmlns:a16="http://schemas.microsoft.com/office/drawing/2014/main" id="{4D2721EA-8C17-99FF-1F33-B1D36AD9BDFD}"/>
                  </a:ext>
                </a:extLst>
              </p:cNvPr>
              <p:cNvSpPr>
                <a:spLocks noGrp="1"/>
              </p:cNvSpPr>
              <p:nvPr>
                <p:ph type="body" sz="quarter" idx="10"/>
              </p:nvPr>
            </p:nvSpPr>
            <p:spPr>
              <a:xfrm>
                <a:off x="245935" y="4689014"/>
                <a:ext cx="11790131" cy="1170013"/>
              </a:xfrm>
            </p:spPr>
            <p:txBody>
              <a:bodyPr/>
              <a:lstStyle/>
              <a:p>
                <a14:m>
                  <m:oMath xmlns:m="http://schemas.openxmlformats.org/officeDocument/2006/math">
                    <m:r>
                      <m:rPr>
                        <m:nor/>
                      </m:rPr>
                      <a:rPr lang="ja-JP" altLang="en-US" sz="1800" dirty="0" smtClean="0"/>
                      <m:t>効率 </m:t>
                    </m:r>
                    <m:r>
                      <a:rPr lang="en-US" altLang="ja-JP" sz="1800" i="1" dirty="0">
                        <a:latin typeface="Cambria Math" panose="02040503050406030204" pitchFamily="18" charset="0"/>
                      </a:rPr>
                      <m:t>𝜂</m:t>
                    </m:r>
                    <m:r>
                      <a:rPr lang="en-US" altLang="ja-JP" sz="1800" i="1" dirty="0">
                        <a:latin typeface="Cambria Math" panose="02040503050406030204" pitchFamily="18" charset="0"/>
                      </a:rPr>
                      <m:t>=</m:t>
                    </m:r>
                    <m:f>
                      <m:fPr>
                        <m:ctrlPr>
                          <a:rPr lang="en-US" altLang="ja-JP" sz="1800" i="1" dirty="0">
                            <a:latin typeface="Cambria Math" panose="02040503050406030204" pitchFamily="18" charset="0"/>
                          </a:rPr>
                        </m:ctrlPr>
                      </m:fPr>
                      <m:num>
                        <m:sSub>
                          <m:sSubPr>
                            <m:ctrlPr>
                              <a:rPr lang="en-US" altLang="ja-JP" sz="1800" i="1" dirty="0">
                                <a:latin typeface="Cambria Math" panose="02040503050406030204" pitchFamily="18" charset="0"/>
                              </a:rPr>
                            </m:ctrlPr>
                          </m:sSubPr>
                          <m:e>
                            <m:r>
                              <a:rPr lang="en-US" altLang="ja-JP" sz="1800" i="1" dirty="0">
                                <a:latin typeface="Cambria Math" panose="02040503050406030204" pitchFamily="18" charset="0"/>
                              </a:rPr>
                              <m:t>𝑃</m:t>
                            </m:r>
                          </m:e>
                          <m:sub>
                            <m:r>
                              <a:rPr lang="en-US" altLang="ja-JP" sz="1800" b="0" i="1" dirty="0" smtClean="0">
                                <a:latin typeface="Cambria Math" panose="02040503050406030204" pitchFamily="18" charset="0"/>
                              </a:rPr>
                              <m:t>𝑚𝑖𝑛</m:t>
                            </m:r>
                          </m:sub>
                        </m:sSub>
                      </m:num>
                      <m:den>
                        <m:sSub>
                          <m:sSubPr>
                            <m:ctrlPr>
                              <a:rPr lang="en-US" altLang="ja-JP" sz="1800" i="1" dirty="0">
                                <a:latin typeface="Cambria Math" panose="02040503050406030204" pitchFamily="18" charset="0"/>
                              </a:rPr>
                            </m:ctrlPr>
                          </m:sSubPr>
                          <m:e>
                            <m:r>
                              <a:rPr lang="en-US" altLang="ja-JP" sz="1800" i="1" dirty="0">
                                <a:latin typeface="Cambria Math" panose="02040503050406030204" pitchFamily="18" charset="0"/>
                              </a:rPr>
                              <m:t>𝑃</m:t>
                            </m:r>
                          </m:e>
                          <m:sub>
                            <m:r>
                              <a:rPr lang="en-US" altLang="ja-JP" sz="1800" i="1" dirty="0">
                                <a:latin typeface="Cambria Math" panose="02040503050406030204" pitchFamily="18" charset="0"/>
                              </a:rPr>
                              <m:t>𝑎𝑐𝑡𝑢𝑎</m:t>
                            </m:r>
                            <m:r>
                              <a:rPr lang="en-US" altLang="ja-JP" sz="1800" i="1" dirty="0" err="1">
                                <a:latin typeface="Cambria Math" panose="02040503050406030204" pitchFamily="18" charset="0"/>
                              </a:rPr>
                              <m:t>𝑙</m:t>
                            </m:r>
                          </m:sub>
                        </m:sSub>
                      </m:den>
                    </m:f>
                    <m:r>
                      <a:rPr lang="en-US" altLang="ja-JP" sz="1800" b="0" i="1" dirty="0" smtClean="0">
                        <a:latin typeface="Cambria Math" panose="02040503050406030204" pitchFamily="18" charset="0"/>
                      </a:rPr>
                      <m:t>=</m:t>
                    </m:r>
                    <m:f>
                      <m:fPr>
                        <m:ctrlPr>
                          <a:rPr lang="en-US" altLang="ja-JP" sz="1800" i="1" dirty="0">
                            <a:latin typeface="Cambria Math" panose="02040503050406030204" pitchFamily="18" charset="0"/>
                          </a:rPr>
                        </m:ctrlPr>
                      </m:fPr>
                      <m:num>
                        <m:sSub>
                          <m:sSubPr>
                            <m:ctrlPr>
                              <a:rPr lang="en-US" altLang="ja-JP" sz="1800" i="1" dirty="0">
                                <a:latin typeface="Cambria Math" panose="02040503050406030204" pitchFamily="18" charset="0"/>
                              </a:rPr>
                            </m:ctrlPr>
                          </m:sSubPr>
                          <m:e>
                            <m:r>
                              <a:rPr lang="en-US" altLang="ja-JP" sz="1800" i="1" dirty="0">
                                <a:latin typeface="Cambria Math" panose="02040503050406030204" pitchFamily="18" charset="0"/>
                              </a:rPr>
                              <m:t>𝑃</m:t>
                            </m:r>
                          </m:e>
                          <m:sub>
                            <m:r>
                              <a:rPr lang="en-US" altLang="ja-JP" sz="1800" b="0" i="1" dirty="0" smtClean="0">
                                <a:latin typeface="Cambria Math" panose="02040503050406030204" pitchFamily="18" charset="0"/>
                              </a:rPr>
                              <m:t>𝑚𝑖𝑛</m:t>
                            </m:r>
                          </m:sub>
                        </m:sSub>
                      </m:num>
                      <m:den>
                        <m:sSub>
                          <m:sSubPr>
                            <m:ctrlPr>
                              <a:rPr lang="en-US" altLang="ja-JP" sz="1800" i="1" dirty="0">
                                <a:latin typeface="Cambria Math" panose="02040503050406030204" pitchFamily="18" charset="0"/>
                              </a:rPr>
                            </m:ctrlPr>
                          </m:sSubPr>
                          <m:e>
                            <m:r>
                              <a:rPr lang="en-US" altLang="ja-JP" sz="1800" i="1" dirty="0">
                                <a:latin typeface="Cambria Math" panose="02040503050406030204" pitchFamily="18" charset="0"/>
                              </a:rPr>
                              <m:t>𝑃</m:t>
                            </m:r>
                          </m:e>
                          <m:sub>
                            <m:r>
                              <a:rPr lang="en-US" altLang="ja-JP" sz="1800" b="0" i="1" dirty="0" smtClean="0">
                                <a:latin typeface="Cambria Math" panose="02040503050406030204" pitchFamily="18" charset="0"/>
                              </a:rPr>
                              <m:t>𝑚𝑖𝑛</m:t>
                            </m:r>
                          </m:sub>
                        </m:sSub>
                        <m:r>
                          <a:rPr lang="en-US" altLang="ja-JP" sz="1800" b="0" i="1" dirty="0" smtClean="0">
                            <a:latin typeface="Cambria Math" panose="02040503050406030204" pitchFamily="18" charset="0"/>
                          </a:rPr>
                          <m:t>+</m:t>
                        </m:r>
                        <m:sSub>
                          <m:sSubPr>
                            <m:ctrlPr>
                              <a:rPr lang="en-US" altLang="ja-JP" sz="1800" i="1" dirty="0">
                                <a:latin typeface="Cambria Math" panose="02040503050406030204" pitchFamily="18" charset="0"/>
                              </a:rPr>
                            </m:ctrlPr>
                          </m:sSubPr>
                          <m:e>
                            <m:r>
                              <a:rPr lang="en-US" altLang="ja-JP" sz="1800" i="1" dirty="0">
                                <a:latin typeface="Cambria Math" panose="02040503050406030204" pitchFamily="18" charset="0"/>
                              </a:rPr>
                              <m:t>𝑃</m:t>
                            </m:r>
                          </m:e>
                          <m:sub>
                            <m:r>
                              <a:rPr lang="en-US" altLang="ja-JP" sz="1800" b="0" i="1" dirty="0" smtClean="0">
                                <a:latin typeface="Cambria Math" panose="02040503050406030204" pitchFamily="18" charset="0"/>
                              </a:rPr>
                              <m:t>𝑜𝑣𝑒𝑟h𝑒𝑎𝑑</m:t>
                            </m:r>
                          </m:sub>
                        </m:sSub>
                      </m:den>
                    </m:f>
                  </m:oMath>
                </a14:m>
                <a:endParaRPr lang="en-US" altLang="ja-JP" sz="1800" dirty="0"/>
              </a:p>
              <a:p>
                <a:pPr lvl="1"/>
                <a14:m>
                  <m:oMath xmlns:m="http://schemas.openxmlformats.org/officeDocument/2006/math">
                    <m:sSub>
                      <m:sSubPr>
                        <m:ctrlPr>
                          <a:rPr lang="en-US" altLang="ja-JP" sz="1800" b="0" i="1" dirty="0" smtClean="0">
                            <a:latin typeface="Cambria Math" panose="02040503050406030204" pitchFamily="18" charset="0"/>
                          </a:rPr>
                        </m:ctrlPr>
                      </m:sSubPr>
                      <m:e>
                        <m:r>
                          <a:rPr lang="en-US" altLang="ja-JP" sz="1800" i="1" dirty="0" smtClean="0">
                            <a:latin typeface="Cambria Math" panose="02040503050406030204" pitchFamily="18" charset="0"/>
                          </a:rPr>
                          <m:t>𝑃</m:t>
                        </m:r>
                      </m:e>
                      <m:sub>
                        <m:r>
                          <m:rPr>
                            <m:sty m:val="p"/>
                          </m:rPr>
                          <a:rPr lang="en-US" altLang="ja-JP" sz="1800" b="0" i="1" dirty="0" err="1" smtClean="0">
                            <a:latin typeface="Cambria Math" panose="02040503050406030204" pitchFamily="18" charset="0"/>
                          </a:rPr>
                          <m:t>min</m:t>
                        </m:r>
                      </m:sub>
                    </m:sSub>
                    <m:r>
                      <a:rPr lang="en-US" altLang="ja-JP" sz="1800" i="1" dirty="0" smtClean="0">
                        <a:latin typeface="Cambria Math" panose="02040503050406030204" pitchFamily="18" charset="0"/>
                      </a:rPr>
                      <m:t>=</m:t>
                    </m:r>
                  </m:oMath>
                </a14:m>
                <a:r>
                  <a:rPr lang="en-US" altLang="ja-JP" sz="1800" dirty="0"/>
                  <a:t> </a:t>
                </a:r>
                <a:r>
                  <a:rPr lang="ja-JP" altLang="en-US" sz="1800" dirty="0"/>
                  <a:t>材料の原価とシェフの人件費（絶対カレーを作るのに必要）</a:t>
                </a:r>
                <a:endParaRPr lang="en-US" altLang="ja-JP" sz="1800" dirty="0"/>
              </a:p>
              <a:p>
                <a:pPr lvl="1"/>
                <a14:m>
                  <m:oMath xmlns:m="http://schemas.openxmlformats.org/officeDocument/2006/math">
                    <m:sSub>
                      <m:sSubPr>
                        <m:ctrlPr>
                          <a:rPr lang="en-US" altLang="ja-JP" sz="1800" i="1" dirty="0" smtClean="0">
                            <a:latin typeface="Cambria Math" panose="02040503050406030204" pitchFamily="18" charset="0"/>
                          </a:rPr>
                        </m:ctrlPr>
                      </m:sSubPr>
                      <m:e>
                        <m:r>
                          <a:rPr lang="en-US" altLang="ja-JP" sz="1800" i="1" dirty="0" smtClean="0">
                            <a:latin typeface="Cambria Math" panose="02040503050406030204" pitchFamily="18" charset="0"/>
                          </a:rPr>
                          <m:t>𝑃</m:t>
                        </m:r>
                      </m:e>
                      <m:sub>
                        <m:r>
                          <a:rPr lang="en-US" altLang="ja-JP" sz="1800" i="1" dirty="0" smtClean="0">
                            <a:latin typeface="Cambria Math" panose="02040503050406030204" pitchFamily="18" charset="0"/>
                          </a:rPr>
                          <m:t>𝑎𝑐𝑡𝑢𝑎</m:t>
                        </m:r>
                        <m:r>
                          <a:rPr lang="en-US" altLang="ja-JP" sz="1800" i="1" dirty="0" err="1">
                            <a:latin typeface="Cambria Math" panose="02040503050406030204" pitchFamily="18" charset="0"/>
                          </a:rPr>
                          <m:t>𝑙</m:t>
                        </m:r>
                      </m:sub>
                    </m:sSub>
                    <m:r>
                      <a:rPr lang="en-US" altLang="ja-JP" sz="1800" i="1" dirty="0">
                        <a:latin typeface="Cambria Math" panose="02040503050406030204" pitchFamily="18" charset="0"/>
                      </a:rPr>
                      <m:t>=</m:t>
                    </m:r>
                  </m:oMath>
                </a14:m>
                <a:r>
                  <a:rPr lang="ja-JP" altLang="en-US" sz="1800" dirty="0"/>
                  <a:t> キッチン台，他の係の人　（必ずしもなくても）</a:t>
                </a:r>
                <a:endParaRPr lang="en-US" altLang="ja-JP" sz="1800" dirty="0"/>
              </a:p>
              <a:p>
                <a:r>
                  <a:rPr lang="ja-JP" altLang="en-US" sz="1800" dirty="0"/>
                  <a:t>トータルコストを下げる：</a:t>
                </a:r>
                <a:endParaRPr lang="en-US" altLang="ja-JP" sz="1800" dirty="0"/>
              </a:p>
              <a:p>
                <a:pPr lvl="1"/>
                <a14:m>
                  <m:oMath xmlns:m="http://schemas.openxmlformats.org/officeDocument/2006/math">
                    <m:sSub>
                      <m:sSubPr>
                        <m:ctrlPr>
                          <a:rPr lang="en-US" altLang="ja-JP" sz="1800" b="1" i="1" dirty="0" smtClean="0">
                            <a:solidFill>
                              <a:schemeClr val="accent5"/>
                            </a:solidFill>
                            <a:latin typeface="Cambria Math" panose="02040503050406030204" pitchFamily="18" charset="0"/>
                          </a:rPr>
                        </m:ctrlPr>
                      </m:sSubPr>
                      <m:e>
                        <m:r>
                          <a:rPr lang="en-US" altLang="ja-JP" sz="1800" b="1" i="1" dirty="0">
                            <a:solidFill>
                              <a:schemeClr val="accent5"/>
                            </a:solidFill>
                            <a:latin typeface="Cambria Math" panose="02040503050406030204" pitchFamily="18" charset="0"/>
                          </a:rPr>
                          <m:t>𝑷</m:t>
                        </m:r>
                      </m:e>
                      <m:sub>
                        <m:r>
                          <a:rPr lang="en-US" altLang="ja-JP" sz="1800" b="1" i="1" dirty="0">
                            <a:solidFill>
                              <a:schemeClr val="accent5"/>
                            </a:solidFill>
                            <a:latin typeface="Cambria Math" panose="02040503050406030204" pitchFamily="18" charset="0"/>
                          </a:rPr>
                          <m:t>𝒎𝒊𝒏</m:t>
                        </m:r>
                      </m:sub>
                    </m:sSub>
                  </m:oMath>
                </a14:m>
                <a:r>
                  <a:rPr lang="en-US" altLang="ja-JP" sz="1800" b="1" dirty="0">
                    <a:solidFill>
                      <a:schemeClr val="accent5"/>
                    </a:solidFill>
                  </a:rPr>
                  <a:t> </a:t>
                </a:r>
                <a:r>
                  <a:rPr lang="ja-JP" altLang="en-US" sz="1800" b="1" dirty="0">
                    <a:solidFill>
                      <a:schemeClr val="accent5"/>
                    </a:solidFill>
                  </a:rPr>
                  <a:t>を減らす </a:t>
                </a:r>
                <a:r>
                  <a:rPr lang="en-US" altLang="ja-JP" sz="1800" b="1" dirty="0">
                    <a:solidFill>
                      <a:schemeClr val="accent5"/>
                    </a:solidFill>
                  </a:rPr>
                  <a:t>= </a:t>
                </a:r>
                <a:r>
                  <a:rPr lang="ja-JP" altLang="en-US" sz="1800" b="1" dirty="0">
                    <a:solidFill>
                      <a:schemeClr val="accent5"/>
                    </a:solidFill>
                  </a:rPr>
                  <a:t>切り方を雑にして質を下げて（演算の精度を下げる）トータルコストを下げる</a:t>
                </a:r>
                <a:endParaRPr lang="en-US" altLang="ja-JP" sz="1800" b="1" dirty="0">
                  <a:solidFill>
                    <a:schemeClr val="accent5"/>
                  </a:solidFill>
                </a:endParaRPr>
              </a:p>
              <a:p>
                <a:pPr lvl="1"/>
                <a:r>
                  <a:rPr lang="ja-JP" altLang="en-US" sz="1800" dirty="0"/>
                  <a:t>見た目の効率 </a:t>
                </a:r>
                <a14:m>
                  <m:oMath xmlns:m="http://schemas.openxmlformats.org/officeDocument/2006/math">
                    <m:r>
                      <a:rPr lang="en-US" altLang="ja-JP" sz="1800" i="1" dirty="0">
                        <a:latin typeface="Cambria Math" panose="02040503050406030204" pitchFamily="18" charset="0"/>
                      </a:rPr>
                      <m:t>𝜂</m:t>
                    </m:r>
                    <m:r>
                      <a:rPr lang="en-US" altLang="ja-JP" sz="1800" b="0" i="1" dirty="0" smtClean="0">
                        <a:latin typeface="Cambria Math" panose="02040503050406030204" pitchFamily="18" charset="0"/>
                      </a:rPr>
                      <m:t> </m:t>
                    </m:r>
                  </m:oMath>
                </a14:m>
                <a:r>
                  <a:rPr lang="ja-JP" altLang="en-US" sz="1800" dirty="0"/>
                  <a:t>はこの場合は改善されない（</a:t>
                </a:r>
                <a14:m>
                  <m:oMath xmlns:m="http://schemas.openxmlformats.org/officeDocument/2006/math">
                    <m:sSub>
                      <m:sSubPr>
                        <m:ctrlPr>
                          <a:rPr lang="en-US" altLang="ja-JP" sz="1800" i="1" dirty="0">
                            <a:latin typeface="Cambria Math" panose="02040503050406030204" pitchFamily="18" charset="0"/>
                          </a:rPr>
                        </m:ctrlPr>
                      </m:sSubPr>
                      <m:e>
                        <m:r>
                          <a:rPr lang="en-US" altLang="ja-JP" sz="1800" i="1" dirty="0">
                            <a:latin typeface="Cambria Math" panose="02040503050406030204" pitchFamily="18" charset="0"/>
                          </a:rPr>
                          <m:t>𝑃</m:t>
                        </m:r>
                      </m:e>
                      <m:sub>
                        <m:r>
                          <a:rPr lang="en-US" altLang="ja-JP" sz="1800" i="1" dirty="0">
                            <a:latin typeface="Cambria Math" panose="02040503050406030204" pitchFamily="18" charset="0"/>
                          </a:rPr>
                          <m:t>𝑜𝑣𝑒𝑟h𝑒𝑎𝑑</m:t>
                        </m:r>
                      </m:sub>
                    </m:sSub>
                  </m:oMath>
                </a14:m>
                <a:r>
                  <a:rPr lang="ja-JP" altLang="en-US" sz="1800" dirty="0"/>
                  <a:t> </a:t>
                </a:r>
                <a:r>
                  <a:rPr lang="ja-JP" altLang="en-US" sz="1800"/>
                  <a:t>の相対的な割合が増す）</a:t>
                </a:r>
                <a:endParaRPr lang="en-US" altLang="ja-JP" sz="1800" dirty="0"/>
              </a:p>
            </p:txBody>
          </p:sp>
        </mc:Choice>
        <mc:Fallback xmlns="">
          <p:sp>
            <p:nvSpPr>
              <p:cNvPr id="4" name="テキスト プレースホルダー 4">
                <a:extLst>
                  <a:ext uri="{FF2B5EF4-FFF2-40B4-BE49-F238E27FC236}">
                    <a16:creationId xmlns:a16="http://schemas.microsoft.com/office/drawing/2014/main" id="{4D2721EA-8C17-99FF-1F33-B1D36AD9BDFD}"/>
                  </a:ext>
                </a:extLst>
              </p:cNvPr>
              <p:cNvSpPr>
                <a:spLocks noGrp="1" noRot="1" noChangeAspect="1" noMove="1" noResize="1" noEditPoints="1" noAdjustHandles="1" noChangeArrowheads="1" noChangeShapeType="1" noTextEdit="1"/>
              </p:cNvSpPr>
              <p:nvPr>
                <p:ph type="body" sz="quarter" idx="10"/>
              </p:nvPr>
            </p:nvSpPr>
            <p:spPr>
              <a:xfrm>
                <a:off x="245935" y="4689014"/>
                <a:ext cx="11790131" cy="1170013"/>
              </a:xfrm>
              <a:blipFill>
                <a:blip r:embed="rId3"/>
                <a:stretch>
                  <a:fillRect l="-310" t="-61458" b="-78646"/>
                </a:stretch>
              </a:blipFill>
            </p:spPr>
            <p:txBody>
              <a:bodyPr/>
              <a:lstStyle/>
              <a:p>
                <a:r>
                  <a:rPr lang="en-US">
                    <a:noFill/>
                  </a:rPr>
                  <a:t> </a:t>
                </a:r>
              </a:p>
            </p:txBody>
          </p:sp>
        </mc:Fallback>
      </mc:AlternateContent>
    </p:spTree>
    <p:extLst>
      <p:ext uri="{BB962C8B-B14F-4D97-AF65-F5344CB8AC3E}">
        <p14:creationId xmlns:p14="http://schemas.microsoft.com/office/powerpoint/2010/main" val="279474038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theme/theme1.xml><?xml version="1.0" encoding="utf-8"?>
<a:theme xmlns:a="http://schemas.openxmlformats.org/drawingml/2006/main" name="cerulean">
  <a:themeElements>
    <a:clrScheme name="ユーザー定義 1">
      <a:dk1>
        <a:sysClr val="windowText" lastClr="000000"/>
      </a:dk1>
      <a:lt1>
        <a:sysClr val="window" lastClr="FFFFFF"/>
      </a:lt1>
      <a:dk2>
        <a:srgbClr val="F4EB00"/>
      </a:dk2>
      <a:lt2>
        <a:srgbClr val="C4FF4A"/>
      </a:lt2>
      <a:accent1>
        <a:srgbClr val="4F81BD"/>
      </a:accent1>
      <a:accent2>
        <a:srgbClr val="C0504D"/>
      </a:accent2>
      <a:accent3>
        <a:srgbClr val="9BBB59"/>
      </a:accent3>
      <a:accent4>
        <a:srgbClr val="5C6994"/>
      </a:accent4>
      <a:accent5>
        <a:srgbClr val="328FAC"/>
      </a:accent5>
      <a:accent6>
        <a:srgbClr val="D87552"/>
      </a:accent6>
      <a:hlink>
        <a:srgbClr val="0000FF"/>
      </a:hlink>
      <a:folHlink>
        <a:srgbClr val="800080"/>
      </a:folHlink>
    </a:clrScheme>
    <a:fontScheme name="メイリオ-SegoeUI">
      <a:majorFont>
        <a:latin typeface="Segoe UI"/>
        <a:ea typeface="メイリオ"/>
        <a:cs typeface=""/>
      </a:majorFont>
      <a:minorFont>
        <a:latin typeface="Segoe UI"/>
        <a:ea typeface="メイリオ"/>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ln>
          <a:headEnd/>
          <a:tailEnd type="triangle" w="sm" len="med"/>
        </a:ln>
      </a:spPr>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defPPr algn="ctr">
          <a:defRPr kumimoji="1" dirty="0" smtClean="0">
            <a:solidFill>
              <a:schemeClr val="tx1">
                <a:lumMod val="75000"/>
                <a:lumOff val="25000"/>
              </a:schemeClr>
            </a:solidFill>
            <a:latin typeface="+mn-ea"/>
          </a:defRPr>
        </a:defPPr>
      </a:lstStyle>
      <a:style>
        <a:lnRef idx="1">
          <a:schemeClr val="accent5"/>
        </a:lnRef>
        <a:fillRef idx="2">
          <a:schemeClr val="accent5"/>
        </a:fillRef>
        <a:effectRef idx="1">
          <a:schemeClr val="accent5"/>
        </a:effectRef>
        <a:fontRef idx="minor">
          <a:schemeClr val="dk1"/>
        </a:fontRef>
      </a: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0000" tIns="46800" rIns="90000" bIns="46800" numCol="1" anchor="ctr"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ja-JP" altLang="en-US" sz="1800" b="0" i="0" u="none" strike="noStrike" cap="none" normalizeH="0" baseline="0" smtClean="0">
            <a:ln>
              <a:noFill/>
            </a:ln>
            <a:solidFill>
              <a:schemeClr val="tx1"/>
            </a:solidFill>
            <a:effectLst/>
            <a:latin typeface="Verdana" pitchFamily="34" charset="0"/>
            <a:ea typeface="HG丸ｺﾞｼｯｸM-PRO" pitchFamily="50" charset="-128"/>
          </a:defRPr>
        </a:defPPr>
      </a:lstStyle>
    </a:lnDef>
  </a:objectDefaults>
  <a:extraClrSchemeLst>
    <a:extraClrScheme>
      <a:clrScheme name="colorful water rev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olorful water rev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colorful water rev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colorful water rev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colorful water rev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colorful water rev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colorful water rev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colorful water rev 8">
        <a:dk1>
          <a:srgbClr val="000000"/>
        </a:dk1>
        <a:lt1>
          <a:srgbClr val="FFFFFF"/>
        </a:lt1>
        <a:dk2>
          <a:srgbClr val="000000"/>
        </a:dk2>
        <a:lt2>
          <a:srgbClr val="808080"/>
        </a:lt2>
        <a:accent1>
          <a:srgbClr val="9999FF"/>
        </a:accent1>
        <a:accent2>
          <a:srgbClr val="3333CC"/>
        </a:accent2>
        <a:accent3>
          <a:srgbClr val="FFFFFF"/>
        </a:accent3>
        <a:accent4>
          <a:srgbClr val="000000"/>
        </a:accent4>
        <a:accent5>
          <a:srgbClr val="CACAFF"/>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olorful water rev 9">
        <a:dk1>
          <a:srgbClr val="000000"/>
        </a:dk1>
        <a:lt1>
          <a:srgbClr val="FFFFFF"/>
        </a:lt1>
        <a:dk2>
          <a:srgbClr val="000000"/>
        </a:dk2>
        <a:lt2>
          <a:srgbClr val="808080"/>
        </a:lt2>
        <a:accent1>
          <a:srgbClr val="9999FF"/>
        </a:accent1>
        <a:accent2>
          <a:srgbClr val="FF0000"/>
        </a:accent2>
        <a:accent3>
          <a:srgbClr val="FFFFFF"/>
        </a:accent3>
        <a:accent4>
          <a:srgbClr val="000000"/>
        </a:accent4>
        <a:accent5>
          <a:srgbClr val="CACAFF"/>
        </a:accent5>
        <a:accent6>
          <a:srgbClr val="E70000"/>
        </a:accent6>
        <a:hlink>
          <a:srgbClr val="CCCCFF"/>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cerulean" id="{B42443E9-F396-466A-92C3-7ED6F4EBC01F}" vid="{0CE6AD82-9598-49D5-BEEF-3DCDCFA8BEDD}"/>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cerulean</Template>
  <TotalTime>67573</TotalTime>
  <Words>13363</Words>
  <Application>Microsoft Office PowerPoint</Application>
  <PresentationFormat>ワイド画面</PresentationFormat>
  <Paragraphs>2323</Paragraphs>
  <Slides>152</Slides>
  <Notes>21</Notes>
  <HiddenSlides>0</HiddenSlides>
  <MMClips>0</MMClips>
  <ScaleCrop>false</ScaleCrop>
  <HeadingPairs>
    <vt:vector size="6" baseType="variant">
      <vt:variant>
        <vt:lpstr>使用されているフォント</vt:lpstr>
      </vt:variant>
      <vt:variant>
        <vt:i4>14</vt:i4>
      </vt:variant>
      <vt:variant>
        <vt:lpstr>テーマ</vt:lpstr>
      </vt:variant>
      <vt:variant>
        <vt:i4>1</vt:i4>
      </vt:variant>
      <vt:variant>
        <vt:lpstr>スライド タイトル</vt:lpstr>
      </vt:variant>
      <vt:variant>
        <vt:i4>152</vt:i4>
      </vt:variant>
    </vt:vector>
  </HeadingPairs>
  <TitlesOfParts>
    <vt:vector size="167" baseType="lpstr">
      <vt:lpstr>HG丸ｺﾞｼｯｸM-PRO</vt:lpstr>
      <vt:lpstr>MeiryoKe_PGothic</vt:lpstr>
      <vt:lpstr>ＭＳ Ｐゴシック</vt:lpstr>
      <vt:lpstr>メイリオ</vt:lpstr>
      <vt:lpstr>Arial</vt:lpstr>
      <vt:lpstr>Arial Narrow</vt:lpstr>
      <vt:lpstr>Calibri</vt:lpstr>
      <vt:lpstr>Cambria Math</vt:lpstr>
      <vt:lpstr>Consolas</vt:lpstr>
      <vt:lpstr>Courier New</vt:lpstr>
      <vt:lpstr>Segoe UI</vt:lpstr>
      <vt:lpstr>Times New Roman</vt:lpstr>
      <vt:lpstr>Verdana</vt:lpstr>
      <vt:lpstr>Wingdings</vt:lpstr>
      <vt:lpstr>cerulean</vt:lpstr>
      <vt:lpstr>電力効率 とGPU v6</vt:lpstr>
      <vt:lpstr>本日の話題：Graphics Processing Unit（GPU）</vt:lpstr>
      <vt:lpstr>目的</vt:lpstr>
      <vt:lpstr>Apple A18P/M4 CPU と NVIDIA GPU (Turing) モジュール表す箱が色々描かれているが，ターゲットアプリが構造に与えている影響を説明したい</vt:lpstr>
      <vt:lpstr>目的と目標</vt:lpstr>
      <vt:lpstr>なぜ GPU などハードウェアの仕組みを学ぶのか？</vt:lpstr>
      <vt:lpstr>想定する聴衆と説明の方針</vt:lpstr>
      <vt:lpstr>もくじ</vt:lpstr>
      <vt:lpstr>半導体における消費電力や効率</vt:lpstr>
      <vt:lpstr>現代のコンピュータの速度</vt:lpstr>
      <vt:lpstr>消費電力や効率</vt:lpstr>
      <vt:lpstr>MOS FET</vt:lpstr>
      <vt:lpstr>MOS には NMOS と PMOS の２つがある</vt:lpstr>
      <vt:lpstr>入力で ON/OFF が切り替わるスイッチと考える事ができる</vt:lpstr>
      <vt:lpstr>だがしかし</vt:lpstr>
      <vt:lpstr>水の流れで例えることにする</vt:lpstr>
      <vt:lpstr>タンクは２種類ある（PMOS と NMOS に相当） タンクに水が溜まっている時に，流れるか遮断されるかが逆になっている</vt:lpstr>
      <vt:lpstr>P タンクと  Nタンクで NOT ゲートが作れる</vt:lpstr>
      <vt:lpstr>上側を並列繋ぎ，下側を直列繋ぎにすると NAND になる</vt:lpstr>
      <vt:lpstr>スイッチで書いたNAND ゲート</vt:lpstr>
      <vt:lpstr>ここからしばらく余談</vt:lpstr>
      <vt:lpstr>NOT と NAND から AND と OR を作る</vt:lpstr>
      <vt:lpstr>NAND が作れればそれだけでも良い</vt:lpstr>
      <vt:lpstr>完全性（Completeness，完備性）</vt:lpstr>
      <vt:lpstr>完全性の証明 {AND, OR, NOT}</vt:lpstr>
      <vt:lpstr>完全性の証明 {AND, OR, NOT}</vt:lpstr>
      <vt:lpstr>スイッチからコンピュータを作る</vt:lpstr>
      <vt:lpstr>つまり，</vt:lpstr>
      <vt:lpstr>真空管（三極管）</vt:lpstr>
      <vt:lpstr>真空管の動作</vt:lpstr>
      <vt:lpstr>真空管</vt:lpstr>
      <vt:lpstr>レッドストーン回路</vt:lpstr>
      <vt:lpstr>レッドストーン回路</vt:lpstr>
      <vt:lpstr>入力で出力を制御出来ればコンピュータが作れる</vt:lpstr>
      <vt:lpstr>もくじ</vt:lpstr>
      <vt:lpstr>CMOS 回路におけるスイッチングの消費エネルギー</vt:lpstr>
      <vt:lpstr>これも水流で考える</vt:lpstr>
      <vt:lpstr>NOT ゲートを２段重ねた例：入力が 0 の場合</vt:lpstr>
      <vt:lpstr>入力が 0 → 1 に遷移すると， 中央と右側タンクの水（斜線部分）が排水される</vt:lpstr>
      <vt:lpstr>つまり，スイッチの切り替えが起きると・・・</vt:lpstr>
      <vt:lpstr>補足：スイッチの ON/OFF 以外による消費エネルギー</vt:lpstr>
      <vt:lpstr>水流システムのアナロジーから説明できること</vt:lpstr>
      <vt:lpstr>これらの話は，基本的には半導体技術が進んでも変わらない 図 は IEEE INTERNATIONAL ROADMAP FOR DEVICES AND SYSTEMS (IRDS) EXECUTIVE SUMMARY 2022  より</vt:lpstr>
      <vt:lpstr>（余談１）微細化による半導体世代の「定義の進化」</vt:lpstr>
      <vt:lpstr>（余談２）クロックによる消費エネルギー</vt:lpstr>
      <vt:lpstr>クロックの配線方法の例：H-TREE</vt:lpstr>
      <vt:lpstr>H-TREE による配線の例：IBM Power PC</vt:lpstr>
      <vt:lpstr>図は以下より： KIM, Youngchan; KIM, Taewhan. Algorithm for synthesis and exploration of clock spines. In: 2017 22nd Asia and South Pacific Design Automation Conference (ASP-DAC). IEEE, 2017. p. 263-268.</vt:lpstr>
      <vt:lpstr>ここまでのまとめ</vt:lpstr>
      <vt:lpstr>CPU の基本</vt:lpstr>
      <vt:lpstr>コンピュータ</vt:lpstr>
      <vt:lpstr>コンピュータ</vt:lpstr>
      <vt:lpstr>CPU</vt:lpstr>
      <vt:lpstr>CPU の動作</vt:lpstr>
      <vt:lpstr>CPU の動作は料理に似ている</vt:lpstr>
      <vt:lpstr>0. 初期状態</vt:lpstr>
      <vt:lpstr>1. 命令の読み出し（フェッチ）</vt:lpstr>
      <vt:lpstr>2. レジスタ読み出し</vt:lpstr>
      <vt:lpstr>3. 演算の実行</vt:lpstr>
      <vt:lpstr>4. レジスタへの結果の書き戻し</vt:lpstr>
      <vt:lpstr>5. 次の命令へ</vt:lpstr>
      <vt:lpstr>もくじ</vt:lpstr>
      <vt:lpstr>導入：工場のラインを考える パワポだとアニメーションします</vt:lpstr>
      <vt:lpstr>導入：工場のラインを考える PDF 用のパラパラマンガ版</vt:lpstr>
      <vt:lpstr>導入：工場のラインを考える パワポだとアニメーションします</vt:lpstr>
      <vt:lpstr>導入：工場のラインを考える PDF 用のパラパラマンガ版</vt:lpstr>
      <vt:lpstr>パイプライン化による性能向上</vt:lpstr>
      <vt:lpstr>命令パイプライン</vt:lpstr>
      <vt:lpstr>ここのまでの振り返りと方向性</vt:lpstr>
      <vt:lpstr>ここのまでのまとめ</vt:lpstr>
      <vt:lpstr>CPU や GPU などのエネルギー効率とは 牧野先生の Principles of High-Performance Processor Design より</vt:lpstr>
      <vt:lpstr>カレー屋さんパイプラインで考える</vt:lpstr>
      <vt:lpstr>GPU のアーキテクチャ</vt:lpstr>
      <vt:lpstr>GPU が対象とする処理</vt:lpstr>
      <vt:lpstr>並列処理できる部分が自明なループの例</vt:lpstr>
      <vt:lpstr>対象とする処理の違い</vt:lpstr>
      <vt:lpstr>単一の連続した処理=１つのカレーを速く作る場合</vt:lpstr>
      <vt:lpstr>大量の単純な処理の繰り返し = カレーをたくさん作る場合</vt:lpstr>
      <vt:lpstr>ループのマルチスレッド化による並列実行</vt:lpstr>
      <vt:lpstr>マルチスレッド化による並列実行</vt:lpstr>
      <vt:lpstr>マルチコアとの違い：回路量あたりの性能の向上</vt:lpstr>
      <vt:lpstr>代表的な GPU のアーキテクチャ</vt:lpstr>
      <vt:lpstr>GPU の基本的な構造</vt:lpstr>
      <vt:lpstr>フリンの分類と SIMD </vt:lpstr>
      <vt:lpstr>フリンの分類 混乱したらこの図を見返そう</vt:lpstr>
      <vt:lpstr>SISD（Single Instruction stream/Single Data stream）</vt:lpstr>
      <vt:lpstr>SIMD（Single Instruction stream/Multiple Data stream）</vt:lpstr>
      <vt:lpstr>SIMD（Single Instruction stream/Multiple Data stream）</vt:lpstr>
      <vt:lpstr>MISD（Multiple Instruction stream/Single Data stream）</vt:lpstr>
      <vt:lpstr>MIMD（Multiple Instruction stream/Multiple Data stream）</vt:lpstr>
      <vt:lpstr>フリンの分類と実際</vt:lpstr>
      <vt:lpstr>余談：SIMD の発音</vt:lpstr>
      <vt:lpstr>もくじ</vt:lpstr>
      <vt:lpstr>回路量当たりの性能の背景：演算器と制御部</vt:lpstr>
      <vt:lpstr>またカレー屋さんで考えていく</vt:lpstr>
      <vt:lpstr>GPU における回路量あたりの性能向上</vt:lpstr>
      <vt:lpstr>SIMD では複数の演算器間で制御部を共有できる</vt:lpstr>
      <vt:lpstr>SIMD は同じ回路量で高い性能を実現できる</vt:lpstr>
      <vt:lpstr>GPU における回路量あたりの性能向上</vt:lpstr>
      <vt:lpstr>GPU では制御部自体を簡素化</vt:lpstr>
      <vt:lpstr>仕事の割り振りは超大変</vt:lpstr>
      <vt:lpstr>AMD Bulldozer のコア部分に占める演算器部分 チップ写真は https://en.wikichip.org/wiki/File:Bulldozer_Die_Shot.jpg より</vt:lpstr>
      <vt:lpstr>Apple A18/M4 CPU の場合</vt:lpstr>
      <vt:lpstr>NVIDIA GPU の場合</vt:lpstr>
      <vt:lpstr>GPU における回路量当たりの性能向上</vt:lpstr>
      <vt:lpstr>補足：データの供給について</vt:lpstr>
      <vt:lpstr>もくじ</vt:lpstr>
      <vt:lpstr>プログラミング・モデル</vt:lpstr>
      <vt:lpstr>ハードウェア方式とプログラミング・モデル</vt:lpstr>
      <vt:lpstr>もくじ</vt:lpstr>
      <vt:lpstr>用語の定義</vt:lpstr>
      <vt:lpstr>SIMD 命令：複数のデータを対象に同時に演算を行う</vt:lpstr>
      <vt:lpstr>SIMD 命令を使う方法</vt:lpstr>
      <vt:lpstr>（余談）組み込み関数（intrinsic）</vt:lpstr>
      <vt:lpstr>（余談）組み込み関数の使用例</vt:lpstr>
      <vt:lpstr>カレー屋さんの場合の SIMD 命令や組み込み関数</vt:lpstr>
      <vt:lpstr>２つのプログラミング・モデル</vt:lpstr>
      <vt:lpstr>SIMD 命令と SPMD</vt:lpstr>
      <vt:lpstr>SPMD による並列化の例</vt:lpstr>
      <vt:lpstr>SPMD で書かれたプログラムの実行</vt:lpstr>
      <vt:lpstr>カレー屋さんの SIMT</vt:lpstr>
      <vt:lpstr>SIMT の構造</vt:lpstr>
      <vt:lpstr>GPU におけるソフトとハードの関係 図は Caroline Collange “GPU architecture part 2: SIMT control flow management” より</vt:lpstr>
      <vt:lpstr>カレー屋さんにおける SIMD 命令と SIMT</vt:lpstr>
      <vt:lpstr>SIMT の利点と問題点</vt:lpstr>
      <vt:lpstr>問題１：スレッド間で違う方向に分岐すると実行速度が落ちる  （Branch divergence）</vt:lpstr>
      <vt:lpstr>カレー屋さんにおける branch divergence </vt:lpstr>
      <vt:lpstr>問題２ 水平方向の演算が自然には表現できない</vt:lpstr>
      <vt:lpstr>カレー屋さんにおける 水平演算</vt:lpstr>
      <vt:lpstr>SIMD 命令と SIMT のまとめ</vt:lpstr>
      <vt:lpstr>GPU のアーキテクチャのまとめ</vt:lpstr>
      <vt:lpstr>アクセラレータについて</vt:lpstr>
      <vt:lpstr>アクセラレータや GPU は何故 CPU より速いのか？</vt:lpstr>
      <vt:lpstr>行列積アクセラレータの場合</vt:lpstr>
      <vt:lpstr>カレー屋さんの場合：キッチン台に毎回戻すのが無駄</vt:lpstr>
      <vt:lpstr>カレー屋さんの場合：戻さず流れ作業に</vt:lpstr>
      <vt:lpstr>カレー屋さんの場合</vt:lpstr>
      <vt:lpstr>行列積の場合：シストリックアレイ</vt:lpstr>
      <vt:lpstr>行列積の場合：シストリックアレイ</vt:lpstr>
      <vt:lpstr>Tensor Core (NVIDIA Ampere と Hopper のもの) https://www.nvidia.com/ja-jp/data-center/tensor-cores/  より</vt:lpstr>
      <vt:lpstr>Google TPU v1 の構造 Norman P. Jouppi et al., In-Datacenter Performance Analysis of a Tensor Processing Unit (ISCA 2017)より</vt:lpstr>
      <vt:lpstr>META (旧 Facebook) MITA v2 の構造  Joel Coburn et al. Meta’s Second Generation AI Chip: Model-Chip Co-Design and Productionization Experiences (ISCA 2025) より</vt:lpstr>
      <vt:lpstr>アクセラレータのまとめ</vt:lpstr>
      <vt:lpstr>まとめ</vt:lpstr>
      <vt:lpstr>まとめ：半導体回路の消費電力</vt:lpstr>
      <vt:lpstr>まとめ：カレー屋さんの場合</vt:lpstr>
      <vt:lpstr>まとめ：GPU と CPU の違い</vt:lpstr>
      <vt:lpstr>補足：本日触れなかった GPU に関する話題</vt:lpstr>
      <vt:lpstr>補足：GPU についての他所の講義資料について</vt:lpstr>
      <vt:lpstr>付録</vt:lpstr>
      <vt:lpstr>今回触れなかった部分の補足</vt:lpstr>
      <vt:lpstr>カレー屋さんのコストカット</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shioya</dc:creator>
  <cp:lastModifiedBy>塩谷　亮太</cp:lastModifiedBy>
  <cp:revision>17487</cp:revision>
  <cp:lastPrinted>2014-12-10T13:40:48Z</cp:lastPrinted>
  <dcterms:created xsi:type="dcterms:W3CDTF">2014-11-17T10:53:59Z</dcterms:created>
  <dcterms:modified xsi:type="dcterms:W3CDTF">2026-02-19T06:20:33Z</dcterms:modified>
</cp:coreProperties>
</file>